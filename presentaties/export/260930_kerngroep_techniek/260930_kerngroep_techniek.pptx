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jpeg" ContentType="image/jpe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33.xml.rels" ContentType="application/vnd.openxmlformats-package.relationships+xml"/>
  <Override PartName="/ppt/slides/_rels/slide48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46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364120" y="1881000"/>
            <a:ext cx="5442840" cy="56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840" spc="-1" strike="noStrike">
                <a:solidFill>
                  <a:srgbClr val="1a1a2e"/>
                </a:solidFill>
                <a:latin typeface="Arial"/>
                <a:ea typeface="Arial"/>
              </a:rPr>
              <a:t>Kerngroep techniek</a:t>
            </a:r>
            <a:endParaRPr b="0" lang="en-US" sz="38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990800" y="2587680"/>
            <a:ext cx="60386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 leerroute 1 · Versionering · Business-architectuur ·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191120" y="2835360"/>
            <a:ext cx="107676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Koppeling-ID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191040" y="3189960"/>
            <a:ext cx="33382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OKx · Npuls · 30 september 2026 · Amersfoort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456840" y="163800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5"/>
                </a:moveTo>
                <a:cubicBezTo>
                  <a:pt x="848" y="452"/>
                  <a:pt x="844" y="480"/>
                  <a:pt x="839" y="507"/>
                </a:cubicBezTo>
                <a:cubicBezTo>
                  <a:pt x="834" y="535"/>
                  <a:pt x="826" y="561"/>
                  <a:pt x="815" y="587"/>
                </a:cubicBezTo>
                <a:cubicBezTo>
                  <a:pt x="804" y="612"/>
                  <a:pt x="791" y="637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4"/>
                  <a:pt x="682" y="761"/>
                  <a:pt x="659" y="777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6"/>
                </a:cubicBezTo>
                <a:cubicBezTo>
                  <a:pt x="236" y="805"/>
                  <a:pt x="212" y="792"/>
                  <a:pt x="189" y="777"/>
                </a:cubicBezTo>
                <a:cubicBezTo>
                  <a:pt x="166" y="761"/>
                  <a:pt x="144" y="744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7"/>
                  <a:pt x="43" y="612"/>
                  <a:pt x="33" y="587"/>
                </a:cubicBezTo>
                <a:cubicBezTo>
                  <a:pt x="22" y="561"/>
                  <a:pt x="14" y="535"/>
                  <a:pt x="9" y="507"/>
                </a:cubicBezTo>
                <a:cubicBezTo>
                  <a:pt x="3" y="480"/>
                  <a:pt x="0" y="452"/>
                  <a:pt x="0" y="425"/>
                </a:cubicBezTo>
                <a:cubicBezTo>
                  <a:pt x="0" y="397"/>
                  <a:pt x="3" y="369"/>
                  <a:pt x="9" y="342"/>
                </a:cubicBezTo>
                <a:cubicBezTo>
                  <a:pt x="14" y="315"/>
                  <a:pt x="22" y="288"/>
                  <a:pt x="33" y="263"/>
                </a:cubicBezTo>
                <a:cubicBezTo>
                  <a:pt x="43" y="237"/>
                  <a:pt x="56" y="213"/>
                  <a:pt x="72" y="189"/>
                </a:cubicBezTo>
                <a:cubicBezTo>
                  <a:pt x="87" y="166"/>
                  <a:pt x="105" y="145"/>
                  <a:pt x="124" y="125"/>
                </a:cubicBezTo>
                <a:cubicBezTo>
                  <a:pt x="144" y="106"/>
                  <a:pt x="166" y="87"/>
                  <a:pt x="189" y="72"/>
                </a:cubicBezTo>
                <a:cubicBezTo>
                  <a:pt x="212" y="56"/>
                  <a:pt x="236" y="43"/>
                  <a:pt x="262" y="33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3"/>
                </a:cubicBezTo>
                <a:cubicBezTo>
                  <a:pt x="612" y="43"/>
                  <a:pt x="636" y="56"/>
                  <a:pt x="659" y="72"/>
                </a:cubicBezTo>
                <a:cubicBezTo>
                  <a:pt x="682" y="87"/>
                  <a:pt x="704" y="106"/>
                  <a:pt x="723" y="125"/>
                </a:cubicBezTo>
                <a:cubicBezTo>
                  <a:pt x="743" y="145"/>
                  <a:pt x="760" y="166"/>
                  <a:pt x="776" y="189"/>
                </a:cubicBezTo>
                <a:cubicBezTo>
                  <a:pt x="791" y="213"/>
                  <a:pt x="804" y="237"/>
                  <a:pt x="815" y="263"/>
                </a:cubicBezTo>
                <a:cubicBezTo>
                  <a:pt x="826" y="288"/>
                  <a:pt x="834" y="315"/>
                  <a:pt x="839" y="342"/>
                </a:cubicBezTo>
                <a:cubicBezTo>
                  <a:pt x="844" y="369"/>
                  <a:pt x="848" y="397"/>
                  <a:pt x="848" y="425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9920" y="929520"/>
            <a:ext cx="1465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Agenda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85720" y="170388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83800" y="1663560"/>
            <a:ext cx="27331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Afspraken van 15 september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/>
          <p:nvPr/>
        </p:nvSpPr>
        <p:spPr>
          <a:xfrm>
            <a:off x="456840" y="219996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5"/>
                </a:moveTo>
                <a:cubicBezTo>
                  <a:pt x="848" y="453"/>
                  <a:pt x="844" y="480"/>
                  <a:pt x="839" y="507"/>
                </a:cubicBezTo>
                <a:cubicBezTo>
                  <a:pt x="834" y="535"/>
                  <a:pt x="826" y="561"/>
                  <a:pt x="815" y="587"/>
                </a:cubicBezTo>
                <a:cubicBezTo>
                  <a:pt x="804" y="612"/>
                  <a:pt x="791" y="637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4"/>
                  <a:pt x="682" y="761"/>
                  <a:pt x="659" y="777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6"/>
                </a:cubicBezTo>
                <a:cubicBezTo>
                  <a:pt x="236" y="805"/>
                  <a:pt x="212" y="792"/>
                  <a:pt x="189" y="777"/>
                </a:cubicBezTo>
                <a:cubicBezTo>
                  <a:pt x="166" y="761"/>
                  <a:pt x="144" y="744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7"/>
                  <a:pt x="43" y="612"/>
                  <a:pt x="33" y="587"/>
                </a:cubicBezTo>
                <a:cubicBezTo>
                  <a:pt x="22" y="561"/>
                  <a:pt x="14" y="535"/>
                  <a:pt x="9" y="507"/>
                </a:cubicBezTo>
                <a:cubicBezTo>
                  <a:pt x="3" y="480"/>
                  <a:pt x="0" y="453"/>
                  <a:pt x="0" y="425"/>
                </a:cubicBezTo>
                <a:cubicBezTo>
                  <a:pt x="0" y="397"/>
                  <a:pt x="3" y="369"/>
                  <a:pt x="9" y="342"/>
                </a:cubicBezTo>
                <a:cubicBezTo>
                  <a:pt x="14" y="315"/>
                  <a:pt x="22" y="288"/>
                  <a:pt x="33" y="263"/>
                </a:cubicBezTo>
                <a:cubicBezTo>
                  <a:pt x="43" y="237"/>
                  <a:pt x="56" y="212"/>
                  <a:pt x="72" y="189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5"/>
                  <a:pt x="166" y="87"/>
                  <a:pt x="189" y="72"/>
                </a:cubicBezTo>
                <a:cubicBezTo>
                  <a:pt x="212" y="56"/>
                  <a:pt x="236" y="43"/>
                  <a:pt x="262" y="33"/>
                </a:cubicBezTo>
                <a:cubicBezTo>
                  <a:pt x="288" y="22"/>
                  <a:pt x="314" y="14"/>
                  <a:pt x="341" y="9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9"/>
                </a:cubicBezTo>
                <a:cubicBezTo>
                  <a:pt x="534" y="14"/>
                  <a:pt x="560" y="22"/>
                  <a:pt x="586" y="33"/>
                </a:cubicBezTo>
                <a:cubicBezTo>
                  <a:pt x="612" y="43"/>
                  <a:pt x="636" y="56"/>
                  <a:pt x="659" y="72"/>
                </a:cubicBezTo>
                <a:cubicBezTo>
                  <a:pt x="682" y="87"/>
                  <a:pt x="704" y="105"/>
                  <a:pt x="723" y="124"/>
                </a:cubicBezTo>
                <a:cubicBezTo>
                  <a:pt x="743" y="144"/>
                  <a:pt x="760" y="165"/>
                  <a:pt x="776" y="189"/>
                </a:cubicBezTo>
                <a:cubicBezTo>
                  <a:pt x="791" y="212"/>
                  <a:pt x="804" y="237"/>
                  <a:pt x="815" y="263"/>
                </a:cubicBezTo>
                <a:cubicBezTo>
                  <a:pt x="826" y="288"/>
                  <a:pt x="834" y="315"/>
                  <a:pt x="839" y="342"/>
                </a:cubicBezTo>
                <a:cubicBezTo>
                  <a:pt x="844" y="369"/>
                  <a:pt x="848" y="397"/>
                  <a:pt x="848" y="425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83800" y="1929960"/>
            <a:ext cx="2436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Per afspraak de stand van vandaag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71320" y="225648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83800" y="2225520"/>
            <a:ext cx="37375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Voorbeelduitwerking leerroute 1 (Niek)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/>
          <p:nvPr/>
        </p:nvSpPr>
        <p:spPr>
          <a:xfrm>
            <a:off x="456840" y="275256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4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1"/>
                  <a:pt x="14" y="534"/>
                  <a:pt x="9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6"/>
                  <a:pt x="3" y="368"/>
                  <a:pt x="9" y="341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4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83800" y="2482560"/>
            <a:ext cx="5932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opleiding van Jochem in het informatiemodel, met de vraag om feedback per regel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66640" y="280872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83800" y="2778120"/>
            <a:ext cx="41626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Versionering met een voorbeeldﬂow (Garik)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/>
          <p:nvPr/>
        </p:nvSpPr>
        <p:spPr>
          <a:xfrm>
            <a:off x="456840" y="330516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1"/>
                  <a:pt x="844" y="478"/>
                  <a:pt x="839" y="505"/>
                </a:cubicBezTo>
                <a:cubicBezTo>
                  <a:pt x="834" y="533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0"/>
                  <a:pt x="659" y="776"/>
                </a:cubicBezTo>
                <a:cubicBezTo>
                  <a:pt x="636" y="791"/>
                  <a:pt x="612" y="804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4"/>
                  <a:pt x="452" y="847"/>
                  <a:pt x="424" y="847"/>
                </a:cubicBezTo>
                <a:cubicBezTo>
                  <a:pt x="396" y="847"/>
                  <a:pt x="369" y="844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0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3"/>
                  <a:pt x="9" y="505"/>
                </a:cubicBezTo>
                <a:cubicBezTo>
                  <a:pt x="3" y="478"/>
                  <a:pt x="0" y="451"/>
                  <a:pt x="0" y="423"/>
                </a:cubicBez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6"/>
                  <a:pt x="189" y="71"/>
                </a:cubicBezTo>
                <a:cubicBezTo>
                  <a:pt x="212" y="55"/>
                  <a:pt x="236" y="42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1"/>
                  <a:pt x="586" y="32"/>
                </a:cubicBezTo>
                <a:cubicBezTo>
                  <a:pt x="612" y="42"/>
                  <a:pt x="636" y="55"/>
                  <a:pt x="659" y="71"/>
                </a:cubicBezTo>
                <a:cubicBezTo>
                  <a:pt x="682" y="86"/>
                  <a:pt x="704" y="104"/>
                  <a:pt x="723" y="124"/>
                </a:cubicBezTo>
                <a:cubicBezTo>
                  <a:pt x="743" y="143"/>
                  <a:pt x="760" y="165"/>
                  <a:pt x="776" y="188"/>
                </a:cubicBezTo>
                <a:cubicBezTo>
                  <a:pt x="791" y="211"/>
                  <a:pt x="804" y="235"/>
                  <a:pt x="815" y="261"/>
                </a:cubicBezTo>
                <a:cubicBezTo>
                  <a:pt x="826" y="287"/>
                  <a:pt x="834" y="313"/>
                  <a:pt x="839" y="340"/>
                </a:cubicBezTo>
                <a:cubicBezTo>
                  <a:pt x="844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83800" y="3035160"/>
            <a:ext cx="4015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iteratie op Public PR 100, toegelicht aan een voorbeeld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66640" y="336132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83800" y="3330720"/>
            <a:ext cx="374976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Business-architectuur en stories (Niels)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/>
          <p:nvPr/>
        </p:nvSpPr>
        <p:spPr>
          <a:xfrm>
            <a:off x="456840" y="385740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3"/>
                </a:moveTo>
                <a:cubicBezTo>
                  <a:pt x="848" y="451"/>
                  <a:pt x="844" y="479"/>
                  <a:pt x="839" y="506"/>
                </a:cubicBezTo>
                <a:cubicBezTo>
                  <a:pt x="834" y="533"/>
                  <a:pt x="826" y="560"/>
                  <a:pt x="815" y="585"/>
                </a:cubicBezTo>
                <a:cubicBezTo>
                  <a:pt x="804" y="611"/>
                  <a:pt x="791" y="636"/>
                  <a:pt x="776" y="659"/>
                </a:cubicBezTo>
                <a:cubicBezTo>
                  <a:pt x="760" y="682"/>
                  <a:pt x="743" y="703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6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3"/>
                  <a:pt x="87" y="682"/>
                  <a:pt x="72" y="659"/>
                </a:cubicBezTo>
                <a:cubicBezTo>
                  <a:pt x="56" y="636"/>
                  <a:pt x="43" y="611"/>
                  <a:pt x="33" y="585"/>
                </a:cubicBezTo>
                <a:cubicBezTo>
                  <a:pt x="22" y="560"/>
                  <a:pt x="14" y="533"/>
                  <a:pt x="9" y="506"/>
                </a:cubicBezTo>
                <a:cubicBezTo>
                  <a:pt x="3" y="479"/>
                  <a:pt x="0" y="451"/>
                  <a:pt x="0" y="423"/>
                </a:cubicBezTo>
                <a:cubicBezTo>
                  <a:pt x="0" y="396"/>
                  <a:pt x="3" y="368"/>
                  <a:pt x="9" y="341"/>
                </a:cubicBezTo>
                <a:cubicBezTo>
                  <a:pt x="14" y="314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4"/>
                  <a:pt x="839" y="341"/>
                </a:cubicBezTo>
                <a:cubicBezTo>
                  <a:pt x="844" y="368"/>
                  <a:pt x="848" y="396"/>
                  <a:pt x="848" y="423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83800" y="3587400"/>
            <a:ext cx="2010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stories uit de PoC-scholen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66640" y="391392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83800" y="3882960"/>
            <a:ext cx="4071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Koppeling-ID, gevraagd, vervolg en peiling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83800" y="4140000"/>
            <a:ext cx="3652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Public #107, de reviewvraag op PR 104 en de peiling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7791480" y="2163240"/>
            <a:ext cx="122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dd784b"/>
                </a:solidFill>
                <a:latin typeface="Arial"/>
                <a:ea typeface="Arial"/>
              </a:rPr>
              <a:t>D E E L   1   VA N   5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905440" y="2403720"/>
            <a:ext cx="342360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Stand van zaken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371920" y="2916000"/>
            <a:ext cx="3792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Niek · afspraken, voortgang en wat er blijft liggen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456840" y="1361880"/>
            <a:ext cx="4667760" cy="314640"/>
          </a:xfrm>
          <a:custGeom>
            <a:avLst/>
            <a:gdLst/>
            <a:ahLst/>
            <a:rect l="0" t="0" r="r" b="b"/>
            <a:pathLst>
              <a:path w="12966" h="874">
                <a:moveTo>
                  <a:pt x="0" y="0"/>
                </a:moveTo>
                <a:lnTo>
                  <a:pt x="12966" y="0"/>
                </a:lnTo>
                <a:lnTo>
                  <a:pt x="1296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/>
          <p:nvPr/>
        </p:nvSpPr>
        <p:spPr>
          <a:xfrm>
            <a:off x="5124240" y="1361880"/>
            <a:ext cx="1029240" cy="314640"/>
          </a:xfrm>
          <a:custGeom>
            <a:avLst/>
            <a:gdLst/>
            <a:ahLst/>
            <a:rect l="0" t="0" r="r" b="b"/>
            <a:pathLst>
              <a:path w="2859" h="874">
                <a:moveTo>
                  <a:pt x="0" y="0"/>
                </a:moveTo>
                <a:lnTo>
                  <a:pt x="2859" y="0"/>
                </a:lnTo>
                <a:lnTo>
                  <a:pt x="28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/>
          <p:nvPr/>
        </p:nvSpPr>
        <p:spPr>
          <a:xfrm>
            <a:off x="6153120" y="1361880"/>
            <a:ext cx="2724480" cy="314640"/>
          </a:xfrm>
          <a:custGeom>
            <a:avLst/>
            <a:gdLst/>
            <a:ahLst/>
            <a:rect l="0" t="0" r="r" b="b"/>
            <a:pathLst>
              <a:path w="7568" h="874">
                <a:moveTo>
                  <a:pt x="0" y="0"/>
                </a:moveTo>
                <a:lnTo>
                  <a:pt x="7568" y="0"/>
                </a:lnTo>
                <a:lnTo>
                  <a:pt x="75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/>
          <p:nvPr/>
        </p:nvSpPr>
        <p:spPr>
          <a:xfrm>
            <a:off x="456840" y="1666800"/>
            <a:ext cx="4667760" cy="19440"/>
          </a:xfrm>
          <a:custGeom>
            <a:avLst/>
            <a:gdLst/>
            <a:ahLst/>
            <a:rect l="0" t="0" r="r" b="b"/>
            <a:pathLst>
              <a:path w="12966" h="54">
                <a:moveTo>
                  <a:pt x="0" y="0"/>
                </a:moveTo>
                <a:lnTo>
                  <a:pt x="12966" y="0"/>
                </a:lnTo>
                <a:lnTo>
                  <a:pt x="1296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/>
          <p:nvPr/>
        </p:nvSpPr>
        <p:spPr>
          <a:xfrm>
            <a:off x="5124240" y="1666800"/>
            <a:ext cx="1029240" cy="19440"/>
          </a:xfrm>
          <a:custGeom>
            <a:avLst/>
            <a:gdLst/>
            <a:ahLst/>
            <a:rect l="0" t="0" r="r" b="b"/>
            <a:pathLst>
              <a:path w="2859" h="54">
                <a:moveTo>
                  <a:pt x="0" y="0"/>
                </a:moveTo>
                <a:lnTo>
                  <a:pt x="2859" y="0"/>
                </a:lnTo>
                <a:lnTo>
                  <a:pt x="285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6153120" y="1666800"/>
            <a:ext cx="2724480" cy="19440"/>
          </a:xfrm>
          <a:custGeom>
            <a:avLst/>
            <a:gdLst/>
            <a:ahLst/>
            <a:rect l="0" t="0" r="r" b="b"/>
            <a:pathLst>
              <a:path w="7568" h="54">
                <a:moveTo>
                  <a:pt x="0" y="0"/>
                </a:moveTo>
                <a:lnTo>
                  <a:pt x="7568" y="0"/>
                </a:lnTo>
                <a:lnTo>
                  <a:pt x="756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456840" y="2028600"/>
            <a:ext cx="4667760" cy="10080"/>
          </a:xfrm>
          <a:custGeom>
            <a:avLst/>
            <a:gdLst/>
            <a:ahLst/>
            <a:rect l="0" t="0" r="r" b="b"/>
            <a:pathLst>
              <a:path w="12966" h="28">
                <a:moveTo>
                  <a:pt x="0" y="0"/>
                </a:moveTo>
                <a:lnTo>
                  <a:pt x="12966" y="0"/>
                </a:lnTo>
                <a:lnTo>
                  <a:pt x="129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5124240" y="202860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6153120" y="202860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456840" y="2381040"/>
            <a:ext cx="4667760" cy="10080"/>
          </a:xfrm>
          <a:custGeom>
            <a:avLst/>
            <a:gdLst/>
            <a:ahLst/>
            <a:rect l="0" t="0" r="r" b="b"/>
            <a:pathLst>
              <a:path w="12966" h="28">
                <a:moveTo>
                  <a:pt x="0" y="0"/>
                </a:moveTo>
                <a:lnTo>
                  <a:pt x="12966" y="0"/>
                </a:lnTo>
                <a:lnTo>
                  <a:pt x="129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5124240" y="238104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6153120" y="238104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8" name=""/>
          <p:cNvSpPr/>
          <p:nvPr/>
        </p:nvSpPr>
        <p:spPr>
          <a:xfrm>
            <a:off x="456840" y="2952720"/>
            <a:ext cx="4667760" cy="9720"/>
          </a:xfrm>
          <a:custGeom>
            <a:avLst/>
            <a:gdLst/>
            <a:ahLst/>
            <a:rect l="0" t="0" r="r" b="b"/>
            <a:pathLst>
              <a:path w="12966" h="27">
                <a:moveTo>
                  <a:pt x="0" y="0"/>
                </a:moveTo>
                <a:lnTo>
                  <a:pt x="12966" y="0"/>
                </a:lnTo>
                <a:lnTo>
                  <a:pt x="129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" name=""/>
          <p:cNvSpPr/>
          <p:nvPr/>
        </p:nvSpPr>
        <p:spPr>
          <a:xfrm>
            <a:off x="5124240" y="295272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0" name=""/>
          <p:cNvSpPr/>
          <p:nvPr/>
        </p:nvSpPr>
        <p:spPr>
          <a:xfrm>
            <a:off x="6153120" y="295272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1" name=""/>
          <p:cNvSpPr/>
          <p:nvPr/>
        </p:nvSpPr>
        <p:spPr>
          <a:xfrm>
            <a:off x="456840" y="3305160"/>
            <a:ext cx="4667760" cy="9720"/>
          </a:xfrm>
          <a:custGeom>
            <a:avLst/>
            <a:gdLst/>
            <a:ahLst/>
            <a:rect l="0" t="0" r="r" b="b"/>
            <a:pathLst>
              <a:path w="12966" h="27">
                <a:moveTo>
                  <a:pt x="0" y="0"/>
                </a:moveTo>
                <a:lnTo>
                  <a:pt x="12966" y="0"/>
                </a:lnTo>
                <a:lnTo>
                  <a:pt x="129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5124240" y="330516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3" name=""/>
          <p:cNvSpPr/>
          <p:nvPr/>
        </p:nvSpPr>
        <p:spPr>
          <a:xfrm>
            <a:off x="6153120" y="330516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456840" y="3657240"/>
            <a:ext cx="4667760" cy="10080"/>
          </a:xfrm>
          <a:custGeom>
            <a:avLst/>
            <a:gdLst/>
            <a:ahLst/>
            <a:rect l="0" t="0" r="r" b="b"/>
            <a:pathLst>
              <a:path w="12966" h="28">
                <a:moveTo>
                  <a:pt x="0" y="0"/>
                </a:moveTo>
                <a:lnTo>
                  <a:pt x="12966" y="0"/>
                </a:lnTo>
                <a:lnTo>
                  <a:pt x="129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5124240" y="365724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6" name=""/>
          <p:cNvSpPr/>
          <p:nvPr/>
        </p:nvSpPr>
        <p:spPr>
          <a:xfrm>
            <a:off x="6153120" y="365724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7" name=""/>
          <p:cNvSpPr/>
          <p:nvPr/>
        </p:nvSpPr>
        <p:spPr>
          <a:xfrm>
            <a:off x="456840" y="4219560"/>
            <a:ext cx="4667760" cy="9720"/>
          </a:xfrm>
          <a:custGeom>
            <a:avLst/>
            <a:gdLst/>
            <a:ahLst/>
            <a:rect l="0" t="0" r="r" b="b"/>
            <a:pathLst>
              <a:path w="12966" h="27">
                <a:moveTo>
                  <a:pt x="0" y="0"/>
                </a:moveTo>
                <a:lnTo>
                  <a:pt x="12966" y="0"/>
                </a:lnTo>
                <a:lnTo>
                  <a:pt x="129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5124240" y="421956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/>
          <p:nvPr/>
        </p:nvSpPr>
        <p:spPr>
          <a:xfrm>
            <a:off x="6153120" y="421956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39920" y="729360"/>
            <a:ext cx="55908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Afspraken van 15 september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63760" y="1450800"/>
            <a:ext cx="913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AFGESPROKEN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232240" y="1450800"/>
            <a:ext cx="236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263280" y="1450800"/>
            <a:ext cx="1599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STAND OP 25 SEPTEMBER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63760" y="1780560"/>
            <a:ext cx="42832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 van het informatiemodel langs leerroute 1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232240" y="1780560"/>
            <a:ext cx="2980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Niek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6705360" y="193356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7"/>
                </a:lnTo>
                <a:lnTo>
                  <a:pt x="132" y="27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7"/>
                </a:lnTo>
                <a:lnTo>
                  <a:pt x="397" y="27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7"/>
                </a:lnTo>
                <a:lnTo>
                  <a:pt x="529" y="27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7"/>
                </a:lnTo>
                <a:lnTo>
                  <a:pt x="662" y="27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7"/>
                </a:lnTo>
                <a:lnTo>
                  <a:pt x="794" y="27"/>
                </a:lnTo>
                <a:lnTo>
                  <a:pt x="794" y="0"/>
                </a:lnTo>
                <a:moveTo>
                  <a:pt x="926" y="0"/>
                </a:moveTo>
                <a:lnTo>
                  <a:pt x="1007" y="0"/>
                </a:lnTo>
                <a:lnTo>
                  <a:pt x="1007" y="27"/>
                </a:lnTo>
                <a:lnTo>
                  <a:pt x="926" y="27"/>
                </a:lnTo>
                <a:lnTo>
                  <a:pt x="926" y="0"/>
                </a:lnTo>
                <a:moveTo>
                  <a:pt x="1059" y="0"/>
                </a:moveTo>
                <a:lnTo>
                  <a:pt x="1139" y="0"/>
                </a:lnTo>
                <a:lnTo>
                  <a:pt x="1139" y="27"/>
                </a:lnTo>
                <a:lnTo>
                  <a:pt x="1059" y="27"/>
                </a:lnTo>
                <a:lnTo>
                  <a:pt x="1059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3" y="0"/>
                </a:lnTo>
                <a:lnTo>
                  <a:pt x="1403" y="27"/>
                </a:lnTo>
                <a:lnTo>
                  <a:pt x="1324" y="27"/>
                </a:lnTo>
                <a:lnTo>
                  <a:pt x="1324" y="0"/>
                </a:lnTo>
                <a:moveTo>
                  <a:pt x="1456" y="0"/>
                </a:moveTo>
                <a:lnTo>
                  <a:pt x="1536" y="0"/>
                </a:lnTo>
                <a:lnTo>
                  <a:pt x="1536" y="27"/>
                </a:lnTo>
                <a:lnTo>
                  <a:pt x="1456" y="27"/>
                </a:lnTo>
                <a:lnTo>
                  <a:pt x="1456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0" y="0"/>
                </a:lnTo>
                <a:lnTo>
                  <a:pt x="1800" y="27"/>
                </a:lnTo>
                <a:lnTo>
                  <a:pt x="1721" y="27"/>
                </a:lnTo>
                <a:lnTo>
                  <a:pt x="1721" y="0"/>
                </a:lnTo>
                <a:moveTo>
                  <a:pt x="1853" y="0"/>
                </a:moveTo>
                <a:lnTo>
                  <a:pt x="1933" y="0"/>
                </a:lnTo>
                <a:lnTo>
                  <a:pt x="1933" y="27"/>
                </a:lnTo>
                <a:lnTo>
                  <a:pt x="1853" y="27"/>
                </a:lnTo>
                <a:lnTo>
                  <a:pt x="1853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263280" y="1780560"/>
            <a:ext cx="26049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Ligt er: </a:t>
            </a:r>
            <a:r>
              <a:rPr b="0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meta PR 252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, vandaag op tafel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63760" y="2133000"/>
            <a:ext cx="48456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Iteratie op de versionering met een voorbeeldﬂow, en een sessie vooraf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/>
          <p:nvPr/>
        </p:nvSpPr>
        <p:spPr>
          <a:xfrm>
            <a:off x="6267240" y="22856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8"/>
                </a:lnTo>
                <a:lnTo>
                  <a:pt x="129" y="28"/>
                </a:lnTo>
                <a:lnTo>
                  <a:pt x="129" y="0"/>
                </a:lnTo>
                <a:moveTo>
                  <a:pt x="258" y="0"/>
                </a:moveTo>
                <a:lnTo>
                  <a:pt x="337" y="0"/>
                </a:lnTo>
                <a:lnTo>
                  <a:pt x="337" y="28"/>
                </a:lnTo>
                <a:lnTo>
                  <a:pt x="258" y="28"/>
                </a:lnTo>
                <a:lnTo>
                  <a:pt x="258" y="0"/>
                </a:lnTo>
                <a:moveTo>
                  <a:pt x="387" y="0"/>
                </a:moveTo>
                <a:lnTo>
                  <a:pt x="466" y="0"/>
                </a:lnTo>
                <a:lnTo>
                  <a:pt x="466" y="28"/>
                </a:lnTo>
                <a:lnTo>
                  <a:pt x="387" y="28"/>
                </a:lnTo>
                <a:lnTo>
                  <a:pt x="387" y="0"/>
                </a:lnTo>
                <a:moveTo>
                  <a:pt x="516" y="0"/>
                </a:moveTo>
                <a:lnTo>
                  <a:pt x="595" y="0"/>
                </a:lnTo>
                <a:lnTo>
                  <a:pt x="595" y="28"/>
                </a:lnTo>
                <a:lnTo>
                  <a:pt x="516" y="28"/>
                </a:lnTo>
                <a:lnTo>
                  <a:pt x="516" y="0"/>
                </a:lnTo>
                <a:moveTo>
                  <a:pt x="645" y="0"/>
                </a:moveTo>
                <a:lnTo>
                  <a:pt x="724" y="0"/>
                </a:lnTo>
                <a:lnTo>
                  <a:pt x="724" y="28"/>
                </a:lnTo>
                <a:lnTo>
                  <a:pt x="645" y="28"/>
                </a:lnTo>
                <a:lnTo>
                  <a:pt x="645" y="0"/>
                </a:lnTo>
                <a:moveTo>
                  <a:pt x="774" y="0"/>
                </a:moveTo>
                <a:lnTo>
                  <a:pt x="854" y="0"/>
                </a:lnTo>
                <a:lnTo>
                  <a:pt x="854" y="28"/>
                </a:lnTo>
                <a:lnTo>
                  <a:pt x="774" y="28"/>
                </a:lnTo>
                <a:lnTo>
                  <a:pt x="774" y="0"/>
                </a:lnTo>
                <a:moveTo>
                  <a:pt x="904" y="0"/>
                </a:moveTo>
                <a:lnTo>
                  <a:pt x="983" y="0"/>
                </a:lnTo>
                <a:lnTo>
                  <a:pt x="983" y="28"/>
                </a:lnTo>
                <a:lnTo>
                  <a:pt x="904" y="28"/>
                </a:lnTo>
                <a:lnTo>
                  <a:pt x="904" y="0"/>
                </a:lnTo>
                <a:moveTo>
                  <a:pt x="1033" y="0"/>
                </a:moveTo>
                <a:lnTo>
                  <a:pt x="1112" y="0"/>
                </a:lnTo>
                <a:lnTo>
                  <a:pt x="1112" y="28"/>
                </a:lnTo>
                <a:lnTo>
                  <a:pt x="1033" y="28"/>
                </a:lnTo>
                <a:lnTo>
                  <a:pt x="1033" y="0"/>
                </a:lnTo>
                <a:moveTo>
                  <a:pt x="1162" y="0"/>
                </a:moveTo>
                <a:lnTo>
                  <a:pt x="1241" y="0"/>
                </a:lnTo>
                <a:lnTo>
                  <a:pt x="1241" y="28"/>
                </a:lnTo>
                <a:lnTo>
                  <a:pt x="1162" y="28"/>
                </a:lnTo>
                <a:lnTo>
                  <a:pt x="1162" y="0"/>
                </a:lnTo>
                <a:moveTo>
                  <a:pt x="1291" y="0"/>
                </a:moveTo>
                <a:lnTo>
                  <a:pt x="1370" y="0"/>
                </a:lnTo>
                <a:lnTo>
                  <a:pt x="1370" y="28"/>
                </a:lnTo>
                <a:lnTo>
                  <a:pt x="1291" y="28"/>
                </a:lnTo>
                <a:lnTo>
                  <a:pt x="1291" y="0"/>
                </a:lnTo>
                <a:moveTo>
                  <a:pt x="1420" y="0"/>
                </a:moveTo>
                <a:lnTo>
                  <a:pt x="1499" y="0"/>
                </a:lnTo>
                <a:lnTo>
                  <a:pt x="1499" y="28"/>
                </a:lnTo>
                <a:lnTo>
                  <a:pt x="1420" y="28"/>
                </a:lnTo>
                <a:lnTo>
                  <a:pt x="1420" y="0"/>
                </a:lnTo>
                <a:moveTo>
                  <a:pt x="1549" y="0"/>
                </a:moveTo>
                <a:lnTo>
                  <a:pt x="1628" y="0"/>
                </a:lnTo>
                <a:lnTo>
                  <a:pt x="1628" y="28"/>
                </a:lnTo>
                <a:lnTo>
                  <a:pt x="1549" y="28"/>
                </a:lnTo>
                <a:lnTo>
                  <a:pt x="1549" y="0"/>
                </a:lnTo>
                <a:moveTo>
                  <a:pt x="1678" y="0"/>
                </a:moveTo>
                <a:lnTo>
                  <a:pt x="1757" y="0"/>
                </a:lnTo>
                <a:lnTo>
                  <a:pt x="1757" y="28"/>
                </a:lnTo>
                <a:lnTo>
                  <a:pt x="1678" y="28"/>
                </a:lnTo>
                <a:lnTo>
                  <a:pt x="1678" y="0"/>
                </a:lnTo>
                <a:moveTo>
                  <a:pt x="1807" y="0"/>
                </a:moveTo>
                <a:lnTo>
                  <a:pt x="1886" y="0"/>
                </a:lnTo>
                <a:lnTo>
                  <a:pt x="1886" y="28"/>
                </a:lnTo>
                <a:lnTo>
                  <a:pt x="1807" y="28"/>
                </a:lnTo>
                <a:lnTo>
                  <a:pt x="1807" y="0"/>
                </a:lnTo>
                <a:moveTo>
                  <a:pt x="1936" y="0"/>
                </a:moveTo>
                <a:lnTo>
                  <a:pt x="2015" y="0"/>
                </a:lnTo>
                <a:lnTo>
                  <a:pt x="2015" y="28"/>
                </a:lnTo>
                <a:lnTo>
                  <a:pt x="1936" y="28"/>
                </a:lnTo>
                <a:lnTo>
                  <a:pt x="1936" y="0"/>
                </a:lnTo>
                <a:moveTo>
                  <a:pt x="2065" y="0"/>
                </a:moveTo>
                <a:lnTo>
                  <a:pt x="2144" y="0"/>
                </a:lnTo>
                <a:lnTo>
                  <a:pt x="2144" y="28"/>
                </a:lnTo>
                <a:lnTo>
                  <a:pt x="2065" y="28"/>
                </a:lnTo>
                <a:lnTo>
                  <a:pt x="206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232240" y="2133000"/>
            <a:ext cx="3556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Garik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263280" y="2133000"/>
            <a:ext cx="18738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staat op draft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63760" y="2485440"/>
            <a:ext cx="46612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Business-architectuur doorontwikkelen en stories ophalen bij de PoC-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63760" y="2704320"/>
            <a:ext cx="5158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scholen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232240" y="2485440"/>
            <a:ext cx="3268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Niels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6895800" y="2638080"/>
            <a:ext cx="1172160" cy="10080"/>
          </a:xfrm>
          <a:custGeom>
            <a:avLst/>
            <a:gdLst/>
            <a:ahLst/>
            <a:rect l="0" t="0" r="r" b="b"/>
            <a:pathLst>
              <a:path w="325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8"/>
                </a:lnTo>
                <a:lnTo>
                  <a:pt x="133" y="28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8"/>
                </a:lnTo>
                <a:lnTo>
                  <a:pt x="529" y="28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8"/>
                </a:lnTo>
                <a:lnTo>
                  <a:pt x="662" y="28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8"/>
                </a:lnTo>
                <a:lnTo>
                  <a:pt x="794" y="28"/>
                </a:lnTo>
                <a:lnTo>
                  <a:pt x="794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059" y="0"/>
                </a:moveTo>
                <a:lnTo>
                  <a:pt x="1138" y="0"/>
                </a:lnTo>
                <a:lnTo>
                  <a:pt x="1138" y="28"/>
                </a:lnTo>
                <a:lnTo>
                  <a:pt x="1059" y="28"/>
                </a:lnTo>
                <a:lnTo>
                  <a:pt x="1059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8"/>
                </a:lnTo>
                <a:lnTo>
                  <a:pt x="1191" y="28"/>
                </a:lnTo>
                <a:lnTo>
                  <a:pt x="1191" y="0"/>
                </a:lnTo>
                <a:moveTo>
                  <a:pt x="1323" y="0"/>
                </a:moveTo>
                <a:lnTo>
                  <a:pt x="1403" y="0"/>
                </a:lnTo>
                <a:lnTo>
                  <a:pt x="1403" y="28"/>
                </a:lnTo>
                <a:lnTo>
                  <a:pt x="1323" y="28"/>
                </a:lnTo>
                <a:lnTo>
                  <a:pt x="1323" y="0"/>
                </a:lnTo>
                <a:moveTo>
                  <a:pt x="1456" y="0"/>
                </a:moveTo>
                <a:lnTo>
                  <a:pt x="1535" y="0"/>
                </a:lnTo>
                <a:lnTo>
                  <a:pt x="1535" y="28"/>
                </a:lnTo>
                <a:lnTo>
                  <a:pt x="1456" y="28"/>
                </a:lnTo>
                <a:lnTo>
                  <a:pt x="1456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8"/>
                </a:lnTo>
                <a:lnTo>
                  <a:pt x="1588" y="28"/>
                </a:lnTo>
                <a:lnTo>
                  <a:pt x="1588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8"/>
                </a:lnTo>
                <a:lnTo>
                  <a:pt x="1720" y="28"/>
                </a:lnTo>
                <a:lnTo>
                  <a:pt x="1720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1985" y="0"/>
                </a:moveTo>
                <a:lnTo>
                  <a:pt x="2065" y="0"/>
                </a:lnTo>
                <a:lnTo>
                  <a:pt x="2065" y="28"/>
                </a:lnTo>
                <a:lnTo>
                  <a:pt x="1985" y="28"/>
                </a:lnTo>
                <a:lnTo>
                  <a:pt x="1985" y="0"/>
                </a:lnTo>
                <a:moveTo>
                  <a:pt x="2118" y="0"/>
                </a:moveTo>
                <a:lnTo>
                  <a:pt x="2197" y="0"/>
                </a:lnTo>
                <a:lnTo>
                  <a:pt x="2197" y="28"/>
                </a:lnTo>
                <a:lnTo>
                  <a:pt x="2118" y="28"/>
                </a:lnTo>
                <a:lnTo>
                  <a:pt x="2118" y="0"/>
                </a:lnTo>
                <a:moveTo>
                  <a:pt x="2250" y="0"/>
                </a:moveTo>
                <a:lnTo>
                  <a:pt x="2330" y="0"/>
                </a:lnTo>
                <a:lnTo>
                  <a:pt x="2330" y="28"/>
                </a:lnTo>
                <a:lnTo>
                  <a:pt x="2250" y="28"/>
                </a:lnTo>
                <a:lnTo>
                  <a:pt x="2250" y="0"/>
                </a:lnTo>
                <a:moveTo>
                  <a:pt x="2383" y="0"/>
                </a:moveTo>
                <a:lnTo>
                  <a:pt x="2462" y="0"/>
                </a:lnTo>
                <a:lnTo>
                  <a:pt x="2462" y="28"/>
                </a:lnTo>
                <a:lnTo>
                  <a:pt x="2383" y="28"/>
                </a:lnTo>
                <a:lnTo>
                  <a:pt x="2383" y="0"/>
                </a:lnTo>
                <a:moveTo>
                  <a:pt x="2515" y="0"/>
                </a:moveTo>
                <a:lnTo>
                  <a:pt x="2594" y="0"/>
                </a:lnTo>
                <a:lnTo>
                  <a:pt x="2594" y="28"/>
                </a:lnTo>
                <a:lnTo>
                  <a:pt x="2515" y="28"/>
                </a:lnTo>
                <a:lnTo>
                  <a:pt x="2515" y="0"/>
                </a:lnTo>
                <a:moveTo>
                  <a:pt x="2647" y="0"/>
                </a:moveTo>
                <a:lnTo>
                  <a:pt x="2727" y="0"/>
                </a:lnTo>
                <a:lnTo>
                  <a:pt x="2727" y="28"/>
                </a:lnTo>
                <a:lnTo>
                  <a:pt x="2647" y="28"/>
                </a:lnTo>
                <a:lnTo>
                  <a:pt x="2647" y="0"/>
                </a:lnTo>
                <a:moveTo>
                  <a:pt x="2779" y="0"/>
                </a:moveTo>
                <a:lnTo>
                  <a:pt x="2859" y="0"/>
                </a:lnTo>
                <a:lnTo>
                  <a:pt x="2859" y="28"/>
                </a:lnTo>
                <a:lnTo>
                  <a:pt x="2779" y="28"/>
                </a:lnTo>
                <a:lnTo>
                  <a:pt x="2779" y="0"/>
                </a:lnTo>
                <a:moveTo>
                  <a:pt x="2912" y="0"/>
                </a:moveTo>
                <a:lnTo>
                  <a:pt x="2991" y="0"/>
                </a:lnTo>
                <a:lnTo>
                  <a:pt x="2991" y="28"/>
                </a:lnTo>
                <a:lnTo>
                  <a:pt x="2912" y="28"/>
                </a:lnTo>
                <a:lnTo>
                  <a:pt x="2912" y="0"/>
                </a:lnTo>
                <a:moveTo>
                  <a:pt x="3044" y="0"/>
                </a:moveTo>
                <a:lnTo>
                  <a:pt x="3123" y="0"/>
                </a:lnTo>
                <a:lnTo>
                  <a:pt x="3123" y="28"/>
                </a:lnTo>
                <a:lnTo>
                  <a:pt x="3044" y="28"/>
                </a:lnTo>
                <a:lnTo>
                  <a:pt x="3044" y="0"/>
                </a:lnTo>
                <a:moveTo>
                  <a:pt x="3176" y="0"/>
                </a:moveTo>
                <a:lnTo>
                  <a:pt x="3256" y="0"/>
                </a:lnTo>
                <a:lnTo>
                  <a:pt x="3256" y="28"/>
                </a:lnTo>
                <a:lnTo>
                  <a:pt x="3176" y="28"/>
                </a:lnTo>
                <a:lnTo>
                  <a:pt x="317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263280" y="2485440"/>
            <a:ext cx="24786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Milestone </a:t>
            </a:r>
            <a:r>
              <a:rPr b="0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requirementsboom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, negen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/>
          <p:nvPr/>
        </p:nvSpPr>
        <p:spPr>
          <a:xfrm>
            <a:off x="561960" y="32000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8"/>
                </a:lnTo>
                <a:lnTo>
                  <a:pt x="129" y="28"/>
                </a:lnTo>
                <a:lnTo>
                  <a:pt x="129" y="0"/>
                </a:lnTo>
                <a:moveTo>
                  <a:pt x="258" y="0"/>
                </a:moveTo>
                <a:lnTo>
                  <a:pt x="337" y="0"/>
                </a:lnTo>
                <a:lnTo>
                  <a:pt x="337" y="28"/>
                </a:lnTo>
                <a:lnTo>
                  <a:pt x="258" y="28"/>
                </a:lnTo>
                <a:lnTo>
                  <a:pt x="258" y="0"/>
                </a:lnTo>
                <a:moveTo>
                  <a:pt x="386" y="0"/>
                </a:moveTo>
                <a:lnTo>
                  <a:pt x="466" y="0"/>
                </a:lnTo>
                <a:lnTo>
                  <a:pt x="466" y="28"/>
                </a:lnTo>
                <a:lnTo>
                  <a:pt x="386" y="28"/>
                </a:lnTo>
                <a:lnTo>
                  <a:pt x="386" y="0"/>
                </a:lnTo>
                <a:moveTo>
                  <a:pt x="515" y="0"/>
                </a:moveTo>
                <a:lnTo>
                  <a:pt x="595" y="0"/>
                </a:lnTo>
                <a:lnTo>
                  <a:pt x="595" y="28"/>
                </a:lnTo>
                <a:lnTo>
                  <a:pt x="515" y="28"/>
                </a:lnTo>
                <a:lnTo>
                  <a:pt x="515" y="0"/>
                </a:lnTo>
                <a:moveTo>
                  <a:pt x="644" y="0"/>
                </a:moveTo>
                <a:lnTo>
                  <a:pt x="724" y="0"/>
                </a:lnTo>
                <a:lnTo>
                  <a:pt x="724" y="28"/>
                </a:lnTo>
                <a:lnTo>
                  <a:pt x="644" y="28"/>
                </a:lnTo>
                <a:lnTo>
                  <a:pt x="644" y="0"/>
                </a:lnTo>
                <a:moveTo>
                  <a:pt x="773" y="0"/>
                </a:moveTo>
                <a:lnTo>
                  <a:pt x="853" y="0"/>
                </a:lnTo>
                <a:lnTo>
                  <a:pt x="853" y="28"/>
                </a:lnTo>
                <a:lnTo>
                  <a:pt x="773" y="28"/>
                </a:lnTo>
                <a:lnTo>
                  <a:pt x="773" y="0"/>
                </a:lnTo>
                <a:moveTo>
                  <a:pt x="902" y="0"/>
                </a:moveTo>
                <a:lnTo>
                  <a:pt x="982" y="0"/>
                </a:lnTo>
                <a:lnTo>
                  <a:pt x="982" y="28"/>
                </a:lnTo>
                <a:lnTo>
                  <a:pt x="902" y="28"/>
                </a:lnTo>
                <a:lnTo>
                  <a:pt x="902" y="0"/>
                </a:lnTo>
                <a:moveTo>
                  <a:pt x="1031" y="0"/>
                </a:moveTo>
                <a:lnTo>
                  <a:pt x="1111" y="0"/>
                </a:lnTo>
                <a:lnTo>
                  <a:pt x="1111" y="28"/>
                </a:lnTo>
                <a:lnTo>
                  <a:pt x="1031" y="28"/>
                </a:lnTo>
                <a:lnTo>
                  <a:pt x="1031" y="0"/>
                </a:lnTo>
                <a:moveTo>
                  <a:pt x="1160" y="0"/>
                </a:moveTo>
                <a:lnTo>
                  <a:pt x="1240" y="0"/>
                </a:lnTo>
                <a:lnTo>
                  <a:pt x="1240" y="28"/>
                </a:lnTo>
                <a:lnTo>
                  <a:pt x="1160" y="28"/>
                </a:lnTo>
                <a:lnTo>
                  <a:pt x="1160" y="0"/>
                </a:lnTo>
                <a:moveTo>
                  <a:pt x="1289" y="0"/>
                </a:moveTo>
                <a:lnTo>
                  <a:pt x="1369" y="0"/>
                </a:lnTo>
                <a:lnTo>
                  <a:pt x="1369" y="28"/>
                </a:lnTo>
                <a:lnTo>
                  <a:pt x="1289" y="28"/>
                </a:lnTo>
                <a:lnTo>
                  <a:pt x="1289" y="0"/>
                </a:lnTo>
                <a:moveTo>
                  <a:pt x="1418" y="0"/>
                </a:moveTo>
                <a:lnTo>
                  <a:pt x="1498" y="0"/>
                </a:lnTo>
                <a:lnTo>
                  <a:pt x="1498" y="28"/>
                </a:lnTo>
                <a:lnTo>
                  <a:pt x="1418" y="28"/>
                </a:lnTo>
                <a:lnTo>
                  <a:pt x="1418" y="0"/>
                </a:lnTo>
                <a:moveTo>
                  <a:pt x="1547" y="0"/>
                </a:moveTo>
                <a:lnTo>
                  <a:pt x="1627" y="0"/>
                </a:lnTo>
                <a:lnTo>
                  <a:pt x="1627" y="28"/>
                </a:lnTo>
                <a:lnTo>
                  <a:pt x="1547" y="28"/>
                </a:lnTo>
                <a:lnTo>
                  <a:pt x="1547" y="0"/>
                </a:lnTo>
                <a:moveTo>
                  <a:pt x="1677" y="0"/>
                </a:moveTo>
                <a:lnTo>
                  <a:pt x="1757" y="0"/>
                </a:lnTo>
                <a:lnTo>
                  <a:pt x="1757" y="28"/>
                </a:lnTo>
                <a:lnTo>
                  <a:pt x="1677" y="28"/>
                </a:lnTo>
                <a:lnTo>
                  <a:pt x="1677" y="0"/>
                </a:lnTo>
                <a:moveTo>
                  <a:pt x="1806" y="0"/>
                </a:moveTo>
                <a:lnTo>
                  <a:pt x="1886" y="0"/>
                </a:lnTo>
                <a:lnTo>
                  <a:pt x="1886" y="28"/>
                </a:lnTo>
                <a:lnTo>
                  <a:pt x="1806" y="28"/>
                </a:lnTo>
                <a:lnTo>
                  <a:pt x="1806" y="0"/>
                </a:lnTo>
                <a:moveTo>
                  <a:pt x="1935" y="0"/>
                </a:moveTo>
                <a:lnTo>
                  <a:pt x="2015" y="0"/>
                </a:lnTo>
                <a:lnTo>
                  <a:pt x="2015" y="28"/>
                </a:lnTo>
                <a:lnTo>
                  <a:pt x="1935" y="28"/>
                </a:lnTo>
                <a:lnTo>
                  <a:pt x="1935" y="0"/>
                </a:lnTo>
                <a:moveTo>
                  <a:pt x="2064" y="0"/>
                </a:moveTo>
                <a:lnTo>
                  <a:pt x="2144" y="0"/>
                </a:lnTo>
                <a:lnTo>
                  <a:pt x="2144" y="28"/>
                </a:lnTo>
                <a:lnTo>
                  <a:pt x="2064" y="28"/>
                </a:lnTo>
                <a:lnTo>
                  <a:pt x="206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263280" y="2704320"/>
            <a:ext cx="3358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open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63760" y="3047400"/>
            <a:ext cx="34754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bekijken en opmerkingen achterlaten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232240" y="3047400"/>
            <a:ext cx="7016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Kerngroep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263280" y="3047400"/>
            <a:ext cx="21312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Open, nog zonder opmerkingen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63760" y="3399840"/>
            <a:ext cx="48272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Voorstel voor een kort koppeling-ID, beide richtingen in een speciﬁcatie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6267240" y="3552480"/>
            <a:ext cx="648000" cy="10080"/>
          </a:xfrm>
          <a:custGeom>
            <a:avLst/>
            <a:gdLst/>
            <a:ahLst/>
            <a:rect l="0" t="0" r="r" b="b"/>
            <a:pathLst>
              <a:path w="1800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8"/>
                </a:lnTo>
                <a:lnTo>
                  <a:pt x="529" y="28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8"/>
                </a:lnTo>
                <a:lnTo>
                  <a:pt x="662" y="28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8"/>
                </a:lnTo>
                <a:lnTo>
                  <a:pt x="794" y="28"/>
                </a:lnTo>
                <a:lnTo>
                  <a:pt x="794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8"/>
                </a:lnTo>
                <a:lnTo>
                  <a:pt x="926" y="28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8"/>
                </a:lnTo>
                <a:lnTo>
                  <a:pt x="1058" y="28"/>
                </a:lnTo>
                <a:lnTo>
                  <a:pt x="1058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8"/>
                </a:lnTo>
                <a:lnTo>
                  <a:pt x="1191" y="28"/>
                </a:lnTo>
                <a:lnTo>
                  <a:pt x="1191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8"/>
                </a:lnTo>
                <a:lnTo>
                  <a:pt x="1323" y="28"/>
                </a:lnTo>
                <a:lnTo>
                  <a:pt x="1323" y="0"/>
                </a:lnTo>
                <a:moveTo>
                  <a:pt x="1455" y="0"/>
                </a:moveTo>
                <a:lnTo>
                  <a:pt x="1536" y="0"/>
                </a:lnTo>
                <a:lnTo>
                  <a:pt x="1536" y="28"/>
                </a:lnTo>
                <a:lnTo>
                  <a:pt x="1455" y="28"/>
                </a:lnTo>
                <a:lnTo>
                  <a:pt x="1455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8"/>
                </a:lnTo>
                <a:lnTo>
                  <a:pt x="1589" y="28"/>
                </a:lnTo>
                <a:lnTo>
                  <a:pt x="1589" y="0"/>
                </a:lnTo>
                <a:moveTo>
                  <a:pt x="1721" y="0"/>
                </a:moveTo>
                <a:lnTo>
                  <a:pt x="1800" y="0"/>
                </a:lnTo>
                <a:lnTo>
                  <a:pt x="1800" y="28"/>
                </a:lnTo>
                <a:lnTo>
                  <a:pt x="1721" y="28"/>
                </a:lnTo>
                <a:lnTo>
                  <a:pt x="17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232240" y="3399840"/>
            <a:ext cx="6606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Kernteam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263280" y="3399840"/>
            <a:ext cx="20613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Public #107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, voorstel vandaag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63760" y="3752280"/>
            <a:ext cx="41824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Aanpak voor draagvlak bij leveranciers, plus de tijdsbesteding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232240" y="3752280"/>
            <a:ext cx="5601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Ruud 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232240" y="3971160"/>
            <a:ext cx="3391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Hans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263280" y="3752280"/>
            <a:ext cx="14806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Follow-up na vandaag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1514160" y="4495680"/>
            <a:ext cx="695880" cy="9720"/>
          </a:xfrm>
          <a:custGeom>
            <a:avLst/>
            <a:gdLst/>
            <a:ahLst/>
            <a:rect l="0" t="0" r="r" b="b"/>
            <a:pathLst>
              <a:path w="1933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7"/>
                </a:lnTo>
                <a:lnTo>
                  <a:pt x="530" y="27"/>
                </a:lnTo>
                <a:lnTo>
                  <a:pt x="530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4" y="0"/>
                </a:lnTo>
                <a:lnTo>
                  <a:pt x="874" y="27"/>
                </a:lnTo>
                <a:lnTo>
                  <a:pt x="795" y="27"/>
                </a:lnTo>
                <a:lnTo>
                  <a:pt x="795" y="0"/>
                </a:lnTo>
                <a:moveTo>
                  <a:pt x="927" y="0"/>
                </a:moveTo>
                <a:lnTo>
                  <a:pt x="1007" y="0"/>
                </a:lnTo>
                <a:lnTo>
                  <a:pt x="1007" y="27"/>
                </a:lnTo>
                <a:lnTo>
                  <a:pt x="927" y="27"/>
                </a:lnTo>
                <a:lnTo>
                  <a:pt x="927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3" y="0"/>
                </a:moveTo>
                <a:lnTo>
                  <a:pt x="1933" y="0"/>
                </a:lnTo>
                <a:lnTo>
                  <a:pt x="1933" y="27"/>
                </a:lnTo>
                <a:lnTo>
                  <a:pt x="1853" y="27"/>
                </a:lnTo>
                <a:lnTo>
                  <a:pt x="185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57200" y="4351320"/>
            <a:ext cx="87789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Ook afgesproken: </a:t>
            </a:r>
            <a:r>
              <a:rPr b="0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 en PR 100 staan op draf t, en een draf t-PR vraagt geen review. De keuzeregelsets volgen zodra er ruimte is.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 txBox="1"/>
          <p:nvPr/>
        </p:nvSpPr>
        <p:spPr>
          <a:xfrm>
            <a:off x="439920" y="939240"/>
            <a:ext cx="7014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er sinds 15 september is verzet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2089080" y="1632600"/>
            <a:ext cx="8053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PR gemerged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3417120" y="1632600"/>
            <a:ext cx="7153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PR geopend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617000" y="1632600"/>
            <a:ext cx="921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issues gesloten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907240" y="1632600"/>
            <a:ext cx="930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issues geopend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183080" y="1632600"/>
            <a:ext cx="959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commits op dev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/>
          <p:nvPr/>
        </p:nvSpPr>
        <p:spPr>
          <a:xfrm>
            <a:off x="1861920" y="1881000"/>
            <a:ext cx="1171800" cy="466920"/>
          </a:xfrm>
          <a:custGeom>
            <a:avLst/>
            <a:gdLst/>
            <a:ahLst/>
            <a:rect l="0" t="0" r="r" b="b"/>
            <a:pathLst>
              <a:path w="3255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4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1"/>
                  <a:pt x="3188" y="49"/>
                  <a:pt x="3197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5" y="110"/>
                  <a:pt x="3240" y="123"/>
                </a:cubicBezTo>
                <a:cubicBezTo>
                  <a:pt x="3245" y="135"/>
                  <a:pt x="3249" y="147"/>
                  <a:pt x="3252" y="160"/>
                </a:cubicBezTo>
                <a:cubicBezTo>
                  <a:pt x="3254" y="173"/>
                  <a:pt x="3255" y="185"/>
                  <a:pt x="3255" y="198"/>
                </a:cubicBezTo>
                <a:lnTo>
                  <a:pt x="3255" y="1099"/>
                </a:lnTo>
                <a:cubicBezTo>
                  <a:pt x="3255" y="1112"/>
                  <a:pt x="3254" y="1125"/>
                  <a:pt x="3252" y="1138"/>
                </a:cubicBezTo>
                <a:cubicBezTo>
                  <a:pt x="3249" y="1151"/>
                  <a:pt x="3245" y="1163"/>
                  <a:pt x="3240" y="1175"/>
                </a:cubicBezTo>
                <a:cubicBezTo>
                  <a:pt x="3235" y="1187"/>
                  <a:pt x="3229" y="1198"/>
                  <a:pt x="3222" y="1209"/>
                </a:cubicBezTo>
                <a:cubicBezTo>
                  <a:pt x="3215" y="1220"/>
                  <a:pt x="3207" y="1230"/>
                  <a:pt x="3197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6" y="1271"/>
                  <a:pt x="3145" y="1277"/>
                  <a:pt x="3133" y="1282"/>
                </a:cubicBezTo>
                <a:cubicBezTo>
                  <a:pt x="3121" y="1287"/>
                  <a:pt x="3109" y="1291"/>
                  <a:pt x="3096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9" y="1297"/>
                </a:lnTo>
                <a:cubicBezTo>
                  <a:pt x="186" y="1297"/>
                  <a:pt x="173" y="1296"/>
                  <a:pt x="160" y="1294"/>
                </a:cubicBezTo>
                <a:cubicBezTo>
                  <a:pt x="147" y="1291"/>
                  <a:pt x="135" y="1287"/>
                  <a:pt x="123" y="1282"/>
                </a:cubicBezTo>
                <a:cubicBezTo>
                  <a:pt x="111" y="1277"/>
                  <a:pt x="99" y="1271"/>
                  <a:pt x="88" y="1264"/>
                </a:cubicBezTo>
                <a:cubicBezTo>
                  <a:pt x="77" y="1257"/>
                  <a:pt x="67" y="1249"/>
                  <a:pt x="58" y="1239"/>
                </a:cubicBezTo>
                <a:cubicBezTo>
                  <a:pt x="49" y="1230"/>
                  <a:pt x="41" y="1220"/>
                  <a:pt x="34" y="1209"/>
                </a:cubicBezTo>
                <a:cubicBezTo>
                  <a:pt x="26" y="1198"/>
                  <a:pt x="20" y="1187"/>
                  <a:pt x="15" y="1175"/>
                </a:cubicBezTo>
                <a:cubicBezTo>
                  <a:pt x="10" y="1163"/>
                  <a:pt x="6" y="1151"/>
                  <a:pt x="4" y="1138"/>
                </a:cubicBezTo>
                <a:cubicBezTo>
                  <a:pt x="1" y="1125"/>
                  <a:pt x="0" y="1112"/>
                  <a:pt x="0" y="1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1861920" y="1881000"/>
            <a:ext cx="1171800" cy="466920"/>
          </a:xfrm>
          <a:custGeom>
            <a:avLst/>
            <a:gdLst/>
            <a:ahLst/>
            <a:rect l="0" t="0" r="r" b="b"/>
            <a:pathLst>
              <a:path w="3255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4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1"/>
                  <a:pt x="3188" y="49"/>
                  <a:pt x="3197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5" y="110"/>
                  <a:pt x="3240" y="123"/>
                </a:cubicBezTo>
                <a:cubicBezTo>
                  <a:pt x="3245" y="135"/>
                  <a:pt x="3249" y="147"/>
                  <a:pt x="3252" y="160"/>
                </a:cubicBezTo>
                <a:cubicBezTo>
                  <a:pt x="3254" y="173"/>
                  <a:pt x="3255" y="185"/>
                  <a:pt x="3255" y="198"/>
                </a:cubicBezTo>
                <a:lnTo>
                  <a:pt x="3255" y="1099"/>
                </a:lnTo>
                <a:cubicBezTo>
                  <a:pt x="3255" y="1112"/>
                  <a:pt x="3254" y="1125"/>
                  <a:pt x="3252" y="1138"/>
                </a:cubicBezTo>
                <a:cubicBezTo>
                  <a:pt x="3249" y="1151"/>
                  <a:pt x="3245" y="1163"/>
                  <a:pt x="3240" y="1175"/>
                </a:cubicBezTo>
                <a:cubicBezTo>
                  <a:pt x="3235" y="1187"/>
                  <a:pt x="3229" y="1198"/>
                  <a:pt x="3222" y="1209"/>
                </a:cubicBezTo>
                <a:cubicBezTo>
                  <a:pt x="3215" y="1220"/>
                  <a:pt x="3207" y="1230"/>
                  <a:pt x="3197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6" y="1271"/>
                  <a:pt x="3145" y="1277"/>
                  <a:pt x="3133" y="1282"/>
                </a:cubicBezTo>
                <a:cubicBezTo>
                  <a:pt x="3121" y="1287"/>
                  <a:pt x="3109" y="1291"/>
                  <a:pt x="3096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9" y="1297"/>
                </a:lnTo>
                <a:cubicBezTo>
                  <a:pt x="186" y="1297"/>
                  <a:pt x="173" y="1296"/>
                  <a:pt x="160" y="1294"/>
                </a:cubicBezTo>
                <a:cubicBezTo>
                  <a:pt x="147" y="1291"/>
                  <a:pt x="135" y="1287"/>
                  <a:pt x="123" y="1282"/>
                </a:cubicBezTo>
                <a:cubicBezTo>
                  <a:pt x="111" y="1277"/>
                  <a:pt x="99" y="1271"/>
                  <a:pt x="88" y="1264"/>
                </a:cubicBezTo>
                <a:cubicBezTo>
                  <a:pt x="77" y="1257"/>
                  <a:pt x="67" y="1249"/>
                  <a:pt x="58" y="1239"/>
                </a:cubicBezTo>
                <a:cubicBezTo>
                  <a:pt x="49" y="1230"/>
                  <a:pt x="41" y="1220"/>
                  <a:pt x="34" y="1209"/>
                </a:cubicBezTo>
                <a:cubicBezTo>
                  <a:pt x="26" y="1198"/>
                  <a:pt x="20" y="1187"/>
                  <a:pt x="15" y="1175"/>
                </a:cubicBezTo>
                <a:cubicBezTo>
                  <a:pt x="10" y="1163"/>
                  <a:pt x="6" y="1151"/>
                  <a:pt x="4" y="1138"/>
                </a:cubicBezTo>
                <a:cubicBezTo>
                  <a:pt x="1" y="1125"/>
                  <a:pt x="0" y="1112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57200" y="2043360"/>
            <a:ext cx="4428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Public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3157200" y="1881000"/>
            <a:ext cx="1172160" cy="466920"/>
          </a:xfrm>
          <a:custGeom>
            <a:avLst/>
            <a:gdLst/>
            <a:ahLst/>
            <a:rect l="0" t="0" r="r" b="b"/>
            <a:pathLst>
              <a:path w="3256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1" y="135"/>
                  <a:pt x="16" y="123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4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8" y="33"/>
                </a:cubicBezTo>
                <a:cubicBezTo>
                  <a:pt x="3178" y="41"/>
                  <a:pt x="3188" y="49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30" y="99"/>
                  <a:pt x="3236" y="110"/>
                  <a:pt x="3241" y="123"/>
                </a:cubicBezTo>
                <a:cubicBezTo>
                  <a:pt x="3246" y="135"/>
                  <a:pt x="3249" y="147"/>
                  <a:pt x="3252" y="160"/>
                </a:cubicBezTo>
                <a:cubicBezTo>
                  <a:pt x="3255" y="173"/>
                  <a:pt x="3256" y="185"/>
                  <a:pt x="3256" y="198"/>
                </a:cubicBezTo>
                <a:lnTo>
                  <a:pt x="3256" y="1099"/>
                </a:lnTo>
                <a:cubicBezTo>
                  <a:pt x="3256" y="1112"/>
                  <a:pt x="3255" y="1125"/>
                  <a:pt x="3252" y="1138"/>
                </a:cubicBezTo>
                <a:cubicBezTo>
                  <a:pt x="3249" y="1151"/>
                  <a:pt x="3246" y="1163"/>
                  <a:pt x="3241" y="1175"/>
                </a:cubicBezTo>
                <a:cubicBezTo>
                  <a:pt x="3236" y="1187"/>
                  <a:pt x="3230" y="1198"/>
                  <a:pt x="3222" y="1209"/>
                </a:cubicBezTo>
                <a:cubicBezTo>
                  <a:pt x="3215" y="1220"/>
                  <a:pt x="3207" y="1230"/>
                  <a:pt x="3198" y="1239"/>
                </a:cubicBezTo>
                <a:cubicBezTo>
                  <a:pt x="3188" y="1249"/>
                  <a:pt x="3178" y="1257"/>
                  <a:pt x="3168" y="1264"/>
                </a:cubicBezTo>
                <a:cubicBezTo>
                  <a:pt x="3157" y="1271"/>
                  <a:pt x="3145" y="1277"/>
                  <a:pt x="3133" y="1282"/>
                </a:cubicBezTo>
                <a:cubicBezTo>
                  <a:pt x="3121" y="1287"/>
                  <a:pt x="3109" y="1291"/>
                  <a:pt x="3096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9" y="1297"/>
                </a:lnTo>
                <a:cubicBezTo>
                  <a:pt x="186" y="1297"/>
                  <a:pt x="173" y="1296"/>
                  <a:pt x="160" y="1294"/>
                </a:cubicBezTo>
                <a:cubicBezTo>
                  <a:pt x="147" y="1291"/>
                  <a:pt x="135" y="1287"/>
                  <a:pt x="123" y="1282"/>
                </a:cubicBezTo>
                <a:cubicBezTo>
                  <a:pt x="111" y="1277"/>
                  <a:pt x="99" y="1271"/>
                  <a:pt x="89" y="1264"/>
                </a:cubicBezTo>
                <a:cubicBezTo>
                  <a:pt x="78" y="1257"/>
                  <a:pt x="68" y="1249"/>
                  <a:pt x="59" y="1239"/>
                </a:cubicBezTo>
                <a:cubicBezTo>
                  <a:pt x="49" y="1230"/>
                  <a:pt x="41" y="1220"/>
                  <a:pt x="34" y="1209"/>
                </a:cubicBezTo>
                <a:cubicBezTo>
                  <a:pt x="27" y="1198"/>
                  <a:pt x="21" y="1187"/>
                  <a:pt x="16" y="1175"/>
                </a:cubicBezTo>
                <a:cubicBezTo>
                  <a:pt x="11" y="1163"/>
                  <a:pt x="7" y="1151"/>
                  <a:pt x="4" y="1138"/>
                </a:cubicBezTo>
                <a:cubicBezTo>
                  <a:pt x="2" y="1125"/>
                  <a:pt x="0" y="1112"/>
                  <a:pt x="0" y="1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3157200" y="1881000"/>
            <a:ext cx="1172160" cy="466920"/>
          </a:xfrm>
          <a:custGeom>
            <a:avLst/>
            <a:gdLst/>
            <a:ahLst/>
            <a:rect l="0" t="0" r="r" b="b"/>
            <a:pathLst>
              <a:path w="3256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1" y="135"/>
                  <a:pt x="16" y="123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4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8" y="33"/>
                </a:cubicBezTo>
                <a:cubicBezTo>
                  <a:pt x="3178" y="41"/>
                  <a:pt x="3188" y="49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30" y="99"/>
                  <a:pt x="3236" y="110"/>
                  <a:pt x="3241" y="123"/>
                </a:cubicBezTo>
                <a:cubicBezTo>
                  <a:pt x="3246" y="135"/>
                  <a:pt x="3249" y="147"/>
                  <a:pt x="3252" y="160"/>
                </a:cubicBezTo>
                <a:cubicBezTo>
                  <a:pt x="3255" y="173"/>
                  <a:pt x="3256" y="185"/>
                  <a:pt x="3256" y="198"/>
                </a:cubicBezTo>
                <a:lnTo>
                  <a:pt x="3256" y="1099"/>
                </a:lnTo>
                <a:cubicBezTo>
                  <a:pt x="3256" y="1112"/>
                  <a:pt x="3255" y="1125"/>
                  <a:pt x="3252" y="1138"/>
                </a:cubicBezTo>
                <a:cubicBezTo>
                  <a:pt x="3249" y="1151"/>
                  <a:pt x="3246" y="1163"/>
                  <a:pt x="3241" y="1175"/>
                </a:cubicBezTo>
                <a:cubicBezTo>
                  <a:pt x="3236" y="1187"/>
                  <a:pt x="3230" y="1198"/>
                  <a:pt x="3222" y="1209"/>
                </a:cubicBezTo>
                <a:cubicBezTo>
                  <a:pt x="3215" y="1220"/>
                  <a:pt x="3207" y="1230"/>
                  <a:pt x="3198" y="1239"/>
                </a:cubicBezTo>
                <a:cubicBezTo>
                  <a:pt x="3188" y="1249"/>
                  <a:pt x="3178" y="1257"/>
                  <a:pt x="3168" y="1264"/>
                </a:cubicBezTo>
                <a:cubicBezTo>
                  <a:pt x="3157" y="1271"/>
                  <a:pt x="3145" y="1277"/>
                  <a:pt x="3133" y="1282"/>
                </a:cubicBezTo>
                <a:cubicBezTo>
                  <a:pt x="3121" y="1287"/>
                  <a:pt x="3109" y="1291"/>
                  <a:pt x="3096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9" y="1297"/>
                </a:lnTo>
                <a:cubicBezTo>
                  <a:pt x="186" y="1297"/>
                  <a:pt x="173" y="1296"/>
                  <a:pt x="160" y="1294"/>
                </a:cubicBezTo>
                <a:cubicBezTo>
                  <a:pt x="147" y="1291"/>
                  <a:pt x="135" y="1287"/>
                  <a:pt x="123" y="1282"/>
                </a:cubicBezTo>
                <a:cubicBezTo>
                  <a:pt x="111" y="1277"/>
                  <a:pt x="99" y="1271"/>
                  <a:pt x="89" y="1264"/>
                </a:cubicBezTo>
                <a:cubicBezTo>
                  <a:pt x="78" y="1257"/>
                  <a:pt x="68" y="1249"/>
                  <a:pt x="59" y="1239"/>
                </a:cubicBezTo>
                <a:cubicBezTo>
                  <a:pt x="49" y="1230"/>
                  <a:pt x="41" y="1220"/>
                  <a:pt x="34" y="1209"/>
                </a:cubicBezTo>
                <a:cubicBezTo>
                  <a:pt x="27" y="1198"/>
                  <a:pt x="21" y="1187"/>
                  <a:pt x="16" y="1175"/>
                </a:cubicBezTo>
                <a:cubicBezTo>
                  <a:pt x="11" y="1163"/>
                  <a:pt x="7" y="1151"/>
                  <a:pt x="4" y="1138"/>
                </a:cubicBezTo>
                <a:cubicBezTo>
                  <a:pt x="2" y="1125"/>
                  <a:pt x="0" y="1112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2365200" y="195516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0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/>
          <p:nvPr/>
        </p:nvSpPr>
        <p:spPr>
          <a:xfrm>
            <a:off x="4443120" y="1881000"/>
            <a:ext cx="1172160" cy="466920"/>
          </a:xfrm>
          <a:custGeom>
            <a:avLst/>
            <a:gdLst/>
            <a:ahLst/>
            <a:rect l="0" t="0" r="r" b="b"/>
            <a:pathLst>
              <a:path w="3256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4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7" y="33"/>
                </a:cubicBezTo>
                <a:cubicBezTo>
                  <a:pt x="3178" y="41"/>
                  <a:pt x="3188" y="49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6" y="110"/>
                  <a:pt x="3241" y="123"/>
                </a:cubicBezTo>
                <a:cubicBezTo>
                  <a:pt x="3246" y="135"/>
                  <a:pt x="3249" y="147"/>
                  <a:pt x="3252" y="160"/>
                </a:cubicBezTo>
                <a:cubicBezTo>
                  <a:pt x="3254" y="173"/>
                  <a:pt x="3256" y="185"/>
                  <a:pt x="3256" y="198"/>
                </a:cubicBezTo>
                <a:lnTo>
                  <a:pt x="3256" y="1099"/>
                </a:lnTo>
                <a:cubicBezTo>
                  <a:pt x="3256" y="1112"/>
                  <a:pt x="3254" y="1125"/>
                  <a:pt x="3252" y="1138"/>
                </a:cubicBezTo>
                <a:cubicBezTo>
                  <a:pt x="3249" y="1151"/>
                  <a:pt x="3246" y="1163"/>
                  <a:pt x="3241" y="1175"/>
                </a:cubicBezTo>
                <a:cubicBezTo>
                  <a:pt x="3236" y="1187"/>
                  <a:pt x="3229" y="1198"/>
                  <a:pt x="3222" y="1209"/>
                </a:cubicBezTo>
                <a:cubicBezTo>
                  <a:pt x="3215" y="1220"/>
                  <a:pt x="3207" y="1230"/>
                  <a:pt x="3198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7" y="1271"/>
                  <a:pt x="3145" y="1277"/>
                  <a:pt x="3133" y="1282"/>
                </a:cubicBezTo>
                <a:cubicBezTo>
                  <a:pt x="3121" y="1287"/>
                  <a:pt x="3109" y="1291"/>
                  <a:pt x="3096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9" y="1297"/>
                </a:lnTo>
                <a:cubicBezTo>
                  <a:pt x="186" y="1297"/>
                  <a:pt x="173" y="1296"/>
                  <a:pt x="160" y="1294"/>
                </a:cubicBezTo>
                <a:cubicBezTo>
                  <a:pt x="147" y="1291"/>
                  <a:pt x="135" y="1287"/>
                  <a:pt x="123" y="1282"/>
                </a:cubicBezTo>
                <a:cubicBezTo>
                  <a:pt x="111" y="1277"/>
                  <a:pt x="99" y="1271"/>
                  <a:pt x="89" y="1264"/>
                </a:cubicBezTo>
                <a:cubicBezTo>
                  <a:pt x="78" y="1257"/>
                  <a:pt x="68" y="1249"/>
                  <a:pt x="58" y="1239"/>
                </a:cubicBezTo>
                <a:cubicBezTo>
                  <a:pt x="49" y="1230"/>
                  <a:pt x="41" y="1220"/>
                  <a:pt x="34" y="1209"/>
                </a:cubicBezTo>
                <a:cubicBezTo>
                  <a:pt x="27" y="1198"/>
                  <a:pt x="20" y="1187"/>
                  <a:pt x="15" y="1175"/>
                </a:cubicBezTo>
                <a:cubicBezTo>
                  <a:pt x="10" y="1163"/>
                  <a:pt x="7" y="1151"/>
                  <a:pt x="4" y="1138"/>
                </a:cubicBezTo>
                <a:cubicBezTo>
                  <a:pt x="2" y="1125"/>
                  <a:pt x="0" y="1112"/>
                  <a:pt x="0" y="1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/>
          <p:nvPr/>
        </p:nvSpPr>
        <p:spPr>
          <a:xfrm>
            <a:off x="4443120" y="1881000"/>
            <a:ext cx="1172160" cy="466920"/>
          </a:xfrm>
          <a:custGeom>
            <a:avLst/>
            <a:gdLst/>
            <a:ahLst/>
            <a:rect l="0" t="0" r="r" b="b"/>
            <a:pathLst>
              <a:path w="3256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4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7" y="33"/>
                </a:cubicBezTo>
                <a:cubicBezTo>
                  <a:pt x="3178" y="41"/>
                  <a:pt x="3188" y="49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6" y="110"/>
                  <a:pt x="3241" y="123"/>
                </a:cubicBezTo>
                <a:cubicBezTo>
                  <a:pt x="3246" y="135"/>
                  <a:pt x="3249" y="147"/>
                  <a:pt x="3252" y="160"/>
                </a:cubicBezTo>
                <a:cubicBezTo>
                  <a:pt x="3254" y="173"/>
                  <a:pt x="3256" y="185"/>
                  <a:pt x="3256" y="198"/>
                </a:cubicBezTo>
                <a:lnTo>
                  <a:pt x="3256" y="1099"/>
                </a:lnTo>
                <a:cubicBezTo>
                  <a:pt x="3256" y="1112"/>
                  <a:pt x="3254" y="1125"/>
                  <a:pt x="3252" y="1138"/>
                </a:cubicBezTo>
                <a:cubicBezTo>
                  <a:pt x="3249" y="1151"/>
                  <a:pt x="3246" y="1163"/>
                  <a:pt x="3241" y="1175"/>
                </a:cubicBezTo>
                <a:cubicBezTo>
                  <a:pt x="3236" y="1187"/>
                  <a:pt x="3229" y="1198"/>
                  <a:pt x="3222" y="1209"/>
                </a:cubicBezTo>
                <a:cubicBezTo>
                  <a:pt x="3215" y="1220"/>
                  <a:pt x="3207" y="1230"/>
                  <a:pt x="3198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7" y="1271"/>
                  <a:pt x="3145" y="1277"/>
                  <a:pt x="3133" y="1282"/>
                </a:cubicBezTo>
                <a:cubicBezTo>
                  <a:pt x="3121" y="1287"/>
                  <a:pt x="3109" y="1291"/>
                  <a:pt x="3096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9" y="1297"/>
                </a:lnTo>
                <a:cubicBezTo>
                  <a:pt x="186" y="1297"/>
                  <a:pt x="173" y="1296"/>
                  <a:pt x="160" y="1294"/>
                </a:cubicBezTo>
                <a:cubicBezTo>
                  <a:pt x="147" y="1291"/>
                  <a:pt x="135" y="1287"/>
                  <a:pt x="123" y="1282"/>
                </a:cubicBezTo>
                <a:cubicBezTo>
                  <a:pt x="111" y="1277"/>
                  <a:pt x="99" y="1271"/>
                  <a:pt x="89" y="1264"/>
                </a:cubicBezTo>
                <a:cubicBezTo>
                  <a:pt x="78" y="1257"/>
                  <a:pt x="68" y="1249"/>
                  <a:pt x="58" y="1239"/>
                </a:cubicBezTo>
                <a:cubicBezTo>
                  <a:pt x="49" y="1230"/>
                  <a:pt x="41" y="1220"/>
                  <a:pt x="34" y="1209"/>
                </a:cubicBezTo>
                <a:cubicBezTo>
                  <a:pt x="27" y="1198"/>
                  <a:pt x="20" y="1187"/>
                  <a:pt x="15" y="1175"/>
                </a:cubicBezTo>
                <a:cubicBezTo>
                  <a:pt x="10" y="1163"/>
                  <a:pt x="7" y="1151"/>
                  <a:pt x="4" y="1138"/>
                </a:cubicBezTo>
                <a:cubicBezTo>
                  <a:pt x="2" y="1125"/>
                  <a:pt x="0" y="1112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655440" y="195516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0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5738760" y="1881000"/>
            <a:ext cx="1171800" cy="466920"/>
          </a:xfrm>
          <a:custGeom>
            <a:avLst/>
            <a:gdLst/>
            <a:ahLst/>
            <a:rect l="0" t="0" r="r" b="b"/>
            <a:pathLst>
              <a:path w="3255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057" y="0"/>
                </a:lnTo>
                <a:cubicBezTo>
                  <a:pt x="3070" y="0"/>
                  <a:pt x="3083" y="1"/>
                  <a:pt x="3095" y="4"/>
                </a:cubicBezTo>
                <a:cubicBezTo>
                  <a:pt x="3108" y="6"/>
                  <a:pt x="3120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1"/>
                  <a:pt x="3188" y="49"/>
                  <a:pt x="3197" y="58"/>
                </a:cubicBezTo>
                <a:cubicBezTo>
                  <a:pt x="3206" y="67"/>
                  <a:pt x="3214" y="77"/>
                  <a:pt x="3222" y="88"/>
                </a:cubicBezTo>
                <a:cubicBezTo>
                  <a:pt x="3229" y="99"/>
                  <a:pt x="3235" y="110"/>
                  <a:pt x="3240" y="123"/>
                </a:cubicBezTo>
                <a:cubicBezTo>
                  <a:pt x="3245" y="135"/>
                  <a:pt x="3249" y="147"/>
                  <a:pt x="3251" y="160"/>
                </a:cubicBezTo>
                <a:cubicBezTo>
                  <a:pt x="3254" y="173"/>
                  <a:pt x="3255" y="185"/>
                  <a:pt x="3255" y="198"/>
                </a:cubicBezTo>
                <a:lnTo>
                  <a:pt x="3255" y="1099"/>
                </a:lnTo>
                <a:cubicBezTo>
                  <a:pt x="3255" y="1112"/>
                  <a:pt x="3254" y="1125"/>
                  <a:pt x="3251" y="1138"/>
                </a:cubicBezTo>
                <a:cubicBezTo>
                  <a:pt x="3249" y="1151"/>
                  <a:pt x="3245" y="1163"/>
                  <a:pt x="3240" y="1175"/>
                </a:cubicBezTo>
                <a:cubicBezTo>
                  <a:pt x="3235" y="1187"/>
                  <a:pt x="3229" y="1198"/>
                  <a:pt x="3222" y="1209"/>
                </a:cubicBezTo>
                <a:cubicBezTo>
                  <a:pt x="3214" y="1220"/>
                  <a:pt x="3206" y="1230"/>
                  <a:pt x="3197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6" y="1271"/>
                  <a:pt x="3145" y="1277"/>
                  <a:pt x="3133" y="1282"/>
                </a:cubicBezTo>
                <a:cubicBezTo>
                  <a:pt x="3120" y="1287"/>
                  <a:pt x="3108" y="1291"/>
                  <a:pt x="3095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8" y="1297"/>
                </a:lnTo>
                <a:cubicBezTo>
                  <a:pt x="185" y="1297"/>
                  <a:pt x="172" y="1296"/>
                  <a:pt x="159" y="1294"/>
                </a:cubicBezTo>
                <a:cubicBezTo>
                  <a:pt x="147" y="1291"/>
                  <a:pt x="134" y="1287"/>
                  <a:pt x="122" y="1282"/>
                </a:cubicBezTo>
                <a:cubicBezTo>
                  <a:pt x="110" y="1277"/>
                  <a:pt x="99" y="1271"/>
                  <a:pt x="88" y="1264"/>
                </a:cubicBezTo>
                <a:cubicBezTo>
                  <a:pt x="77" y="1257"/>
                  <a:pt x="67" y="1249"/>
                  <a:pt x="58" y="1239"/>
                </a:cubicBezTo>
                <a:cubicBezTo>
                  <a:pt x="49" y="1230"/>
                  <a:pt x="40" y="1220"/>
                  <a:pt x="33" y="1209"/>
                </a:cubicBezTo>
                <a:cubicBezTo>
                  <a:pt x="26" y="1198"/>
                  <a:pt x="20" y="1187"/>
                  <a:pt x="15" y="1175"/>
                </a:cubicBezTo>
                <a:cubicBezTo>
                  <a:pt x="10" y="1163"/>
                  <a:pt x="6" y="1151"/>
                  <a:pt x="3" y="1138"/>
                </a:cubicBezTo>
                <a:cubicBezTo>
                  <a:pt x="1" y="1125"/>
                  <a:pt x="0" y="1112"/>
                  <a:pt x="0" y="1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5738760" y="1881000"/>
            <a:ext cx="1171800" cy="466920"/>
          </a:xfrm>
          <a:custGeom>
            <a:avLst/>
            <a:gdLst/>
            <a:ahLst/>
            <a:rect l="0" t="0" r="r" b="b"/>
            <a:pathLst>
              <a:path w="3255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057" y="0"/>
                </a:lnTo>
                <a:cubicBezTo>
                  <a:pt x="3070" y="0"/>
                  <a:pt x="3083" y="1"/>
                  <a:pt x="3095" y="4"/>
                </a:cubicBezTo>
                <a:cubicBezTo>
                  <a:pt x="3108" y="6"/>
                  <a:pt x="3120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1"/>
                  <a:pt x="3188" y="49"/>
                  <a:pt x="3197" y="58"/>
                </a:cubicBezTo>
                <a:cubicBezTo>
                  <a:pt x="3206" y="67"/>
                  <a:pt x="3214" y="77"/>
                  <a:pt x="3222" y="88"/>
                </a:cubicBezTo>
                <a:cubicBezTo>
                  <a:pt x="3229" y="99"/>
                  <a:pt x="3235" y="110"/>
                  <a:pt x="3240" y="123"/>
                </a:cubicBezTo>
                <a:cubicBezTo>
                  <a:pt x="3245" y="135"/>
                  <a:pt x="3249" y="147"/>
                  <a:pt x="3251" y="160"/>
                </a:cubicBezTo>
                <a:cubicBezTo>
                  <a:pt x="3254" y="173"/>
                  <a:pt x="3255" y="185"/>
                  <a:pt x="3255" y="198"/>
                </a:cubicBezTo>
                <a:lnTo>
                  <a:pt x="3255" y="1099"/>
                </a:lnTo>
                <a:cubicBezTo>
                  <a:pt x="3255" y="1112"/>
                  <a:pt x="3254" y="1125"/>
                  <a:pt x="3251" y="1138"/>
                </a:cubicBezTo>
                <a:cubicBezTo>
                  <a:pt x="3249" y="1151"/>
                  <a:pt x="3245" y="1163"/>
                  <a:pt x="3240" y="1175"/>
                </a:cubicBezTo>
                <a:cubicBezTo>
                  <a:pt x="3235" y="1187"/>
                  <a:pt x="3229" y="1198"/>
                  <a:pt x="3222" y="1209"/>
                </a:cubicBezTo>
                <a:cubicBezTo>
                  <a:pt x="3214" y="1220"/>
                  <a:pt x="3206" y="1230"/>
                  <a:pt x="3197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6" y="1271"/>
                  <a:pt x="3145" y="1277"/>
                  <a:pt x="3133" y="1282"/>
                </a:cubicBezTo>
                <a:cubicBezTo>
                  <a:pt x="3120" y="1287"/>
                  <a:pt x="3108" y="1291"/>
                  <a:pt x="3095" y="1294"/>
                </a:cubicBezTo>
                <a:cubicBezTo>
                  <a:pt x="3083" y="1296"/>
                  <a:pt x="3070" y="1297"/>
                  <a:pt x="3057" y="1297"/>
                </a:cubicBezTo>
                <a:lnTo>
                  <a:pt x="198" y="1297"/>
                </a:lnTo>
                <a:cubicBezTo>
                  <a:pt x="185" y="1297"/>
                  <a:pt x="172" y="1296"/>
                  <a:pt x="159" y="1294"/>
                </a:cubicBezTo>
                <a:cubicBezTo>
                  <a:pt x="147" y="1291"/>
                  <a:pt x="134" y="1287"/>
                  <a:pt x="122" y="1282"/>
                </a:cubicBezTo>
                <a:cubicBezTo>
                  <a:pt x="110" y="1277"/>
                  <a:pt x="99" y="1271"/>
                  <a:pt x="88" y="1264"/>
                </a:cubicBezTo>
                <a:cubicBezTo>
                  <a:pt x="77" y="1257"/>
                  <a:pt x="67" y="1249"/>
                  <a:pt x="58" y="1239"/>
                </a:cubicBezTo>
                <a:cubicBezTo>
                  <a:pt x="49" y="1230"/>
                  <a:pt x="40" y="1220"/>
                  <a:pt x="33" y="1209"/>
                </a:cubicBezTo>
                <a:cubicBezTo>
                  <a:pt x="26" y="1198"/>
                  <a:pt x="20" y="1187"/>
                  <a:pt x="15" y="1175"/>
                </a:cubicBezTo>
                <a:cubicBezTo>
                  <a:pt x="10" y="1163"/>
                  <a:pt x="6" y="1151"/>
                  <a:pt x="3" y="1138"/>
                </a:cubicBezTo>
                <a:cubicBezTo>
                  <a:pt x="1" y="1125"/>
                  <a:pt x="0" y="1112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945680" y="195516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0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/>
          <p:nvPr/>
        </p:nvSpPr>
        <p:spPr>
          <a:xfrm>
            <a:off x="7024680" y="1881000"/>
            <a:ext cx="1171800" cy="466920"/>
          </a:xfrm>
          <a:custGeom>
            <a:avLst/>
            <a:gdLst/>
            <a:ahLst/>
            <a:rect l="0" t="0" r="r" b="b"/>
            <a:pathLst>
              <a:path w="3255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056" y="0"/>
                </a:lnTo>
                <a:cubicBezTo>
                  <a:pt x="3069" y="0"/>
                  <a:pt x="3082" y="1"/>
                  <a:pt x="3095" y="4"/>
                </a:cubicBezTo>
                <a:cubicBezTo>
                  <a:pt x="3108" y="6"/>
                  <a:pt x="3120" y="10"/>
                  <a:pt x="3132" y="15"/>
                </a:cubicBezTo>
                <a:cubicBezTo>
                  <a:pt x="3144" y="20"/>
                  <a:pt x="3156" y="26"/>
                  <a:pt x="3167" y="33"/>
                </a:cubicBezTo>
                <a:cubicBezTo>
                  <a:pt x="3178" y="41"/>
                  <a:pt x="3188" y="49"/>
                  <a:pt x="3197" y="58"/>
                </a:cubicBezTo>
                <a:cubicBezTo>
                  <a:pt x="3206" y="67"/>
                  <a:pt x="3214" y="77"/>
                  <a:pt x="3221" y="88"/>
                </a:cubicBezTo>
                <a:cubicBezTo>
                  <a:pt x="3229" y="99"/>
                  <a:pt x="3235" y="110"/>
                  <a:pt x="3240" y="123"/>
                </a:cubicBezTo>
                <a:cubicBezTo>
                  <a:pt x="3245" y="135"/>
                  <a:pt x="3249" y="147"/>
                  <a:pt x="3251" y="160"/>
                </a:cubicBezTo>
                <a:cubicBezTo>
                  <a:pt x="3254" y="173"/>
                  <a:pt x="3255" y="185"/>
                  <a:pt x="3255" y="198"/>
                </a:cubicBezTo>
                <a:lnTo>
                  <a:pt x="3255" y="1099"/>
                </a:lnTo>
                <a:cubicBezTo>
                  <a:pt x="3255" y="1112"/>
                  <a:pt x="3254" y="1125"/>
                  <a:pt x="3251" y="1138"/>
                </a:cubicBezTo>
                <a:cubicBezTo>
                  <a:pt x="3249" y="1151"/>
                  <a:pt x="3245" y="1163"/>
                  <a:pt x="3240" y="1175"/>
                </a:cubicBezTo>
                <a:cubicBezTo>
                  <a:pt x="3235" y="1187"/>
                  <a:pt x="3229" y="1198"/>
                  <a:pt x="3221" y="1209"/>
                </a:cubicBezTo>
                <a:cubicBezTo>
                  <a:pt x="3214" y="1220"/>
                  <a:pt x="3206" y="1230"/>
                  <a:pt x="3197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6" y="1271"/>
                  <a:pt x="3144" y="1277"/>
                  <a:pt x="3132" y="1282"/>
                </a:cubicBezTo>
                <a:cubicBezTo>
                  <a:pt x="3120" y="1287"/>
                  <a:pt x="3108" y="1291"/>
                  <a:pt x="3095" y="1294"/>
                </a:cubicBezTo>
                <a:cubicBezTo>
                  <a:pt x="3082" y="1296"/>
                  <a:pt x="3069" y="1297"/>
                  <a:pt x="3056" y="1297"/>
                </a:cubicBezTo>
                <a:lnTo>
                  <a:pt x="198" y="1297"/>
                </a:lnTo>
                <a:cubicBezTo>
                  <a:pt x="185" y="1297"/>
                  <a:pt x="172" y="1296"/>
                  <a:pt x="159" y="1294"/>
                </a:cubicBezTo>
                <a:cubicBezTo>
                  <a:pt x="146" y="1291"/>
                  <a:pt x="134" y="1287"/>
                  <a:pt x="122" y="1282"/>
                </a:cubicBezTo>
                <a:cubicBezTo>
                  <a:pt x="110" y="1277"/>
                  <a:pt x="99" y="1271"/>
                  <a:pt x="88" y="1264"/>
                </a:cubicBezTo>
                <a:cubicBezTo>
                  <a:pt x="77" y="1257"/>
                  <a:pt x="67" y="1249"/>
                  <a:pt x="58" y="1239"/>
                </a:cubicBezTo>
                <a:cubicBezTo>
                  <a:pt x="48" y="1230"/>
                  <a:pt x="40" y="1220"/>
                  <a:pt x="33" y="1209"/>
                </a:cubicBezTo>
                <a:cubicBezTo>
                  <a:pt x="26" y="1198"/>
                  <a:pt x="20" y="1187"/>
                  <a:pt x="15" y="1175"/>
                </a:cubicBezTo>
                <a:cubicBezTo>
                  <a:pt x="10" y="1163"/>
                  <a:pt x="6" y="1151"/>
                  <a:pt x="3" y="1138"/>
                </a:cubicBezTo>
                <a:cubicBezTo>
                  <a:pt x="1" y="1125"/>
                  <a:pt x="0" y="1112"/>
                  <a:pt x="0" y="1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7024680" y="1881000"/>
            <a:ext cx="1171800" cy="466920"/>
          </a:xfrm>
          <a:custGeom>
            <a:avLst/>
            <a:gdLst/>
            <a:ahLst/>
            <a:rect l="0" t="0" r="r" b="b"/>
            <a:pathLst>
              <a:path w="3255" h="1297">
                <a:moveTo>
                  <a:pt x="0" y="1099"/>
                </a:moveTo>
                <a:lnTo>
                  <a:pt x="0" y="198"/>
                </a:lnTo>
                <a:cubicBezTo>
                  <a:pt x="0" y="185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056" y="0"/>
                </a:lnTo>
                <a:cubicBezTo>
                  <a:pt x="3069" y="0"/>
                  <a:pt x="3082" y="1"/>
                  <a:pt x="3095" y="4"/>
                </a:cubicBezTo>
                <a:cubicBezTo>
                  <a:pt x="3108" y="6"/>
                  <a:pt x="3120" y="10"/>
                  <a:pt x="3132" y="15"/>
                </a:cubicBezTo>
                <a:cubicBezTo>
                  <a:pt x="3144" y="20"/>
                  <a:pt x="3156" y="26"/>
                  <a:pt x="3167" y="33"/>
                </a:cubicBezTo>
                <a:cubicBezTo>
                  <a:pt x="3178" y="41"/>
                  <a:pt x="3188" y="49"/>
                  <a:pt x="3197" y="58"/>
                </a:cubicBezTo>
                <a:cubicBezTo>
                  <a:pt x="3206" y="67"/>
                  <a:pt x="3214" y="77"/>
                  <a:pt x="3221" y="88"/>
                </a:cubicBezTo>
                <a:cubicBezTo>
                  <a:pt x="3229" y="99"/>
                  <a:pt x="3235" y="110"/>
                  <a:pt x="3240" y="123"/>
                </a:cubicBezTo>
                <a:cubicBezTo>
                  <a:pt x="3245" y="135"/>
                  <a:pt x="3249" y="147"/>
                  <a:pt x="3251" y="160"/>
                </a:cubicBezTo>
                <a:cubicBezTo>
                  <a:pt x="3254" y="173"/>
                  <a:pt x="3255" y="185"/>
                  <a:pt x="3255" y="198"/>
                </a:cubicBezTo>
                <a:lnTo>
                  <a:pt x="3255" y="1099"/>
                </a:lnTo>
                <a:cubicBezTo>
                  <a:pt x="3255" y="1112"/>
                  <a:pt x="3254" y="1125"/>
                  <a:pt x="3251" y="1138"/>
                </a:cubicBezTo>
                <a:cubicBezTo>
                  <a:pt x="3249" y="1151"/>
                  <a:pt x="3245" y="1163"/>
                  <a:pt x="3240" y="1175"/>
                </a:cubicBezTo>
                <a:cubicBezTo>
                  <a:pt x="3235" y="1187"/>
                  <a:pt x="3229" y="1198"/>
                  <a:pt x="3221" y="1209"/>
                </a:cubicBezTo>
                <a:cubicBezTo>
                  <a:pt x="3214" y="1220"/>
                  <a:pt x="3206" y="1230"/>
                  <a:pt x="3197" y="1239"/>
                </a:cubicBezTo>
                <a:cubicBezTo>
                  <a:pt x="3188" y="1249"/>
                  <a:pt x="3178" y="1257"/>
                  <a:pt x="3167" y="1264"/>
                </a:cubicBezTo>
                <a:cubicBezTo>
                  <a:pt x="3156" y="1271"/>
                  <a:pt x="3144" y="1277"/>
                  <a:pt x="3132" y="1282"/>
                </a:cubicBezTo>
                <a:cubicBezTo>
                  <a:pt x="3120" y="1287"/>
                  <a:pt x="3108" y="1291"/>
                  <a:pt x="3095" y="1294"/>
                </a:cubicBezTo>
                <a:cubicBezTo>
                  <a:pt x="3082" y="1296"/>
                  <a:pt x="3069" y="1297"/>
                  <a:pt x="3056" y="1297"/>
                </a:cubicBezTo>
                <a:lnTo>
                  <a:pt x="198" y="1297"/>
                </a:lnTo>
                <a:cubicBezTo>
                  <a:pt x="185" y="1297"/>
                  <a:pt x="172" y="1296"/>
                  <a:pt x="159" y="1294"/>
                </a:cubicBezTo>
                <a:cubicBezTo>
                  <a:pt x="146" y="1291"/>
                  <a:pt x="134" y="1287"/>
                  <a:pt x="122" y="1282"/>
                </a:cubicBezTo>
                <a:cubicBezTo>
                  <a:pt x="110" y="1277"/>
                  <a:pt x="99" y="1271"/>
                  <a:pt x="88" y="1264"/>
                </a:cubicBezTo>
                <a:cubicBezTo>
                  <a:pt x="77" y="1257"/>
                  <a:pt x="67" y="1249"/>
                  <a:pt x="58" y="1239"/>
                </a:cubicBezTo>
                <a:cubicBezTo>
                  <a:pt x="48" y="1230"/>
                  <a:pt x="40" y="1220"/>
                  <a:pt x="33" y="1209"/>
                </a:cubicBezTo>
                <a:cubicBezTo>
                  <a:pt x="26" y="1198"/>
                  <a:pt x="20" y="1187"/>
                  <a:pt x="15" y="1175"/>
                </a:cubicBezTo>
                <a:cubicBezTo>
                  <a:pt x="10" y="1163"/>
                  <a:pt x="6" y="1151"/>
                  <a:pt x="3" y="1138"/>
                </a:cubicBezTo>
                <a:cubicBezTo>
                  <a:pt x="1" y="1125"/>
                  <a:pt x="0" y="1112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240600" y="195516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4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7525800" y="195516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0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1861920" y="2452680"/>
            <a:ext cx="1171800" cy="457560"/>
          </a:xfrm>
          <a:custGeom>
            <a:avLst/>
            <a:gdLst/>
            <a:ahLst/>
            <a:rect l="0" t="0" r="r" b="b"/>
            <a:pathLst>
              <a:path w="3255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1" y="173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3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0"/>
                  <a:pt x="3188" y="48"/>
                  <a:pt x="3197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5" y="110"/>
                  <a:pt x="3240" y="122"/>
                </a:cubicBezTo>
                <a:cubicBezTo>
                  <a:pt x="3245" y="134"/>
                  <a:pt x="3249" y="146"/>
                  <a:pt x="3252" y="159"/>
                </a:cubicBezTo>
                <a:cubicBezTo>
                  <a:pt x="3254" y="173"/>
                  <a:pt x="3255" y="186"/>
                  <a:pt x="3255" y="199"/>
                </a:cubicBezTo>
                <a:lnTo>
                  <a:pt x="3255" y="1072"/>
                </a:lnTo>
                <a:cubicBezTo>
                  <a:pt x="3255" y="1085"/>
                  <a:pt x="3254" y="1098"/>
                  <a:pt x="3252" y="1111"/>
                </a:cubicBezTo>
                <a:cubicBezTo>
                  <a:pt x="3249" y="1124"/>
                  <a:pt x="3245" y="1136"/>
                  <a:pt x="3240" y="1148"/>
                </a:cubicBezTo>
                <a:cubicBezTo>
                  <a:pt x="3235" y="1160"/>
                  <a:pt x="3229" y="1171"/>
                  <a:pt x="3222" y="1182"/>
                </a:cubicBezTo>
                <a:cubicBezTo>
                  <a:pt x="3215" y="1193"/>
                  <a:pt x="3207" y="1203"/>
                  <a:pt x="3197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6" y="1244"/>
                  <a:pt x="3145" y="1250"/>
                  <a:pt x="3133" y="1255"/>
                </a:cubicBezTo>
                <a:cubicBezTo>
                  <a:pt x="3121" y="1260"/>
                  <a:pt x="3109" y="1264"/>
                  <a:pt x="3096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9" y="1271"/>
                </a:lnTo>
                <a:cubicBezTo>
                  <a:pt x="186" y="1271"/>
                  <a:pt x="173" y="1269"/>
                  <a:pt x="160" y="1267"/>
                </a:cubicBezTo>
                <a:cubicBezTo>
                  <a:pt x="147" y="1264"/>
                  <a:pt x="135" y="1260"/>
                  <a:pt x="123" y="1255"/>
                </a:cubicBezTo>
                <a:cubicBezTo>
                  <a:pt x="111" y="1250"/>
                  <a:pt x="99" y="1244"/>
                  <a:pt x="88" y="1237"/>
                </a:cubicBezTo>
                <a:cubicBezTo>
                  <a:pt x="77" y="1230"/>
                  <a:pt x="67" y="1222"/>
                  <a:pt x="58" y="1212"/>
                </a:cubicBezTo>
                <a:cubicBezTo>
                  <a:pt x="49" y="1203"/>
                  <a:pt x="41" y="1193"/>
                  <a:pt x="34" y="1182"/>
                </a:cubicBezTo>
                <a:cubicBezTo>
                  <a:pt x="26" y="1171"/>
                  <a:pt x="20" y="1160"/>
                  <a:pt x="15" y="1148"/>
                </a:cubicBezTo>
                <a:cubicBezTo>
                  <a:pt x="10" y="1136"/>
                  <a:pt x="6" y="1124"/>
                  <a:pt x="4" y="1111"/>
                </a:cubicBezTo>
                <a:cubicBezTo>
                  <a:pt x="1" y="1098"/>
                  <a:pt x="0" y="1085"/>
                  <a:pt x="0" y="10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1861920" y="2452680"/>
            <a:ext cx="1171800" cy="457560"/>
          </a:xfrm>
          <a:custGeom>
            <a:avLst/>
            <a:gdLst/>
            <a:ahLst/>
            <a:rect l="0" t="0" r="r" b="b"/>
            <a:pathLst>
              <a:path w="3255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1" y="173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3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0"/>
                  <a:pt x="3188" y="48"/>
                  <a:pt x="3197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5" y="110"/>
                  <a:pt x="3240" y="122"/>
                </a:cubicBezTo>
                <a:cubicBezTo>
                  <a:pt x="3245" y="134"/>
                  <a:pt x="3249" y="146"/>
                  <a:pt x="3252" y="159"/>
                </a:cubicBezTo>
                <a:cubicBezTo>
                  <a:pt x="3254" y="173"/>
                  <a:pt x="3255" y="186"/>
                  <a:pt x="3255" y="199"/>
                </a:cubicBezTo>
                <a:lnTo>
                  <a:pt x="3255" y="1072"/>
                </a:lnTo>
                <a:cubicBezTo>
                  <a:pt x="3255" y="1085"/>
                  <a:pt x="3254" y="1098"/>
                  <a:pt x="3252" y="1111"/>
                </a:cubicBezTo>
                <a:cubicBezTo>
                  <a:pt x="3249" y="1124"/>
                  <a:pt x="3245" y="1136"/>
                  <a:pt x="3240" y="1148"/>
                </a:cubicBezTo>
                <a:cubicBezTo>
                  <a:pt x="3235" y="1160"/>
                  <a:pt x="3229" y="1171"/>
                  <a:pt x="3222" y="1182"/>
                </a:cubicBezTo>
                <a:cubicBezTo>
                  <a:pt x="3215" y="1193"/>
                  <a:pt x="3207" y="1203"/>
                  <a:pt x="3197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6" y="1244"/>
                  <a:pt x="3145" y="1250"/>
                  <a:pt x="3133" y="1255"/>
                </a:cubicBezTo>
                <a:cubicBezTo>
                  <a:pt x="3121" y="1260"/>
                  <a:pt x="3109" y="1264"/>
                  <a:pt x="3096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9" y="1271"/>
                </a:lnTo>
                <a:cubicBezTo>
                  <a:pt x="186" y="1271"/>
                  <a:pt x="173" y="1269"/>
                  <a:pt x="160" y="1267"/>
                </a:cubicBezTo>
                <a:cubicBezTo>
                  <a:pt x="147" y="1264"/>
                  <a:pt x="135" y="1260"/>
                  <a:pt x="123" y="1255"/>
                </a:cubicBezTo>
                <a:cubicBezTo>
                  <a:pt x="111" y="1250"/>
                  <a:pt x="99" y="1244"/>
                  <a:pt x="88" y="1237"/>
                </a:cubicBezTo>
                <a:cubicBezTo>
                  <a:pt x="77" y="1230"/>
                  <a:pt x="67" y="1222"/>
                  <a:pt x="58" y="1212"/>
                </a:cubicBezTo>
                <a:cubicBezTo>
                  <a:pt x="49" y="1203"/>
                  <a:pt x="41" y="1193"/>
                  <a:pt x="34" y="1182"/>
                </a:cubicBezTo>
                <a:cubicBezTo>
                  <a:pt x="26" y="1171"/>
                  <a:pt x="20" y="1160"/>
                  <a:pt x="15" y="1148"/>
                </a:cubicBezTo>
                <a:cubicBezTo>
                  <a:pt x="10" y="1136"/>
                  <a:pt x="6" y="1124"/>
                  <a:pt x="4" y="1111"/>
                </a:cubicBezTo>
                <a:cubicBezTo>
                  <a:pt x="1" y="1098"/>
                  <a:pt x="0" y="1085"/>
                  <a:pt x="0" y="107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57200" y="2605320"/>
            <a:ext cx="3693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meta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3157200" y="2452680"/>
            <a:ext cx="1172160" cy="457560"/>
          </a:xfrm>
          <a:custGeom>
            <a:avLst/>
            <a:gdLst/>
            <a:ahLst/>
            <a:rect l="0" t="0" r="r" b="b"/>
            <a:pathLst>
              <a:path w="3256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2" y="173"/>
                  <a:pt x="4" y="159"/>
                </a:cubicBezTo>
                <a:cubicBezTo>
                  <a:pt x="7" y="146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3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8" y="33"/>
                </a:cubicBezTo>
                <a:cubicBezTo>
                  <a:pt x="3178" y="40"/>
                  <a:pt x="3188" y="48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30" y="99"/>
                  <a:pt x="3236" y="110"/>
                  <a:pt x="3241" y="122"/>
                </a:cubicBezTo>
                <a:cubicBezTo>
                  <a:pt x="3246" y="134"/>
                  <a:pt x="3249" y="146"/>
                  <a:pt x="3252" y="159"/>
                </a:cubicBezTo>
                <a:cubicBezTo>
                  <a:pt x="3255" y="173"/>
                  <a:pt x="3256" y="186"/>
                  <a:pt x="3256" y="199"/>
                </a:cubicBezTo>
                <a:lnTo>
                  <a:pt x="3256" y="1072"/>
                </a:lnTo>
                <a:cubicBezTo>
                  <a:pt x="3256" y="1085"/>
                  <a:pt x="3255" y="1098"/>
                  <a:pt x="3252" y="1111"/>
                </a:cubicBezTo>
                <a:cubicBezTo>
                  <a:pt x="3249" y="1124"/>
                  <a:pt x="3246" y="1136"/>
                  <a:pt x="3241" y="1148"/>
                </a:cubicBezTo>
                <a:cubicBezTo>
                  <a:pt x="3236" y="1160"/>
                  <a:pt x="3230" y="1171"/>
                  <a:pt x="3222" y="1182"/>
                </a:cubicBezTo>
                <a:cubicBezTo>
                  <a:pt x="3215" y="1193"/>
                  <a:pt x="3207" y="1203"/>
                  <a:pt x="3198" y="1212"/>
                </a:cubicBezTo>
                <a:cubicBezTo>
                  <a:pt x="3188" y="1222"/>
                  <a:pt x="3178" y="1230"/>
                  <a:pt x="3168" y="1237"/>
                </a:cubicBezTo>
                <a:cubicBezTo>
                  <a:pt x="3157" y="1244"/>
                  <a:pt x="3145" y="1250"/>
                  <a:pt x="3133" y="1255"/>
                </a:cubicBezTo>
                <a:cubicBezTo>
                  <a:pt x="3121" y="1260"/>
                  <a:pt x="3109" y="1264"/>
                  <a:pt x="3096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9" y="1271"/>
                </a:lnTo>
                <a:cubicBezTo>
                  <a:pt x="186" y="1271"/>
                  <a:pt x="173" y="1269"/>
                  <a:pt x="160" y="1267"/>
                </a:cubicBezTo>
                <a:cubicBezTo>
                  <a:pt x="147" y="1264"/>
                  <a:pt x="135" y="1260"/>
                  <a:pt x="123" y="1255"/>
                </a:cubicBezTo>
                <a:cubicBezTo>
                  <a:pt x="111" y="1250"/>
                  <a:pt x="99" y="1244"/>
                  <a:pt x="89" y="1237"/>
                </a:cubicBezTo>
                <a:cubicBezTo>
                  <a:pt x="78" y="1230"/>
                  <a:pt x="68" y="1222"/>
                  <a:pt x="59" y="1212"/>
                </a:cubicBezTo>
                <a:cubicBezTo>
                  <a:pt x="49" y="1203"/>
                  <a:pt x="41" y="1193"/>
                  <a:pt x="34" y="1182"/>
                </a:cubicBezTo>
                <a:cubicBezTo>
                  <a:pt x="27" y="1171"/>
                  <a:pt x="21" y="1160"/>
                  <a:pt x="16" y="1148"/>
                </a:cubicBezTo>
                <a:cubicBezTo>
                  <a:pt x="11" y="1136"/>
                  <a:pt x="7" y="1124"/>
                  <a:pt x="4" y="1111"/>
                </a:cubicBezTo>
                <a:cubicBezTo>
                  <a:pt x="2" y="1098"/>
                  <a:pt x="0" y="1085"/>
                  <a:pt x="0" y="10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3157200" y="2452680"/>
            <a:ext cx="1172160" cy="457560"/>
          </a:xfrm>
          <a:custGeom>
            <a:avLst/>
            <a:gdLst/>
            <a:ahLst/>
            <a:rect l="0" t="0" r="r" b="b"/>
            <a:pathLst>
              <a:path w="3256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2" y="173"/>
                  <a:pt x="4" y="159"/>
                </a:cubicBezTo>
                <a:cubicBezTo>
                  <a:pt x="7" y="146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3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8" y="33"/>
                </a:cubicBezTo>
                <a:cubicBezTo>
                  <a:pt x="3178" y="40"/>
                  <a:pt x="3188" y="48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30" y="99"/>
                  <a:pt x="3236" y="110"/>
                  <a:pt x="3241" y="122"/>
                </a:cubicBezTo>
                <a:cubicBezTo>
                  <a:pt x="3246" y="134"/>
                  <a:pt x="3249" y="146"/>
                  <a:pt x="3252" y="159"/>
                </a:cubicBezTo>
                <a:cubicBezTo>
                  <a:pt x="3255" y="173"/>
                  <a:pt x="3256" y="186"/>
                  <a:pt x="3256" y="199"/>
                </a:cubicBezTo>
                <a:lnTo>
                  <a:pt x="3256" y="1072"/>
                </a:lnTo>
                <a:cubicBezTo>
                  <a:pt x="3256" y="1085"/>
                  <a:pt x="3255" y="1098"/>
                  <a:pt x="3252" y="1111"/>
                </a:cubicBezTo>
                <a:cubicBezTo>
                  <a:pt x="3249" y="1124"/>
                  <a:pt x="3246" y="1136"/>
                  <a:pt x="3241" y="1148"/>
                </a:cubicBezTo>
                <a:cubicBezTo>
                  <a:pt x="3236" y="1160"/>
                  <a:pt x="3230" y="1171"/>
                  <a:pt x="3222" y="1182"/>
                </a:cubicBezTo>
                <a:cubicBezTo>
                  <a:pt x="3215" y="1193"/>
                  <a:pt x="3207" y="1203"/>
                  <a:pt x="3198" y="1212"/>
                </a:cubicBezTo>
                <a:cubicBezTo>
                  <a:pt x="3188" y="1222"/>
                  <a:pt x="3178" y="1230"/>
                  <a:pt x="3168" y="1237"/>
                </a:cubicBezTo>
                <a:cubicBezTo>
                  <a:pt x="3157" y="1244"/>
                  <a:pt x="3145" y="1250"/>
                  <a:pt x="3133" y="1255"/>
                </a:cubicBezTo>
                <a:cubicBezTo>
                  <a:pt x="3121" y="1260"/>
                  <a:pt x="3109" y="1264"/>
                  <a:pt x="3096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9" y="1271"/>
                </a:lnTo>
                <a:cubicBezTo>
                  <a:pt x="186" y="1271"/>
                  <a:pt x="173" y="1269"/>
                  <a:pt x="160" y="1267"/>
                </a:cubicBezTo>
                <a:cubicBezTo>
                  <a:pt x="147" y="1264"/>
                  <a:pt x="135" y="1260"/>
                  <a:pt x="123" y="1255"/>
                </a:cubicBezTo>
                <a:cubicBezTo>
                  <a:pt x="111" y="1250"/>
                  <a:pt x="99" y="1244"/>
                  <a:pt x="89" y="1237"/>
                </a:cubicBezTo>
                <a:cubicBezTo>
                  <a:pt x="78" y="1230"/>
                  <a:pt x="68" y="1222"/>
                  <a:pt x="59" y="1212"/>
                </a:cubicBezTo>
                <a:cubicBezTo>
                  <a:pt x="49" y="1203"/>
                  <a:pt x="41" y="1193"/>
                  <a:pt x="34" y="1182"/>
                </a:cubicBezTo>
                <a:cubicBezTo>
                  <a:pt x="27" y="1171"/>
                  <a:pt x="21" y="1160"/>
                  <a:pt x="16" y="1148"/>
                </a:cubicBezTo>
                <a:cubicBezTo>
                  <a:pt x="11" y="1136"/>
                  <a:pt x="7" y="1124"/>
                  <a:pt x="4" y="1111"/>
                </a:cubicBezTo>
                <a:cubicBezTo>
                  <a:pt x="2" y="1098"/>
                  <a:pt x="0" y="1085"/>
                  <a:pt x="0" y="107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369880" y="252684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4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" name=""/>
          <p:cNvSpPr/>
          <p:nvPr/>
        </p:nvSpPr>
        <p:spPr>
          <a:xfrm>
            <a:off x="4443120" y="2452680"/>
            <a:ext cx="1172160" cy="457560"/>
          </a:xfrm>
          <a:custGeom>
            <a:avLst/>
            <a:gdLst/>
            <a:ahLst/>
            <a:rect l="0" t="0" r="r" b="b"/>
            <a:pathLst>
              <a:path w="3256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2" y="173"/>
                  <a:pt x="4" y="159"/>
                </a:cubicBezTo>
                <a:cubicBezTo>
                  <a:pt x="7" y="146"/>
                  <a:pt x="10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3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7" y="33"/>
                </a:cubicBezTo>
                <a:cubicBezTo>
                  <a:pt x="3178" y="40"/>
                  <a:pt x="3188" y="48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6" y="110"/>
                  <a:pt x="3241" y="122"/>
                </a:cubicBezTo>
                <a:cubicBezTo>
                  <a:pt x="3246" y="134"/>
                  <a:pt x="3249" y="146"/>
                  <a:pt x="3252" y="159"/>
                </a:cubicBezTo>
                <a:cubicBezTo>
                  <a:pt x="3254" y="173"/>
                  <a:pt x="3256" y="186"/>
                  <a:pt x="3256" y="199"/>
                </a:cubicBezTo>
                <a:lnTo>
                  <a:pt x="3256" y="1072"/>
                </a:lnTo>
                <a:cubicBezTo>
                  <a:pt x="3256" y="1085"/>
                  <a:pt x="3254" y="1098"/>
                  <a:pt x="3252" y="1111"/>
                </a:cubicBezTo>
                <a:cubicBezTo>
                  <a:pt x="3249" y="1124"/>
                  <a:pt x="3246" y="1136"/>
                  <a:pt x="3241" y="1148"/>
                </a:cubicBezTo>
                <a:cubicBezTo>
                  <a:pt x="3236" y="1160"/>
                  <a:pt x="3229" y="1171"/>
                  <a:pt x="3222" y="1182"/>
                </a:cubicBezTo>
                <a:cubicBezTo>
                  <a:pt x="3215" y="1193"/>
                  <a:pt x="3207" y="1203"/>
                  <a:pt x="3198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7" y="1244"/>
                  <a:pt x="3145" y="1250"/>
                  <a:pt x="3133" y="1255"/>
                </a:cubicBezTo>
                <a:cubicBezTo>
                  <a:pt x="3121" y="1260"/>
                  <a:pt x="3109" y="1264"/>
                  <a:pt x="3096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9" y="1271"/>
                </a:lnTo>
                <a:cubicBezTo>
                  <a:pt x="186" y="1271"/>
                  <a:pt x="173" y="1269"/>
                  <a:pt x="160" y="1267"/>
                </a:cubicBezTo>
                <a:cubicBezTo>
                  <a:pt x="147" y="1264"/>
                  <a:pt x="135" y="1260"/>
                  <a:pt x="123" y="1255"/>
                </a:cubicBezTo>
                <a:cubicBezTo>
                  <a:pt x="111" y="1250"/>
                  <a:pt x="99" y="1244"/>
                  <a:pt x="89" y="1237"/>
                </a:cubicBezTo>
                <a:cubicBezTo>
                  <a:pt x="78" y="1230"/>
                  <a:pt x="68" y="1222"/>
                  <a:pt x="58" y="1212"/>
                </a:cubicBezTo>
                <a:cubicBezTo>
                  <a:pt x="49" y="1203"/>
                  <a:pt x="41" y="1193"/>
                  <a:pt x="34" y="1182"/>
                </a:cubicBezTo>
                <a:cubicBezTo>
                  <a:pt x="27" y="1171"/>
                  <a:pt x="20" y="1160"/>
                  <a:pt x="15" y="1148"/>
                </a:cubicBezTo>
                <a:cubicBezTo>
                  <a:pt x="10" y="1136"/>
                  <a:pt x="7" y="1124"/>
                  <a:pt x="4" y="1111"/>
                </a:cubicBezTo>
                <a:cubicBezTo>
                  <a:pt x="2" y="1098"/>
                  <a:pt x="0" y="1085"/>
                  <a:pt x="0" y="10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4443120" y="2452680"/>
            <a:ext cx="1172160" cy="457560"/>
          </a:xfrm>
          <a:custGeom>
            <a:avLst/>
            <a:gdLst/>
            <a:ahLst/>
            <a:rect l="0" t="0" r="r" b="b"/>
            <a:pathLst>
              <a:path w="3256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2" y="173"/>
                  <a:pt x="4" y="159"/>
                </a:cubicBezTo>
                <a:cubicBezTo>
                  <a:pt x="7" y="146"/>
                  <a:pt x="10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3057" y="0"/>
                </a:lnTo>
                <a:cubicBezTo>
                  <a:pt x="3070" y="0"/>
                  <a:pt x="3083" y="1"/>
                  <a:pt x="3096" y="3"/>
                </a:cubicBezTo>
                <a:cubicBezTo>
                  <a:pt x="3109" y="6"/>
                  <a:pt x="3121" y="10"/>
                  <a:pt x="3133" y="15"/>
                </a:cubicBezTo>
                <a:cubicBezTo>
                  <a:pt x="3145" y="20"/>
                  <a:pt x="3157" y="26"/>
                  <a:pt x="3167" y="33"/>
                </a:cubicBezTo>
                <a:cubicBezTo>
                  <a:pt x="3178" y="40"/>
                  <a:pt x="3188" y="48"/>
                  <a:pt x="3198" y="58"/>
                </a:cubicBezTo>
                <a:cubicBezTo>
                  <a:pt x="3207" y="67"/>
                  <a:pt x="3215" y="77"/>
                  <a:pt x="3222" y="88"/>
                </a:cubicBezTo>
                <a:cubicBezTo>
                  <a:pt x="3229" y="99"/>
                  <a:pt x="3236" y="110"/>
                  <a:pt x="3241" y="122"/>
                </a:cubicBezTo>
                <a:cubicBezTo>
                  <a:pt x="3246" y="134"/>
                  <a:pt x="3249" y="146"/>
                  <a:pt x="3252" y="159"/>
                </a:cubicBezTo>
                <a:cubicBezTo>
                  <a:pt x="3254" y="173"/>
                  <a:pt x="3256" y="186"/>
                  <a:pt x="3256" y="199"/>
                </a:cubicBezTo>
                <a:lnTo>
                  <a:pt x="3256" y="1072"/>
                </a:lnTo>
                <a:cubicBezTo>
                  <a:pt x="3256" y="1085"/>
                  <a:pt x="3254" y="1098"/>
                  <a:pt x="3252" y="1111"/>
                </a:cubicBezTo>
                <a:cubicBezTo>
                  <a:pt x="3249" y="1124"/>
                  <a:pt x="3246" y="1136"/>
                  <a:pt x="3241" y="1148"/>
                </a:cubicBezTo>
                <a:cubicBezTo>
                  <a:pt x="3236" y="1160"/>
                  <a:pt x="3229" y="1171"/>
                  <a:pt x="3222" y="1182"/>
                </a:cubicBezTo>
                <a:cubicBezTo>
                  <a:pt x="3215" y="1193"/>
                  <a:pt x="3207" y="1203"/>
                  <a:pt x="3198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7" y="1244"/>
                  <a:pt x="3145" y="1250"/>
                  <a:pt x="3133" y="1255"/>
                </a:cubicBezTo>
                <a:cubicBezTo>
                  <a:pt x="3121" y="1260"/>
                  <a:pt x="3109" y="1264"/>
                  <a:pt x="3096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9" y="1271"/>
                </a:lnTo>
                <a:cubicBezTo>
                  <a:pt x="186" y="1271"/>
                  <a:pt x="173" y="1269"/>
                  <a:pt x="160" y="1267"/>
                </a:cubicBezTo>
                <a:cubicBezTo>
                  <a:pt x="147" y="1264"/>
                  <a:pt x="135" y="1260"/>
                  <a:pt x="123" y="1255"/>
                </a:cubicBezTo>
                <a:cubicBezTo>
                  <a:pt x="111" y="1250"/>
                  <a:pt x="99" y="1244"/>
                  <a:pt x="89" y="1237"/>
                </a:cubicBezTo>
                <a:cubicBezTo>
                  <a:pt x="78" y="1230"/>
                  <a:pt x="68" y="1222"/>
                  <a:pt x="58" y="1212"/>
                </a:cubicBezTo>
                <a:cubicBezTo>
                  <a:pt x="49" y="1203"/>
                  <a:pt x="41" y="1193"/>
                  <a:pt x="34" y="1182"/>
                </a:cubicBezTo>
                <a:cubicBezTo>
                  <a:pt x="27" y="1171"/>
                  <a:pt x="20" y="1160"/>
                  <a:pt x="15" y="1148"/>
                </a:cubicBezTo>
                <a:cubicBezTo>
                  <a:pt x="10" y="1136"/>
                  <a:pt x="7" y="1124"/>
                  <a:pt x="4" y="1111"/>
                </a:cubicBezTo>
                <a:cubicBezTo>
                  <a:pt x="2" y="1098"/>
                  <a:pt x="0" y="1085"/>
                  <a:pt x="0" y="107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664800" y="252684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5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5738760" y="2452680"/>
            <a:ext cx="1171800" cy="457560"/>
          </a:xfrm>
          <a:custGeom>
            <a:avLst/>
            <a:gdLst/>
            <a:ahLst/>
            <a:rect l="0" t="0" r="r" b="b"/>
            <a:pathLst>
              <a:path w="3255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1" y="173"/>
                  <a:pt x="3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3057" y="0"/>
                </a:lnTo>
                <a:cubicBezTo>
                  <a:pt x="3070" y="0"/>
                  <a:pt x="3083" y="1"/>
                  <a:pt x="3095" y="3"/>
                </a:cubicBezTo>
                <a:cubicBezTo>
                  <a:pt x="3108" y="6"/>
                  <a:pt x="3120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0"/>
                  <a:pt x="3188" y="48"/>
                  <a:pt x="3197" y="58"/>
                </a:cubicBezTo>
                <a:cubicBezTo>
                  <a:pt x="3206" y="67"/>
                  <a:pt x="3214" y="77"/>
                  <a:pt x="3222" y="88"/>
                </a:cubicBezTo>
                <a:cubicBezTo>
                  <a:pt x="3229" y="99"/>
                  <a:pt x="3235" y="110"/>
                  <a:pt x="3240" y="122"/>
                </a:cubicBezTo>
                <a:cubicBezTo>
                  <a:pt x="3245" y="134"/>
                  <a:pt x="3249" y="146"/>
                  <a:pt x="3251" y="159"/>
                </a:cubicBezTo>
                <a:cubicBezTo>
                  <a:pt x="3254" y="173"/>
                  <a:pt x="3255" y="186"/>
                  <a:pt x="3255" y="199"/>
                </a:cubicBezTo>
                <a:lnTo>
                  <a:pt x="3255" y="1072"/>
                </a:lnTo>
                <a:cubicBezTo>
                  <a:pt x="3255" y="1085"/>
                  <a:pt x="3254" y="1098"/>
                  <a:pt x="3251" y="1111"/>
                </a:cubicBezTo>
                <a:cubicBezTo>
                  <a:pt x="3249" y="1124"/>
                  <a:pt x="3245" y="1136"/>
                  <a:pt x="3240" y="1148"/>
                </a:cubicBezTo>
                <a:cubicBezTo>
                  <a:pt x="3235" y="1160"/>
                  <a:pt x="3229" y="1171"/>
                  <a:pt x="3222" y="1182"/>
                </a:cubicBezTo>
                <a:cubicBezTo>
                  <a:pt x="3214" y="1193"/>
                  <a:pt x="3206" y="1203"/>
                  <a:pt x="3197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6" y="1244"/>
                  <a:pt x="3145" y="1250"/>
                  <a:pt x="3133" y="1255"/>
                </a:cubicBezTo>
                <a:cubicBezTo>
                  <a:pt x="3120" y="1260"/>
                  <a:pt x="3108" y="1264"/>
                  <a:pt x="3095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8" y="1271"/>
                </a:lnTo>
                <a:cubicBezTo>
                  <a:pt x="185" y="1271"/>
                  <a:pt x="172" y="1269"/>
                  <a:pt x="159" y="1267"/>
                </a:cubicBezTo>
                <a:cubicBezTo>
                  <a:pt x="147" y="1264"/>
                  <a:pt x="134" y="1260"/>
                  <a:pt x="122" y="1255"/>
                </a:cubicBezTo>
                <a:cubicBezTo>
                  <a:pt x="110" y="1250"/>
                  <a:pt x="99" y="1244"/>
                  <a:pt x="88" y="1237"/>
                </a:cubicBezTo>
                <a:cubicBezTo>
                  <a:pt x="77" y="1230"/>
                  <a:pt x="67" y="1222"/>
                  <a:pt x="58" y="1212"/>
                </a:cubicBezTo>
                <a:cubicBezTo>
                  <a:pt x="49" y="1203"/>
                  <a:pt x="40" y="1193"/>
                  <a:pt x="33" y="1182"/>
                </a:cubicBezTo>
                <a:cubicBezTo>
                  <a:pt x="26" y="1171"/>
                  <a:pt x="20" y="1160"/>
                  <a:pt x="15" y="1148"/>
                </a:cubicBezTo>
                <a:cubicBezTo>
                  <a:pt x="10" y="1136"/>
                  <a:pt x="6" y="1124"/>
                  <a:pt x="3" y="1111"/>
                </a:cubicBezTo>
                <a:cubicBezTo>
                  <a:pt x="1" y="1098"/>
                  <a:pt x="0" y="1085"/>
                  <a:pt x="0" y="10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5738760" y="2452680"/>
            <a:ext cx="1171800" cy="457560"/>
          </a:xfrm>
          <a:custGeom>
            <a:avLst/>
            <a:gdLst/>
            <a:ahLst/>
            <a:rect l="0" t="0" r="r" b="b"/>
            <a:pathLst>
              <a:path w="3255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1" y="173"/>
                  <a:pt x="3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3057" y="0"/>
                </a:lnTo>
                <a:cubicBezTo>
                  <a:pt x="3070" y="0"/>
                  <a:pt x="3083" y="1"/>
                  <a:pt x="3095" y="3"/>
                </a:cubicBezTo>
                <a:cubicBezTo>
                  <a:pt x="3108" y="6"/>
                  <a:pt x="3120" y="10"/>
                  <a:pt x="3133" y="15"/>
                </a:cubicBezTo>
                <a:cubicBezTo>
                  <a:pt x="3145" y="20"/>
                  <a:pt x="3156" y="26"/>
                  <a:pt x="3167" y="33"/>
                </a:cubicBezTo>
                <a:cubicBezTo>
                  <a:pt x="3178" y="40"/>
                  <a:pt x="3188" y="48"/>
                  <a:pt x="3197" y="58"/>
                </a:cubicBezTo>
                <a:cubicBezTo>
                  <a:pt x="3206" y="67"/>
                  <a:pt x="3214" y="77"/>
                  <a:pt x="3222" y="88"/>
                </a:cubicBezTo>
                <a:cubicBezTo>
                  <a:pt x="3229" y="99"/>
                  <a:pt x="3235" y="110"/>
                  <a:pt x="3240" y="122"/>
                </a:cubicBezTo>
                <a:cubicBezTo>
                  <a:pt x="3245" y="134"/>
                  <a:pt x="3249" y="146"/>
                  <a:pt x="3251" y="159"/>
                </a:cubicBezTo>
                <a:cubicBezTo>
                  <a:pt x="3254" y="173"/>
                  <a:pt x="3255" y="186"/>
                  <a:pt x="3255" y="199"/>
                </a:cubicBezTo>
                <a:lnTo>
                  <a:pt x="3255" y="1072"/>
                </a:lnTo>
                <a:cubicBezTo>
                  <a:pt x="3255" y="1085"/>
                  <a:pt x="3254" y="1098"/>
                  <a:pt x="3251" y="1111"/>
                </a:cubicBezTo>
                <a:cubicBezTo>
                  <a:pt x="3249" y="1124"/>
                  <a:pt x="3245" y="1136"/>
                  <a:pt x="3240" y="1148"/>
                </a:cubicBezTo>
                <a:cubicBezTo>
                  <a:pt x="3235" y="1160"/>
                  <a:pt x="3229" y="1171"/>
                  <a:pt x="3222" y="1182"/>
                </a:cubicBezTo>
                <a:cubicBezTo>
                  <a:pt x="3214" y="1193"/>
                  <a:pt x="3206" y="1203"/>
                  <a:pt x="3197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6" y="1244"/>
                  <a:pt x="3145" y="1250"/>
                  <a:pt x="3133" y="1255"/>
                </a:cubicBezTo>
                <a:cubicBezTo>
                  <a:pt x="3120" y="1260"/>
                  <a:pt x="3108" y="1264"/>
                  <a:pt x="3095" y="1267"/>
                </a:cubicBezTo>
                <a:cubicBezTo>
                  <a:pt x="3083" y="1269"/>
                  <a:pt x="3070" y="1271"/>
                  <a:pt x="3057" y="1271"/>
                </a:cubicBezTo>
                <a:lnTo>
                  <a:pt x="198" y="1271"/>
                </a:lnTo>
                <a:cubicBezTo>
                  <a:pt x="185" y="1271"/>
                  <a:pt x="172" y="1269"/>
                  <a:pt x="159" y="1267"/>
                </a:cubicBezTo>
                <a:cubicBezTo>
                  <a:pt x="147" y="1264"/>
                  <a:pt x="134" y="1260"/>
                  <a:pt x="122" y="1255"/>
                </a:cubicBezTo>
                <a:cubicBezTo>
                  <a:pt x="110" y="1250"/>
                  <a:pt x="99" y="1244"/>
                  <a:pt x="88" y="1237"/>
                </a:cubicBezTo>
                <a:cubicBezTo>
                  <a:pt x="77" y="1230"/>
                  <a:pt x="67" y="1222"/>
                  <a:pt x="58" y="1212"/>
                </a:cubicBezTo>
                <a:cubicBezTo>
                  <a:pt x="49" y="1203"/>
                  <a:pt x="40" y="1193"/>
                  <a:pt x="33" y="1182"/>
                </a:cubicBezTo>
                <a:cubicBezTo>
                  <a:pt x="26" y="1171"/>
                  <a:pt x="20" y="1160"/>
                  <a:pt x="15" y="1148"/>
                </a:cubicBezTo>
                <a:cubicBezTo>
                  <a:pt x="10" y="1136"/>
                  <a:pt x="6" y="1124"/>
                  <a:pt x="3" y="1111"/>
                </a:cubicBezTo>
                <a:cubicBezTo>
                  <a:pt x="1" y="1098"/>
                  <a:pt x="0" y="1085"/>
                  <a:pt x="0" y="107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945680" y="252684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0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7024680" y="2452680"/>
            <a:ext cx="1171800" cy="457560"/>
          </a:xfrm>
          <a:custGeom>
            <a:avLst/>
            <a:gdLst/>
            <a:ahLst/>
            <a:rect l="0" t="0" r="r" b="b"/>
            <a:pathLst>
              <a:path w="3255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1" y="173"/>
                  <a:pt x="3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3056" y="0"/>
                </a:lnTo>
                <a:cubicBezTo>
                  <a:pt x="3069" y="0"/>
                  <a:pt x="3082" y="1"/>
                  <a:pt x="3095" y="3"/>
                </a:cubicBezTo>
                <a:cubicBezTo>
                  <a:pt x="3108" y="6"/>
                  <a:pt x="3120" y="10"/>
                  <a:pt x="3132" y="15"/>
                </a:cubicBezTo>
                <a:cubicBezTo>
                  <a:pt x="3144" y="20"/>
                  <a:pt x="3156" y="26"/>
                  <a:pt x="3167" y="33"/>
                </a:cubicBezTo>
                <a:cubicBezTo>
                  <a:pt x="3178" y="40"/>
                  <a:pt x="3188" y="48"/>
                  <a:pt x="3197" y="58"/>
                </a:cubicBezTo>
                <a:cubicBezTo>
                  <a:pt x="3206" y="67"/>
                  <a:pt x="3214" y="77"/>
                  <a:pt x="3221" y="88"/>
                </a:cubicBezTo>
                <a:cubicBezTo>
                  <a:pt x="3229" y="99"/>
                  <a:pt x="3235" y="110"/>
                  <a:pt x="3240" y="122"/>
                </a:cubicBezTo>
                <a:cubicBezTo>
                  <a:pt x="3245" y="134"/>
                  <a:pt x="3249" y="146"/>
                  <a:pt x="3251" y="159"/>
                </a:cubicBezTo>
                <a:cubicBezTo>
                  <a:pt x="3254" y="173"/>
                  <a:pt x="3255" y="186"/>
                  <a:pt x="3255" y="199"/>
                </a:cubicBezTo>
                <a:lnTo>
                  <a:pt x="3255" y="1072"/>
                </a:lnTo>
                <a:cubicBezTo>
                  <a:pt x="3255" y="1085"/>
                  <a:pt x="3254" y="1098"/>
                  <a:pt x="3251" y="1111"/>
                </a:cubicBezTo>
                <a:cubicBezTo>
                  <a:pt x="3249" y="1124"/>
                  <a:pt x="3245" y="1136"/>
                  <a:pt x="3240" y="1148"/>
                </a:cubicBezTo>
                <a:cubicBezTo>
                  <a:pt x="3235" y="1160"/>
                  <a:pt x="3229" y="1171"/>
                  <a:pt x="3221" y="1182"/>
                </a:cubicBezTo>
                <a:cubicBezTo>
                  <a:pt x="3214" y="1193"/>
                  <a:pt x="3206" y="1203"/>
                  <a:pt x="3197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6" y="1244"/>
                  <a:pt x="3144" y="1250"/>
                  <a:pt x="3132" y="1255"/>
                </a:cubicBezTo>
                <a:cubicBezTo>
                  <a:pt x="3120" y="1260"/>
                  <a:pt x="3108" y="1264"/>
                  <a:pt x="3095" y="1267"/>
                </a:cubicBezTo>
                <a:cubicBezTo>
                  <a:pt x="3082" y="1269"/>
                  <a:pt x="3069" y="1271"/>
                  <a:pt x="3056" y="1271"/>
                </a:cubicBezTo>
                <a:lnTo>
                  <a:pt x="198" y="1271"/>
                </a:lnTo>
                <a:cubicBezTo>
                  <a:pt x="185" y="1271"/>
                  <a:pt x="172" y="1269"/>
                  <a:pt x="159" y="1267"/>
                </a:cubicBezTo>
                <a:cubicBezTo>
                  <a:pt x="146" y="1264"/>
                  <a:pt x="134" y="1260"/>
                  <a:pt x="122" y="1255"/>
                </a:cubicBezTo>
                <a:cubicBezTo>
                  <a:pt x="110" y="1250"/>
                  <a:pt x="99" y="1244"/>
                  <a:pt x="88" y="1237"/>
                </a:cubicBezTo>
                <a:cubicBezTo>
                  <a:pt x="77" y="1230"/>
                  <a:pt x="67" y="1222"/>
                  <a:pt x="58" y="1212"/>
                </a:cubicBezTo>
                <a:cubicBezTo>
                  <a:pt x="48" y="1203"/>
                  <a:pt x="40" y="1193"/>
                  <a:pt x="33" y="1182"/>
                </a:cubicBezTo>
                <a:cubicBezTo>
                  <a:pt x="26" y="1171"/>
                  <a:pt x="20" y="1160"/>
                  <a:pt x="15" y="1148"/>
                </a:cubicBezTo>
                <a:cubicBezTo>
                  <a:pt x="10" y="1136"/>
                  <a:pt x="6" y="1124"/>
                  <a:pt x="3" y="1111"/>
                </a:cubicBezTo>
                <a:cubicBezTo>
                  <a:pt x="1" y="1098"/>
                  <a:pt x="0" y="1085"/>
                  <a:pt x="0" y="10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7024680" y="2452680"/>
            <a:ext cx="1171800" cy="457560"/>
          </a:xfrm>
          <a:custGeom>
            <a:avLst/>
            <a:gdLst/>
            <a:ahLst/>
            <a:rect l="0" t="0" r="r" b="b"/>
            <a:pathLst>
              <a:path w="3255" h="1271">
                <a:moveTo>
                  <a:pt x="0" y="1072"/>
                </a:moveTo>
                <a:lnTo>
                  <a:pt x="0" y="199"/>
                </a:lnTo>
                <a:cubicBezTo>
                  <a:pt x="0" y="186"/>
                  <a:pt x="1" y="173"/>
                  <a:pt x="3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3056" y="0"/>
                </a:lnTo>
                <a:cubicBezTo>
                  <a:pt x="3069" y="0"/>
                  <a:pt x="3082" y="1"/>
                  <a:pt x="3095" y="3"/>
                </a:cubicBezTo>
                <a:cubicBezTo>
                  <a:pt x="3108" y="6"/>
                  <a:pt x="3120" y="10"/>
                  <a:pt x="3132" y="15"/>
                </a:cubicBezTo>
                <a:cubicBezTo>
                  <a:pt x="3144" y="20"/>
                  <a:pt x="3156" y="26"/>
                  <a:pt x="3167" y="33"/>
                </a:cubicBezTo>
                <a:cubicBezTo>
                  <a:pt x="3178" y="40"/>
                  <a:pt x="3188" y="48"/>
                  <a:pt x="3197" y="58"/>
                </a:cubicBezTo>
                <a:cubicBezTo>
                  <a:pt x="3206" y="67"/>
                  <a:pt x="3214" y="77"/>
                  <a:pt x="3221" y="88"/>
                </a:cubicBezTo>
                <a:cubicBezTo>
                  <a:pt x="3229" y="99"/>
                  <a:pt x="3235" y="110"/>
                  <a:pt x="3240" y="122"/>
                </a:cubicBezTo>
                <a:cubicBezTo>
                  <a:pt x="3245" y="134"/>
                  <a:pt x="3249" y="146"/>
                  <a:pt x="3251" y="159"/>
                </a:cubicBezTo>
                <a:cubicBezTo>
                  <a:pt x="3254" y="173"/>
                  <a:pt x="3255" y="186"/>
                  <a:pt x="3255" y="199"/>
                </a:cubicBezTo>
                <a:lnTo>
                  <a:pt x="3255" y="1072"/>
                </a:lnTo>
                <a:cubicBezTo>
                  <a:pt x="3255" y="1085"/>
                  <a:pt x="3254" y="1098"/>
                  <a:pt x="3251" y="1111"/>
                </a:cubicBezTo>
                <a:cubicBezTo>
                  <a:pt x="3249" y="1124"/>
                  <a:pt x="3245" y="1136"/>
                  <a:pt x="3240" y="1148"/>
                </a:cubicBezTo>
                <a:cubicBezTo>
                  <a:pt x="3235" y="1160"/>
                  <a:pt x="3229" y="1171"/>
                  <a:pt x="3221" y="1182"/>
                </a:cubicBezTo>
                <a:cubicBezTo>
                  <a:pt x="3214" y="1193"/>
                  <a:pt x="3206" y="1203"/>
                  <a:pt x="3197" y="1212"/>
                </a:cubicBezTo>
                <a:cubicBezTo>
                  <a:pt x="3188" y="1222"/>
                  <a:pt x="3178" y="1230"/>
                  <a:pt x="3167" y="1237"/>
                </a:cubicBezTo>
                <a:cubicBezTo>
                  <a:pt x="3156" y="1244"/>
                  <a:pt x="3144" y="1250"/>
                  <a:pt x="3132" y="1255"/>
                </a:cubicBezTo>
                <a:cubicBezTo>
                  <a:pt x="3120" y="1260"/>
                  <a:pt x="3108" y="1264"/>
                  <a:pt x="3095" y="1267"/>
                </a:cubicBezTo>
                <a:cubicBezTo>
                  <a:pt x="3082" y="1269"/>
                  <a:pt x="3069" y="1271"/>
                  <a:pt x="3056" y="1271"/>
                </a:cubicBezTo>
                <a:lnTo>
                  <a:pt x="198" y="1271"/>
                </a:lnTo>
                <a:cubicBezTo>
                  <a:pt x="185" y="1271"/>
                  <a:pt x="172" y="1269"/>
                  <a:pt x="159" y="1267"/>
                </a:cubicBezTo>
                <a:cubicBezTo>
                  <a:pt x="146" y="1264"/>
                  <a:pt x="134" y="1260"/>
                  <a:pt x="122" y="1255"/>
                </a:cubicBezTo>
                <a:cubicBezTo>
                  <a:pt x="110" y="1250"/>
                  <a:pt x="99" y="1244"/>
                  <a:pt x="88" y="1237"/>
                </a:cubicBezTo>
                <a:cubicBezTo>
                  <a:pt x="77" y="1230"/>
                  <a:pt x="67" y="1222"/>
                  <a:pt x="58" y="1212"/>
                </a:cubicBezTo>
                <a:cubicBezTo>
                  <a:pt x="48" y="1203"/>
                  <a:pt x="40" y="1193"/>
                  <a:pt x="33" y="1182"/>
                </a:cubicBezTo>
                <a:cubicBezTo>
                  <a:pt x="26" y="1171"/>
                  <a:pt x="20" y="1160"/>
                  <a:pt x="15" y="1148"/>
                </a:cubicBezTo>
                <a:cubicBezTo>
                  <a:pt x="10" y="1136"/>
                  <a:pt x="6" y="1124"/>
                  <a:pt x="3" y="1111"/>
                </a:cubicBezTo>
                <a:cubicBezTo>
                  <a:pt x="1" y="1098"/>
                  <a:pt x="0" y="1085"/>
                  <a:pt x="0" y="107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202440" y="2526840"/>
            <a:ext cx="38160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17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449840" y="2526840"/>
            <a:ext cx="38160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1a1a2e"/>
                </a:solidFill>
                <a:latin typeface="Arial"/>
                <a:ea typeface="Arial"/>
              </a:rPr>
              <a:t>34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/>
          <p:nvPr/>
        </p:nvSpPr>
        <p:spPr>
          <a:xfrm>
            <a:off x="3114360" y="3409920"/>
            <a:ext cx="267120" cy="9720"/>
          </a:xfrm>
          <a:custGeom>
            <a:avLst/>
            <a:gdLst/>
            <a:ahLst/>
            <a:rect l="0" t="0" r="r" b="b"/>
            <a:pathLst>
              <a:path w="74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10" y="0"/>
                </a:lnTo>
                <a:lnTo>
                  <a:pt x="610" y="27"/>
                </a:lnTo>
                <a:lnTo>
                  <a:pt x="530" y="27"/>
                </a:lnTo>
                <a:lnTo>
                  <a:pt x="530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57200" y="3259800"/>
            <a:ext cx="3845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Public: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vier nieuwe issues: het koppeling-ID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#107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 en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/>
          <p:nvPr/>
        </p:nvSpPr>
        <p:spPr>
          <a:xfrm>
            <a:off x="1742760" y="3638520"/>
            <a:ext cx="276840" cy="9720"/>
          </a:xfrm>
          <a:custGeom>
            <a:avLst/>
            <a:gdLst/>
            <a:ahLst/>
            <a:rect l="0" t="0" r="r" b="b"/>
            <a:pathLst>
              <a:path w="76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8" y="0"/>
                </a:moveTo>
                <a:lnTo>
                  <a:pt x="218" y="0"/>
                </a:lnTo>
                <a:lnTo>
                  <a:pt x="218" y="27"/>
                </a:lnTo>
                <a:lnTo>
                  <a:pt x="138" y="27"/>
                </a:lnTo>
                <a:lnTo>
                  <a:pt x="138" y="0"/>
                </a:lnTo>
                <a:moveTo>
                  <a:pt x="277" y="0"/>
                </a:moveTo>
                <a:lnTo>
                  <a:pt x="356" y="0"/>
                </a:lnTo>
                <a:lnTo>
                  <a:pt x="356" y="27"/>
                </a:lnTo>
                <a:lnTo>
                  <a:pt x="277" y="27"/>
                </a:lnTo>
                <a:lnTo>
                  <a:pt x="277" y="0"/>
                </a:lnTo>
                <a:moveTo>
                  <a:pt x="414" y="0"/>
                </a:moveTo>
                <a:lnTo>
                  <a:pt x="494" y="0"/>
                </a:lnTo>
                <a:lnTo>
                  <a:pt x="494" y="27"/>
                </a:lnTo>
                <a:lnTo>
                  <a:pt x="414" y="27"/>
                </a:lnTo>
                <a:lnTo>
                  <a:pt x="414" y="0"/>
                </a:lnTo>
                <a:moveTo>
                  <a:pt x="552" y="0"/>
                </a:moveTo>
                <a:lnTo>
                  <a:pt x="631" y="0"/>
                </a:lnTo>
                <a:lnTo>
                  <a:pt x="631" y="27"/>
                </a:lnTo>
                <a:lnTo>
                  <a:pt x="552" y="27"/>
                </a:lnTo>
                <a:lnTo>
                  <a:pt x="552" y="0"/>
                </a:lnTo>
                <a:moveTo>
                  <a:pt x="689" y="0"/>
                </a:moveTo>
                <a:lnTo>
                  <a:pt x="769" y="0"/>
                </a:lnTo>
                <a:lnTo>
                  <a:pt x="769" y="27"/>
                </a:lnTo>
                <a:lnTo>
                  <a:pt x="689" y="27"/>
                </a:lnTo>
                <a:lnTo>
                  <a:pt x="68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2085840" y="3638520"/>
            <a:ext cx="276480" cy="9720"/>
          </a:xfrm>
          <a:custGeom>
            <a:avLst/>
            <a:gdLst/>
            <a:ahLst/>
            <a:rect l="0" t="0" r="r" b="b"/>
            <a:pathLst>
              <a:path w="76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5" y="0"/>
                </a:moveTo>
                <a:lnTo>
                  <a:pt x="354" y="0"/>
                </a:lnTo>
                <a:lnTo>
                  <a:pt x="354" y="27"/>
                </a:lnTo>
                <a:lnTo>
                  <a:pt x="275" y="27"/>
                </a:lnTo>
                <a:lnTo>
                  <a:pt x="275" y="0"/>
                </a:lnTo>
                <a:moveTo>
                  <a:pt x="413" y="0"/>
                </a:moveTo>
                <a:lnTo>
                  <a:pt x="492" y="0"/>
                </a:lnTo>
                <a:lnTo>
                  <a:pt x="492" y="27"/>
                </a:lnTo>
                <a:lnTo>
                  <a:pt x="413" y="27"/>
                </a:lnTo>
                <a:lnTo>
                  <a:pt x="413" y="0"/>
                </a:lnTo>
                <a:moveTo>
                  <a:pt x="550" y="0"/>
                </a:moveTo>
                <a:lnTo>
                  <a:pt x="630" y="0"/>
                </a:lnTo>
                <a:lnTo>
                  <a:pt x="630" y="27"/>
                </a:lnTo>
                <a:lnTo>
                  <a:pt x="550" y="27"/>
                </a:lnTo>
                <a:lnTo>
                  <a:pt x="550" y="0"/>
                </a:lnTo>
                <a:moveTo>
                  <a:pt x="688" y="0"/>
                </a:moveTo>
                <a:lnTo>
                  <a:pt x="768" y="0"/>
                </a:lnTo>
                <a:lnTo>
                  <a:pt x="768" y="27"/>
                </a:lnTo>
                <a:lnTo>
                  <a:pt x="688" y="27"/>
                </a:lnTo>
                <a:lnTo>
                  <a:pt x="68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/>
          <p:nvPr/>
        </p:nvSpPr>
        <p:spPr>
          <a:xfrm>
            <a:off x="2428560" y="3638520"/>
            <a:ext cx="276840" cy="9720"/>
          </a:xfrm>
          <a:custGeom>
            <a:avLst/>
            <a:gdLst/>
            <a:ahLst/>
            <a:rect l="0" t="0" r="r" b="b"/>
            <a:pathLst>
              <a:path w="76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8" y="0"/>
                </a:moveTo>
                <a:lnTo>
                  <a:pt x="217" y="0"/>
                </a:lnTo>
                <a:lnTo>
                  <a:pt x="217" y="27"/>
                </a:lnTo>
                <a:lnTo>
                  <a:pt x="138" y="27"/>
                </a:lnTo>
                <a:lnTo>
                  <a:pt x="138" y="0"/>
                </a:lnTo>
                <a:moveTo>
                  <a:pt x="276" y="0"/>
                </a:moveTo>
                <a:lnTo>
                  <a:pt x="355" y="0"/>
                </a:lnTo>
                <a:lnTo>
                  <a:pt x="355" y="27"/>
                </a:lnTo>
                <a:lnTo>
                  <a:pt x="276" y="27"/>
                </a:lnTo>
                <a:lnTo>
                  <a:pt x="276" y="0"/>
                </a:lnTo>
                <a:moveTo>
                  <a:pt x="413" y="0"/>
                </a:moveTo>
                <a:lnTo>
                  <a:pt x="492" y="0"/>
                </a:lnTo>
                <a:lnTo>
                  <a:pt x="492" y="27"/>
                </a:lnTo>
                <a:lnTo>
                  <a:pt x="413" y="27"/>
                </a:lnTo>
                <a:lnTo>
                  <a:pt x="413" y="0"/>
                </a:lnTo>
                <a:moveTo>
                  <a:pt x="552" y="0"/>
                </a:moveTo>
                <a:lnTo>
                  <a:pt x="631" y="0"/>
                </a:lnTo>
                <a:lnTo>
                  <a:pt x="631" y="27"/>
                </a:lnTo>
                <a:lnTo>
                  <a:pt x="552" y="27"/>
                </a:lnTo>
                <a:lnTo>
                  <a:pt x="552" y="0"/>
                </a:lnTo>
                <a:moveTo>
                  <a:pt x="689" y="0"/>
                </a:moveTo>
                <a:lnTo>
                  <a:pt x="769" y="0"/>
                </a:lnTo>
                <a:lnTo>
                  <a:pt x="769" y="27"/>
                </a:lnTo>
                <a:lnTo>
                  <a:pt x="689" y="27"/>
                </a:lnTo>
                <a:lnTo>
                  <a:pt x="68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57200" y="3488400"/>
            <a:ext cx="27453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#106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#108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#109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6314760" y="3409920"/>
            <a:ext cx="390960" cy="9720"/>
          </a:xfrm>
          <a:custGeom>
            <a:avLst/>
            <a:gdLst/>
            <a:ahLst/>
            <a:rect l="0" t="0" r="r" b="b"/>
            <a:pathLst>
              <a:path w="1086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6" y="0"/>
                </a:moveTo>
                <a:lnTo>
                  <a:pt x="205" y="0"/>
                </a:lnTo>
                <a:lnTo>
                  <a:pt x="205" y="27"/>
                </a:lnTo>
                <a:lnTo>
                  <a:pt x="126" y="27"/>
                </a:lnTo>
                <a:lnTo>
                  <a:pt x="126" y="0"/>
                </a:lnTo>
                <a:moveTo>
                  <a:pt x="252" y="0"/>
                </a:moveTo>
                <a:lnTo>
                  <a:pt x="331" y="0"/>
                </a:lnTo>
                <a:lnTo>
                  <a:pt x="331" y="27"/>
                </a:lnTo>
                <a:lnTo>
                  <a:pt x="252" y="27"/>
                </a:lnTo>
                <a:lnTo>
                  <a:pt x="252" y="0"/>
                </a:lnTo>
                <a:moveTo>
                  <a:pt x="378" y="0"/>
                </a:moveTo>
                <a:lnTo>
                  <a:pt x="458" y="0"/>
                </a:lnTo>
                <a:lnTo>
                  <a:pt x="458" y="27"/>
                </a:lnTo>
                <a:lnTo>
                  <a:pt x="378" y="27"/>
                </a:lnTo>
                <a:lnTo>
                  <a:pt x="378" y="0"/>
                </a:lnTo>
                <a:moveTo>
                  <a:pt x="504" y="0"/>
                </a:moveTo>
                <a:lnTo>
                  <a:pt x="583" y="0"/>
                </a:lnTo>
                <a:lnTo>
                  <a:pt x="583" y="27"/>
                </a:lnTo>
                <a:lnTo>
                  <a:pt x="504" y="27"/>
                </a:lnTo>
                <a:lnTo>
                  <a:pt x="504" y="0"/>
                </a:lnTo>
                <a:moveTo>
                  <a:pt x="630" y="0"/>
                </a:moveTo>
                <a:lnTo>
                  <a:pt x="709" y="0"/>
                </a:lnTo>
                <a:lnTo>
                  <a:pt x="709" y="27"/>
                </a:lnTo>
                <a:lnTo>
                  <a:pt x="630" y="27"/>
                </a:lnTo>
                <a:lnTo>
                  <a:pt x="630" y="0"/>
                </a:lnTo>
                <a:moveTo>
                  <a:pt x="755" y="0"/>
                </a:moveTo>
                <a:lnTo>
                  <a:pt x="835" y="0"/>
                </a:lnTo>
                <a:lnTo>
                  <a:pt x="835" y="27"/>
                </a:lnTo>
                <a:lnTo>
                  <a:pt x="755" y="27"/>
                </a:lnTo>
                <a:lnTo>
                  <a:pt x="755" y="0"/>
                </a:lnTo>
                <a:moveTo>
                  <a:pt x="881" y="0"/>
                </a:moveTo>
                <a:lnTo>
                  <a:pt x="960" y="0"/>
                </a:lnTo>
                <a:lnTo>
                  <a:pt x="960" y="27"/>
                </a:lnTo>
                <a:lnTo>
                  <a:pt x="881" y="27"/>
                </a:lnTo>
                <a:lnTo>
                  <a:pt x="881" y="0"/>
                </a:lnTo>
                <a:moveTo>
                  <a:pt x="1007" y="0"/>
                </a:moveTo>
                <a:lnTo>
                  <a:pt x="1086" y="0"/>
                </a:lnTo>
                <a:lnTo>
                  <a:pt x="1086" y="27"/>
                </a:lnTo>
                <a:lnTo>
                  <a:pt x="1007" y="27"/>
                </a:lnTo>
                <a:lnTo>
                  <a:pt x="100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7800840" y="3409920"/>
            <a:ext cx="162360" cy="9720"/>
          </a:xfrm>
          <a:custGeom>
            <a:avLst/>
            <a:gdLst/>
            <a:ahLst/>
            <a:rect l="0" t="0" r="r" b="b"/>
            <a:pathLst>
              <a:path w="451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4" y="0"/>
                </a:moveTo>
                <a:lnTo>
                  <a:pt x="204" y="0"/>
                </a:lnTo>
                <a:lnTo>
                  <a:pt x="204" y="27"/>
                </a:lnTo>
                <a:lnTo>
                  <a:pt x="124" y="27"/>
                </a:lnTo>
                <a:lnTo>
                  <a:pt x="124" y="0"/>
                </a:lnTo>
                <a:moveTo>
                  <a:pt x="248" y="0"/>
                </a:moveTo>
                <a:lnTo>
                  <a:pt x="327" y="0"/>
                </a:lnTo>
                <a:lnTo>
                  <a:pt x="327" y="27"/>
                </a:lnTo>
                <a:lnTo>
                  <a:pt x="248" y="27"/>
                </a:lnTo>
                <a:lnTo>
                  <a:pt x="248" y="0"/>
                </a:lnTo>
                <a:moveTo>
                  <a:pt x="371" y="0"/>
                </a:moveTo>
                <a:lnTo>
                  <a:pt x="451" y="0"/>
                </a:lnTo>
                <a:lnTo>
                  <a:pt x="451" y="27"/>
                </a:lnTo>
                <a:lnTo>
                  <a:pt x="371" y="27"/>
                </a:lnTo>
                <a:lnTo>
                  <a:pt x="37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/>
          <p:nvPr/>
        </p:nvSpPr>
        <p:spPr>
          <a:xfrm>
            <a:off x="4448160" y="3638520"/>
            <a:ext cx="209880" cy="9720"/>
          </a:xfrm>
          <a:custGeom>
            <a:avLst/>
            <a:gdLst/>
            <a:ahLst/>
            <a:rect l="0" t="0" r="r" b="b"/>
            <a:pathLst>
              <a:path w="58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5" y="0"/>
                </a:moveTo>
                <a:lnTo>
                  <a:pt x="206" y="0"/>
                </a:lnTo>
                <a:lnTo>
                  <a:pt x="206" y="27"/>
                </a:lnTo>
                <a:lnTo>
                  <a:pt x="125" y="27"/>
                </a:lnTo>
                <a:lnTo>
                  <a:pt x="125" y="0"/>
                </a:lnTo>
                <a:moveTo>
                  <a:pt x="252" y="0"/>
                </a:moveTo>
                <a:lnTo>
                  <a:pt x="331" y="0"/>
                </a:lnTo>
                <a:lnTo>
                  <a:pt x="331" y="27"/>
                </a:lnTo>
                <a:lnTo>
                  <a:pt x="252" y="27"/>
                </a:lnTo>
                <a:lnTo>
                  <a:pt x="252" y="0"/>
                </a:lnTo>
                <a:moveTo>
                  <a:pt x="378" y="0"/>
                </a:moveTo>
                <a:lnTo>
                  <a:pt x="457" y="0"/>
                </a:lnTo>
                <a:lnTo>
                  <a:pt x="457" y="27"/>
                </a:lnTo>
                <a:lnTo>
                  <a:pt x="378" y="27"/>
                </a:lnTo>
                <a:lnTo>
                  <a:pt x="378" y="0"/>
                </a:lnTo>
                <a:moveTo>
                  <a:pt x="503" y="0"/>
                </a:moveTo>
                <a:lnTo>
                  <a:pt x="583" y="0"/>
                </a:lnTo>
                <a:lnTo>
                  <a:pt x="583" y="27"/>
                </a:lnTo>
                <a:lnTo>
                  <a:pt x="503" y="27"/>
                </a:lnTo>
                <a:lnTo>
                  <a:pt x="50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452120" y="3259800"/>
            <a:ext cx="40240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meta: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de voorbeelduitwerking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252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), FHIR als spiegel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/>
          <p:nvPr/>
        </p:nvSpPr>
        <p:spPr>
          <a:xfrm>
            <a:off x="6991200" y="3638520"/>
            <a:ext cx="400320" cy="9720"/>
          </a:xfrm>
          <a:custGeom>
            <a:avLst/>
            <a:gdLst/>
            <a:ahLst/>
            <a:rect l="0" t="0" r="r" b="b"/>
            <a:pathLst>
              <a:path w="111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0" y="0"/>
                </a:moveTo>
                <a:lnTo>
                  <a:pt x="209" y="0"/>
                </a:lnTo>
                <a:lnTo>
                  <a:pt x="209" y="27"/>
                </a:lnTo>
                <a:lnTo>
                  <a:pt x="130" y="27"/>
                </a:lnTo>
                <a:lnTo>
                  <a:pt x="130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7"/>
                </a:lnTo>
                <a:lnTo>
                  <a:pt x="259" y="27"/>
                </a:lnTo>
                <a:lnTo>
                  <a:pt x="259" y="0"/>
                </a:lnTo>
                <a:moveTo>
                  <a:pt x="388" y="0"/>
                </a:moveTo>
                <a:lnTo>
                  <a:pt x="467" y="0"/>
                </a:lnTo>
                <a:lnTo>
                  <a:pt x="467" y="27"/>
                </a:lnTo>
                <a:lnTo>
                  <a:pt x="388" y="27"/>
                </a:lnTo>
                <a:lnTo>
                  <a:pt x="388" y="0"/>
                </a:lnTo>
                <a:moveTo>
                  <a:pt x="517" y="0"/>
                </a:moveTo>
                <a:lnTo>
                  <a:pt x="596" y="0"/>
                </a:lnTo>
                <a:lnTo>
                  <a:pt x="596" y="27"/>
                </a:lnTo>
                <a:lnTo>
                  <a:pt x="517" y="27"/>
                </a:lnTo>
                <a:lnTo>
                  <a:pt x="517" y="0"/>
                </a:lnTo>
                <a:moveTo>
                  <a:pt x="646" y="0"/>
                </a:moveTo>
                <a:lnTo>
                  <a:pt x="725" y="0"/>
                </a:lnTo>
                <a:lnTo>
                  <a:pt x="725" y="27"/>
                </a:lnTo>
                <a:lnTo>
                  <a:pt x="646" y="27"/>
                </a:lnTo>
                <a:lnTo>
                  <a:pt x="646" y="0"/>
                </a:lnTo>
                <a:moveTo>
                  <a:pt x="775" y="0"/>
                </a:moveTo>
                <a:lnTo>
                  <a:pt x="854" y="0"/>
                </a:lnTo>
                <a:lnTo>
                  <a:pt x="854" y="27"/>
                </a:lnTo>
                <a:lnTo>
                  <a:pt x="775" y="27"/>
                </a:lnTo>
                <a:lnTo>
                  <a:pt x="775" y="0"/>
                </a:lnTo>
                <a:moveTo>
                  <a:pt x="904" y="0"/>
                </a:moveTo>
                <a:lnTo>
                  <a:pt x="983" y="0"/>
                </a:lnTo>
                <a:lnTo>
                  <a:pt x="983" y="27"/>
                </a:lnTo>
                <a:lnTo>
                  <a:pt x="904" y="27"/>
                </a:lnTo>
                <a:lnTo>
                  <a:pt x="904" y="0"/>
                </a:lnTo>
                <a:moveTo>
                  <a:pt x="1033" y="0"/>
                </a:moveTo>
                <a:lnTo>
                  <a:pt x="1112" y="0"/>
                </a:lnTo>
                <a:lnTo>
                  <a:pt x="1112" y="27"/>
                </a:lnTo>
                <a:lnTo>
                  <a:pt x="1033" y="27"/>
                </a:lnTo>
                <a:lnTo>
                  <a:pt x="103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452120" y="3488400"/>
            <a:ext cx="3417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254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 en de update voor de werkgroep OKx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256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57200" y="3972960"/>
            <a:ext cx="9236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Stand van 25 september. Nul gesloten issues: het werk zit in de branches, en de milestone van de voorbeelduitwerking sluit met de acceptatietest van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57200" y="4154040"/>
            <a:ext cx="567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vandaag.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20" name=""/>
          <p:cNvSpPr txBox="1"/>
          <p:nvPr/>
        </p:nvSpPr>
        <p:spPr>
          <a:xfrm>
            <a:off x="439920" y="1044000"/>
            <a:ext cx="3987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Werk per onderwerp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590400" y="19144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1" y="0"/>
                </a:moveTo>
                <a:lnTo>
                  <a:pt x="341" y="0"/>
                </a:lnTo>
                <a:lnTo>
                  <a:pt x="341" y="27"/>
                </a:lnTo>
                <a:lnTo>
                  <a:pt x="261" y="27"/>
                </a:lnTo>
                <a:lnTo>
                  <a:pt x="261" y="0"/>
                </a:lnTo>
                <a:moveTo>
                  <a:pt x="392" y="0"/>
                </a:moveTo>
                <a:lnTo>
                  <a:pt x="472" y="0"/>
                </a:lnTo>
                <a:lnTo>
                  <a:pt x="472" y="27"/>
                </a:lnTo>
                <a:lnTo>
                  <a:pt x="392" y="27"/>
                </a:lnTo>
                <a:lnTo>
                  <a:pt x="392" y="0"/>
                </a:lnTo>
                <a:moveTo>
                  <a:pt x="523" y="0"/>
                </a:moveTo>
                <a:lnTo>
                  <a:pt x="602" y="0"/>
                </a:lnTo>
                <a:lnTo>
                  <a:pt x="602" y="27"/>
                </a:lnTo>
                <a:lnTo>
                  <a:pt x="523" y="27"/>
                </a:lnTo>
                <a:lnTo>
                  <a:pt x="523" y="0"/>
                </a:lnTo>
                <a:moveTo>
                  <a:pt x="654" y="0"/>
                </a:moveTo>
                <a:lnTo>
                  <a:pt x="734" y="0"/>
                </a:lnTo>
                <a:lnTo>
                  <a:pt x="734" y="27"/>
                </a:lnTo>
                <a:lnTo>
                  <a:pt x="654" y="27"/>
                </a:lnTo>
                <a:lnTo>
                  <a:pt x="654" y="0"/>
                </a:lnTo>
                <a:moveTo>
                  <a:pt x="786" y="0"/>
                </a:moveTo>
                <a:lnTo>
                  <a:pt x="865" y="0"/>
                </a:lnTo>
                <a:lnTo>
                  <a:pt x="865" y="27"/>
                </a:lnTo>
                <a:lnTo>
                  <a:pt x="786" y="27"/>
                </a:lnTo>
                <a:lnTo>
                  <a:pt x="786" y="0"/>
                </a:lnTo>
                <a:moveTo>
                  <a:pt x="916" y="0"/>
                </a:moveTo>
                <a:lnTo>
                  <a:pt x="996" y="0"/>
                </a:lnTo>
                <a:lnTo>
                  <a:pt x="996" y="27"/>
                </a:lnTo>
                <a:lnTo>
                  <a:pt x="916" y="27"/>
                </a:lnTo>
                <a:lnTo>
                  <a:pt x="916" y="0"/>
                </a:lnTo>
                <a:moveTo>
                  <a:pt x="1047" y="0"/>
                </a:moveTo>
                <a:lnTo>
                  <a:pt x="1127" y="0"/>
                </a:lnTo>
                <a:lnTo>
                  <a:pt x="1127" y="27"/>
                </a:lnTo>
                <a:lnTo>
                  <a:pt x="1047" y="27"/>
                </a:lnTo>
                <a:lnTo>
                  <a:pt x="1047" y="0"/>
                </a:lnTo>
                <a:moveTo>
                  <a:pt x="1178" y="0"/>
                </a:moveTo>
                <a:lnTo>
                  <a:pt x="1257" y="0"/>
                </a:lnTo>
                <a:lnTo>
                  <a:pt x="1257" y="27"/>
                </a:lnTo>
                <a:lnTo>
                  <a:pt x="1178" y="27"/>
                </a:lnTo>
                <a:lnTo>
                  <a:pt x="1178" y="0"/>
                </a:lnTo>
                <a:moveTo>
                  <a:pt x="1309" y="0"/>
                </a:moveTo>
                <a:lnTo>
                  <a:pt x="1388" y="0"/>
                </a:lnTo>
                <a:lnTo>
                  <a:pt x="1388" y="27"/>
                </a:lnTo>
                <a:lnTo>
                  <a:pt x="1309" y="27"/>
                </a:lnTo>
                <a:lnTo>
                  <a:pt x="1309" y="0"/>
                </a:lnTo>
                <a:moveTo>
                  <a:pt x="1439" y="0"/>
                </a:moveTo>
                <a:lnTo>
                  <a:pt x="1519" y="0"/>
                </a:lnTo>
                <a:lnTo>
                  <a:pt x="1519" y="27"/>
                </a:lnTo>
                <a:lnTo>
                  <a:pt x="1439" y="27"/>
                </a:lnTo>
                <a:lnTo>
                  <a:pt x="1439" y="0"/>
                </a:lnTo>
                <a:moveTo>
                  <a:pt x="1570" y="0"/>
                </a:moveTo>
                <a:lnTo>
                  <a:pt x="1650" y="0"/>
                </a:lnTo>
                <a:lnTo>
                  <a:pt x="1650" y="27"/>
                </a:lnTo>
                <a:lnTo>
                  <a:pt x="1570" y="27"/>
                </a:lnTo>
                <a:lnTo>
                  <a:pt x="1570" y="0"/>
                </a:lnTo>
                <a:moveTo>
                  <a:pt x="1701" y="0"/>
                </a:moveTo>
                <a:lnTo>
                  <a:pt x="1780" y="0"/>
                </a:lnTo>
                <a:lnTo>
                  <a:pt x="1780" y="27"/>
                </a:lnTo>
                <a:lnTo>
                  <a:pt x="1701" y="27"/>
                </a:lnTo>
                <a:lnTo>
                  <a:pt x="1701" y="0"/>
                </a:lnTo>
                <a:moveTo>
                  <a:pt x="1832" y="0"/>
                </a:moveTo>
                <a:lnTo>
                  <a:pt x="1911" y="0"/>
                </a:lnTo>
                <a:lnTo>
                  <a:pt x="1911" y="27"/>
                </a:lnTo>
                <a:lnTo>
                  <a:pt x="1832" y="27"/>
                </a:lnTo>
                <a:lnTo>
                  <a:pt x="1832" y="0"/>
                </a:lnTo>
                <a:moveTo>
                  <a:pt x="1963" y="0"/>
                </a:moveTo>
                <a:lnTo>
                  <a:pt x="2042" y="0"/>
                </a:lnTo>
                <a:lnTo>
                  <a:pt x="2042" y="27"/>
                </a:lnTo>
                <a:lnTo>
                  <a:pt x="1963" y="27"/>
                </a:lnTo>
                <a:lnTo>
                  <a:pt x="1963" y="0"/>
                </a:lnTo>
                <a:moveTo>
                  <a:pt x="2093" y="0"/>
                </a:moveTo>
                <a:lnTo>
                  <a:pt x="2173" y="0"/>
                </a:lnTo>
                <a:lnTo>
                  <a:pt x="2173" y="27"/>
                </a:lnTo>
                <a:lnTo>
                  <a:pt x="2093" y="27"/>
                </a:lnTo>
                <a:lnTo>
                  <a:pt x="2093" y="0"/>
                </a:lnTo>
                <a:moveTo>
                  <a:pt x="2224" y="0"/>
                </a:moveTo>
                <a:lnTo>
                  <a:pt x="2304" y="0"/>
                </a:lnTo>
                <a:lnTo>
                  <a:pt x="2304" y="27"/>
                </a:lnTo>
                <a:lnTo>
                  <a:pt x="2224" y="27"/>
                </a:lnTo>
                <a:lnTo>
                  <a:pt x="2224" y="0"/>
                </a:lnTo>
                <a:moveTo>
                  <a:pt x="2355" y="0"/>
                </a:moveTo>
                <a:lnTo>
                  <a:pt x="2434" y="0"/>
                </a:lnTo>
                <a:lnTo>
                  <a:pt x="2434" y="27"/>
                </a:lnTo>
                <a:lnTo>
                  <a:pt x="2355" y="27"/>
                </a:lnTo>
                <a:lnTo>
                  <a:pt x="2355" y="0"/>
                </a:lnTo>
                <a:moveTo>
                  <a:pt x="2486" y="0"/>
                </a:moveTo>
                <a:lnTo>
                  <a:pt x="2565" y="0"/>
                </a:lnTo>
                <a:lnTo>
                  <a:pt x="2565" y="27"/>
                </a:lnTo>
                <a:lnTo>
                  <a:pt x="2486" y="27"/>
                </a:lnTo>
                <a:lnTo>
                  <a:pt x="2486" y="0"/>
                </a:lnTo>
                <a:moveTo>
                  <a:pt x="2617" y="0"/>
                </a:moveTo>
                <a:lnTo>
                  <a:pt x="2696" y="0"/>
                </a:lnTo>
                <a:lnTo>
                  <a:pt x="2696" y="27"/>
                </a:lnTo>
                <a:lnTo>
                  <a:pt x="2617" y="27"/>
                </a:lnTo>
                <a:lnTo>
                  <a:pt x="2617" y="0"/>
                </a:lnTo>
                <a:moveTo>
                  <a:pt x="2747" y="0"/>
                </a:moveTo>
                <a:lnTo>
                  <a:pt x="2827" y="0"/>
                </a:lnTo>
                <a:lnTo>
                  <a:pt x="2827" y="27"/>
                </a:lnTo>
                <a:lnTo>
                  <a:pt x="2747" y="27"/>
                </a:lnTo>
                <a:lnTo>
                  <a:pt x="2747" y="0"/>
                </a:lnTo>
                <a:moveTo>
                  <a:pt x="2878" y="0"/>
                </a:moveTo>
                <a:lnTo>
                  <a:pt x="2957" y="0"/>
                </a:lnTo>
                <a:lnTo>
                  <a:pt x="2957" y="27"/>
                </a:lnTo>
                <a:lnTo>
                  <a:pt x="2878" y="27"/>
                </a:lnTo>
                <a:lnTo>
                  <a:pt x="2878" y="0"/>
                </a:lnTo>
                <a:moveTo>
                  <a:pt x="3009" y="0"/>
                </a:moveTo>
                <a:lnTo>
                  <a:pt x="3088" y="0"/>
                </a:lnTo>
                <a:lnTo>
                  <a:pt x="3088" y="27"/>
                </a:lnTo>
                <a:lnTo>
                  <a:pt x="3009" y="27"/>
                </a:lnTo>
                <a:lnTo>
                  <a:pt x="3009" y="0"/>
                </a:lnTo>
                <a:moveTo>
                  <a:pt x="3140" y="0"/>
                </a:moveTo>
                <a:lnTo>
                  <a:pt x="3219" y="0"/>
                </a:lnTo>
                <a:lnTo>
                  <a:pt x="3219" y="27"/>
                </a:lnTo>
                <a:lnTo>
                  <a:pt x="3140" y="27"/>
                </a:lnTo>
                <a:lnTo>
                  <a:pt x="3140" y="0"/>
                </a:lnTo>
                <a:moveTo>
                  <a:pt x="3270" y="0"/>
                </a:moveTo>
                <a:lnTo>
                  <a:pt x="3350" y="0"/>
                </a:lnTo>
                <a:lnTo>
                  <a:pt x="3350" y="27"/>
                </a:lnTo>
                <a:lnTo>
                  <a:pt x="3270" y="27"/>
                </a:lnTo>
                <a:lnTo>
                  <a:pt x="3270" y="0"/>
                </a:lnTo>
                <a:moveTo>
                  <a:pt x="3401" y="0"/>
                </a:moveTo>
                <a:lnTo>
                  <a:pt x="3481" y="0"/>
                </a:lnTo>
                <a:lnTo>
                  <a:pt x="3481" y="27"/>
                </a:lnTo>
                <a:lnTo>
                  <a:pt x="3401" y="27"/>
                </a:lnTo>
                <a:lnTo>
                  <a:pt x="3401" y="0"/>
                </a:lnTo>
                <a:moveTo>
                  <a:pt x="3532" y="0"/>
                </a:moveTo>
                <a:lnTo>
                  <a:pt x="3611" y="0"/>
                </a:lnTo>
                <a:lnTo>
                  <a:pt x="3611" y="27"/>
                </a:lnTo>
                <a:lnTo>
                  <a:pt x="3532" y="27"/>
                </a:lnTo>
                <a:lnTo>
                  <a:pt x="3532" y="0"/>
                </a:lnTo>
                <a:moveTo>
                  <a:pt x="3663" y="0"/>
                </a:moveTo>
                <a:lnTo>
                  <a:pt x="3742" y="0"/>
                </a:lnTo>
                <a:lnTo>
                  <a:pt x="3742" y="27"/>
                </a:lnTo>
                <a:lnTo>
                  <a:pt x="3663" y="27"/>
                </a:lnTo>
                <a:lnTo>
                  <a:pt x="3663" y="0"/>
                </a:lnTo>
                <a:moveTo>
                  <a:pt x="3794" y="0"/>
                </a:moveTo>
                <a:lnTo>
                  <a:pt x="3873" y="0"/>
                </a:lnTo>
                <a:lnTo>
                  <a:pt x="3873" y="27"/>
                </a:lnTo>
                <a:lnTo>
                  <a:pt x="3794" y="27"/>
                </a:lnTo>
                <a:lnTo>
                  <a:pt x="3794" y="0"/>
                </a:lnTo>
                <a:moveTo>
                  <a:pt x="3924" y="0"/>
                </a:moveTo>
                <a:lnTo>
                  <a:pt x="4004" y="0"/>
                </a:lnTo>
                <a:lnTo>
                  <a:pt x="4004" y="27"/>
                </a:lnTo>
                <a:lnTo>
                  <a:pt x="3924" y="27"/>
                </a:lnTo>
                <a:lnTo>
                  <a:pt x="3924" y="0"/>
                </a:lnTo>
                <a:moveTo>
                  <a:pt x="4055" y="0"/>
                </a:moveTo>
                <a:lnTo>
                  <a:pt x="4134" y="0"/>
                </a:lnTo>
                <a:lnTo>
                  <a:pt x="4134" y="27"/>
                </a:lnTo>
                <a:lnTo>
                  <a:pt x="4055" y="27"/>
                </a:lnTo>
                <a:lnTo>
                  <a:pt x="4055" y="0"/>
                </a:lnTo>
                <a:moveTo>
                  <a:pt x="4186" y="0"/>
                </a:moveTo>
                <a:lnTo>
                  <a:pt x="4265" y="0"/>
                </a:lnTo>
                <a:lnTo>
                  <a:pt x="4265" y="27"/>
                </a:lnTo>
                <a:lnTo>
                  <a:pt x="4186" y="27"/>
                </a:lnTo>
                <a:lnTo>
                  <a:pt x="4186" y="0"/>
                </a:lnTo>
                <a:moveTo>
                  <a:pt x="4317" y="0"/>
                </a:moveTo>
                <a:lnTo>
                  <a:pt x="4396" y="0"/>
                </a:lnTo>
                <a:lnTo>
                  <a:pt x="4396" y="27"/>
                </a:lnTo>
                <a:lnTo>
                  <a:pt x="4317" y="27"/>
                </a:lnTo>
                <a:lnTo>
                  <a:pt x="4317" y="0"/>
                </a:lnTo>
                <a:moveTo>
                  <a:pt x="4447" y="0"/>
                </a:moveTo>
                <a:lnTo>
                  <a:pt x="4527" y="0"/>
                </a:lnTo>
                <a:lnTo>
                  <a:pt x="4527" y="27"/>
                </a:lnTo>
                <a:lnTo>
                  <a:pt x="4447" y="27"/>
                </a:lnTo>
                <a:lnTo>
                  <a:pt x="4447" y="0"/>
                </a:lnTo>
                <a:moveTo>
                  <a:pt x="4578" y="0"/>
                </a:moveTo>
                <a:lnTo>
                  <a:pt x="4658" y="0"/>
                </a:lnTo>
                <a:lnTo>
                  <a:pt x="4658" y="27"/>
                </a:lnTo>
                <a:lnTo>
                  <a:pt x="4578" y="27"/>
                </a:lnTo>
                <a:lnTo>
                  <a:pt x="4578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57200" y="1770120"/>
            <a:ext cx="19818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 Jochem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/>
          <p:nvPr/>
        </p:nvSpPr>
        <p:spPr>
          <a:xfrm>
            <a:off x="3628800" y="1742760"/>
            <a:ext cx="1781640" cy="191160"/>
          </a:xfrm>
          <a:custGeom>
            <a:avLst/>
            <a:gdLst/>
            <a:ahLst/>
            <a:rect l="0" t="0" r="r" b="b"/>
            <a:pathLst>
              <a:path w="4949" h="531">
                <a:moveTo>
                  <a:pt x="0" y="0"/>
                </a:moveTo>
                <a:lnTo>
                  <a:pt x="4949" y="0"/>
                </a:lnTo>
                <a:lnTo>
                  <a:pt x="4949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299680" y="1787040"/>
            <a:ext cx="27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meta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5490000" y="1756440"/>
            <a:ext cx="164160" cy="163800"/>
          </a:xfrm>
          <a:custGeom>
            <a:avLst/>
            <a:gdLst/>
            <a:ahLst/>
            <a:rect l="0" t="0" r="r" b="b"/>
            <a:pathLst>
              <a:path w="456" h="455">
                <a:moveTo>
                  <a:pt x="456" y="227"/>
                </a:moveTo>
                <a:cubicBezTo>
                  <a:pt x="456" y="242"/>
                  <a:pt x="454" y="257"/>
                  <a:pt x="452" y="271"/>
                </a:cubicBezTo>
                <a:cubicBezTo>
                  <a:pt x="449" y="286"/>
                  <a:pt x="444" y="300"/>
                  <a:pt x="439" y="314"/>
                </a:cubicBezTo>
                <a:cubicBezTo>
                  <a:pt x="433" y="328"/>
                  <a:pt x="426" y="341"/>
                  <a:pt x="418" y="354"/>
                </a:cubicBezTo>
                <a:cubicBezTo>
                  <a:pt x="408" y="367"/>
                  <a:pt x="399" y="378"/>
                  <a:pt x="388" y="389"/>
                </a:cubicBezTo>
                <a:cubicBezTo>
                  <a:pt x="378" y="399"/>
                  <a:pt x="366" y="409"/>
                  <a:pt x="354" y="417"/>
                </a:cubicBezTo>
                <a:cubicBezTo>
                  <a:pt x="341" y="425"/>
                  <a:pt x="328" y="432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7" y="454"/>
                  <a:pt x="243" y="455"/>
                  <a:pt x="228" y="455"/>
                </a:cubicBezTo>
                <a:cubicBezTo>
                  <a:pt x="213" y="455"/>
                  <a:pt x="198" y="454"/>
                  <a:pt x="183" y="451"/>
                </a:cubicBezTo>
                <a:cubicBezTo>
                  <a:pt x="169" y="448"/>
                  <a:pt x="154" y="444"/>
                  <a:pt x="141" y="438"/>
                </a:cubicBezTo>
                <a:cubicBezTo>
                  <a:pt x="127" y="432"/>
                  <a:pt x="114" y="425"/>
                  <a:pt x="101" y="417"/>
                </a:cubicBezTo>
                <a:cubicBezTo>
                  <a:pt x="89" y="409"/>
                  <a:pt x="77" y="399"/>
                  <a:pt x="67" y="389"/>
                </a:cubicBezTo>
                <a:cubicBezTo>
                  <a:pt x="56" y="378"/>
                  <a:pt x="47" y="367"/>
                  <a:pt x="39" y="354"/>
                </a:cubicBezTo>
                <a:cubicBezTo>
                  <a:pt x="30" y="341"/>
                  <a:pt x="23" y="328"/>
                  <a:pt x="18" y="314"/>
                </a:cubicBezTo>
                <a:cubicBezTo>
                  <a:pt x="12" y="300"/>
                  <a:pt x="8" y="286"/>
                  <a:pt x="5" y="271"/>
                </a:cubicBezTo>
                <a:cubicBezTo>
                  <a:pt x="2" y="257"/>
                  <a:pt x="0" y="242"/>
                  <a:pt x="0" y="227"/>
                </a:cubicBezTo>
                <a:cubicBezTo>
                  <a:pt x="0" y="212"/>
                  <a:pt x="2" y="197"/>
                  <a:pt x="5" y="183"/>
                </a:cubicBezTo>
                <a:cubicBezTo>
                  <a:pt x="8" y="168"/>
                  <a:pt x="12" y="154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6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4" y="11"/>
                  <a:pt x="169" y="7"/>
                  <a:pt x="183" y="4"/>
                </a:cubicBezTo>
                <a:cubicBezTo>
                  <a:pt x="198" y="1"/>
                  <a:pt x="213" y="0"/>
                  <a:pt x="228" y="0"/>
                </a:cubicBezTo>
                <a:cubicBezTo>
                  <a:pt x="243" y="0"/>
                  <a:pt x="257" y="1"/>
                  <a:pt x="272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8" y="23"/>
                  <a:pt x="341" y="30"/>
                  <a:pt x="354" y="38"/>
                </a:cubicBezTo>
                <a:cubicBezTo>
                  <a:pt x="366" y="46"/>
                  <a:pt x="378" y="56"/>
                  <a:pt x="388" y="66"/>
                </a:cubicBezTo>
                <a:cubicBezTo>
                  <a:pt x="399" y="77"/>
                  <a:pt x="408" y="88"/>
                  <a:pt x="418" y="101"/>
                </a:cubicBezTo>
                <a:cubicBezTo>
                  <a:pt x="426" y="113"/>
                  <a:pt x="433" y="126"/>
                  <a:pt x="439" y="140"/>
                </a:cubicBezTo>
                <a:cubicBezTo>
                  <a:pt x="444" y="154"/>
                  <a:pt x="449" y="168"/>
                  <a:pt x="452" y="183"/>
                </a:cubicBezTo>
                <a:cubicBezTo>
                  <a:pt x="454" y="197"/>
                  <a:pt x="456" y="212"/>
                  <a:pt x="456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5529240" y="178740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4"/>
                </a:moveTo>
                <a:cubicBezTo>
                  <a:pt x="87" y="49"/>
                  <a:pt x="86" y="55"/>
                  <a:pt x="84" y="60"/>
                </a:cubicBezTo>
                <a:cubicBezTo>
                  <a:pt x="82" y="65"/>
                  <a:pt x="79" y="71"/>
                  <a:pt x="73" y="75"/>
                </a:cubicBezTo>
                <a:cubicBezTo>
                  <a:pt x="69" y="79"/>
                  <a:pt x="65" y="82"/>
                  <a:pt x="59" y="85"/>
                </a:cubicBezTo>
                <a:cubicBezTo>
                  <a:pt x="54" y="87"/>
                  <a:pt x="49" y="88"/>
                  <a:pt x="43" y="88"/>
                </a:cubicBezTo>
                <a:cubicBezTo>
                  <a:pt x="37" y="88"/>
                  <a:pt x="32" y="87"/>
                  <a:pt x="26" y="85"/>
                </a:cubicBezTo>
                <a:cubicBezTo>
                  <a:pt x="21" y="82"/>
                  <a:pt x="16" y="79"/>
                  <a:pt x="12" y="75"/>
                </a:cubicBezTo>
                <a:cubicBezTo>
                  <a:pt x="8" y="71"/>
                  <a:pt x="5" y="65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6" y="9"/>
                  <a:pt x="21" y="6"/>
                  <a:pt x="26" y="4"/>
                </a:cubicBezTo>
                <a:cubicBezTo>
                  <a:pt x="32" y="1"/>
                  <a:pt x="37" y="0"/>
                  <a:pt x="43" y="0"/>
                </a:cubicBezTo>
                <a:cubicBezTo>
                  <a:pt x="49" y="0"/>
                  <a:pt x="54" y="1"/>
                  <a:pt x="59" y="4"/>
                </a:cubicBezTo>
                <a:cubicBezTo>
                  <a:pt x="65" y="6"/>
                  <a:pt x="69" y="9"/>
                  <a:pt x="73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5529240" y="185760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4"/>
                </a:moveTo>
                <a:cubicBezTo>
                  <a:pt x="87" y="50"/>
                  <a:pt x="86" y="56"/>
                  <a:pt x="84" y="61"/>
                </a:cubicBezTo>
                <a:cubicBezTo>
                  <a:pt x="82" y="66"/>
                  <a:pt x="79" y="71"/>
                  <a:pt x="73" y="75"/>
                </a:cubicBezTo>
                <a:cubicBezTo>
                  <a:pt x="69" y="79"/>
                  <a:pt x="65" y="82"/>
                  <a:pt x="59" y="84"/>
                </a:cubicBezTo>
                <a:cubicBezTo>
                  <a:pt x="54" y="87"/>
                  <a:pt x="49" y="88"/>
                  <a:pt x="43" y="88"/>
                </a:cubicBezTo>
                <a:cubicBezTo>
                  <a:pt x="37" y="88"/>
                  <a:pt x="32" y="87"/>
                  <a:pt x="26" y="84"/>
                </a:cubicBezTo>
                <a:cubicBezTo>
                  <a:pt x="21" y="82"/>
                  <a:pt x="16" y="79"/>
                  <a:pt x="12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6" y="9"/>
                  <a:pt x="21" y="6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49" y="0"/>
                  <a:pt x="54" y="1"/>
                  <a:pt x="59" y="3"/>
                </a:cubicBezTo>
                <a:cubicBezTo>
                  <a:pt x="65" y="6"/>
                  <a:pt x="69" y="9"/>
                  <a:pt x="73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5587560" y="185760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50"/>
                  <a:pt x="86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5" y="87"/>
                  <a:pt x="50" y="88"/>
                  <a:pt x="44" y="88"/>
                </a:cubicBezTo>
                <a:cubicBezTo>
                  <a:pt x="38" y="88"/>
                  <a:pt x="33" y="87"/>
                  <a:pt x="28" y="84"/>
                </a:cubicBezTo>
                <a:cubicBezTo>
                  <a:pt x="22" y="82"/>
                  <a:pt x="18" y="79"/>
                  <a:pt x="14" y="75"/>
                </a:cubicBezTo>
                <a:cubicBezTo>
                  <a:pt x="10" y="71"/>
                  <a:pt x="6" y="66"/>
                  <a:pt x="4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2"/>
                  <a:pt x="4" y="27"/>
                </a:cubicBezTo>
                <a:cubicBezTo>
                  <a:pt x="6" y="22"/>
                  <a:pt x="10" y="17"/>
                  <a:pt x="14" y="13"/>
                </a:cubicBezTo>
                <a:cubicBezTo>
                  <a:pt x="18" y="9"/>
                  <a:pt x="22" y="6"/>
                  <a:pt x="28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5544720" y="181872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5568120" y="1814760"/>
            <a:ext cx="35280" cy="43200"/>
          </a:xfrm>
          <a:custGeom>
            <a:avLst/>
            <a:gdLst/>
            <a:ahLst/>
            <a:rect l="0" t="0" r="r" b="b"/>
            <a:pathLst>
              <a:path fill="none" w="98" h="120">
                <a:moveTo>
                  <a:pt x="98" y="120"/>
                </a:moveTo>
                <a:lnTo>
                  <a:pt x="98" y="55"/>
                </a:lnTo>
                <a:cubicBezTo>
                  <a:pt x="98" y="48"/>
                  <a:pt x="97" y="41"/>
                  <a:pt x="94" y="34"/>
                </a:cubicBezTo>
                <a:cubicBezTo>
                  <a:pt x="91" y="28"/>
                  <a:pt x="87" y="22"/>
                  <a:pt x="82" y="16"/>
                </a:cubicBezTo>
                <a:cubicBezTo>
                  <a:pt x="77" y="11"/>
                  <a:pt x="71" y="7"/>
                  <a:pt x="65" y="4"/>
                </a:cubicBezTo>
                <a:cubicBezTo>
                  <a:pt x="58" y="1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/>
          <p:nvPr/>
        </p:nvSpPr>
        <p:spPr>
          <a:xfrm>
            <a:off x="5695920" y="1914480"/>
            <a:ext cx="324000" cy="9720"/>
          </a:xfrm>
          <a:custGeom>
            <a:avLst/>
            <a:gdLst/>
            <a:ahLst/>
            <a:rect l="0" t="0" r="r" b="b"/>
            <a:pathLst>
              <a:path w="900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6" y="0"/>
                </a:moveTo>
                <a:lnTo>
                  <a:pt x="216" y="0"/>
                </a:lnTo>
                <a:lnTo>
                  <a:pt x="216" y="27"/>
                </a:lnTo>
                <a:lnTo>
                  <a:pt x="136" y="27"/>
                </a:lnTo>
                <a:lnTo>
                  <a:pt x="136" y="0"/>
                </a:lnTo>
                <a:moveTo>
                  <a:pt x="273" y="0"/>
                </a:moveTo>
                <a:lnTo>
                  <a:pt x="352" y="0"/>
                </a:lnTo>
                <a:lnTo>
                  <a:pt x="352" y="27"/>
                </a:lnTo>
                <a:lnTo>
                  <a:pt x="273" y="27"/>
                </a:lnTo>
                <a:lnTo>
                  <a:pt x="273" y="0"/>
                </a:lnTo>
                <a:moveTo>
                  <a:pt x="410" y="0"/>
                </a:moveTo>
                <a:lnTo>
                  <a:pt x="489" y="0"/>
                </a:lnTo>
                <a:lnTo>
                  <a:pt x="489" y="27"/>
                </a:lnTo>
                <a:lnTo>
                  <a:pt x="410" y="27"/>
                </a:lnTo>
                <a:lnTo>
                  <a:pt x="410" y="0"/>
                </a:lnTo>
                <a:moveTo>
                  <a:pt x="546" y="0"/>
                </a:moveTo>
                <a:lnTo>
                  <a:pt x="626" y="0"/>
                </a:lnTo>
                <a:lnTo>
                  <a:pt x="626" y="27"/>
                </a:lnTo>
                <a:lnTo>
                  <a:pt x="546" y="27"/>
                </a:lnTo>
                <a:lnTo>
                  <a:pt x="546" y="0"/>
                </a:lnTo>
                <a:moveTo>
                  <a:pt x="683" y="0"/>
                </a:moveTo>
                <a:lnTo>
                  <a:pt x="762" y="0"/>
                </a:lnTo>
                <a:lnTo>
                  <a:pt x="762" y="27"/>
                </a:lnTo>
                <a:lnTo>
                  <a:pt x="683" y="27"/>
                </a:lnTo>
                <a:lnTo>
                  <a:pt x="683" y="0"/>
                </a:lnTo>
                <a:moveTo>
                  <a:pt x="821" y="0"/>
                </a:moveTo>
                <a:lnTo>
                  <a:pt x="900" y="0"/>
                </a:lnTo>
                <a:lnTo>
                  <a:pt x="900" y="27"/>
                </a:lnTo>
                <a:lnTo>
                  <a:pt x="821" y="27"/>
                </a:lnTo>
                <a:lnTo>
                  <a:pt x="8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4470840" y="178416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695920" y="177444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252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/>
          <p:nvPr/>
        </p:nvSpPr>
        <p:spPr>
          <a:xfrm>
            <a:off x="590400" y="217152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1" y="0"/>
                </a:moveTo>
                <a:lnTo>
                  <a:pt x="341" y="0"/>
                </a:lnTo>
                <a:lnTo>
                  <a:pt x="341" y="27"/>
                </a:lnTo>
                <a:lnTo>
                  <a:pt x="261" y="27"/>
                </a:lnTo>
                <a:lnTo>
                  <a:pt x="261" y="0"/>
                </a:lnTo>
                <a:moveTo>
                  <a:pt x="392" y="0"/>
                </a:moveTo>
                <a:lnTo>
                  <a:pt x="472" y="0"/>
                </a:lnTo>
                <a:lnTo>
                  <a:pt x="472" y="27"/>
                </a:lnTo>
                <a:lnTo>
                  <a:pt x="392" y="27"/>
                </a:lnTo>
                <a:lnTo>
                  <a:pt x="392" y="0"/>
                </a:lnTo>
                <a:moveTo>
                  <a:pt x="523" y="0"/>
                </a:moveTo>
                <a:lnTo>
                  <a:pt x="602" y="0"/>
                </a:lnTo>
                <a:lnTo>
                  <a:pt x="602" y="27"/>
                </a:lnTo>
                <a:lnTo>
                  <a:pt x="523" y="27"/>
                </a:lnTo>
                <a:lnTo>
                  <a:pt x="523" y="0"/>
                </a:lnTo>
                <a:moveTo>
                  <a:pt x="654" y="0"/>
                </a:moveTo>
                <a:lnTo>
                  <a:pt x="734" y="0"/>
                </a:lnTo>
                <a:lnTo>
                  <a:pt x="734" y="27"/>
                </a:lnTo>
                <a:lnTo>
                  <a:pt x="654" y="27"/>
                </a:lnTo>
                <a:lnTo>
                  <a:pt x="654" y="0"/>
                </a:lnTo>
                <a:moveTo>
                  <a:pt x="786" y="0"/>
                </a:moveTo>
                <a:lnTo>
                  <a:pt x="865" y="0"/>
                </a:lnTo>
                <a:lnTo>
                  <a:pt x="865" y="27"/>
                </a:lnTo>
                <a:lnTo>
                  <a:pt x="786" y="27"/>
                </a:lnTo>
                <a:lnTo>
                  <a:pt x="786" y="0"/>
                </a:lnTo>
                <a:moveTo>
                  <a:pt x="916" y="0"/>
                </a:moveTo>
                <a:lnTo>
                  <a:pt x="996" y="0"/>
                </a:lnTo>
                <a:lnTo>
                  <a:pt x="996" y="27"/>
                </a:lnTo>
                <a:lnTo>
                  <a:pt x="916" y="27"/>
                </a:lnTo>
                <a:lnTo>
                  <a:pt x="916" y="0"/>
                </a:lnTo>
                <a:moveTo>
                  <a:pt x="1047" y="0"/>
                </a:moveTo>
                <a:lnTo>
                  <a:pt x="1127" y="0"/>
                </a:lnTo>
                <a:lnTo>
                  <a:pt x="1127" y="27"/>
                </a:lnTo>
                <a:lnTo>
                  <a:pt x="1047" y="27"/>
                </a:lnTo>
                <a:lnTo>
                  <a:pt x="1047" y="0"/>
                </a:lnTo>
                <a:moveTo>
                  <a:pt x="1178" y="0"/>
                </a:moveTo>
                <a:lnTo>
                  <a:pt x="1257" y="0"/>
                </a:lnTo>
                <a:lnTo>
                  <a:pt x="1257" y="27"/>
                </a:lnTo>
                <a:lnTo>
                  <a:pt x="1178" y="27"/>
                </a:lnTo>
                <a:lnTo>
                  <a:pt x="1178" y="0"/>
                </a:lnTo>
                <a:moveTo>
                  <a:pt x="1309" y="0"/>
                </a:moveTo>
                <a:lnTo>
                  <a:pt x="1388" y="0"/>
                </a:lnTo>
                <a:lnTo>
                  <a:pt x="1388" y="27"/>
                </a:lnTo>
                <a:lnTo>
                  <a:pt x="1309" y="27"/>
                </a:lnTo>
                <a:lnTo>
                  <a:pt x="1309" y="0"/>
                </a:lnTo>
                <a:moveTo>
                  <a:pt x="1439" y="0"/>
                </a:moveTo>
                <a:lnTo>
                  <a:pt x="1519" y="0"/>
                </a:lnTo>
                <a:lnTo>
                  <a:pt x="1519" y="27"/>
                </a:lnTo>
                <a:lnTo>
                  <a:pt x="1439" y="27"/>
                </a:lnTo>
                <a:lnTo>
                  <a:pt x="1439" y="0"/>
                </a:lnTo>
                <a:moveTo>
                  <a:pt x="1570" y="0"/>
                </a:moveTo>
                <a:lnTo>
                  <a:pt x="1650" y="0"/>
                </a:lnTo>
                <a:lnTo>
                  <a:pt x="1650" y="27"/>
                </a:lnTo>
                <a:lnTo>
                  <a:pt x="1570" y="27"/>
                </a:lnTo>
                <a:lnTo>
                  <a:pt x="1570" y="0"/>
                </a:lnTo>
                <a:moveTo>
                  <a:pt x="1701" y="0"/>
                </a:moveTo>
                <a:lnTo>
                  <a:pt x="1780" y="0"/>
                </a:lnTo>
                <a:lnTo>
                  <a:pt x="1780" y="27"/>
                </a:lnTo>
                <a:lnTo>
                  <a:pt x="1701" y="27"/>
                </a:lnTo>
                <a:lnTo>
                  <a:pt x="1701" y="0"/>
                </a:lnTo>
                <a:moveTo>
                  <a:pt x="1832" y="0"/>
                </a:moveTo>
                <a:lnTo>
                  <a:pt x="1911" y="0"/>
                </a:lnTo>
                <a:lnTo>
                  <a:pt x="1911" y="27"/>
                </a:lnTo>
                <a:lnTo>
                  <a:pt x="1832" y="27"/>
                </a:lnTo>
                <a:lnTo>
                  <a:pt x="1832" y="0"/>
                </a:lnTo>
                <a:moveTo>
                  <a:pt x="1963" y="0"/>
                </a:moveTo>
                <a:lnTo>
                  <a:pt x="2042" y="0"/>
                </a:lnTo>
                <a:lnTo>
                  <a:pt x="2042" y="27"/>
                </a:lnTo>
                <a:lnTo>
                  <a:pt x="1963" y="27"/>
                </a:lnTo>
                <a:lnTo>
                  <a:pt x="1963" y="0"/>
                </a:lnTo>
                <a:moveTo>
                  <a:pt x="2093" y="0"/>
                </a:moveTo>
                <a:lnTo>
                  <a:pt x="2173" y="0"/>
                </a:lnTo>
                <a:lnTo>
                  <a:pt x="2173" y="27"/>
                </a:lnTo>
                <a:lnTo>
                  <a:pt x="2093" y="27"/>
                </a:lnTo>
                <a:lnTo>
                  <a:pt x="2093" y="0"/>
                </a:lnTo>
                <a:moveTo>
                  <a:pt x="2224" y="0"/>
                </a:moveTo>
                <a:lnTo>
                  <a:pt x="2304" y="0"/>
                </a:lnTo>
                <a:lnTo>
                  <a:pt x="2304" y="27"/>
                </a:lnTo>
                <a:lnTo>
                  <a:pt x="2224" y="27"/>
                </a:lnTo>
                <a:lnTo>
                  <a:pt x="2224" y="0"/>
                </a:lnTo>
                <a:moveTo>
                  <a:pt x="2355" y="0"/>
                </a:moveTo>
                <a:lnTo>
                  <a:pt x="2434" y="0"/>
                </a:lnTo>
                <a:lnTo>
                  <a:pt x="2434" y="27"/>
                </a:lnTo>
                <a:lnTo>
                  <a:pt x="2355" y="27"/>
                </a:lnTo>
                <a:lnTo>
                  <a:pt x="2355" y="0"/>
                </a:lnTo>
                <a:moveTo>
                  <a:pt x="2486" y="0"/>
                </a:moveTo>
                <a:lnTo>
                  <a:pt x="2565" y="0"/>
                </a:lnTo>
                <a:lnTo>
                  <a:pt x="2565" y="27"/>
                </a:lnTo>
                <a:lnTo>
                  <a:pt x="2486" y="27"/>
                </a:lnTo>
                <a:lnTo>
                  <a:pt x="2486" y="0"/>
                </a:lnTo>
                <a:moveTo>
                  <a:pt x="2617" y="0"/>
                </a:moveTo>
                <a:lnTo>
                  <a:pt x="2696" y="0"/>
                </a:lnTo>
                <a:lnTo>
                  <a:pt x="2696" y="27"/>
                </a:lnTo>
                <a:lnTo>
                  <a:pt x="2617" y="27"/>
                </a:lnTo>
                <a:lnTo>
                  <a:pt x="2617" y="0"/>
                </a:lnTo>
                <a:moveTo>
                  <a:pt x="2747" y="0"/>
                </a:moveTo>
                <a:lnTo>
                  <a:pt x="2827" y="0"/>
                </a:lnTo>
                <a:lnTo>
                  <a:pt x="2827" y="27"/>
                </a:lnTo>
                <a:lnTo>
                  <a:pt x="2747" y="27"/>
                </a:lnTo>
                <a:lnTo>
                  <a:pt x="2747" y="0"/>
                </a:lnTo>
                <a:moveTo>
                  <a:pt x="2878" y="0"/>
                </a:moveTo>
                <a:lnTo>
                  <a:pt x="2957" y="0"/>
                </a:lnTo>
                <a:lnTo>
                  <a:pt x="2957" y="27"/>
                </a:lnTo>
                <a:lnTo>
                  <a:pt x="2878" y="27"/>
                </a:lnTo>
                <a:lnTo>
                  <a:pt x="2878" y="0"/>
                </a:lnTo>
                <a:moveTo>
                  <a:pt x="3009" y="0"/>
                </a:moveTo>
                <a:lnTo>
                  <a:pt x="3088" y="0"/>
                </a:lnTo>
                <a:lnTo>
                  <a:pt x="3088" y="27"/>
                </a:lnTo>
                <a:lnTo>
                  <a:pt x="3009" y="27"/>
                </a:lnTo>
                <a:lnTo>
                  <a:pt x="3009" y="0"/>
                </a:lnTo>
                <a:moveTo>
                  <a:pt x="3140" y="0"/>
                </a:moveTo>
                <a:lnTo>
                  <a:pt x="3219" y="0"/>
                </a:lnTo>
                <a:lnTo>
                  <a:pt x="3219" y="27"/>
                </a:lnTo>
                <a:lnTo>
                  <a:pt x="3140" y="27"/>
                </a:lnTo>
                <a:lnTo>
                  <a:pt x="3140" y="0"/>
                </a:lnTo>
                <a:moveTo>
                  <a:pt x="3270" y="0"/>
                </a:moveTo>
                <a:lnTo>
                  <a:pt x="3350" y="0"/>
                </a:lnTo>
                <a:lnTo>
                  <a:pt x="3350" y="27"/>
                </a:lnTo>
                <a:lnTo>
                  <a:pt x="3270" y="27"/>
                </a:lnTo>
                <a:lnTo>
                  <a:pt x="3270" y="0"/>
                </a:lnTo>
                <a:moveTo>
                  <a:pt x="3401" y="0"/>
                </a:moveTo>
                <a:lnTo>
                  <a:pt x="3481" y="0"/>
                </a:lnTo>
                <a:lnTo>
                  <a:pt x="3481" y="27"/>
                </a:lnTo>
                <a:lnTo>
                  <a:pt x="3401" y="27"/>
                </a:lnTo>
                <a:lnTo>
                  <a:pt x="3401" y="0"/>
                </a:lnTo>
                <a:moveTo>
                  <a:pt x="3532" y="0"/>
                </a:moveTo>
                <a:lnTo>
                  <a:pt x="3611" y="0"/>
                </a:lnTo>
                <a:lnTo>
                  <a:pt x="3611" y="27"/>
                </a:lnTo>
                <a:lnTo>
                  <a:pt x="3532" y="27"/>
                </a:lnTo>
                <a:lnTo>
                  <a:pt x="3532" y="0"/>
                </a:lnTo>
                <a:moveTo>
                  <a:pt x="3663" y="0"/>
                </a:moveTo>
                <a:lnTo>
                  <a:pt x="3742" y="0"/>
                </a:lnTo>
                <a:lnTo>
                  <a:pt x="3742" y="27"/>
                </a:lnTo>
                <a:lnTo>
                  <a:pt x="3663" y="27"/>
                </a:lnTo>
                <a:lnTo>
                  <a:pt x="3663" y="0"/>
                </a:lnTo>
                <a:moveTo>
                  <a:pt x="3794" y="0"/>
                </a:moveTo>
                <a:lnTo>
                  <a:pt x="3873" y="0"/>
                </a:lnTo>
                <a:lnTo>
                  <a:pt x="3873" y="27"/>
                </a:lnTo>
                <a:lnTo>
                  <a:pt x="3794" y="27"/>
                </a:lnTo>
                <a:lnTo>
                  <a:pt x="3794" y="0"/>
                </a:lnTo>
                <a:moveTo>
                  <a:pt x="3924" y="0"/>
                </a:moveTo>
                <a:lnTo>
                  <a:pt x="4004" y="0"/>
                </a:lnTo>
                <a:lnTo>
                  <a:pt x="4004" y="27"/>
                </a:lnTo>
                <a:lnTo>
                  <a:pt x="3924" y="27"/>
                </a:lnTo>
                <a:lnTo>
                  <a:pt x="3924" y="0"/>
                </a:lnTo>
                <a:moveTo>
                  <a:pt x="4055" y="0"/>
                </a:moveTo>
                <a:lnTo>
                  <a:pt x="4134" y="0"/>
                </a:lnTo>
                <a:lnTo>
                  <a:pt x="4134" y="27"/>
                </a:lnTo>
                <a:lnTo>
                  <a:pt x="4055" y="27"/>
                </a:lnTo>
                <a:lnTo>
                  <a:pt x="4055" y="0"/>
                </a:lnTo>
                <a:moveTo>
                  <a:pt x="4186" y="0"/>
                </a:moveTo>
                <a:lnTo>
                  <a:pt x="4265" y="0"/>
                </a:lnTo>
                <a:lnTo>
                  <a:pt x="4265" y="27"/>
                </a:lnTo>
                <a:lnTo>
                  <a:pt x="4186" y="27"/>
                </a:lnTo>
                <a:lnTo>
                  <a:pt x="4186" y="0"/>
                </a:lnTo>
                <a:moveTo>
                  <a:pt x="4317" y="0"/>
                </a:moveTo>
                <a:lnTo>
                  <a:pt x="4396" y="0"/>
                </a:lnTo>
                <a:lnTo>
                  <a:pt x="4396" y="27"/>
                </a:lnTo>
                <a:lnTo>
                  <a:pt x="4317" y="27"/>
                </a:lnTo>
                <a:lnTo>
                  <a:pt x="4317" y="0"/>
                </a:lnTo>
                <a:moveTo>
                  <a:pt x="4447" y="0"/>
                </a:moveTo>
                <a:lnTo>
                  <a:pt x="4527" y="0"/>
                </a:lnTo>
                <a:lnTo>
                  <a:pt x="4527" y="27"/>
                </a:lnTo>
                <a:lnTo>
                  <a:pt x="4447" y="27"/>
                </a:lnTo>
                <a:lnTo>
                  <a:pt x="4447" y="0"/>
                </a:lnTo>
                <a:moveTo>
                  <a:pt x="4578" y="0"/>
                </a:moveTo>
                <a:lnTo>
                  <a:pt x="4658" y="0"/>
                </a:lnTo>
                <a:lnTo>
                  <a:pt x="4658" y="27"/>
                </a:lnTo>
                <a:lnTo>
                  <a:pt x="4578" y="27"/>
                </a:lnTo>
                <a:lnTo>
                  <a:pt x="4578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457200" y="2027160"/>
            <a:ext cx="19818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 Jochem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/>
          <p:nvPr/>
        </p:nvSpPr>
        <p:spPr>
          <a:xfrm>
            <a:off x="3628800" y="2000160"/>
            <a:ext cx="457560" cy="190800"/>
          </a:xfrm>
          <a:custGeom>
            <a:avLst/>
            <a:gdLst/>
            <a:ahLst/>
            <a:rect l="0" t="0" r="r" b="b"/>
            <a:pathLst>
              <a:path w="1271" h="530">
                <a:moveTo>
                  <a:pt x="0" y="0"/>
                </a:moveTo>
                <a:lnTo>
                  <a:pt x="1271" y="0"/>
                </a:lnTo>
                <a:lnTo>
                  <a:pt x="1271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2299680" y="204408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825360" y="20412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590400" y="24192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7"/>
                </a:lnTo>
                <a:lnTo>
                  <a:pt x="394" y="27"/>
                </a:lnTo>
                <a:lnTo>
                  <a:pt x="394" y="0"/>
                </a:lnTo>
                <a:moveTo>
                  <a:pt x="525" y="0"/>
                </a:moveTo>
                <a:lnTo>
                  <a:pt x="605" y="0"/>
                </a:lnTo>
                <a:lnTo>
                  <a:pt x="605" y="27"/>
                </a:lnTo>
                <a:lnTo>
                  <a:pt x="525" y="27"/>
                </a:lnTo>
                <a:lnTo>
                  <a:pt x="525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7" y="0"/>
                </a:lnTo>
                <a:lnTo>
                  <a:pt x="867" y="27"/>
                </a:lnTo>
                <a:lnTo>
                  <a:pt x="788" y="27"/>
                </a:lnTo>
                <a:lnTo>
                  <a:pt x="788" y="0"/>
                </a:lnTo>
                <a:moveTo>
                  <a:pt x="919" y="0"/>
                </a:moveTo>
                <a:lnTo>
                  <a:pt x="999" y="0"/>
                </a:lnTo>
                <a:lnTo>
                  <a:pt x="999" y="27"/>
                </a:lnTo>
                <a:lnTo>
                  <a:pt x="919" y="27"/>
                </a:lnTo>
                <a:lnTo>
                  <a:pt x="919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2" y="0"/>
                </a:lnTo>
                <a:lnTo>
                  <a:pt x="1262" y="27"/>
                </a:lnTo>
                <a:lnTo>
                  <a:pt x="1182" y="27"/>
                </a:lnTo>
                <a:lnTo>
                  <a:pt x="1182" y="0"/>
                </a:lnTo>
                <a:moveTo>
                  <a:pt x="1314" y="0"/>
                </a:moveTo>
                <a:lnTo>
                  <a:pt x="1393" y="0"/>
                </a:lnTo>
                <a:lnTo>
                  <a:pt x="1393" y="27"/>
                </a:lnTo>
                <a:lnTo>
                  <a:pt x="1314" y="27"/>
                </a:lnTo>
                <a:lnTo>
                  <a:pt x="1314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6" y="0"/>
                </a:lnTo>
                <a:lnTo>
                  <a:pt x="1656" y="27"/>
                </a:lnTo>
                <a:lnTo>
                  <a:pt x="1576" y="27"/>
                </a:lnTo>
                <a:lnTo>
                  <a:pt x="1576" y="0"/>
                </a:lnTo>
                <a:moveTo>
                  <a:pt x="1708" y="0"/>
                </a:moveTo>
                <a:lnTo>
                  <a:pt x="1787" y="0"/>
                </a:lnTo>
                <a:lnTo>
                  <a:pt x="1787" y="27"/>
                </a:lnTo>
                <a:lnTo>
                  <a:pt x="1708" y="27"/>
                </a:lnTo>
                <a:lnTo>
                  <a:pt x="1708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50" y="0"/>
                </a:lnTo>
                <a:lnTo>
                  <a:pt x="2050" y="27"/>
                </a:lnTo>
                <a:lnTo>
                  <a:pt x="1970" y="27"/>
                </a:lnTo>
                <a:lnTo>
                  <a:pt x="1970" y="0"/>
                </a:lnTo>
                <a:moveTo>
                  <a:pt x="2102" y="0"/>
                </a:moveTo>
                <a:lnTo>
                  <a:pt x="2182" y="0"/>
                </a:lnTo>
                <a:lnTo>
                  <a:pt x="2182" y="27"/>
                </a:lnTo>
                <a:lnTo>
                  <a:pt x="2102" y="27"/>
                </a:lnTo>
                <a:lnTo>
                  <a:pt x="2102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7"/>
                </a:lnTo>
                <a:lnTo>
                  <a:pt x="2234" y="27"/>
                </a:lnTo>
                <a:lnTo>
                  <a:pt x="2234" y="0"/>
                </a:lnTo>
                <a:moveTo>
                  <a:pt x="2365" y="0"/>
                </a:moveTo>
                <a:lnTo>
                  <a:pt x="2445" y="0"/>
                </a:lnTo>
                <a:lnTo>
                  <a:pt x="2445" y="27"/>
                </a:lnTo>
                <a:lnTo>
                  <a:pt x="2365" y="27"/>
                </a:lnTo>
                <a:lnTo>
                  <a:pt x="2365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7"/>
                </a:lnTo>
                <a:lnTo>
                  <a:pt x="2497" y="27"/>
                </a:lnTo>
                <a:lnTo>
                  <a:pt x="2497" y="0"/>
                </a:lnTo>
                <a:moveTo>
                  <a:pt x="2628" y="0"/>
                </a:moveTo>
                <a:lnTo>
                  <a:pt x="2708" y="0"/>
                </a:lnTo>
                <a:lnTo>
                  <a:pt x="2708" y="27"/>
                </a:lnTo>
                <a:lnTo>
                  <a:pt x="2628" y="27"/>
                </a:lnTo>
                <a:lnTo>
                  <a:pt x="2628" y="0"/>
                </a:lnTo>
                <a:moveTo>
                  <a:pt x="2760" y="0"/>
                </a:moveTo>
                <a:lnTo>
                  <a:pt x="2839" y="0"/>
                </a:lnTo>
                <a:lnTo>
                  <a:pt x="2839" y="27"/>
                </a:lnTo>
                <a:lnTo>
                  <a:pt x="2760" y="27"/>
                </a:lnTo>
                <a:lnTo>
                  <a:pt x="2760" y="0"/>
                </a:lnTo>
                <a:moveTo>
                  <a:pt x="2891" y="0"/>
                </a:moveTo>
                <a:lnTo>
                  <a:pt x="2970" y="0"/>
                </a:lnTo>
                <a:lnTo>
                  <a:pt x="2970" y="27"/>
                </a:lnTo>
                <a:lnTo>
                  <a:pt x="2891" y="27"/>
                </a:lnTo>
                <a:lnTo>
                  <a:pt x="2891" y="0"/>
                </a:lnTo>
                <a:moveTo>
                  <a:pt x="3022" y="0"/>
                </a:moveTo>
                <a:lnTo>
                  <a:pt x="3102" y="0"/>
                </a:lnTo>
                <a:lnTo>
                  <a:pt x="3102" y="27"/>
                </a:lnTo>
                <a:lnTo>
                  <a:pt x="3022" y="27"/>
                </a:lnTo>
                <a:lnTo>
                  <a:pt x="3022" y="0"/>
                </a:lnTo>
                <a:moveTo>
                  <a:pt x="3154" y="0"/>
                </a:moveTo>
                <a:lnTo>
                  <a:pt x="3233" y="0"/>
                </a:lnTo>
                <a:lnTo>
                  <a:pt x="3233" y="27"/>
                </a:lnTo>
                <a:lnTo>
                  <a:pt x="3154" y="27"/>
                </a:lnTo>
                <a:lnTo>
                  <a:pt x="3154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27"/>
                </a:lnTo>
                <a:lnTo>
                  <a:pt x="3285" y="27"/>
                </a:lnTo>
                <a:lnTo>
                  <a:pt x="3285" y="0"/>
                </a:lnTo>
                <a:moveTo>
                  <a:pt x="3416" y="0"/>
                </a:moveTo>
                <a:lnTo>
                  <a:pt x="3496" y="0"/>
                </a:lnTo>
                <a:lnTo>
                  <a:pt x="3496" y="27"/>
                </a:lnTo>
                <a:lnTo>
                  <a:pt x="3416" y="27"/>
                </a:lnTo>
                <a:lnTo>
                  <a:pt x="3416" y="0"/>
                </a:lnTo>
                <a:moveTo>
                  <a:pt x="3548" y="0"/>
                </a:moveTo>
                <a:lnTo>
                  <a:pt x="3627" y="0"/>
                </a:lnTo>
                <a:lnTo>
                  <a:pt x="3627" y="27"/>
                </a:lnTo>
                <a:lnTo>
                  <a:pt x="3548" y="27"/>
                </a:lnTo>
                <a:lnTo>
                  <a:pt x="3548" y="0"/>
                </a:lnTo>
                <a:moveTo>
                  <a:pt x="3679" y="0"/>
                </a:moveTo>
                <a:lnTo>
                  <a:pt x="3758" y="0"/>
                </a:lnTo>
                <a:lnTo>
                  <a:pt x="3758" y="27"/>
                </a:lnTo>
                <a:lnTo>
                  <a:pt x="3679" y="27"/>
                </a:lnTo>
                <a:lnTo>
                  <a:pt x="3679" y="0"/>
                </a:lnTo>
                <a:moveTo>
                  <a:pt x="3810" y="0"/>
                </a:moveTo>
                <a:lnTo>
                  <a:pt x="3890" y="0"/>
                </a:lnTo>
                <a:lnTo>
                  <a:pt x="3890" y="27"/>
                </a:lnTo>
                <a:lnTo>
                  <a:pt x="3810" y="27"/>
                </a:lnTo>
                <a:lnTo>
                  <a:pt x="3810" y="0"/>
                </a:lnTo>
                <a:moveTo>
                  <a:pt x="3942" y="0"/>
                </a:moveTo>
                <a:lnTo>
                  <a:pt x="4021" y="0"/>
                </a:lnTo>
                <a:lnTo>
                  <a:pt x="4021" y="27"/>
                </a:lnTo>
                <a:lnTo>
                  <a:pt x="3942" y="27"/>
                </a:lnTo>
                <a:lnTo>
                  <a:pt x="3942" y="0"/>
                </a:lnTo>
                <a:moveTo>
                  <a:pt x="4073" y="0"/>
                </a:moveTo>
                <a:lnTo>
                  <a:pt x="4153" y="0"/>
                </a:lnTo>
                <a:lnTo>
                  <a:pt x="4153" y="27"/>
                </a:lnTo>
                <a:lnTo>
                  <a:pt x="4073" y="27"/>
                </a:lnTo>
                <a:lnTo>
                  <a:pt x="4073" y="0"/>
                </a:lnTo>
                <a:moveTo>
                  <a:pt x="4205" y="0"/>
                </a:moveTo>
                <a:lnTo>
                  <a:pt x="4284" y="0"/>
                </a:lnTo>
                <a:lnTo>
                  <a:pt x="4284" y="27"/>
                </a:lnTo>
                <a:lnTo>
                  <a:pt x="4205" y="27"/>
                </a:lnTo>
                <a:lnTo>
                  <a:pt x="4205" y="0"/>
                </a:lnTo>
                <a:moveTo>
                  <a:pt x="4336" y="0"/>
                </a:moveTo>
                <a:lnTo>
                  <a:pt x="4415" y="0"/>
                </a:lnTo>
                <a:lnTo>
                  <a:pt x="4415" y="27"/>
                </a:lnTo>
                <a:lnTo>
                  <a:pt x="4336" y="27"/>
                </a:lnTo>
                <a:lnTo>
                  <a:pt x="4336" y="0"/>
                </a:lnTo>
                <a:moveTo>
                  <a:pt x="4467" y="0"/>
                </a:moveTo>
                <a:lnTo>
                  <a:pt x="4547" y="0"/>
                </a:lnTo>
                <a:lnTo>
                  <a:pt x="4547" y="27"/>
                </a:lnTo>
                <a:lnTo>
                  <a:pt x="4467" y="27"/>
                </a:lnTo>
                <a:lnTo>
                  <a:pt x="4467" y="0"/>
                </a:lnTo>
                <a:moveTo>
                  <a:pt x="4599" y="0"/>
                </a:moveTo>
                <a:lnTo>
                  <a:pt x="4678" y="0"/>
                </a:lnTo>
                <a:lnTo>
                  <a:pt x="4678" y="27"/>
                </a:lnTo>
                <a:lnTo>
                  <a:pt x="4599" y="27"/>
                </a:lnTo>
                <a:lnTo>
                  <a:pt x="4599" y="0"/>
                </a:lnTo>
                <a:moveTo>
                  <a:pt x="4730" y="0"/>
                </a:moveTo>
                <a:lnTo>
                  <a:pt x="4809" y="0"/>
                </a:lnTo>
                <a:lnTo>
                  <a:pt x="4809" y="27"/>
                </a:lnTo>
                <a:lnTo>
                  <a:pt x="4730" y="27"/>
                </a:lnTo>
                <a:lnTo>
                  <a:pt x="4730" y="0"/>
                </a:lnTo>
                <a:moveTo>
                  <a:pt x="4861" y="0"/>
                </a:moveTo>
                <a:lnTo>
                  <a:pt x="4941" y="0"/>
                </a:lnTo>
                <a:lnTo>
                  <a:pt x="4941" y="27"/>
                </a:lnTo>
                <a:lnTo>
                  <a:pt x="4861" y="27"/>
                </a:lnTo>
                <a:lnTo>
                  <a:pt x="4861" y="0"/>
                </a:lnTo>
                <a:moveTo>
                  <a:pt x="4993" y="0"/>
                </a:moveTo>
                <a:lnTo>
                  <a:pt x="5072" y="0"/>
                </a:lnTo>
                <a:lnTo>
                  <a:pt x="5072" y="27"/>
                </a:lnTo>
                <a:lnTo>
                  <a:pt x="4993" y="27"/>
                </a:lnTo>
                <a:lnTo>
                  <a:pt x="4993" y="0"/>
                </a:lnTo>
                <a:moveTo>
                  <a:pt x="5124" y="0"/>
                </a:moveTo>
                <a:lnTo>
                  <a:pt x="5203" y="0"/>
                </a:lnTo>
                <a:lnTo>
                  <a:pt x="5203" y="27"/>
                </a:lnTo>
                <a:lnTo>
                  <a:pt x="5124" y="27"/>
                </a:lnTo>
                <a:lnTo>
                  <a:pt x="5124" y="0"/>
                </a:lnTo>
                <a:moveTo>
                  <a:pt x="5255" y="0"/>
                </a:moveTo>
                <a:lnTo>
                  <a:pt x="5335" y="0"/>
                </a:lnTo>
                <a:lnTo>
                  <a:pt x="5335" y="27"/>
                </a:lnTo>
                <a:lnTo>
                  <a:pt x="5255" y="27"/>
                </a:lnTo>
                <a:lnTo>
                  <a:pt x="5255" y="0"/>
                </a:lnTo>
                <a:moveTo>
                  <a:pt x="5387" y="0"/>
                </a:moveTo>
                <a:lnTo>
                  <a:pt x="5466" y="0"/>
                </a:lnTo>
                <a:lnTo>
                  <a:pt x="5466" y="27"/>
                </a:lnTo>
                <a:lnTo>
                  <a:pt x="5387" y="27"/>
                </a:lnTo>
                <a:lnTo>
                  <a:pt x="5387" y="0"/>
                </a:lnTo>
                <a:moveTo>
                  <a:pt x="5518" y="0"/>
                </a:moveTo>
                <a:lnTo>
                  <a:pt x="5598" y="0"/>
                </a:lnTo>
                <a:lnTo>
                  <a:pt x="5598" y="27"/>
                </a:lnTo>
                <a:lnTo>
                  <a:pt x="5518" y="27"/>
                </a:lnTo>
                <a:lnTo>
                  <a:pt x="5518" y="0"/>
                </a:lnTo>
                <a:moveTo>
                  <a:pt x="5650" y="0"/>
                </a:moveTo>
                <a:lnTo>
                  <a:pt x="5729" y="0"/>
                </a:lnTo>
                <a:lnTo>
                  <a:pt x="5729" y="27"/>
                </a:lnTo>
                <a:lnTo>
                  <a:pt x="5650" y="27"/>
                </a:lnTo>
                <a:lnTo>
                  <a:pt x="5650" y="0"/>
                </a:lnTo>
                <a:moveTo>
                  <a:pt x="5781" y="0"/>
                </a:moveTo>
                <a:lnTo>
                  <a:pt x="5860" y="0"/>
                </a:lnTo>
                <a:lnTo>
                  <a:pt x="5860" y="27"/>
                </a:lnTo>
                <a:lnTo>
                  <a:pt x="5781" y="27"/>
                </a:lnTo>
                <a:lnTo>
                  <a:pt x="5781" y="0"/>
                </a:lnTo>
                <a:moveTo>
                  <a:pt x="5912" y="0"/>
                </a:moveTo>
                <a:lnTo>
                  <a:pt x="5992" y="0"/>
                </a:lnTo>
                <a:lnTo>
                  <a:pt x="5992" y="27"/>
                </a:lnTo>
                <a:lnTo>
                  <a:pt x="5912" y="27"/>
                </a:lnTo>
                <a:lnTo>
                  <a:pt x="5912" y="0"/>
                </a:lnTo>
                <a:moveTo>
                  <a:pt x="6044" y="0"/>
                </a:moveTo>
                <a:lnTo>
                  <a:pt x="6123" y="0"/>
                </a:lnTo>
                <a:lnTo>
                  <a:pt x="6123" y="27"/>
                </a:lnTo>
                <a:lnTo>
                  <a:pt x="6044" y="27"/>
                </a:lnTo>
                <a:lnTo>
                  <a:pt x="6044" y="0"/>
                </a:lnTo>
                <a:moveTo>
                  <a:pt x="6175" y="0"/>
                </a:moveTo>
                <a:lnTo>
                  <a:pt x="6254" y="0"/>
                </a:lnTo>
                <a:lnTo>
                  <a:pt x="6254" y="27"/>
                </a:lnTo>
                <a:lnTo>
                  <a:pt x="6175" y="27"/>
                </a:lnTo>
                <a:lnTo>
                  <a:pt x="6175" y="0"/>
                </a:lnTo>
                <a:moveTo>
                  <a:pt x="6306" y="0"/>
                </a:moveTo>
                <a:lnTo>
                  <a:pt x="6386" y="0"/>
                </a:lnTo>
                <a:lnTo>
                  <a:pt x="6386" y="27"/>
                </a:lnTo>
                <a:lnTo>
                  <a:pt x="6306" y="27"/>
                </a:lnTo>
                <a:lnTo>
                  <a:pt x="6306" y="0"/>
                </a:lnTo>
                <a:moveTo>
                  <a:pt x="6438" y="0"/>
                </a:moveTo>
                <a:lnTo>
                  <a:pt x="6517" y="0"/>
                </a:lnTo>
                <a:lnTo>
                  <a:pt x="6517" y="27"/>
                </a:lnTo>
                <a:lnTo>
                  <a:pt x="6438" y="27"/>
                </a:lnTo>
                <a:lnTo>
                  <a:pt x="6438" y="0"/>
                </a:lnTo>
                <a:moveTo>
                  <a:pt x="6569" y="0"/>
                </a:moveTo>
                <a:lnTo>
                  <a:pt x="6648" y="0"/>
                </a:lnTo>
                <a:lnTo>
                  <a:pt x="6648" y="27"/>
                </a:lnTo>
                <a:lnTo>
                  <a:pt x="6569" y="27"/>
                </a:lnTo>
                <a:lnTo>
                  <a:pt x="6569" y="0"/>
                </a:lnTo>
                <a:moveTo>
                  <a:pt x="6700" y="0"/>
                </a:moveTo>
                <a:lnTo>
                  <a:pt x="6780" y="0"/>
                </a:lnTo>
                <a:lnTo>
                  <a:pt x="6780" y="27"/>
                </a:lnTo>
                <a:lnTo>
                  <a:pt x="6700" y="27"/>
                </a:lnTo>
                <a:lnTo>
                  <a:pt x="6700" y="0"/>
                </a:lnTo>
                <a:moveTo>
                  <a:pt x="6832" y="0"/>
                </a:moveTo>
                <a:lnTo>
                  <a:pt x="6911" y="0"/>
                </a:lnTo>
                <a:lnTo>
                  <a:pt x="6911" y="27"/>
                </a:lnTo>
                <a:lnTo>
                  <a:pt x="6832" y="27"/>
                </a:lnTo>
                <a:lnTo>
                  <a:pt x="6832" y="0"/>
                </a:lnTo>
                <a:moveTo>
                  <a:pt x="6963" y="0"/>
                </a:moveTo>
                <a:lnTo>
                  <a:pt x="7043" y="0"/>
                </a:lnTo>
                <a:lnTo>
                  <a:pt x="7043" y="27"/>
                </a:lnTo>
                <a:lnTo>
                  <a:pt x="6963" y="27"/>
                </a:lnTo>
                <a:lnTo>
                  <a:pt x="6963" y="0"/>
                </a:lnTo>
                <a:moveTo>
                  <a:pt x="7095" y="0"/>
                </a:moveTo>
                <a:lnTo>
                  <a:pt x="7174" y="0"/>
                </a:lnTo>
                <a:lnTo>
                  <a:pt x="7174" y="27"/>
                </a:lnTo>
                <a:lnTo>
                  <a:pt x="7095" y="27"/>
                </a:lnTo>
                <a:lnTo>
                  <a:pt x="7095" y="0"/>
                </a:lnTo>
                <a:moveTo>
                  <a:pt x="7226" y="0"/>
                </a:moveTo>
                <a:lnTo>
                  <a:pt x="7305" y="0"/>
                </a:lnTo>
                <a:lnTo>
                  <a:pt x="7305" y="27"/>
                </a:lnTo>
                <a:lnTo>
                  <a:pt x="7226" y="27"/>
                </a:lnTo>
                <a:lnTo>
                  <a:pt x="7226" y="0"/>
                </a:lnTo>
                <a:moveTo>
                  <a:pt x="7357" y="0"/>
                </a:moveTo>
                <a:lnTo>
                  <a:pt x="7437" y="0"/>
                </a:lnTo>
                <a:lnTo>
                  <a:pt x="7437" y="27"/>
                </a:lnTo>
                <a:lnTo>
                  <a:pt x="7357" y="27"/>
                </a:lnTo>
                <a:lnTo>
                  <a:pt x="7357" y="0"/>
                </a:lnTo>
                <a:moveTo>
                  <a:pt x="7489" y="0"/>
                </a:moveTo>
                <a:lnTo>
                  <a:pt x="7568" y="0"/>
                </a:lnTo>
                <a:lnTo>
                  <a:pt x="7568" y="27"/>
                </a:lnTo>
                <a:lnTo>
                  <a:pt x="7489" y="27"/>
                </a:lnTo>
                <a:lnTo>
                  <a:pt x="7489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57200" y="2274840"/>
            <a:ext cx="31280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Koppelingspeciﬁcatiestructuur doorontwikkelen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/>
          <p:nvPr/>
        </p:nvSpPr>
        <p:spPr>
          <a:xfrm>
            <a:off x="3628800" y="2323800"/>
            <a:ext cx="143280" cy="190800"/>
          </a:xfrm>
          <a:custGeom>
            <a:avLst/>
            <a:gdLst/>
            <a:ahLst/>
            <a:rect l="0" t="0" r="r" b="b"/>
            <a:pathLst>
              <a:path w="398" h="530">
                <a:moveTo>
                  <a:pt x="0" y="0"/>
                </a:moveTo>
                <a:lnTo>
                  <a:pt x="398" y="0"/>
                </a:lnTo>
                <a:lnTo>
                  <a:pt x="398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57200" y="244404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/>
          <p:nvPr/>
        </p:nvSpPr>
        <p:spPr>
          <a:xfrm>
            <a:off x="3790800" y="2323800"/>
            <a:ext cx="1800720" cy="190800"/>
          </a:xfrm>
          <a:custGeom>
            <a:avLst/>
            <a:gdLst/>
            <a:ahLst/>
            <a:rect l="0" t="0" r="r" b="b"/>
            <a:pathLst>
              <a:path w="5002" h="530">
                <a:moveTo>
                  <a:pt x="0" y="0"/>
                </a:moveTo>
                <a:lnTo>
                  <a:pt x="5002" y="0"/>
                </a:lnTo>
                <a:lnTo>
                  <a:pt x="5002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3682800" y="235548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5671080" y="2337480"/>
            <a:ext cx="164160" cy="163800"/>
          </a:xfrm>
          <a:custGeom>
            <a:avLst/>
            <a:gdLst/>
            <a:ahLst/>
            <a:rect l="0" t="0" r="r" b="b"/>
            <a:pathLst>
              <a:path w="456" h="455">
                <a:moveTo>
                  <a:pt x="456" y="228"/>
                </a:moveTo>
                <a:cubicBezTo>
                  <a:pt x="456" y="243"/>
                  <a:pt x="454" y="258"/>
                  <a:pt x="451" y="272"/>
                </a:cubicBezTo>
                <a:cubicBezTo>
                  <a:pt x="448" y="287"/>
                  <a:pt x="444" y="301"/>
                  <a:pt x="438" y="315"/>
                </a:cubicBezTo>
                <a:cubicBezTo>
                  <a:pt x="433" y="329"/>
                  <a:pt x="426" y="342"/>
                  <a:pt x="417" y="354"/>
                </a:cubicBezTo>
                <a:cubicBezTo>
                  <a:pt x="409" y="367"/>
                  <a:pt x="400" y="378"/>
                  <a:pt x="389" y="389"/>
                </a:cubicBezTo>
                <a:cubicBezTo>
                  <a:pt x="379" y="399"/>
                  <a:pt x="367" y="409"/>
                  <a:pt x="354" y="417"/>
                </a:cubicBezTo>
                <a:cubicBezTo>
                  <a:pt x="341" y="425"/>
                  <a:pt x="328" y="432"/>
                  <a:pt x="314" y="438"/>
                </a:cubicBezTo>
                <a:cubicBezTo>
                  <a:pt x="301" y="444"/>
                  <a:pt x="286" y="448"/>
                  <a:pt x="272" y="451"/>
                </a:cubicBezTo>
                <a:cubicBezTo>
                  <a:pt x="257" y="454"/>
                  <a:pt x="242" y="455"/>
                  <a:pt x="227" y="455"/>
                </a:cubicBezTo>
                <a:cubicBezTo>
                  <a:pt x="212" y="455"/>
                  <a:pt x="198" y="454"/>
                  <a:pt x="183" y="451"/>
                </a:cubicBezTo>
                <a:cubicBezTo>
                  <a:pt x="168" y="448"/>
                  <a:pt x="154" y="444"/>
                  <a:pt x="140" y="438"/>
                </a:cubicBezTo>
                <a:cubicBezTo>
                  <a:pt x="127" y="432"/>
                  <a:pt x="113" y="425"/>
                  <a:pt x="101" y="417"/>
                </a:cubicBezTo>
                <a:cubicBezTo>
                  <a:pt x="89" y="409"/>
                  <a:pt x="77" y="399"/>
                  <a:pt x="67" y="389"/>
                </a:cubicBezTo>
                <a:cubicBezTo>
                  <a:pt x="56" y="378"/>
                  <a:pt x="47" y="367"/>
                  <a:pt x="38" y="354"/>
                </a:cubicBezTo>
                <a:cubicBezTo>
                  <a:pt x="30" y="342"/>
                  <a:pt x="23" y="329"/>
                  <a:pt x="17" y="315"/>
                </a:cubicBezTo>
                <a:cubicBezTo>
                  <a:pt x="12" y="301"/>
                  <a:pt x="7" y="287"/>
                  <a:pt x="4" y="272"/>
                </a:cubicBezTo>
                <a:cubicBezTo>
                  <a:pt x="1" y="258"/>
                  <a:pt x="0" y="243"/>
                  <a:pt x="0" y="228"/>
                </a:cubicBezTo>
                <a:cubicBezTo>
                  <a:pt x="0" y="213"/>
                  <a:pt x="1" y="198"/>
                  <a:pt x="4" y="184"/>
                </a:cubicBezTo>
                <a:cubicBezTo>
                  <a:pt x="7" y="169"/>
                  <a:pt x="12" y="155"/>
                  <a:pt x="17" y="141"/>
                </a:cubicBezTo>
                <a:cubicBezTo>
                  <a:pt x="23" y="127"/>
                  <a:pt x="30" y="114"/>
                  <a:pt x="38" y="102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6"/>
                  <a:pt x="101" y="38"/>
                </a:cubicBezTo>
                <a:cubicBezTo>
                  <a:pt x="113" y="30"/>
                  <a:pt x="127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8" y="1"/>
                  <a:pt x="212" y="0"/>
                  <a:pt x="227" y="0"/>
                </a:cubicBezTo>
                <a:cubicBezTo>
                  <a:pt x="242" y="0"/>
                  <a:pt x="257" y="1"/>
                  <a:pt x="272" y="4"/>
                </a:cubicBezTo>
                <a:cubicBezTo>
                  <a:pt x="286" y="7"/>
                  <a:pt x="301" y="11"/>
                  <a:pt x="314" y="17"/>
                </a:cubicBezTo>
                <a:cubicBezTo>
                  <a:pt x="328" y="23"/>
                  <a:pt x="341" y="30"/>
                  <a:pt x="354" y="38"/>
                </a:cubicBezTo>
                <a:cubicBezTo>
                  <a:pt x="367" y="46"/>
                  <a:pt x="379" y="56"/>
                  <a:pt x="389" y="66"/>
                </a:cubicBezTo>
                <a:cubicBezTo>
                  <a:pt x="400" y="77"/>
                  <a:pt x="409" y="88"/>
                  <a:pt x="417" y="102"/>
                </a:cubicBezTo>
                <a:cubicBezTo>
                  <a:pt x="426" y="114"/>
                  <a:pt x="433" y="127"/>
                  <a:pt x="438" y="141"/>
                </a:cubicBezTo>
                <a:cubicBezTo>
                  <a:pt x="444" y="155"/>
                  <a:pt x="448" y="169"/>
                  <a:pt x="451" y="184"/>
                </a:cubicBezTo>
                <a:cubicBezTo>
                  <a:pt x="454" y="198"/>
                  <a:pt x="456" y="213"/>
                  <a:pt x="456" y="22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5709960" y="236844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5"/>
                  <a:pt x="85" y="60"/>
                </a:cubicBezTo>
                <a:cubicBezTo>
                  <a:pt x="82" y="65"/>
                  <a:pt x="79" y="70"/>
                  <a:pt x="75" y="74"/>
                </a:cubicBezTo>
                <a:cubicBezTo>
                  <a:pt x="71" y="78"/>
                  <a:pt x="66" y="81"/>
                  <a:pt x="61" y="84"/>
                </a:cubicBezTo>
                <a:cubicBezTo>
                  <a:pt x="56" y="87"/>
                  <a:pt x="50" y="88"/>
                  <a:pt x="45" y="88"/>
                </a:cubicBezTo>
                <a:cubicBezTo>
                  <a:pt x="39" y="88"/>
                  <a:pt x="33" y="87"/>
                  <a:pt x="28" y="84"/>
                </a:cubicBezTo>
                <a:cubicBezTo>
                  <a:pt x="23" y="81"/>
                  <a:pt x="18" y="78"/>
                  <a:pt x="14" y="74"/>
                </a:cubicBezTo>
                <a:cubicBezTo>
                  <a:pt x="10" y="70"/>
                  <a:pt x="7" y="65"/>
                  <a:pt x="4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4" y="27"/>
                </a:cubicBezTo>
                <a:cubicBezTo>
                  <a:pt x="7" y="22"/>
                  <a:pt x="10" y="17"/>
                  <a:pt x="14" y="13"/>
                </a:cubicBezTo>
                <a:cubicBezTo>
                  <a:pt x="18" y="9"/>
                  <a:pt x="23" y="6"/>
                  <a:pt x="28" y="4"/>
                </a:cubicBezTo>
                <a:cubicBezTo>
                  <a:pt x="33" y="1"/>
                  <a:pt x="39" y="0"/>
                  <a:pt x="45" y="0"/>
                </a:cubicBezTo>
                <a:cubicBezTo>
                  <a:pt x="50" y="0"/>
                  <a:pt x="56" y="1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5709960" y="243864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5"/>
                  <a:pt x="85" y="60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6" y="87"/>
                  <a:pt x="50" y="88"/>
                  <a:pt x="45" y="88"/>
                </a:cubicBezTo>
                <a:cubicBezTo>
                  <a:pt x="39" y="88"/>
                  <a:pt x="33" y="87"/>
                  <a:pt x="28" y="84"/>
                </a:cubicBezTo>
                <a:cubicBezTo>
                  <a:pt x="23" y="82"/>
                  <a:pt x="18" y="79"/>
                  <a:pt x="14" y="75"/>
                </a:cubicBezTo>
                <a:cubicBezTo>
                  <a:pt x="10" y="71"/>
                  <a:pt x="7" y="66"/>
                  <a:pt x="4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4" y="27"/>
                </a:cubicBezTo>
                <a:cubicBezTo>
                  <a:pt x="7" y="21"/>
                  <a:pt x="10" y="17"/>
                  <a:pt x="14" y="13"/>
                </a:cubicBezTo>
                <a:cubicBezTo>
                  <a:pt x="18" y="9"/>
                  <a:pt x="23" y="6"/>
                  <a:pt x="28" y="3"/>
                </a:cubicBezTo>
                <a:cubicBezTo>
                  <a:pt x="33" y="1"/>
                  <a:pt x="39" y="0"/>
                  <a:pt x="45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1"/>
                  <a:pt x="85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5768640" y="243864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3"/>
                </a:moveTo>
                <a:cubicBezTo>
                  <a:pt x="87" y="49"/>
                  <a:pt x="86" y="55"/>
                  <a:pt x="84" y="60"/>
                </a:cubicBezTo>
                <a:cubicBezTo>
                  <a:pt x="82" y="66"/>
                  <a:pt x="79" y="71"/>
                  <a:pt x="75" y="75"/>
                </a:cubicBezTo>
                <a:cubicBezTo>
                  <a:pt x="70" y="79"/>
                  <a:pt x="66" y="82"/>
                  <a:pt x="60" y="84"/>
                </a:cubicBezTo>
                <a:cubicBezTo>
                  <a:pt x="55" y="87"/>
                  <a:pt x="50" y="88"/>
                  <a:pt x="44" y="88"/>
                </a:cubicBezTo>
                <a:cubicBezTo>
                  <a:pt x="38" y="88"/>
                  <a:pt x="33" y="87"/>
                  <a:pt x="27" y="84"/>
                </a:cubicBezTo>
                <a:cubicBezTo>
                  <a:pt x="22" y="82"/>
                  <a:pt x="17" y="79"/>
                  <a:pt x="12" y="75"/>
                </a:cubicBezTo>
                <a:cubicBezTo>
                  <a:pt x="8" y="71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1"/>
                  <a:pt x="8" y="17"/>
                  <a:pt x="12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5" y="1"/>
                  <a:pt x="60" y="3"/>
                </a:cubicBezTo>
                <a:cubicBezTo>
                  <a:pt x="66" y="6"/>
                  <a:pt x="70" y="9"/>
                  <a:pt x="75" y="13"/>
                </a:cubicBezTo>
                <a:cubicBezTo>
                  <a:pt x="79" y="17"/>
                  <a:pt x="82" y="21"/>
                  <a:pt x="84" y="27"/>
                </a:cubicBezTo>
                <a:cubicBezTo>
                  <a:pt x="86" y="32"/>
                  <a:pt x="87" y="38"/>
                  <a:pt x="87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/>
          <p:nvPr/>
        </p:nvSpPr>
        <p:spPr>
          <a:xfrm>
            <a:off x="5725800" y="239976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/>
          <p:nvPr/>
        </p:nvSpPr>
        <p:spPr>
          <a:xfrm>
            <a:off x="5749200" y="2395800"/>
            <a:ext cx="35280" cy="43200"/>
          </a:xfrm>
          <a:custGeom>
            <a:avLst/>
            <a:gdLst/>
            <a:ahLst/>
            <a:rect l="0" t="0" r="r" b="b"/>
            <a:pathLst>
              <a:path fill="none" w="98" h="120">
                <a:moveTo>
                  <a:pt x="98" y="120"/>
                </a:moveTo>
                <a:lnTo>
                  <a:pt x="98" y="54"/>
                </a:lnTo>
                <a:cubicBezTo>
                  <a:pt x="98" y="47"/>
                  <a:pt x="97" y="40"/>
                  <a:pt x="94" y="33"/>
                </a:cubicBezTo>
                <a:cubicBezTo>
                  <a:pt x="91" y="27"/>
                  <a:pt x="87" y="21"/>
                  <a:pt x="81" y="16"/>
                </a:cubicBezTo>
                <a:cubicBezTo>
                  <a:pt x="76" y="11"/>
                  <a:pt x="70" y="7"/>
                  <a:pt x="64" y="4"/>
                </a:cubicBezTo>
                <a:cubicBezTo>
                  <a:pt x="57" y="1"/>
                  <a:pt x="50" y="0"/>
                  <a:pt x="43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5876640" y="2495520"/>
            <a:ext cx="324360" cy="9720"/>
          </a:xfrm>
          <a:custGeom>
            <a:avLst/>
            <a:gdLst/>
            <a:ahLst/>
            <a:rect l="0" t="0" r="r" b="b"/>
            <a:pathLst>
              <a:path w="901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6" y="0"/>
                </a:lnTo>
                <a:lnTo>
                  <a:pt x="216" y="27"/>
                </a:lnTo>
                <a:lnTo>
                  <a:pt x="137" y="27"/>
                </a:lnTo>
                <a:lnTo>
                  <a:pt x="137" y="0"/>
                </a:lnTo>
                <a:moveTo>
                  <a:pt x="274" y="0"/>
                </a:moveTo>
                <a:lnTo>
                  <a:pt x="354" y="0"/>
                </a:lnTo>
                <a:lnTo>
                  <a:pt x="354" y="27"/>
                </a:lnTo>
                <a:lnTo>
                  <a:pt x="274" y="27"/>
                </a:lnTo>
                <a:lnTo>
                  <a:pt x="274" y="0"/>
                </a:lnTo>
                <a:moveTo>
                  <a:pt x="411" y="0"/>
                </a:moveTo>
                <a:lnTo>
                  <a:pt x="491" y="0"/>
                </a:lnTo>
                <a:lnTo>
                  <a:pt x="491" y="27"/>
                </a:lnTo>
                <a:lnTo>
                  <a:pt x="411" y="27"/>
                </a:lnTo>
                <a:lnTo>
                  <a:pt x="411" y="0"/>
                </a:lnTo>
                <a:moveTo>
                  <a:pt x="548" y="0"/>
                </a:moveTo>
                <a:lnTo>
                  <a:pt x="627" y="0"/>
                </a:lnTo>
                <a:lnTo>
                  <a:pt x="627" y="27"/>
                </a:lnTo>
                <a:lnTo>
                  <a:pt x="548" y="27"/>
                </a:lnTo>
                <a:lnTo>
                  <a:pt x="548" y="0"/>
                </a:lnTo>
                <a:moveTo>
                  <a:pt x="685" y="0"/>
                </a:moveTo>
                <a:lnTo>
                  <a:pt x="764" y="0"/>
                </a:lnTo>
                <a:lnTo>
                  <a:pt x="764" y="27"/>
                </a:lnTo>
                <a:lnTo>
                  <a:pt x="685" y="27"/>
                </a:lnTo>
                <a:lnTo>
                  <a:pt x="685" y="0"/>
                </a:lnTo>
                <a:moveTo>
                  <a:pt x="821" y="0"/>
                </a:moveTo>
                <a:lnTo>
                  <a:pt x="901" y="0"/>
                </a:lnTo>
                <a:lnTo>
                  <a:pt x="901" y="27"/>
                </a:lnTo>
                <a:lnTo>
                  <a:pt x="821" y="27"/>
                </a:lnTo>
                <a:lnTo>
                  <a:pt x="8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644360" y="235548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874120" y="235548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100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590400" y="2809800"/>
            <a:ext cx="2115000" cy="9720"/>
          </a:xfrm>
          <a:custGeom>
            <a:avLst/>
            <a:gdLst/>
            <a:ahLst/>
            <a:rect l="0" t="0" r="r" b="b"/>
            <a:pathLst>
              <a:path w="587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7"/>
                </a:lnTo>
                <a:lnTo>
                  <a:pt x="263" y="27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7"/>
                </a:lnTo>
                <a:lnTo>
                  <a:pt x="395" y="27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7"/>
                </a:lnTo>
                <a:lnTo>
                  <a:pt x="527" y="27"/>
                </a:lnTo>
                <a:lnTo>
                  <a:pt x="527" y="0"/>
                </a:lnTo>
                <a:moveTo>
                  <a:pt x="658" y="0"/>
                </a:moveTo>
                <a:lnTo>
                  <a:pt x="738" y="0"/>
                </a:lnTo>
                <a:lnTo>
                  <a:pt x="738" y="27"/>
                </a:lnTo>
                <a:lnTo>
                  <a:pt x="658" y="27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7"/>
                </a:lnTo>
                <a:lnTo>
                  <a:pt x="790" y="27"/>
                </a:lnTo>
                <a:lnTo>
                  <a:pt x="790" y="0"/>
                </a:lnTo>
                <a:moveTo>
                  <a:pt x="922" y="0"/>
                </a:moveTo>
                <a:lnTo>
                  <a:pt x="1001" y="0"/>
                </a:lnTo>
                <a:lnTo>
                  <a:pt x="1001" y="27"/>
                </a:lnTo>
                <a:lnTo>
                  <a:pt x="922" y="27"/>
                </a:lnTo>
                <a:lnTo>
                  <a:pt x="922" y="0"/>
                </a:lnTo>
                <a:moveTo>
                  <a:pt x="1053" y="0"/>
                </a:moveTo>
                <a:lnTo>
                  <a:pt x="1133" y="0"/>
                </a:lnTo>
                <a:lnTo>
                  <a:pt x="1133" y="27"/>
                </a:lnTo>
                <a:lnTo>
                  <a:pt x="1053" y="27"/>
                </a:lnTo>
                <a:lnTo>
                  <a:pt x="1053" y="0"/>
                </a:lnTo>
                <a:moveTo>
                  <a:pt x="1185" y="0"/>
                </a:moveTo>
                <a:lnTo>
                  <a:pt x="1265" y="0"/>
                </a:lnTo>
                <a:lnTo>
                  <a:pt x="1265" y="27"/>
                </a:lnTo>
                <a:lnTo>
                  <a:pt x="1185" y="27"/>
                </a:lnTo>
                <a:lnTo>
                  <a:pt x="1185" y="0"/>
                </a:lnTo>
                <a:moveTo>
                  <a:pt x="1318" y="0"/>
                </a:moveTo>
                <a:lnTo>
                  <a:pt x="1397" y="0"/>
                </a:lnTo>
                <a:lnTo>
                  <a:pt x="1397" y="27"/>
                </a:lnTo>
                <a:lnTo>
                  <a:pt x="1318" y="27"/>
                </a:lnTo>
                <a:lnTo>
                  <a:pt x="1318" y="0"/>
                </a:lnTo>
                <a:moveTo>
                  <a:pt x="1450" y="0"/>
                </a:moveTo>
                <a:lnTo>
                  <a:pt x="1529" y="0"/>
                </a:lnTo>
                <a:lnTo>
                  <a:pt x="1529" y="27"/>
                </a:lnTo>
                <a:lnTo>
                  <a:pt x="1450" y="27"/>
                </a:lnTo>
                <a:lnTo>
                  <a:pt x="1450" y="0"/>
                </a:lnTo>
                <a:moveTo>
                  <a:pt x="1581" y="0"/>
                </a:moveTo>
                <a:lnTo>
                  <a:pt x="1661" y="0"/>
                </a:lnTo>
                <a:lnTo>
                  <a:pt x="1661" y="27"/>
                </a:lnTo>
                <a:lnTo>
                  <a:pt x="1581" y="27"/>
                </a:lnTo>
                <a:lnTo>
                  <a:pt x="1581" y="0"/>
                </a:lnTo>
                <a:moveTo>
                  <a:pt x="1713" y="0"/>
                </a:moveTo>
                <a:lnTo>
                  <a:pt x="1792" y="0"/>
                </a:lnTo>
                <a:lnTo>
                  <a:pt x="1792" y="27"/>
                </a:lnTo>
                <a:lnTo>
                  <a:pt x="1713" y="27"/>
                </a:lnTo>
                <a:lnTo>
                  <a:pt x="1713" y="0"/>
                </a:lnTo>
                <a:moveTo>
                  <a:pt x="1845" y="0"/>
                </a:moveTo>
                <a:lnTo>
                  <a:pt x="1924" y="0"/>
                </a:lnTo>
                <a:lnTo>
                  <a:pt x="1924" y="27"/>
                </a:lnTo>
                <a:lnTo>
                  <a:pt x="1845" y="27"/>
                </a:lnTo>
                <a:lnTo>
                  <a:pt x="1845" y="0"/>
                </a:lnTo>
                <a:moveTo>
                  <a:pt x="1976" y="0"/>
                </a:moveTo>
                <a:lnTo>
                  <a:pt x="2056" y="0"/>
                </a:lnTo>
                <a:lnTo>
                  <a:pt x="2056" y="27"/>
                </a:lnTo>
                <a:lnTo>
                  <a:pt x="1976" y="27"/>
                </a:lnTo>
                <a:lnTo>
                  <a:pt x="1976" y="0"/>
                </a:lnTo>
                <a:moveTo>
                  <a:pt x="2108" y="0"/>
                </a:moveTo>
                <a:lnTo>
                  <a:pt x="2187" y="0"/>
                </a:lnTo>
                <a:lnTo>
                  <a:pt x="2187" y="27"/>
                </a:lnTo>
                <a:lnTo>
                  <a:pt x="2108" y="27"/>
                </a:lnTo>
                <a:lnTo>
                  <a:pt x="2108" y="0"/>
                </a:lnTo>
                <a:moveTo>
                  <a:pt x="2240" y="0"/>
                </a:moveTo>
                <a:lnTo>
                  <a:pt x="2319" y="0"/>
                </a:lnTo>
                <a:lnTo>
                  <a:pt x="2319" y="27"/>
                </a:lnTo>
                <a:lnTo>
                  <a:pt x="2240" y="27"/>
                </a:lnTo>
                <a:lnTo>
                  <a:pt x="2240" y="0"/>
                </a:lnTo>
                <a:moveTo>
                  <a:pt x="2371" y="0"/>
                </a:moveTo>
                <a:lnTo>
                  <a:pt x="2451" y="0"/>
                </a:lnTo>
                <a:lnTo>
                  <a:pt x="2451" y="27"/>
                </a:lnTo>
                <a:lnTo>
                  <a:pt x="2371" y="27"/>
                </a:lnTo>
                <a:lnTo>
                  <a:pt x="2371" y="0"/>
                </a:lnTo>
                <a:moveTo>
                  <a:pt x="2503" y="0"/>
                </a:moveTo>
                <a:lnTo>
                  <a:pt x="2582" y="0"/>
                </a:lnTo>
                <a:lnTo>
                  <a:pt x="2582" y="27"/>
                </a:lnTo>
                <a:lnTo>
                  <a:pt x="2503" y="27"/>
                </a:lnTo>
                <a:lnTo>
                  <a:pt x="2503" y="0"/>
                </a:lnTo>
                <a:moveTo>
                  <a:pt x="2635" y="0"/>
                </a:moveTo>
                <a:lnTo>
                  <a:pt x="2714" y="0"/>
                </a:lnTo>
                <a:lnTo>
                  <a:pt x="2714" y="27"/>
                </a:lnTo>
                <a:lnTo>
                  <a:pt x="2635" y="27"/>
                </a:lnTo>
                <a:lnTo>
                  <a:pt x="2635" y="0"/>
                </a:lnTo>
                <a:moveTo>
                  <a:pt x="2766" y="0"/>
                </a:moveTo>
                <a:lnTo>
                  <a:pt x="2846" y="0"/>
                </a:lnTo>
                <a:lnTo>
                  <a:pt x="2846" y="27"/>
                </a:lnTo>
                <a:lnTo>
                  <a:pt x="2766" y="27"/>
                </a:lnTo>
                <a:lnTo>
                  <a:pt x="2766" y="0"/>
                </a:lnTo>
                <a:moveTo>
                  <a:pt x="2898" y="0"/>
                </a:moveTo>
                <a:lnTo>
                  <a:pt x="2977" y="0"/>
                </a:lnTo>
                <a:lnTo>
                  <a:pt x="2977" y="27"/>
                </a:lnTo>
                <a:lnTo>
                  <a:pt x="2898" y="27"/>
                </a:lnTo>
                <a:lnTo>
                  <a:pt x="2898" y="0"/>
                </a:lnTo>
                <a:moveTo>
                  <a:pt x="3030" y="0"/>
                </a:moveTo>
                <a:lnTo>
                  <a:pt x="3109" y="0"/>
                </a:lnTo>
                <a:lnTo>
                  <a:pt x="3109" y="27"/>
                </a:lnTo>
                <a:lnTo>
                  <a:pt x="3030" y="27"/>
                </a:lnTo>
                <a:lnTo>
                  <a:pt x="3030" y="0"/>
                </a:lnTo>
                <a:moveTo>
                  <a:pt x="3161" y="0"/>
                </a:moveTo>
                <a:lnTo>
                  <a:pt x="3241" y="0"/>
                </a:lnTo>
                <a:lnTo>
                  <a:pt x="3241" y="27"/>
                </a:lnTo>
                <a:lnTo>
                  <a:pt x="3161" y="27"/>
                </a:lnTo>
                <a:lnTo>
                  <a:pt x="3161" y="0"/>
                </a:lnTo>
                <a:moveTo>
                  <a:pt x="3293" y="0"/>
                </a:moveTo>
                <a:lnTo>
                  <a:pt x="3373" y="0"/>
                </a:lnTo>
                <a:lnTo>
                  <a:pt x="3373" y="27"/>
                </a:lnTo>
                <a:lnTo>
                  <a:pt x="3293" y="27"/>
                </a:lnTo>
                <a:lnTo>
                  <a:pt x="3293" y="0"/>
                </a:lnTo>
                <a:moveTo>
                  <a:pt x="3425" y="0"/>
                </a:moveTo>
                <a:lnTo>
                  <a:pt x="3504" y="0"/>
                </a:lnTo>
                <a:lnTo>
                  <a:pt x="3504" y="27"/>
                </a:lnTo>
                <a:lnTo>
                  <a:pt x="3425" y="27"/>
                </a:lnTo>
                <a:lnTo>
                  <a:pt x="3425" y="0"/>
                </a:lnTo>
                <a:moveTo>
                  <a:pt x="3557" y="0"/>
                </a:moveTo>
                <a:lnTo>
                  <a:pt x="3636" y="0"/>
                </a:lnTo>
                <a:lnTo>
                  <a:pt x="3636" y="27"/>
                </a:lnTo>
                <a:lnTo>
                  <a:pt x="3557" y="27"/>
                </a:lnTo>
                <a:lnTo>
                  <a:pt x="3557" y="0"/>
                </a:lnTo>
                <a:moveTo>
                  <a:pt x="3688" y="0"/>
                </a:moveTo>
                <a:lnTo>
                  <a:pt x="3768" y="0"/>
                </a:lnTo>
                <a:lnTo>
                  <a:pt x="3768" y="27"/>
                </a:lnTo>
                <a:lnTo>
                  <a:pt x="3688" y="27"/>
                </a:lnTo>
                <a:lnTo>
                  <a:pt x="3688" y="0"/>
                </a:lnTo>
                <a:moveTo>
                  <a:pt x="3820" y="0"/>
                </a:moveTo>
                <a:lnTo>
                  <a:pt x="3899" y="0"/>
                </a:lnTo>
                <a:lnTo>
                  <a:pt x="3899" y="27"/>
                </a:lnTo>
                <a:lnTo>
                  <a:pt x="3820" y="27"/>
                </a:lnTo>
                <a:lnTo>
                  <a:pt x="3820" y="0"/>
                </a:lnTo>
                <a:moveTo>
                  <a:pt x="3952" y="0"/>
                </a:moveTo>
                <a:lnTo>
                  <a:pt x="4031" y="0"/>
                </a:lnTo>
                <a:lnTo>
                  <a:pt x="4031" y="27"/>
                </a:lnTo>
                <a:lnTo>
                  <a:pt x="3952" y="27"/>
                </a:lnTo>
                <a:lnTo>
                  <a:pt x="3952" y="0"/>
                </a:lnTo>
                <a:moveTo>
                  <a:pt x="4083" y="0"/>
                </a:moveTo>
                <a:lnTo>
                  <a:pt x="4163" y="0"/>
                </a:lnTo>
                <a:lnTo>
                  <a:pt x="4163" y="27"/>
                </a:lnTo>
                <a:lnTo>
                  <a:pt x="4083" y="27"/>
                </a:lnTo>
                <a:lnTo>
                  <a:pt x="4083" y="0"/>
                </a:lnTo>
                <a:moveTo>
                  <a:pt x="4215" y="0"/>
                </a:moveTo>
                <a:lnTo>
                  <a:pt x="4294" y="0"/>
                </a:lnTo>
                <a:lnTo>
                  <a:pt x="4294" y="27"/>
                </a:lnTo>
                <a:lnTo>
                  <a:pt x="4215" y="27"/>
                </a:lnTo>
                <a:lnTo>
                  <a:pt x="4215" y="0"/>
                </a:lnTo>
                <a:moveTo>
                  <a:pt x="4347" y="0"/>
                </a:moveTo>
                <a:lnTo>
                  <a:pt x="4426" y="0"/>
                </a:lnTo>
                <a:lnTo>
                  <a:pt x="4426" y="27"/>
                </a:lnTo>
                <a:lnTo>
                  <a:pt x="4347" y="27"/>
                </a:lnTo>
                <a:lnTo>
                  <a:pt x="4347" y="0"/>
                </a:lnTo>
                <a:moveTo>
                  <a:pt x="4478" y="0"/>
                </a:moveTo>
                <a:lnTo>
                  <a:pt x="4558" y="0"/>
                </a:lnTo>
                <a:lnTo>
                  <a:pt x="4558" y="27"/>
                </a:lnTo>
                <a:lnTo>
                  <a:pt x="4478" y="27"/>
                </a:lnTo>
                <a:lnTo>
                  <a:pt x="4478" y="0"/>
                </a:lnTo>
                <a:moveTo>
                  <a:pt x="4610" y="0"/>
                </a:moveTo>
                <a:lnTo>
                  <a:pt x="4689" y="0"/>
                </a:lnTo>
                <a:lnTo>
                  <a:pt x="4689" y="27"/>
                </a:lnTo>
                <a:lnTo>
                  <a:pt x="4610" y="27"/>
                </a:lnTo>
                <a:lnTo>
                  <a:pt x="4610" y="0"/>
                </a:lnTo>
                <a:moveTo>
                  <a:pt x="4742" y="0"/>
                </a:moveTo>
                <a:lnTo>
                  <a:pt x="4821" y="0"/>
                </a:lnTo>
                <a:lnTo>
                  <a:pt x="4821" y="27"/>
                </a:lnTo>
                <a:lnTo>
                  <a:pt x="4742" y="27"/>
                </a:lnTo>
                <a:lnTo>
                  <a:pt x="4742" y="0"/>
                </a:lnTo>
                <a:moveTo>
                  <a:pt x="4873" y="0"/>
                </a:moveTo>
                <a:lnTo>
                  <a:pt x="4953" y="0"/>
                </a:lnTo>
                <a:lnTo>
                  <a:pt x="4953" y="27"/>
                </a:lnTo>
                <a:lnTo>
                  <a:pt x="4873" y="27"/>
                </a:lnTo>
                <a:lnTo>
                  <a:pt x="4873" y="0"/>
                </a:lnTo>
                <a:moveTo>
                  <a:pt x="5005" y="0"/>
                </a:moveTo>
                <a:lnTo>
                  <a:pt x="5085" y="0"/>
                </a:lnTo>
                <a:lnTo>
                  <a:pt x="5085" y="27"/>
                </a:lnTo>
                <a:lnTo>
                  <a:pt x="5005" y="27"/>
                </a:lnTo>
                <a:lnTo>
                  <a:pt x="5005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27"/>
                </a:lnTo>
                <a:lnTo>
                  <a:pt x="5137" y="27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27"/>
                </a:lnTo>
                <a:lnTo>
                  <a:pt x="5269" y="27"/>
                </a:lnTo>
                <a:lnTo>
                  <a:pt x="5269" y="0"/>
                </a:lnTo>
                <a:moveTo>
                  <a:pt x="5400" y="0"/>
                </a:moveTo>
                <a:lnTo>
                  <a:pt x="5480" y="0"/>
                </a:lnTo>
                <a:lnTo>
                  <a:pt x="5480" y="27"/>
                </a:lnTo>
                <a:lnTo>
                  <a:pt x="5400" y="27"/>
                </a:lnTo>
                <a:lnTo>
                  <a:pt x="5400" y="0"/>
                </a:lnTo>
                <a:moveTo>
                  <a:pt x="5532" y="0"/>
                </a:moveTo>
                <a:lnTo>
                  <a:pt x="5611" y="0"/>
                </a:lnTo>
                <a:lnTo>
                  <a:pt x="5611" y="27"/>
                </a:lnTo>
                <a:lnTo>
                  <a:pt x="5532" y="27"/>
                </a:lnTo>
                <a:lnTo>
                  <a:pt x="5532" y="0"/>
                </a:lnTo>
                <a:moveTo>
                  <a:pt x="5664" y="0"/>
                </a:moveTo>
                <a:lnTo>
                  <a:pt x="5743" y="0"/>
                </a:lnTo>
                <a:lnTo>
                  <a:pt x="5743" y="27"/>
                </a:lnTo>
                <a:lnTo>
                  <a:pt x="5664" y="27"/>
                </a:lnTo>
                <a:lnTo>
                  <a:pt x="5664" y="0"/>
                </a:lnTo>
                <a:moveTo>
                  <a:pt x="5795" y="0"/>
                </a:moveTo>
                <a:lnTo>
                  <a:pt x="5875" y="0"/>
                </a:lnTo>
                <a:lnTo>
                  <a:pt x="5875" y="27"/>
                </a:lnTo>
                <a:lnTo>
                  <a:pt x="5795" y="27"/>
                </a:lnTo>
                <a:lnTo>
                  <a:pt x="5795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57200" y="2665440"/>
            <a:ext cx="2494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Requirementsboom doorontwikkelen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" name=""/>
          <p:cNvSpPr/>
          <p:nvPr/>
        </p:nvSpPr>
        <p:spPr>
          <a:xfrm>
            <a:off x="3628800" y="2647800"/>
            <a:ext cx="295560" cy="190800"/>
          </a:xfrm>
          <a:custGeom>
            <a:avLst/>
            <a:gdLst/>
            <a:ahLst/>
            <a:rect l="0" t="0" r="r" b="b"/>
            <a:pathLst>
              <a:path w="821" h="530">
                <a:moveTo>
                  <a:pt x="0" y="0"/>
                </a:moveTo>
                <a:lnTo>
                  <a:pt x="821" y="0"/>
                </a:lnTo>
                <a:lnTo>
                  <a:pt x="821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738160" y="268236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/>
          <p:nvPr/>
        </p:nvSpPr>
        <p:spPr>
          <a:xfrm>
            <a:off x="3943080" y="2647800"/>
            <a:ext cx="1324440" cy="190800"/>
          </a:xfrm>
          <a:custGeom>
            <a:avLst/>
            <a:gdLst/>
            <a:ahLst/>
            <a:rect l="0" t="0" r="r" b="b"/>
            <a:pathLst>
              <a:path w="3679" h="530">
                <a:moveTo>
                  <a:pt x="0" y="0"/>
                </a:moveTo>
                <a:lnTo>
                  <a:pt x="3679" y="0"/>
                </a:lnTo>
                <a:lnTo>
                  <a:pt x="3679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745800" y="267948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456840" y="307656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4" y="0"/>
                </a:lnTo>
                <a:lnTo>
                  <a:pt x="474" y="27"/>
                </a:lnTo>
                <a:lnTo>
                  <a:pt x="394" y="27"/>
                </a:lnTo>
                <a:lnTo>
                  <a:pt x="394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7"/>
                </a:lnTo>
                <a:lnTo>
                  <a:pt x="526" y="27"/>
                </a:lnTo>
                <a:lnTo>
                  <a:pt x="526" y="0"/>
                </a:lnTo>
                <a:moveTo>
                  <a:pt x="657" y="0"/>
                </a:moveTo>
                <a:lnTo>
                  <a:pt x="737" y="0"/>
                </a:lnTo>
                <a:lnTo>
                  <a:pt x="737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8" y="0"/>
                </a:lnTo>
                <a:lnTo>
                  <a:pt x="868" y="27"/>
                </a:lnTo>
                <a:lnTo>
                  <a:pt x="788" y="27"/>
                </a:lnTo>
                <a:lnTo>
                  <a:pt x="788" y="0"/>
                </a:lnTo>
                <a:moveTo>
                  <a:pt x="920" y="0"/>
                </a:moveTo>
                <a:lnTo>
                  <a:pt x="999" y="0"/>
                </a:lnTo>
                <a:lnTo>
                  <a:pt x="999" y="27"/>
                </a:lnTo>
                <a:lnTo>
                  <a:pt x="920" y="27"/>
                </a:lnTo>
                <a:lnTo>
                  <a:pt x="920" y="0"/>
                </a:lnTo>
                <a:moveTo>
                  <a:pt x="1051" y="0"/>
                </a:moveTo>
                <a:lnTo>
                  <a:pt x="1131" y="0"/>
                </a:lnTo>
                <a:lnTo>
                  <a:pt x="1131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2" y="0"/>
                </a:lnTo>
                <a:lnTo>
                  <a:pt x="1262" y="27"/>
                </a:lnTo>
                <a:lnTo>
                  <a:pt x="1182" y="27"/>
                </a:lnTo>
                <a:lnTo>
                  <a:pt x="1182" y="0"/>
                </a:lnTo>
                <a:moveTo>
                  <a:pt x="1314" y="0"/>
                </a:moveTo>
                <a:lnTo>
                  <a:pt x="1393" y="0"/>
                </a:lnTo>
                <a:lnTo>
                  <a:pt x="1393" y="27"/>
                </a:lnTo>
                <a:lnTo>
                  <a:pt x="1314" y="27"/>
                </a:lnTo>
                <a:lnTo>
                  <a:pt x="1314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6" y="0"/>
                </a:lnTo>
                <a:lnTo>
                  <a:pt x="1656" y="27"/>
                </a:lnTo>
                <a:lnTo>
                  <a:pt x="1576" y="27"/>
                </a:lnTo>
                <a:lnTo>
                  <a:pt x="1576" y="0"/>
                </a:lnTo>
                <a:moveTo>
                  <a:pt x="1708" y="0"/>
                </a:moveTo>
                <a:lnTo>
                  <a:pt x="1787" y="0"/>
                </a:lnTo>
                <a:lnTo>
                  <a:pt x="1787" y="27"/>
                </a:lnTo>
                <a:lnTo>
                  <a:pt x="1708" y="27"/>
                </a:lnTo>
                <a:lnTo>
                  <a:pt x="1708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50" y="0"/>
                </a:lnTo>
                <a:lnTo>
                  <a:pt x="2050" y="27"/>
                </a:lnTo>
                <a:lnTo>
                  <a:pt x="1970" y="27"/>
                </a:lnTo>
                <a:lnTo>
                  <a:pt x="1970" y="0"/>
                </a:lnTo>
                <a:moveTo>
                  <a:pt x="2102" y="0"/>
                </a:moveTo>
                <a:lnTo>
                  <a:pt x="2181" y="0"/>
                </a:lnTo>
                <a:lnTo>
                  <a:pt x="2181" y="27"/>
                </a:lnTo>
                <a:lnTo>
                  <a:pt x="2102" y="27"/>
                </a:lnTo>
                <a:lnTo>
                  <a:pt x="2102" y="0"/>
                </a:lnTo>
                <a:moveTo>
                  <a:pt x="2233" y="0"/>
                </a:moveTo>
                <a:lnTo>
                  <a:pt x="2312" y="0"/>
                </a:lnTo>
                <a:lnTo>
                  <a:pt x="2312" y="27"/>
                </a:lnTo>
                <a:lnTo>
                  <a:pt x="2233" y="27"/>
                </a:lnTo>
                <a:lnTo>
                  <a:pt x="2233" y="0"/>
                </a:lnTo>
                <a:moveTo>
                  <a:pt x="2364" y="0"/>
                </a:moveTo>
                <a:lnTo>
                  <a:pt x="2445" y="0"/>
                </a:lnTo>
                <a:lnTo>
                  <a:pt x="2445" y="27"/>
                </a:lnTo>
                <a:lnTo>
                  <a:pt x="2364" y="27"/>
                </a:lnTo>
                <a:lnTo>
                  <a:pt x="2364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7"/>
                </a:lnTo>
                <a:lnTo>
                  <a:pt x="2497" y="27"/>
                </a:lnTo>
                <a:lnTo>
                  <a:pt x="2497" y="0"/>
                </a:lnTo>
                <a:moveTo>
                  <a:pt x="2628" y="0"/>
                </a:moveTo>
                <a:lnTo>
                  <a:pt x="2707" y="0"/>
                </a:lnTo>
                <a:lnTo>
                  <a:pt x="2707" y="27"/>
                </a:lnTo>
                <a:lnTo>
                  <a:pt x="2628" y="27"/>
                </a:lnTo>
                <a:lnTo>
                  <a:pt x="2628" y="0"/>
                </a:lnTo>
                <a:moveTo>
                  <a:pt x="2759" y="0"/>
                </a:moveTo>
                <a:lnTo>
                  <a:pt x="2839" y="0"/>
                </a:lnTo>
                <a:lnTo>
                  <a:pt x="2839" y="27"/>
                </a:lnTo>
                <a:lnTo>
                  <a:pt x="2759" y="27"/>
                </a:lnTo>
                <a:lnTo>
                  <a:pt x="2759" y="0"/>
                </a:lnTo>
                <a:moveTo>
                  <a:pt x="2891" y="0"/>
                </a:moveTo>
                <a:lnTo>
                  <a:pt x="2970" y="0"/>
                </a:lnTo>
                <a:lnTo>
                  <a:pt x="2970" y="27"/>
                </a:lnTo>
                <a:lnTo>
                  <a:pt x="2891" y="27"/>
                </a:lnTo>
                <a:lnTo>
                  <a:pt x="2891" y="0"/>
                </a:lnTo>
                <a:moveTo>
                  <a:pt x="3022" y="0"/>
                </a:moveTo>
                <a:lnTo>
                  <a:pt x="3101" y="0"/>
                </a:lnTo>
                <a:lnTo>
                  <a:pt x="3101" y="27"/>
                </a:lnTo>
                <a:lnTo>
                  <a:pt x="3022" y="27"/>
                </a:lnTo>
                <a:lnTo>
                  <a:pt x="3022" y="0"/>
                </a:lnTo>
                <a:moveTo>
                  <a:pt x="3153" y="0"/>
                </a:moveTo>
                <a:lnTo>
                  <a:pt x="3233" y="0"/>
                </a:lnTo>
                <a:lnTo>
                  <a:pt x="3233" y="27"/>
                </a:lnTo>
                <a:lnTo>
                  <a:pt x="3153" y="27"/>
                </a:lnTo>
                <a:lnTo>
                  <a:pt x="3153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27"/>
                </a:lnTo>
                <a:lnTo>
                  <a:pt x="3285" y="27"/>
                </a:lnTo>
                <a:lnTo>
                  <a:pt x="3285" y="0"/>
                </a:lnTo>
                <a:moveTo>
                  <a:pt x="3416" y="0"/>
                </a:moveTo>
                <a:lnTo>
                  <a:pt x="3495" y="0"/>
                </a:lnTo>
                <a:lnTo>
                  <a:pt x="3495" y="27"/>
                </a:lnTo>
                <a:lnTo>
                  <a:pt x="3416" y="27"/>
                </a:lnTo>
                <a:lnTo>
                  <a:pt x="3416" y="0"/>
                </a:lnTo>
                <a:moveTo>
                  <a:pt x="3547" y="0"/>
                </a:moveTo>
                <a:lnTo>
                  <a:pt x="3627" y="0"/>
                </a:lnTo>
                <a:lnTo>
                  <a:pt x="3627" y="27"/>
                </a:lnTo>
                <a:lnTo>
                  <a:pt x="3547" y="27"/>
                </a:lnTo>
                <a:lnTo>
                  <a:pt x="3547" y="0"/>
                </a:lnTo>
                <a:moveTo>
                  <a:pt x="3679" y="0"/>
                </a:moveTo>
                <a:lnTo>
                  <a:pt x="3758" y="0"/>
                </a:lnTo>
                <a:lnTo>
                  <a:pt x="3758" y="27"/>
                </a:lnTo>
                <a:lnTo>
                  <a:pt x="3679" y="27"/>
                </a:lnTo>
                <a:lnTo>
                  <a:pt x="3679" y="0"/>
                </a:lnTo>
                <a:moveTo>
                  <a:pt x="3810" y="0"/>
                </a:moveTo>
                <a:lnTo>
                  <a:pt x="3889" y="0"/>
                </a:lnTo>
                <a:lnTo>
                  <a:pt x="3889" y="27"/>
                </a:lnTo>
                <a:lnTo>
                  <a:pt x="3810" y="27"/>
                </a:lnTo>
                <a:lnTo>
                  <a:pt x="3810" y="0"/>
                </a:lnTo>
                <a:moveTo>
                  <a:pt x="3941" y="0"/>
                </a:moveTo>
                <a:lnTo>
                  <a:pt x="4021" y="0"/>
                </a:lnTo>
                <a:lnTo>
                  <a:pt x="4021" y="27"/>
                </a:lnTo>
                <a:lnTo>
                  <a:pt x="3941" y="27"/>
                </a:lnTo>
                <a:lnTo>
                  <a:pt x="3941" y="0"/>
                </a:lnTo>
                <a:moveTo>
                  <a:pt x="4073" y="0"/>
                </a:moveTo>
                <a:lnTo>
                  <a:pt x="4152" y="0"/>
                </a:lnTo>
                <a:lnTo>
                  <a:pt x="4152" y="27"/>
                </a:lnTo>
                <a:lnTo>
                  <a:pt x="4073" y="27"/>
                </a:lnTo>
                <a:lnTo>
                  <a:pt x="4073" y="0"/>
                </a:lnTo>
                <a:moveTo>
                  <a:pt x="4204" y="0"/>
                </a:moveTo>
                <a:lnTo>
                  <a:pt x="4283" y="0"/>
                </a:lnTo>
                <a:lnTo>
                  <a:pt x="4283" y="27"/>
                </a:lnTo>
                <a:lnTo>
                  <a:pt x="4204" y="27"/>
                </a:lnTo>
                <a:lnTo>
                  <a:pt x="4204" y="0"/>
                </a:lnTo>
                <a:moveTo>
                  <a:pt x="4335" y="0"/>
                </a:moveTo>
                <a:lnTo>
                  <a:pt x="4415" y="0"/>
                </a:lnTo>
                <a:lnTo>
                  <a:pt x="4415" y="27"/>
                </a:lnTo>
                <a:lnTo>
                  <a:pt x="4335" y="27"/>
                </a:lnTo>
                <a:lnTo>
                  <a:pt x="4335" y="0"/>
                </a:lnTo>
                <a:moveTo>
                  <a:pt x="4467" y="0"/>
                </a:moveTo>
                <a:lnTo>
                  <a:pt x="4546" y="0"/>
                </a:lnTo>
                <a:lnTo>
                  <a:pt x="4546" y="27"/>
                </a:lnTo>
                <a:lnTo>
                  <a:pt x="4467" y="27"/>
                </a:lnTo>
                <a:lnTo>
                  <a:pt x="4467" y="0"/>
                </a:lnTo>
                <a:moveTo>
                  <a:pt x="4598" y="0"/>
                </a:moveTo>
                <a:lnTo>
                  <a:pt x="4677" y="0"/>
                </a:lnTo>
                <a:lnTo>
                  <a:pt x="4677" y="27"/>
                </a:lnTo>
                <a:lnTo>
                  <a:pt x="4598" y="27"/>
                </a:lnTo>
                <a:lnTo>
                  <a:pt x="4598" y="0"/>
                </a:lnTo>
                <a:moveTo>
                  <a:pt x="4729" y="0"/>
                </a:moveTo>
                <a:lnTo>
                  <a:pt x="4809" y="0"/>
                </a:lnTo>
                <a:lnTo>
                  <a:pt x="4809" y="27"/>
                </a:lnTo>
                <a:lnTo>
                  <a:pt x="4729" y="27"/>
                </a:lnTo>
                <a:lnTo>
                  <a:pt x="4729" y="0"/>
                </a:lnTo>
                <a:moveTo>
                  <a:pt x="4861" y="0"/>
                </a:moveTo>
                <a:lnTo>
                  <a:pt x="4940" y="0"/>
                </a:lnTo>
                <a:lnTo>
                  <a:pt x="4940" y="27"/>
                </a:lnTo>
                <a:lnTo>
                  <a:pt x="4861" y="27"/>
                </a:lnTo>
                <a:lnTo>
                  <a:pt x="4861" y="0"/>
                </a:lnTo>
                <a:moveTo>
                  <a:pt x="4992" y="0"/>
                </a:moveTo>
                <a:lnTo>
                  <a:pt x="5071" y="0"/>
                </a:lnTo>
                <a:lnTo>
                  <a:pt x="5071" y="27"/>
                </a:lnTo>
                <a:lnTo>
                  <a:pt x="4992" y="27"/>
                </a:lnTo>
                <a:lnTo>
                  <a:pt x="4992" y="0"/>
                </a:lnTo>
                <a:moveTo>
                  <a:pt x="5123" y="0"/>
                </a:moveTo>
                <a:lnTo>
                  <a:pt x="5203" y="0"/>
                </a:lnTo>
                <a:lnTo>
                  <a:pt x="5203" y="27"/>
                </a:lnTo>
                <a:lnTo>
                  <a:pt x="5123" y="27"/>
                </a:lnTo>
                <a:lnTo>
                  <a:pt x="5123" y="0"/>
                </a:lnTo>
                <a:moveTo>
                  <a:pt x="5255" y="0"/>
                </a:moveTo>
                <a:lnTo>
                  <a:pt x="5334" y="0"/>
                </a:lnTo>
                <a:lnTo>
                  <a:pt x="5334" y="27"/>
                </a:lnTo>
                <a:lnTo>
                  <a:pt x="5255" y="27"/>
                </a:lnTo>
                <a:lnTo>
                  <a:pt x="5255" y="0"/>
                </a:lnTo>
                <a:moveTo>
                  <a:pt x="5386" y="0"/>
                </a:moveTo>
                <a:lnTo>
                  <a:pt x="5465" y="0"/>
                </a:lnTo>
                <a:lnTo>
                  <a:pt x="5465" y="27"/>
                </a:lnTo>
                <a:lnTo>
                  <a:pt x="5386" y="27"/>
                </a:lnTo>
                <a:lnTo>
                  <a:pt x="5386" y="0"/>
                </a:lnTo>
                <a:moveTo>
                  <a:pt x="5517" y="0"/>
                </a:moveTo>
                <a:lnTo>
                  <a:pt x="5597" y="0"/>
                </a:lnTo>
                <a:lnTo>
                  <a:pt x="5597" y="27"/>
                </a:lnTo>
                <a:lnTo>
                  <a:pt x="5517" y="27"/>
                </a:lnTo>
                <a:lnTo>
                  <a:pt x="5517" y="0"/>
                </a:lnTo>
                <a:moveTo>
                  <a:pt x="5649" y="0"/>
                </a:moveTo>
                <a:lnTo>
                  <a:pt x="5728" y="0"/>
                </a:lnTo>
                <a:lnTo>
                  <a:pt x="5728" y="27"/>
                </a:lnTo>
                <a:lnTo>
                  <a:pt x="5649" y="27"/>
                </a:lnTo>
                <a:lnTo>
                  <a:pt x="5649" y="0"/>
                </a:lnTo>
                <a:moveTo>
                  <a:pt x="5780" y="0"/>
                </a:moveTo>
                <a:lnTo>
                  <a:pt x="5859" y="0"/>
                </a:lnTo>
                <a:lnTo>
                  <a:pt x="5859" y="27"/>
                </a:lnTo>
                <a:lnTo>
                  <a:pt x="5780" y="27"/>
                </a:lnTo>
                <a:lnTo>
                  <a:pt x="5780" y="0"/>
                </a:lnTo>
                <a:moveTo>
                  <a:pt x="5911" y="0"/>
                </a:moveTo>
                <a:lnTo>
                  <a:pt x="5991" y="0"/>
                </a:lnTo>
                <a:lnTo>
                  <a:pt x="5991" y="27"/>
                </a:lnTo>
                <a:lnTo>
                  <a:pt x="5911" y="27"/>
                </a:lnTo>
                <a:lnTo>
                  <a:pt x="5911" y="0"/>
                </a:lnTo>
                <a:moveTo>
                  <a:pt x="6043" y="0"/>
                </a:moveTo>
                <a:lnTo>
                  <a:pt x="6122" y="0"/>
                </a:lnTo>
                <a:lnTo>
                  <a:pt x="6122" y="27"/>
                </a:lnTo>
                <a:lnTo>
                  <a:pt x="6043" y="27"/>
                </a:lnTo>
                <a:lnTo>
                  <a:pt x="6043" y="0"/>
                </a:lnTo>
                <a:moveTo>
                  <a:pt x="6174" y="0"/>
                </a:moveTo>
                <a:lnTo>
                  <a:pt x="6253" y="0"/>
                </a:lnTo>
                <a:lnTo>
                  <a:pt x="6253" y="27"/>
                </a:lnTo>
                <a:lnTo>
                  <a:pt x="6174" y="27"/>
                </a:lnTo>
                <a:lnTo>
                  <a:pt x="6174" y="0"/>
                </a:lnTo>
                <a:moveTo>
                  <a:pt x="6305" y="0"/>
                </a:moveTo>
                <a:lnTo>
                  <a:pt x="6385" y="0"/>
                </a:lnTo>
                <a:lnTo>
                  <a:pt x="6385" y="27"/>
                </a:lnTo>
                <a:lnTo>
                  <a:pt x="6305" y="27"/>
                </a:lnTo>
                <a:lnTo>
                  <a:pt x="6305" y="0"/>
                </a:lnTo>
                <a:moveTo>
                  <a:pt x="6437" y="0"/>
                </a:moveTo>
                <a:lnTo>
                  <a:pt x="6516" y="0"/>
                </a:lnTo>
                <a:lnTo>
                  <a:pt x="6516" y="27"/>
                </a:lnTo>
                <a:lnTo>
                  <a:pt x="6437" y="27"/>
                </a:lnTo>
                <a:lnTo>
                  <a:pt x="6437" y="0"/>
                </a:lnTo>
                <a:moveTo>
                  <a:pt x="6568" y="0"/>
                </a:moveTo>
                <a:lnTo>
                  <a:pt x="6647" y="0"/>
                </a:lnTo>
                <a:lnTo>
                  <a:pt x="6647" y="27"/>
                </a:lnTo>
                <a:lnTo>
                  <a:pt x="6568" y="27"/>
                </a:lnTo>
                <a:lnTo>
                  <a:pt x="6568" y="0"/>
                </a:lnTo>
                <a:moveTo>
                  <a:pt x="6699" y="0"/>
                </a:moveTo>
                <a:lnTo>
                  <a:pt x="6779" y="0"/>
                </a:lnTo>
                <a:lnTo>
                  <a:pt x="6779" y="27"/>
                </a:lnTo>
                <a:lnTo>
                  <a:pt x="6699" y="27"/>
                </a:lnTo>
                <a:lnTo>
                  <a:pt x="6699" y="0"/>
                </a:lnTo>
                <a:moveTo>
                  <a:pt x="6831" y="0"/>
                </a:moveTo>
                <a:lnTo>
                  <a:pt x="6910" y="0"/>
                </a:lnTo>
                <a:lnTo>
                  <a:pt x="6910" y="27"/>
                </a:lnTo>
                <a:lnTo>
                  <a:pt x="6831" y="27"/>
                </a:lnTo>
                <a:lnTo>
                  <a:pt x="6831" y="0"/>
                </a:lnTo>
                <a:moveTo>
                  <a:pt x="6962" y="0"/>
                </a:moveTo>
                <a:lnTo>
                  <a:pt x="7041" y="0"/>
                </a:lnTo>
                <a:lnTo>
                  <a:pt x="7041" y="27"/>
                </a:lnTo>
                <a:lnTo>
                  <a:pt x="6962" y="27"/>
                </a:lnTo>
                <a:lnTo>
                  <a:pt x="6962" y="0"/>
                </a:lnTo>
                <a:moveTo>
                  <a:pt x="7093" y="0"/>
                </a:moveTo>
                <a:lnTo>
                  <a:pt x="7173" y="0"/>
                </a:lnTo>
                <a:lnTo>
                  <a:pt x="7173" y="27"/>
                </a:lnTo>
                <a:lnTo>
                  <a:pt x="7093" y="27"/>
                </a:lnTo>
                <a:lnTo>
                  <a:pt x="7093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7"/>
                </a:lnTo>
                <a:lnTo>
                  <a:pt x="7225" y="27"/>
                </a:lnTo>
                <a:lnTo>
                  <a:pt x="7225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4575600" y="267948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9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57200" y="2932200"/>
            <a:ext cx="29725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Begrippenkader en informatiemodel verdiepen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3628800" y="2904840"/>
            <a:ext cx="2705400" cy="190800"/>
          </a:xfrm>
          <a:custGeom>
            <a:avLst/>
            <a:gdLst/>
            <a:ahLst/>
            <a:rect l="0" t="0" r="r" b="b"/>
            <a:pathLst>
              <a:path w="7515" h="530">
                <a:moveTo>
                  <a:pt x="0" y="0"/>
                </a:moveTo>
                <a:lnTo>
                  <a:pt x="7515" y="0"/>
                </a:lnTo>
                <a:lnTo>
                  <a:pt x="7515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114720" y="2949120"/>
            <a:ext cx="27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meta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6414120" y="2918520"/>
            <a:ext cx="163800" cy="163800"/>
          </a:xfrm>
          <a:custGeom>
            <a:avLst/>
            <a:gdLst/>
            <a:ahLst/>
            <a:rect l="0" t="0" r="r" b="b"/>
            <a:pathLst>
              <a:path w="455" h="455">
                <a:moveTo>
                  <a:pt x="455" y="227"/>
                </a:moveTo>
                <a:cubicBezTo>
                  <a:pt x="455" y="242"/>
                  <a:pt x="454" y="257"/>
                  <a:pt x="451" y="271"/>
                </a:cubicBezTo>
                <a:cubicBezTo>
                  <a:pt x="448" y="286"/>
                  <a:pt x="444" y="301"/>
                  <a:pt x="438" y="315"/>
                </a:cubicBezTo>
                <a:cubicBezTo>
                  <a:pt x="432" y="329"/>
                  <a:pt x="425" y="342"/>
                  <a:pt x="417" y="354"/>
                </a:cubicBezTo>
                <a:cubicBezTo>
                  <a:pt x="409" y="367"/>
                  <a:pt x="399" y="378"/>
                  <a:pt x="389" y="389"/>
                </a:cubicBezTo>
                <a:cubicBezTo>
                  <a:pt x="378" y="399"/>
                  <a:pt x="367" y="409"/>
                  <a:pt x="354" y="417"/>
                </a:cubicBezTo>
                <a:cubicBezTo>
                  <a:pt x="342" y="425"/>
                  <a:pt x="329" y="432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8" y="454"/>
                  <a:pt x="243" y="455"/>
                  <a:pt x="228" y="455"/>
                </a:cubicBezTo>
                <a:cubicBezTo>
                  <a:pt x="213" y="455"/>
                  <a:pt x="198" y="454"/>
                  <a:pt x="184" y="451"/>
                </a:cubicBezTo>
                <a:cubicBezTo>
                  <a:pt x="169" y="448"/>
                  <a:pt x="155" y="444"/>
                  <a:pt x="141" y="438"/>
                </a:cubicBezTo>
                <a:cubicBezTo>
                  <a:pt x="127" y="432"/>
                  <a:pt x="113" y="425"/>
                  <a:pt x="101" y="417"/>
                </a:cubicBezTo>
                <a:cubicBezTo>
                  <a:pt x="88" y="409"/>
                  <a:pt x="77" y="399"/>
                  <a:pt x="66" y="389"/>
                </a:cubicBezTo>
                <a:cubicBezTo>
                  <a:pt x="56" y="378"/>
                  <a:pt x="46" y="367"/>
                  <a:pt x="38" y="354"/>
                </a:cubicBezTo>
                <a:cubicBezTo>
                  <a:pt x="30" y="342"/>
                  <a:pt x="23" y="329"/>
                  <a:pt x="17" y="315"/>
                </a:cubicBezTo>
                <a:cubicBezTo>
                  <a:pt x="11" y="301"/>
                  <a:pt x="7" y="286"/>
                  <a:pt x="4" y="271"/>
                </a:cubicBezTo>
                <a:cubicBezTo>
                  <a:pt x="1" y="257"/>
                  <a:pt x="0" y="242"/>
                  <a:pt x="0" y="227"/>
                </a:cubicBez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7" y="23"/>
                  <a:pt x="141" y="17"/>
                </a:cubicBezTo>
                <a:cubicBezTo>
                  <a:pt x="155" y="11"/>
                  <a:pt x="169" y="7"/>
                  <a:pt x="184" y="4"/>
                </a:cubicBezTo>
                <a:cubicBezTo>
                  <a:pt x="198" y="1"/>
                  <a:pt x="213" y="0"/>
                  <a:pt x="228" y="0"/>
                </a:cubicBezTo>
                <a:cubicBezTo>
                  <a:pt x="243" y="0"/>
                  <a:pt x="258" y="1"/>
                  <a:pt x="272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6"/>
                  <a:pt x="378" y="56"/>
                  <a:pt x="389" y="66"/>
                </a:cubicBezTo>
                <a:cubicBezTo>
                  <a:pt x="399" y="77"/>
                  <a:pt x="409" y="88"/>
                  <a:pt x="417" y="101"/>
                </a:cubicBezTo>
                <a:cubicBezTo>
                  <a:pt x="425" y="113"/>
                  <a:pt x="432" y="126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7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6453000" y="294948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50"/>
                  <a:pt x="87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6" y="87"/>
                  <a:pt x="50" y="88"/>
                  <a:pt x="44" y="88"/>
                </a:cubicBezTo>
                <a:cubicBezTo>
                  <a:pt x="39" y="88"/>
                  <a:pt x="33" y="87"/>
                  <a:pt x="28" y="84"/>
                </a:cubicBezTo>
                <a:cubicBezTo>
                  <a:pt x="22" y="82"/>
                  <a:pt x="18" y="79"/>
                  <a:pt x="14" y="75"/>
                </a:cubicBezTo>
                <a:cubicBezTo>
                  <a:pt x="10" y="71"/>
                  <a:pt x="7" y="66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9"/>
                  <a:pt x="1" y="33"/>
                  <a:pt x="3" y="28"/>
                </a:cubicBezTo>
                <a:cubicBezTo>
                  <a:pt x="7" y="23"/>
                  <a:pt x="10" y="17"/>
                  <a:pt x="14" y="13"/>
                </a:cubicBezTo>
                <a:cubicBezTo>
                  <a:pt x="18" y="9"/>
                  <a:pt x="22" y="6"/>
                  <a:pt x="28" y="3"/>
                </a:cubicBezTo>
                <a:cubicBezTo>
                  <a:pt x="33" y="1"/>
                  <a:pt x="39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3"/>
                  <a:pt x="84" y="28"/>
                </a:cubicBezTo>
                <a:cubicBezTo>
                  <a:pt x="87" y="33"/>
                  <a:pt x="88" y="39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6453000" y="301968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5"/>
                  <a:pt x="84" y="60"/>
                </a:cubicBezTo>
                <a:cubicBezTo>
                  <a:pt x="82" y="65"/>
                  <a:pt x="79" y="70"/>
                  <a:pt x="75" y="74"/>
                </a:cubicBezTo>
                <a:cubicBezTo>
                  <a:pt x="71" y="78"/>
                  <a:pt x="66" y="81"/>
                  <a:pt x="61" y="84"/>
                </a:cubicBezTo>
                <a:cubicBezTo>
                  <a:pt x="56" y="86"/>
                  <a:pt x="50" y="88"/>
                  <a:pt x="44" y="88"/>
                </a:cubicBezTo>
                <a:cubicBezTo>
                  <a:pt x="39" y="88"/>
                  <a:pt x="33" y="86"/>
                  <a:pt x="28" y="84"/>
                </a:cubicBezTo>
                <a:cubicBezTo>
                  <a:pt x="22" y="81"/>
                  <a:pt x="18" y="78"/>
                  <a:pt x="14" y="74"/>
                </a:cubicBezTo>
                <a:cubicBezTo>
                  <a:pt x="10" y="70"/>
                  <a:pt x="7" y="65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7" y="21"/>
                  <a:pt x="10" y="17"/>
                  <a:pt x="14" y="13"/>
                </a:cubicBezTo>
                <a:cubicBezTo>
                  <a:pt x="18" y="9"/>
                  <a:pt x="22" y="5"/>
                  <a:pt x="28" y="3"/>
                </a:cubicBezTo>
                <a:cubicBezTo>
                  <a:pt x="33" y="1"/>
                  <a:pt x="39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1" y="9"/>
                  <a:pt x="75" y="13"/>
                </a:cubicBezTo>
                <a:cubicBezTo>
                  <a:pt x="79" y="17"/>
                  <a:pt x="82" y="21"/>
                  <a:pt x="84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" name=""/>
          <p:cNvSpPr/>
          <p:nvPr/>
        </p:nvSpPr>
        <p:spPr>
          <a:xfrm>
            <a:off x="6511320" y="301968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5"/>
                  <a:pt x="85" y="60"/>
                </a:cubicBezTo>
                <a:cubicBezTo>
                  <a:pt x="82" y="65"/>
                  <a:pt x="79" y="70"/>
                  <a:pt x="75" y="74"/>
                </a:cubicBezTo>
                <a:cubicBezTo>
                  <a:pt x="71" y="78"/>
                  <a:pt x="67" y="81"/>
                  <a:pt x="61" y="84"/>
                </a:cubicBezTo>
                <a:cubicBezTo>
                  <a:pt x="56" y="86"/>
                  <a:pt x="50" y="88"/>
                  <a:pt x="45" y="88"/>
                </a:cubicBezTo>
                <a:cubicBezTo>
                  <a:pt x="39" y="88"/>
                  <a:pt x="33" y="86"/>
                  <a:pt x="28" y="84"/>
                </a:cubicBezTo>
                <a:cubicBezTo>
                  <a:pt x="23" y="81"/>
                  <a:pt x="18" y="78"/>
                  <a:pt x="13" y="74"/>
                </a:cubicBezTo>
                <a:cubicBezTo>
                  <a:pt x="9" y="70"/>
                  <a:pt x="6" y="65"/>
                  <a:pt x="4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4" y="27"/>
                </a:cubicBezTo>
                <a:cubicBezTo>
                  <a:pt x="6" y="21"/>
                  <a:pt x="9" y="17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7" y="5"/>
                  <a:pt x="71" y="9"/>
                  <a:pt x="75" y="13"/>
                </a:cubicBezTo>
                <a:cubicBezTo>
                  <a:pt x="79" y="17"/>
                  <a:pt x="82" y="21"/>
                  <a:pt x="85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6468480" y="298080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/>
          <p:nvPr/>
        </p:nvSpPr>
        <p:spPr>
          <a:xfrm>
            <a:off x="6491880" y="2976840"/>
            <a:ext cx="35640" cy="43200"/>
          </a:xfrm>
          <a:custGeom>
            <a:avLst/>
            <a:gdLst/>
            <a:ahLst/>
            <a:rect l="0" t="0" r="r" b="b"/>
            <a:pathLst>
              <a:path fill="none" w="99" h="120">
                <a:moveTo>
                  <a:pt x="99" y="120"/>
                </a:moveTo>
                <a:lnTo>
                  <a:pt x="99" y="55"/>
                </a:lnTo>
                <a:cubicBezTo>
                  <a:pt x="99" y="48"/>
                  <a:pt x="97" y="41"/>
                  <a:pt x="95" y="34"/>
                </a:cubicBezTo>
                <a:cubicBezTo>
                  <a:pt x="92" y="28"/>
                  <a:pt x="88" y="22"/>
                  <a:pt x="83" y="17"/>
                </a:cubicBezTo>
                <a:cubicBezTo>
                  <a:pt x="78" y="12"/>
                  <a:pt x="72" y="8"/>
                  <a:pt x="65" y="5"/>
                </a:cubicBezTo>
                <a:cubicBezTo>
                  <a:pt x="59" y="1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6619680" y="3076560"/>
            <a:ext cx="314640" cy="9720"/>
          </a:xfrm>
          <a:custGeom>
            <a:avLst/>
            <a:gdLst/>
            <a:ahLst/>
            <a:rect l="0" t="0" r="r" b="b"/>
            <a:pathLst>
              <a:path w="874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7"/>
                </a:lnTo>
                <a:lnTo>
                  <a:pt x="132" y="27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8" y="0"/>
                </a:moveTo>
                <a:lnTo>
                  <a:pt x="477" y="0"/>
                </a:lnTo>
                <a:lnTo>
                  <a:pt x="477" y="27"/>
                </a:lnTo>
                <a:lnTo>
                  <a:pt x="398" y="27"/>
                </a:lnTo>
                <a:lnTo>
                  <a:pt x="398" y="0"/>
                </a:lnTo>
                <a:moveTo>
                  <a:pt x="530" y="0"/>
                </a:moveTo>
                <a:lnTo>
                  <a:pt x="610" y="0"/>
                </a:lnTo>
                <a:lnTo>
                  <a:pt x="610" y="27"/>
                </a:lnTo>
                <a:lnTo>
                  <a:pt x="530" y="27"/>
                </a:lnTo>
                <a:lnTo>
                  <a:pt x="530" y="0"/>
                </a:lnTo>
                <a:moveTo>
                  <a:pt x="662" y="0"/>
                </a:moveTo>
                <a:lnTo>
                  <a:pt x="742" y="0"/>
                </a:lnTo>
                <a:lnTo>
                  <a:pt x="742" y="27"/>
                </a:lnTo>
                <a:lnTo>
                  <a:pt x="662" y="27"/>
                </a:lnTo>
                <a:lnTo>
                  <a:pt x="662" y="0"/>
                </a:lnTo>
                <a:moveTo>
                  <a:pt x="795" y="0"/>
                </a:moveTo>
                <a:lnTo>
                  <a:pt x="874" y="0"/>
                </a:lnTo>
                <a:lnTo>
                  <a:pt x="874" y="27"/>
                </a:lnTo>
                <a:lnTo>
                  <a:pt x="795" y="27"/>
                </a:lnTo>
                <a:lnTo>
                  <a:pt x="79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929840" y="293652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18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456840" y="331452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7"/>
                </a:lnTo>
                <a:lnTo>
                  <a:pt x="263" y="27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7"/>
                </a:lnTo>
                <a:lnTo>
                  <a:pt x="395" y="27"/>
                </a:lnTo>
                <a:lnTo>
                  <a:pt x="395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7"/>
                </a:lnTo>
                <a:lnTo>
                  <a:pt x="526" y="27"/>
                </a:lnTo>
                <a:lnTo>
                  <a:pt x="526" y="0"/>
                </a:lnTo>
                <a:moveTo>
                  <a:pt x="657" y="0"/>
                </a:moveTo>
                <a:lnTo>
                  <a:pt x="737" y="0"/>
                </a:lnTo>
                <a:lnTo>
                  <a:pt x="737" y="27"/>
                </a:lnTo>
                <a:lnTo>
                  <a:pt x="657" y="27"/>
                </a:lnTo>
                <a:lnTo>
                  <a:pt x="657" y="0"/>
                </a:lnTo>
                <a:moveTo>
                  <a:pt x="789" y="0"/>
                </a:moveTo>
                <a:lnTo>
                  <a:pt x="868" y="0"/>
                </a:lnTo>
                <a:lnTo>
                  <a:pt x="868" y="27"/>
                </a:lnTo>
                <a:lnTo>
                  <a:pt x="789" y="27"/>
                </a:lnTo>
                <a:lnTo>
                  <a:pt x="789" y="0"/>
                </a:lnTo>
                <a:moveTo>
                  <a:pt x="920" y="0"/>
                </a:moveTo>
                <a:lnTo>
                  <a:pt x="1000" y="0"/>
                </a:lnTo>
                <a:lnTo>
                  <a:pt x="1000" y="27"/>
                </a:lnTo>
                <a:lnTo>
                  <a:pt x="920" y="27"/>
                </a:lnTo>
                <a:lnTo>
                  <a:pt x="920" y="0"/>
                </a:lnTo>
                <a:moveTo>
                  <a:pt x="1052" y="0"/>
                </a:moveTo>
                <a:lnTo>
                  <a:pt x="1131" y="0"/>
                </a:lnTo>
                <a:lnTo>
                  <a:pt x="1131" y="27"/>
                </a:lnTo>
                <a:lnTo>
                  <a:pt x="1052" y="27"/>
                </a:lnTo>
                <a:lnTo>
                  <a:pt x="1052" y="0"/>
                </a:lnTo>
                <a:moveTo>
                  <a:pt x="1183" y="0"/>
                </a:moveTo>
                <a:lnTo>
                  <a:pt x="1262" y="0"/>
                </a:lnTo>
                <a:lnTo>
                  <a:pt x="1262" y="27"/>
                </a:lnTo>
                <a:lnTo>
                  <a:pt x="1183" y="27"/>
                </a:lnTo>
                <a:lnTo>
                  <a:pt x="1183" y="0"/>
                </a:lnTo>
                <a:moveTo>
                  <a:pt x="1314" y="0"/>
                </a:moveTo>
                <a:lnTo>
                  <a:pt x="1394" y="0"/>
                </a:lnTo>
                <a:lnTo>
                  <a:pt x="1394" y="27"/>
                </a:lnTo>
                <a:lnTo>
                  <a:pt x="1314" y="27"/>
                </a:lnTo>
                <a:lnTo>
                  <a:pt x="1314" y="0"/>
                </a:lnTo>
                <a:moveTo>
                  <a:pt x="1446" y="0"/>
                </a:moveTo>
                <a:lnTo>
                  <a:pt x="1525" y="0"/>
                </a:lnTo>
                <a:lnTo>
                  <a:pt x="1525" y="27"/>
                </a:lnTo>
                <a:lnTo>
                  <a:pt x="1446" y="27"/>
                </a:lnTo>
                <a:lnTo>
                  <a:pt x="1446" y="0"/>
                </a:lnTo>
                <a:moveTo>
                  <a:pt x="1577" y="0"/>
                </a:moveTo>
                <a:lnTo>
                  <a:pt x="1656" y="0"/>
                </a:lnTo>
                <a:lnTo>
                  <a:pt x="1656" y="27"/>
                </a:lnTo>
                <a:lnTo>
                  <a:pt x="1577" y="27"/>
                </a:lnTo>
                <a:lnTo>
                  <a:pt x="1577" y="0"/>
                </a:lnTo>
                <a:moveTo>
                  <a:pt x="1708" y="0"/>
                </a:moveTo>
                <a:lnTo>
                  <a:pt x="1788" y="0"/>
                </a:lnTo>
                <a:lnTo>
                  <a:pt x="1788" y="27"/>
                </a:lnTo>
                <a:lnTo>
                  <a:pt x="1708" y="27"/>
                </a:lnTo>
                <a:lnTo>
                  <a:pt x="1708" y="0"/>
                </a:lnTo>
                <a:moveTo>
                  <a:pt x="1840" y="0"/>
                </a:moveTo>
                <a:lnTo>
                  <a:pt x="1919" y="0"/>
                </a:lnTo>
                <a:lnTo>
                  <a:pt x="1919" y="27"/>
                </a:lnTo>
                <a:lnTo>
                  <a:pt x="1840" y="27"/>
                </a:lnTo>
                <a:lnTo>
                  <a:pt x="1840" y="0"/>
                </a:lnTo>
                <a:moveTo>
                  <a:pt x="1971" y="0"/>
                </a:moveTo>
                <a:lnTo>
                  <a:pt x="2051" y="0"/>
                </a:lnTo>
                <a:lnTo>
                  <a:pt x="2051" y="27"/>
                </a:lnTo>
                <a:lnTo>
                  <a:pt x="1971" y="27"/>
                </a:lnTo>
                <a:lnTo>
                  <a:pt x="1971" y="0"/>
                </a:lnTo>
                <a:moveTo>
                  <a:pt x="2103" y="0"/>
                </a:moveTo>
                <a:lnTo>
                  <a:pt x="2182" y="0"/>
                </a:lnTo>
                <a:lnTo>
                  <a:pt x="2182" y="27"/>
                </a:lnTo>
                <a:lnTo>
                  <a:pt x="2103" y="27"/>
                </a:lnTo>
                <a:lnTo>
                  <a:pt x="2103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7"/>
                </a:lnTo>
                <a:lnTo>
                  <a:pt x="2234" y="27"/>
                </a:lnTo>
                <a:lnTo>
                  <a:pt x="2234" y="0"/>
                </a:lnTo>
                <a:moveTo>
                  <a:pt x="2365" y="0"/>
                </a:moveTo>
                <a:lnTo>
                  <a:pt x="2445" y="0"/>
                </a:lnTo>
                <a:lnTo>
                  <a:pt x="2445" y="27"/>
                </a:lnTo>
                <a:lnTo>
                  <a:pt x="2365" y="27"/>
                </a:lnTo>
                <a:lnTo>
                  <a:pt x="2365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7"/>
                </a:lnTo>
                <a:lnTo>
                  <a:pt x="2497" y="27"/>
                </a:lnTo>
                <a:lnTo>
                  <a:pt x="2497" y="0"/>
                </a:lnTo>
                <a:moveTo>
                  <a:pt x="2629" y="0"/>
                </a:moveTo>
                <a:lnTo>
                  <a:pt x="2708" y="0"/>
                </a:lnTo>
                <a:lnTo>
                  <a:pt x="2708" y="27"/>
                </a:lnTo>
                <a:lnTo>
                  <a:pt x="2629" y="27"/>
                </a:lnTo>
                <a:lnTo>
                  <a:pt x="2629" y="0"/>
                </a:lnTo>
                <a:moveTo>
                  <a:pt x="2760" y="0"/>
                </a:moveTo>
                <a:lnTo>
                  <a:pt x="2840" y="0"/>
                </a:lnTo>
                <a:lnTo>
                  <a:pt x="2840" y="27"/>
                </a:lnTo>
                <a:lnTo>
                  <a:pt x="2760" y="27"/>
                </a:lnTo>
                <a:lnTo>
                  <a:pt x="2760" y="0"/>
                </a:lnTo>
                <a:moveTo>
                  <a:pt x="2892" y="0"/>
                </a:moveTo>
                <a:lnTo>
                  <a:pt x="2971" y="0"/>
                </a:lnTo>
                <a:lnTo>
                  <a:pt x="2971" y="27"/>
                </a:lnTo>
                <a:lnTo>
                  <a:pt x="2892" y="27"/>
                </a:lnTo>
                <a:lnTo>
                  <a:pt x="2892" y="0"/>
                </a:lnTo>
                <a:moveTo>
                  <a:pt x="3023" y="0"/>
                </a:moveTo>
                <a:lnTo>
                  <a:pt x="3103" y="0"/>
                </a:lnTo>
                <a:lnTo>
                  <a:pt x="3103" y="27"/>
                </a:lnTo>
                <a:lnTo>
                  <a:pt x="3023" y="27"/>
                </a:lnTo>
                <a:lnTo>
                  <a:pt x="3023" y="0"/>
                </a:lnTo>
                <a:moveTo>
                  <a:pt x="3155" y="0"/>
                </a:moveTo>
                <a:lnTo>
                  <a:pt x="3234" y="0"/>
                </a:lnTo>
                <a:lnTo>
                  <a:pt x="3234" y="27"/>
                </a:lnTo>
                <a:lnTo>
                  <a:pt x="3155" y="27"/>
                </a:lnTo>
                <a:lnTo>
                  <a:pt x="3155" y="0"/>
                </a:lnTo>
                <a:moveTo>
                  <a:pt x="3286" y="0"/>
                </a:moveTo>
                <a:lnTo>
                  <a:pt x="3365" y="0"/>
                </a:lnTo>
                <a:lnTo>
                  <a:pt x="3365" y="27"/>
                </a:lnTo>
                <a:lnTo>
                  <a:pt x="3286" y="27"/>
                </a:lnTo>
                <a:lnTo>
                  <a:pt x="3286" y="0"/>
                </a:lnTo>
                <a:moveTo>
                  <a:pt x="3417" y="0"/>
                </a:moveTo>
                <a:lnTo>
                  <a:pt x="3497" y="0"/>
                </a:lnTo>
                <a:lnTo>
                  <a:pt x="3497" y="27"/>
                </a:lnTo>
                <a:lnTo>
                  <a:pt x="3417" y="27"/>
                </a:lnTo>
                <a:lnTo>
                  <a:pt x="3417" y="0"/>
                </a:lnTo>
                <a:moveTo>
                  <a:pt x="3549" y="0"/>
                </a:moveTo>
                <a:lnTo>
                  <a:pt x="3628" y="0"/>
                </a:lnTo>
                <a:lnTo>
                  <a:pt x="3628" y="27"/>
                </a:lnTo>
                <a:lnTo>
                  <a:pt x="3549" y="27"/>
                </a:lnTo>
                <a:lnTo>
                  <a:pt x="3549" y="0"/>
                </a:lnTo>
                <a:moveTo>
                  <a:pt x="3680" y="0"/>
                </a:moveTo>
                <a:lnTo>
                  <a:pt x="3759" y="0"/>
                </a:lnTo>
                <a:lnTo>
                  <a:pt x="3759" y="27"/>
                </a:lnTo>
                <a:lnTo>
                  <a:pt x="3680" y="27"/>
                </a:lnTo>
                <a:lnTo>
                  <a:pt x="3680" y="0"/>
                </a:lnTo>
                <a:moveTo>
                  <a:pt x="3811" y="0"/>
                </a:moveTo>
                <a:lnTo>
                  <a:pt x="3891" y="0"/>
                </a:lnTo>
                <a:lnTo>
                  <a:pt x="3891" y="27"/>
                </a:lnTo>
                <a:lnTo>
                  <a:pt x="3811" y="27"/>
                </a:lnTo>
                <a:lnTo>
                  <a:pt x="3811" y="0"/>
                </a:lnTo>
                <a:moveTo>
                  <a:pt x="3943" y="0"/>
                </a:moveTo>
                <a:lnTo>
                  <a:pt x="4022" y="0"/>
                </a:lnTo>
                <a:lnTo>
                  <a:pt x="4022" y="27"/>
                </a:lnTo>
                <a:lnTo>
                  <a:pt x="3943" y="27"/>
                </a:lnTo>
                <a:lnTo>
                  <a:pt x="3943" y="0"/>
                </a:lnTo>
                <a:moveTo>
                  <a:pt x="4074" y="0"/>
                </a:moveTo>
                <a:lnTo>
                  <a:pt x="4154" y="0"/>
                </a:lnTo>
                <a:lnTo>
                  <a:pt x="4154" y="27"/>
                </a:lnTo>
                <a:lnTo>
                  <a:pt x="4074" y="27"/>
                </a:lnTo>
                <a:lnTo>
                  <a:pt x="4074" y="0"/>
                </a:lnTo>
                <a:moveTo>
                  <a:pt x="4206" y="0"/>
                </a:moveTo>
                <a:lnTo>
                  <a:pt x="4285" y="0"/>
                </a:lnTo>
                <a:lnTo>
                  <a:pt x="4285" y="27"/>
                </a:lnTo>
                <a:lnTo>
                  <a:pt x="4206" y="27"/>
                </a:lnTo>
                <a:lnTo>
                  <a:pt x="4206" y="0"/>
                </a:lnTo>
                <a:moveTo>
                  <a:pt x="4337" y="0"/>
                </a:moveTo>
                <a:lnTo>
                  <a:pt x="4416" y="0"/>
                </a:lnTo>
                <a:lnTo>
                  <a:pt x="4416" y="27"/>
                </a:lnTo>
                <a:lnTo>
                  <a:pt x="4337" y="27"/>
                </a:lnTo>
                <a:lnTo>
                  <a:pt x="4337" y="0"/>
                </a:lnTo>
                <a:moveTo>
                  <a:pt x="4468" y="0"/>
                </a:moveTo>
                <a:lnTo>
                  <a:pt x="4548" y="0"/>
                </a:lnTo>
                <a:lnTo>
                  <a:pt x="4548" y="27"/>
                </a:lnTo>
                <a:lnTo>
                  <a:pt x="4468" y="27"/>
                </a:lnTo>
                <a:lnTo>
                  <a:pt x="4468" y="0"/>
                </a:lnTo>
                <a:moveTo>
                  <a:pt x="4600" y="0"/>
                </a:moveTo>
                <a:lnTo>
                  <a:pt x="4679" y="0"/>
                </a:lnTo>
                <a:lnTo>
                  <a:pt x="4679" y="27"/>
                </a:lnTo>
                <a:lnTo>
                  <a:pt x="4600" y="27"/>
                </a:lnTo>
                <a:lnTo>
                  <a:pt x="4600" y="0"/>
                </a:lnTo>
                <a:moveTo>
                  <a:pt x="4731" y="0"/>
                </a:moveTo>
                <a:lnTo>
                  <a:pt x="4811" y="0"/>
                </a:lnTo>
                <a:lnTo>
                  <a:pt x="4811" y="27"/>
                </a:lnTo>
                <a:lnTo>
                  <a:pt x="4731" y="27"/>
                </a:lnTo>
                <a:lnTo>
                  <a:pt x="4731" y="0"/>
                </a:lnTo>
                <a:moveTo>
                  <a:pt x="4863" y="0"/>
                </a:moveTo>
                <a:lnTo>
                  <a:pt x="4942" y="0"/>
                </a:lnTo>
                <a:lnTo>
                  <a:pt x="4942" y="27"/>
                </a:lnTo>
                <a:lnTo>
                  <a:pt x="4863" y="27"/>
                </a:lnTo>
                <a:lnTo>
                  <a:pt x="4863" y="0"/>
                </a:lnTo>
                <a:moveTo>
                  <a:pt x="4994" y="0"/>
                </a:moveTo>
                <a:lnTo>
                  <a:pt x="5073" y="0"/>
                </a:lnTo>
                <a:lnTo>
                  <a:pt x="5073" y="27"/>
                </a:lnTo>
                <a:lnTo>
                  <a:pt x="4994" y="27"/>
                </a:lnTo>
                <a:lnTo>
                  <a:pt x="4994" y="0"/>
                </a:lnTo>
                <a:moveTo>
                  <a:pt x="5125" y="0"/>
                </a:moveTo>
                <a:lnTo>
                  <a:pt x="5205" y="0"/>
                </a:lnTo>
                <a:lnTo>
                  <a:pt x="5205" y="27"/>
                </a:lnTo>
                <a:lnTo>
                  <a:pt x="5125" y="27"/>
                </a:lnTo>
                <a:lnTo>
                  <a:pt x="5125" y="0"/>
                </a:lnTo>
                <a:moveTo>
                  <a:pt x="5257" y="0"/>
                </a:moveTo>
                <a:lnTo>
                  <a:pt x="5336" y="0"/>
                </a:lnTo>
                <a:lnTo>
                  <a:pt x="5336" y="27"/>
                </a:lnTo>
                <a:lnTo>
                  <a:pt x="5257" y="27"/>
                </a:lnTo>
                <a:lnTo>
                  <a:pt x="5257" y="0"/>
                </a:lnTo>
                <a:moveTo>
                  <a:pt x="5388" y="0"/>
                </a:moveTo>
                <a:lnTo>
                  <a:pt x="5467" y="0"/>
                </a:lnTo>
                <a:lnTo>
                  <a:pt x="5467" y="27"/>
                </a:lnTo>
                <a:lnTo>
                  <a:pt x="5388" y="27"/>
                </a:lnTo>
                <a:lnTo>
                  <a:pt x="5388" y="0"/>
                </a:lnTo>
                <a:moveTo>
                  <a:pt x="5519" y="0"/>
                </a:moveTo>
                <a:lnTo>
                  <a:pt x="5599" y="0"/>
                </a:lnTo>
                <a:lnTo>
                  <a:pt x="5599" y="27"/>
                </a:lnTo>
                <a:lnTo>
                  <a:pt x="5519" y="27"/>
                </a:lnTo>
                <a:lnTo>
                  <a:pt x="5519" y="0"/>
                </a:lnTo>
                <a:moveTo>
                  <a:pt x="5651" y="0"/>
                </a:moveTo>
                <a:lnTo>
                  <a:pt x="5730" y="0"/>
                </a:lnTo>
                <a:lnTo>
                  <a:pt x="5730" y="27"/>
                </a:lnTo>
                <a:lnTo>
                  <a:pt x="5651" y="27"/>
                </a:lnTo>
                <a:lnTo>
                  <a:pt x="5651" y="0"/>
                </a:lnTo>
                <a:moveTo>
                  <a:pt x="5782" y="0"/>
                </a:moveTo>
                <a:lnTo>
                  <a:pt x="5862" y="0"/>
                </a:lnTo>
                <a:lnTo>
                  <a:pt x="5862" y="27"/>
                </a:lnTo>
                <a:lnTo>
                  <a:pt x="5782" y="27"/>
                </a:lnTo>
                <a:lnTo>
                  <a:pt x="5782" y="0"/>
                </a:lnTo>
                <a:moveTo>
                  <a:pt x="5914" y="0"/>
                </a:moveTo>
                <a:lnTo>
                  <a:pt x="5993" y="0"/>
                </a:lnTo>
                <a:lnTo>
                  <a:pt x="5993" y="27"/>
                </a:lnTo>
                <a:lnTo>
                  <a:pt x="5914" y="27"/>
                </a:lnTo>
                <a:lnTo>
                  <a:pt x="5914" y="0"/>
                </a:lnTo>
                <a:moveTo>
                  <a:pt x="6045" y="0"/>
                </a:moveTo>
                <a:lnTo>
                  <a:pt x="6124" y="0"/>
                </a:lnTo>
                <a:lnTo>
                  <a:pt x="6124" y="27"/>
                </a:lnTo>
                <a:lnTo>
                  <a:pt x="6045" y="27"/>
                </a:lnTo>
                <a:lnTo>
                  <a:pt x="6045" y="0"/>
                </a:lnTo>
                <a:moveTo>
                  <a:pt x="6176" y="0"/>
                </a:moveTo>
                <a:lnTo>
                  <a:pt x="6256" y="0"/>
                </a:lnTo>
                <a:lnTo>
                  <a:pt x="6256" y="27"/>
                </a:lnTo>
                <a:lnTo>
                  <a:pt x="6176" y="27"/>
                </a:lnTo>
                <a:lnTo>
                  <a:pt x="6176" y="0"/>
                </a:lnTo>
                <a:moveTo>
                  <a:pt x="6308" y="0"/>
                </a:moveTo>
                <a:lnTo>
                  <a:pt x="6387" y="0"/>
                </a:lnTo>
                <a:lnTo>
                  <a:pt x="6387" y="27"/>
                </a:lnTo>
                <a:lnTo>
                  <a:pt x="6308" y="27"/>
                </a:lnTo>
                <a:lnTo>
                  <a:pt x="6308" y="0"/>
                </a:lnTo>
                <a:moveTo>
                  <a:pt x="6439" y="0"/>
                </a:moveTo>
                <a:lnTo>
                  <a:pt x="6518" y="0"/>
                </a:lnTo>
                <a:lnTo>
                  <a:pt x="6518" y="27"/>
                </a:lnTo>
                <a:lnTo>
                  <a:pt x="6439" y="27"/>
                </a:lnTo>
                <a:lnTo>
                  <a:pt x="6439" y="0"/>
                </a:lnTo>
                <a:moveTo>
                  <a:pt x="6570" y="0"/>
                </a:moveTo>
                <a:lnTo>
                  <a:pt x="6650" y="0"/>
                </a:lnTo>
                <a:lnTo>
                  <a:pt x="6650" y="27"/>
                </a:lnTo>
                <a:lnTo>
                  <a:pt x="6570" y="27"/>
                </a:lnTo>
                <a:lnTo>
                  <a:pt x="6570" y="0"/>
                </a:lnTo>
                <a:moveTo>
                  <a:pt x="6702" y="0"/>
                </a:moveTo>
                <a:lnTo>
                  <a:pt x="6781" y="0"/>
                </a:lnTo>
                <a:lnTo>
                  <a:pt x="6781" y="27"/>
                </a:lnTo>
                <a:lnTo>
                  <a:pt x="6702" y="27"/>
                </a:lnTo>
                <a:lnTo>
                  <a:pt x="6702" y="0"/>
                </a:lnTo>
                <a:moveTo>
                  <a:pt x="6833" y="0"/>
                </a:moveTo>
                <a:lnTo>
                  <a:pt x="6913" y="0"/>
                </a:lnTo>
                <a:lnTo>
                  <a:pt x="6913" y="27"/>
                </a:lnTo>
                <a:lnTo>
                  <a:pt x="6833" y="27"/>
                </a:lnTo>
                <a:lnTo>
                  <a:pt x="6833" y="0"/>
                </a:lnTo>
                <a:moveTo>
                  <a:pt x="6965" y="0"/>
                </a:moveTo>
                <a:lnTo>
                  <a:pt x="7044" y="0"/>
                </a:lnTo>
                <a:lnTo>
                  <a:pt x="7044" y="27"/>
                </a:lnTo>
                <a:lnTo>
                  <a:pt x="6965" y="27"/>
                </a:lnTo>
                <a:lnTo>
                  <a:pt x="6965" y="0"/>
                </a:lnTo>
                <a:moveTo>
                  <a:pt x="7096" y="0"/>
                </a:moveTo>
                <a:lnTo>
                  <a:pt x="7175" y="0"/>
                </a:lnTo>
                <a:lnTo>
                  <a:pt x="7175" y="27"/>
                </a:lnTo>
                <a:lnTo>
                  <a:pt x="7096" y="27"/>
                </a:lnTo>
                <a:lnTo>
                  <a:pt x="7096" y="0"/>
                </a:lnTo>
                <a:moveTo>
                  <a:pt x="7227" y="0"/>
                </a:moveTo>
                <a:lnTo>
                  <a:pt x="7307" y="0"/>
                </a:lnTo>
                <a:lnTo>
                  <a:pt x="7307" y="27"/>
                </a:lnTo>
                <a:lnTo>
                  <a:pt x="7227" y="27"/>
                </a:lnTo>
                <a:lnTo>
                  <a:pt x="7227" y="0"/>
                </a:lnTo>
                <a:moveTo>
                  <a:pt x="7359" y="0"/>
                </a:moveTo>
                <a:lnTo>
                  <a:pt x="7438" y="0"/>
                </a:lnTo>
                <a:lnTo>
                  <a:pt x="7438" y="27"/>
                </a:lnTo>
                <a:lnTo>
                  <a:pt x="7359" y="27"/>
                </a:lnTo>
                <a:lnTo>
                  <a:pt x="7359" y="0"/>
                </a:lnTo>
                <a:moveTo>
                  <a:pt x="7490" y="0"/>
                </a:moveTo>
                <a:lnTo>
                  <a:pt x="7569" y="0"/>
                </a:lnTo>
                <a:lnTo>
                  <a:pt x="7569" y="27"/>
                </a:lnTo>
                <a:lnTo>
                  <a:pt x="7490" y="27"/>
                </a:lnTo>
                <a:lnTo>
                  <a:pt x="7490" y="0"/>
                </a:lnTo>
                <a:moveTo>
                  <a:pt x="7621" y="0"/>
                </a:moveTo>
                <a:lnTo>
                  <a:pt x="7701" y="0"/>
                </a:lnTo>
                <a:lnTo>
                  <a:pt x="7701" y="27"/>
                </a:lnTo>
                <a:lnTo>
                  <a:pt x="7621" y="27"/>
                </a:lnTo>
                <a:lnTo>
                  <a:pt x="7621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622920" y="293652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457200" y="3170160"/>
            <a:ext cx="30729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 releaseproces en kwaliteit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3628800" y="3219120"/>
            <a:ext cx="1638720" cy="191160"/>
          </a:xfrm>
          <a:custGeom>
            <a:avLst/>
            <a:gdLst/>
            <a:ahLst/>
            <a:rect l="0" t="0" r="r" b="b"/>
            <a:pathLst>
              <a:path w="4552" h="531">
                <a:moveTo>
                  <a:pt x="0" y="0"/>
                </a:moveTo>
                <a:lnTo>
                  <a:pt x="4552" y="0"/>
                </a:lnTo>
                <a:lnTo>
                  <a:pt x="4552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57200" y="333936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5347080" y="3232800"/>
            <a:ext cx="164160" cy="163800"/>
          </a:xfrm>
          <a:custGeom>
            <a:avLst/>
            <a:gdLst/>
            <a:ahLst/>
            <a:rect l="0" t="0" r="r" b="b"/>
            <a:pathLst>
              <a:path w="456" h="455">
                <a:moveTo>
                  <a:pt x="456" y="227"/>
                </a:moveTo>
                <a:cubicBezTo>
                  <a:pt x="456" y="242"/>
                  <a:pt x="455" y="257"/>
                  <a:pt x="452" y="271"/>
                </a:cubicBezTo>
                <a:cubicBezTo>
                  <a:pt x="449" y="286"/>
                  <a:pt x="444" y="300"/>
                  <a:pt x="439" y="314"/>
                </a:cubicBezTo>
                <a:cubicBezTo>
                  <a:pt x="433" y="329"/>
                  <a:pt x="426" y="342"/>
                  <a:pt x="418" y="354"/>
                </a:cubicBezTo>
                <a:cubicBezTo>
                  <a:pt x="409" y="367"/>
                  <a:pt x="400" y="378"/>
                  <a:pt x="389" y="389"/>
                </a:cubicBezTo>
                <a:cubicBezTo>
                  <a:pt x="379" y="399"/>
                  <a:pt x="367" y="409"/>
                  <a:pt x="354" y="417"/>
                </a:cubicBezTo>
                <a:cubicBezTo>
                  <a:pt x="342" y="425"/>
                  <a:pt x="329" y="432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7" y="454"/>
                  <a:pt x="243" y="455"/>
                  <a:pt x="228" y="455"/>
                </a:cubicBezTo>
                <a:cubicBezTo>
                  <a:pt x="213" y="455"/>
                  <a:pt x="198" y="454"/>
                  <a:pt x="183" y="451"/>
                </a:cubicBezTo>
                <a:cubicBezTo>
                  <a:pt x="169" y="448"/>
                  <a:pt x="155" y="444"/>
                  <a:pt x="141" y="438"/>
                </a:cubicBezTo>
                <a:cubicBezTo>
                  <a:pt x="127" y="432"/>
                  <a:pt x="114" y="425"/>
                  <a:pt x="101" y="417"/>
                </a:cubicBezTo>
                <a:cubicBezTo>
                  <a:pt x="89" y="409"/>
                  <a:pt x="78" y="399"/>
                  <a:pt x="67" y="389"/>
                </a:cubicBezTo>
                <a:cubicBezTo>
                  <a:pt x="56" y="378"/>
                  <a:pt x="47" y="367"/>
                  <a:pt x="39" y="354"/>
                </a:cubicBezTo>
                <a:cubicBezTo>
                  <a:pt x="30" y="342"/>
                  <a:pt x="23" y="329"/>
                  <a:pt x="18" y="314"/>
                </a:cubicBezTo>
                <a:cubicBezTo>
                  <a:pt x="12" y="300"/>
                  <a:pt x="8" y="286"/>
                  <a:pt x="5" y="271"/>
                </a:cubicBezTo>
                <a:cubicBezTo>
                  <a:pt x="2" y="257"/>
                  <a:pt x="0" y="242"/>
                  <a:pt x="0" y="227"/>
                </a:cubicBezTo>
                <a:cubicBezTo>
                  <a:pt x="0" y="212"/>
                  <a:pt x="2" y="197"/>
                  <a:pt x="5" y="183"/>
                </a:cubicBezTo>
                <a:cubicBezTo>
                  <a:pt x="8" y="168"/>
                  <a:pt x="12" y="154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8" y="56"/>
                  <a:pt x="89" y="46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5" y="11"/>
                  <a:pt x="169" y="7"/>
                  <a:pt x="183" y="4"/>
                </a:cubicBezTo>
                <a:cubicBezTo>
                  <a:pt x="198" y="1"/>
                  <a:pt x="213" y="0"/>
                  <a:pt x="228" y="0"/>
                </a:cubicBezTo>
                <a:cubicBezTo>
                  <a:pt x="243" y="0"/>
                  <a:pt x="257" y="1"/>
                  <a:pt x="272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6"/>
                  <a:pt x="379" y="56"/>
                  <a:pt x="389" y="66"/>
                </a:cubicBezTo>
                <a:cubicBezTo>
                  <a:pt x="400" y="77"/>
                  <a:pt x="409" y="88"/>
                  <a:pt x="418" y="101"/>
                </a:cubicBezTo>
                <a:cubicBezTo>
                  <a:pt x="426" y="113"/>
                  <a:pt x="433" y="126"/>
                  <a:pt x="439" y="140"/>
                </a:cubicBezTo>
                <a:cubicBezTo>
                  <a:pt x="444" y="154"/>
                  <a:pt x="449" y="168"/>
                  <a:pt x="452" y="183"/>
                </a:cubicBezTo>
                <a:cubicBezTo>
                  <a:pt x="455" y="197"/>
                  <a:pt x="456" y="212"/>
                  <a:pt x="456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5386320" y="326376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5"/>
                </a:moveTo>
                <a:cubicBezTo>
                  <a:pt x="87" y="50"/>
                  <a:pt x="86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5"/>
                </a:cubicBezTo>
                <a:cubicBezTo>
                  <a:pt x="55" y="87"/>
                  <a:pt x="50" y="88"/>
                  <a:pt x="43" y="88"/>
                </a:cubicBezTo>
                <a:cubicBezTo>
                  <a:pt x="37" y="88"/>
                  <a:pt x="32" y="87"/>
                  <a:pt x="26" y="85"/>
                </a:cubicBezTo>
                <a:cubicBezTo>
                  <a:pt x="21" y="82"/>
                  <a:pt x="16" y="79"/>
                  <a:pt x="12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6"/>
                  <a:pt x="0" y="50"/>
                  <a:pt x="0" y="45"/>
                </a:cubicBezTo>
                <a:cubicBezTo>
                  <a:pt x="0" y="39"/>
                  <a:pt x="1" y="33"/>
                  <a:pt x="3" y="28"/>
                </a:cubicBezTo>
                <a:cubicBezTo>
                  <a:pt x="5" y="23"/>
                  <a:pt x="8" y="18"/>
                  <a:pt x="12" y="14"/>
                </a:cubicBezTo>
                <a:cubicBezTo>
                  <a:pt x="16" y="10"/>
                  <a:pt x="21" y="6"/>
                  <a:pt x="26" y="4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4"/>
                </a:cubicBezTo>
                <a:cubicBezTo>
                  <a:pt x="66" y="6"/>
                  <a:pt x="71" y="10"/>
                  <a:pt x="75" y="14"/>
                </a:cubicBezTo>
                <a:cubicBezTo>
                  <a:pt x="79" y="18"/>
                  <a:pt x="82" y="23"/>
                  <a:pt x="84" y="28"/>
                </a:cubicBezTo>
                <a:cubicBezTo>
                  <a:pt x="86" y="33"/>
                  <a:pt x="87" y="39"/>
                  <a:pt x="87" y="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/>
          <p:nvPr/>
        </p:nvSpPr>
        <p:spPr>
          <a:xfrm>
            <a:off x="5386320" y="333396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3"/>
                </a:moveTo>
                <a:cubicBezTo>
                  <a:pt x="87" y="49"/>
                  <a:pt x="86" y="55"/>
                  <a:pt x="84" y="60"/>
                </a:cubicBezTo>
                <a:cubicBezTo>
                  <a:pt x="82" y="65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5" y="87"/>
                  <a:pt x="50" y="88"/>
                  <a:pt x="43" y="88"/>
                </a:cubicBezTo>
                <a:cubicBezTo>
                  <a:pt x="37" y="88"/>
                  <a:pt x="32" y="87"/>
                  <a:pt x="26" y="84"/>
                </a:cubicBezTo>
                <a:cubicBezTo>
                  <a:pt x="21" y="82"/>
                  <a:pt x="16" y="79"/>
                  <a:pt x="12" y="75"/>
                </a:cubicBezTo>
                <a:cubicBezTo>
                  <a:pt x="8" y="71"/>
                  <a:pt x="5" y="65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6" y="9"/>
                  <a:pt x="21" y="6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/>
          <p:nvPr/>
        </p:nvSpPr>
        <p:spPr>
          <a:xfrm>
            <a:off x="5444640" y="33339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5"/>
                  <a:pt x="84" y="60"/>
                </a:cubicBezTo>
                <a:cubicBezTo>
                  <a:pt x="82" y="65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6" y="87"/>
                  <a:pt x="49" y="88"/>
                  <a:pt x="43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1" y="82"/>
                  <a:pt x="17" y="79"/>
                  <a:pt x="13" y="75"/>
                </a:cubicBezTo>
                <a:cubicBezTo>
                  <a:pt x="9" y="71"/>
                  <a:pt x="6" y="65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1" y="6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6" y="1"/>
                  <a:pt x="61" y="3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5401800" y="329508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5425200" y="3291120"/>
            <a:ext cx="35280" cy="43200"/>
          </a:xfrm>
          <a:custGeom>
            <a:avLst/>
            <a:gdLst/>
            <a:ahLst/>
            <a:rect l="0" t="0" r="r" b="b"/>
            <a:pathLst>
              <a:path fill="none" w="98" h="120">
                <a:moveTo>
                  <a:pt x="98" y="120"/>
                </a:moveTo>
                <a:lnTo>
                  <a:pt x="98" y="54"/>
                </a:lnTo>
                <a:cubicBezTo>
                  <a:pt x="98" y="47"/>
                  <a:pt x="97" y="40"/>
                  <a:pt x="94" y="33"/>
                </a:cubicBezTo>
                <a:cubicBezTo>
                  <a:pt x="91" y="27"/>
                  <a:pt x="88" y="21"/>
                  <a:pt x="82" y="16"/>
                </a:cubicBezTo>
                <a:cubicBezTo>
                  <a:pt x="77" y="11"/>
                  <a:pt x="72" y="7"/>
                  <a:pt x="65" y="4"/>
                </a:cubicBezTo>
                <a:cubicBezTo>
                  <a:pt x="58" y="1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5553000" y="3400200"/>
            <a:ext cx="276480" cy="10080"/>
          </a:xfrm>
          <a:custGeom>
            <a:avLst/>
            <a:gdLst/>
            <a:ahLst/>
            <a:rect l="0" t="0" r="r" b="b"/>
            <a:pathLst>
              <a:path w="768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8"/>
                </a:lnTo>
                <a:lnTo>
                  <a:pt x="137" y="28"/>
                </a:lnTo>
                <a:lnTo>
                  <a:pt x="137" y="0"/>
                </a:lnTo>
                <a:moveTo>
                  <a:pt x="275" y="0"/>
                </a:moveTo>
                <a:lnTo>
                  <a:pt x="355" y="0"/>
                </a:lnTo>
                <a:lnTo>
                  <a:pt x="355" y="28"/>
                </a:lnTo>
                <a:lnTo>
                  <a:pt x="275" y="28"/>
                </a:lnTo>
                <a:lnTo>
                  <a:pt x="275" y="0"/>
                </a:lnTo>
                <a:moveTo>
                  <a:pt x="413" y="0"/>
                </a:moveTo>
                <a:lnTo>
                  <a:pt x="493" y="0"/>
                </a:lnTo>
                <a:lnTo>
                  <a:pt x="493" y="28"/>
                </a:lnTo>
                <a:lnTo>
                  <a:pt x="413" y="28"/>
                </a:lnTo>
                <a:lnTo>
                  <a:pt x="413" y="0"/>
                </a:lnTo>
                <a:moveTo>
                  <a:pt x="551" y="0"/>
                </a:moveTo>
                <a:lnTo>
                  <a:pt x="630" y="0"/>
                </a:lnTo>
                <a:lnTo>
                  <a:pt x="630" y="28"/>
                </a:lnTo>
                <a:lnTo>
                  <a:pt x="551" y="28"/>
                </a:lnTo>
                <a:lnTo>
                  <a:pt x="551" y="0"/>
                </a:lnTo>
                <a:moveTo>
                  <a:pt x="689" y="0"/>
                </a:moveTo>
                <a:lnTo>
                  <a:pt x="768" y="0"/>
                </a:lnTo>
                <a:lnTo>
                  <a:pt x="768" y="28"/>
                </a:lnTo>
                <a:lnTo>
                  <a:pt x="689" y="28"/>
                </a:lnTo>
                <a:lnTo>
                  <a:pt x="68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409280" y="326052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456840" y="3714480"/>
            <a:ext cx="2419920" cy="10080"/>
          </a:xfrm>
          <a:custGeom>
            <a:avLst/>
            <a:gdLst/>
            <a:ahLst/>
            <a:rect l="0" t="0" r="r" b="b"/>
            <a:pathLst>
              <a:path w="672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3" y="0"/>
                </a:moveTo>
                <a:lnTo>
                  <a:pt x="213" y="0"/>
                </a:lnTo>
                <a:lnTo>
                  <a:pt x="213" y="28"/>
                </a:lnTo>
                <a:lnTo>
                  <a:pt x="133" y="28"/>
                </a:lnTo>
                <a:lnTo>
                  <a:pt x="133" y="0"/>
                </a:lnTo>
                <a:moveTo>
                  <a:pt x="266" y="0"/>
                </a:moveTo>
                <a:lnTo>
                  <a:pt x="346" y="0"/>
                </a:lnTo>
                <a:lnTo>
                  <a:pt x="346" y="28"/>
                </a:lnTo>
                <a:lnTo>
                  <a:pt x="266" y="28"/>
                </a:lnTo>
                <a:lnTo>
                  <a:pt x="266" y="0"/>
                </a:lnTo>
                <a:moveTo>
                  <a:pt x="399" y="0"/>
                </a:moveTo>
                <a:lnTo>
                  <a:pt x="478" y="0"/>
                </a:lnTo>
                <a:lnTo>
                  <a:pt x="478" y="28"/>
                </a:lnTo>
                <a:lnTo>
                  <a:pt x="399" y="28"/>
                </a:lnTo>
                <a:lnTo>
                  <a:pt x="399" y="0"/>
                </a:lnTo>
                <a:moveTo>
                  <a:pt x="532" y="0"/>
                </a:moveTo>
                <a:lnTo>
                  <a:pt x="611" y="0"/>
                </a:lnTo>
                <a:lnTo>
                  <a:pt x="611" y="28"/>
                </a:lnTo>
                <a:lnTo>
                  <a:pt x="532" y="28"/>
                </a:lnTo>
                <a:lnTo>
                  <a:pt x="532" y="0"/>
                </a:lnTo>
                <a:moveTo>
                  <a:pt x="665" y="0"/>
                </a:moveTo>
                <a:lnTo>
                  <a:pt x="744" y="0"/>
                </a:lnTo>
                <a:lnTo>
                  <a:pt x="744" y="28"/>
                </a:lnTo>
                <a:lnTo>
                  <a:pt x="665" y="28"/>
                </a:lnTo>
                <a:lnTo>
                  <a:pt x="665" y="0"/>
                </a:lnTo>
                <a:moveTo>
                  <a:pt x="797" y="0"/>
                </a:moveTo>
                <a:lnTo>
                  <a:pt x="877" y="0"/>
                </a:lnTo>
                <a:lnTo>
                  <a:pt x="877" y="28"/>
                </a:lnTo>
                <a:lnTo>
                  <a:pt x="797" y="28"/>
                </a:lnTo>
                <a:lnTo>
                  <a:pt x="797" y="0"/>
                </a:lnTo>
                <a:moveTo>
                  <a:pt x="930" y="0"/>
                </a:moveTo>
                <a:lnTo>
                  <a:pt x="1010" y="0"/>
                </a:lnTo>
                <a:lnTo>
                  <a:pt x="1010" y="28"/>
                </a:lnTo>
                <a:lnTo>
                  <a:pt x="930" y="28"/>
                </a:lnTo>
                <a:lnTo>
                  <a:pt x="930" y="0"/>
                </a:lnTo>
                <a:moveTo>
                  <a:pt x="1063" y="0"/>
                </a:moveTo>
                <a:lnTo>
                  <a:pt x="1142" y="0"/>
                </a:lnTo>
                <a:lnTo>
                  <a:pt x="1142" y="28"/>
                </a:lnTo>
                <a:lnTo>
                  <a:pt x="1063" y="28"/>
                </a:lnTo>
                <a:lnTo>
                  <a:pt x="1063" y="0"/>
                </a:lnTo>
                <a:moveTo>
                  <a:pt x="1196" y="0"/>
                </a:moveTo>
                <a:lnTo>
                  <a:pt x="1275" y="0"/>
                </a:lnTo>
                <a:lnTo>
                  <a:pt x="1275" y="28"/>
                </a:lnTo>
                <a:lnTo>
                  <a:pt x="1196" y="28"/>
                </a:lnTo>
                <a:lnTo>
                  <a:pt x="1196" y="0"/>
                </a:lnTo>
                <a:moveTo>
                  <a:pt x="1329" y="0"/>
                </a:moveTo>
                <a:lnTo>
                  <a:pt x="1408" y="0"/>
                </a:lnTo>
                <a:lnTo>
                  <a:pt x="1408" y="28"/>
                </a:lnTo>
                <a:lnTo>
                  <a:pt x="1329" y="28"/>
                </a:lnTo>
                <a:lnTo>
                  <a:pt x="1329" y="0"/>
                </a:lnTo>
                <a:moveTo>
                  <a:pt x="1462" y="0"/>
                </a:moveTo>
                <a:lnTo>
                  <a:pt x="1541" y="0"/>
                </a:lnTo>
                <a:lnTo>
                  <a:pt x="1541" y="28"/>
                </a:lnTo>
                <a:lnTo>
                  <a:pt x="1462" y="28"/>
                </a:lnTo>
                <a:lnTo>
                  <a:pt x="1462" y="0"/>
                </a:lnTo>
                <a:moveTo>
                  <a:pt x="1594" y="0"/>
                </a:moveTo>
                <a:lnTo>
                  <a:pt x="1674" y="0"/>
                </a:lnTo>
                <a:lnTo>
                  <a:pt x="1674" y="28"/>
                </a:lnTo>
                <a:lnTo>
                  <a:pt x="1594" y="28"/>
                </a:lnTo>
                <a:lnTo>
                  <a:pt x="1594" y="0"/>
                </a:lnTo>
                <a:moveTo>
                  <a:pt x="1727" y="0"/>
                </a:moveTo>
                <a:lnTo>
                  <a:pt x="1807" y="0"/>
                </a:lnTo>
                <a:lnTo>
                  <a:pt x="1807" y="28"/>
                </a:lnTo>
                <a:lnTo>
                  <a:pt x="1727" y="28"/>
                </a:lnTo>
                <a:lnTo>
                  <a:pt x="1727" y="0"/>
                </a:lnTo>
                <a:moveTo>
                  <a:pt x="1860" y="0"/>
                </a:moveTo>
                <a:lnTo>
                  <a:pt x="1939" y="0"/>
                </a:lnTo>
                <a:lnTo>
                  <a:pt x="1939" y="28"/>
                </a:lnTo>
                <a:lnTo>
                  <a:pt x="1860" y="28"/>
                </a:lnTo>
                <a:lnTo>
                  <a:pt x="1860" y="0"/>
                </a:lnTo>
                <a:moveTo>
                  <a:pt x="1993" y="0"/>
                </a:moveTo>
                <a:lnTo>
                  <a:pt x="2072" y="0"/>
                </a:lnTo>
                <a:lnTo>
                  <a:pt x="2072" y="28"/>
                </a:lnTo>
                <a:lnTo>
                  <a:pt x="1993" y="28"/>
                </a:lnTo>
                <a:lnTo>
                  <a:pt x="1993" y="0"/>
                </a:lnTo>
                <a:moveTo>
                  <a:pt x="2127" y="0"/>
                </a:moveTo>
                <a:lnTo>
                  <a:pt x="2206" y="0"/>
                </a:lnTo>
                <a:lnTo>
                  <a:pt x="2206" y="28"/>
                </a:lnTo>
                <a:lnTo>
                  <a:pt x="2127" y="28"/>
                </a:lnTo>
                <a:lnTo>
                  <a:pt x="2127" y="0"/>
                </a:lnTo>
                <a:moveTo>
                  <a:pt x="2259" y="0"/>
                </a:moveTo>
                <a:lnTo>
                  <a:pt x="2339" y="0"/>
                </a:lnTo>
                <a:lnTo>
                  <a:pt x="2339" y="28"/>
                </a:lnTo>
                <a:lnTo>
                  <a:pt x="2259" y="28"/>
                </a:lnTo>
                <a:lnTo>
                  <a:pt x="2259" y="0"/>
                </a:lnTo>
                <a:moveTo>
                  <a:pt x="2392" y="0"/>
                </a:moveTo>
                <a:lnTo>
                  <a:pt x="2472" y="0"/>
                </a:lnTo>
                <a:lnTo>
                  <a:pt x="2472" y="28"/>
                </a:lnTo>
                <a:lnTo>
                  <a:pt x="2392" y="28"/>
                </a:lnTo>
                <a:lnTo>
                  <a:pt x="2392" y="0"/>
                </a:lnTo>
                <a:moveTo>
                  <a:pt x="2525" y="0"/>
                </a:moveTo>
                <a:lnTo>
                  <a:pt x="2604" y="0"/>
                </a:lnTo>
                <a:lnTo>
                  <a:pt x="2604" y="28"/>
                </a:lnTo>
                <a:lnTo>
                  <a:pt x="2525" y="28"/>
                </a:lnTo>
                <a:lnTo>
                  <a:pt x="2525" y="0"/>
                </a:lnTo>
                <a:moveTo>
                  <a:pt x="2658" y="0"/>
                </a:moveTo>
                <a:lnTo>
                  <a:pt x="2737" y="0"/>
                </a:lnTo>
                <a:lnTo>
                  <a:pt x="2737" y="28"/>
                </a:lnTo>
                <a:lnTo>
                  <a:pt x="2658" y="28"/>
                </a:lnTo>
                <a:lnTo>
                  <a:pt x="2658" y="0"/>
                </a:lnTo>
                <a:moveTo>
                  <a:pt x="2791" y="0"/>
                </a:moveTo>
                <a:lnTo>
                  <a:pt x="2870" y="0"/>
                </a:lnTo>
                <a:lnTo>
                  <a:pt x="2870" y="28"/>
                </a:lnTo>
                <a:lnTo>
                  <a:pt x="2791" y="28"/>
                </a:lnTo>
                <a:lnTo>
                  <a:pt x="2791" y="0"/>
                </a:lnTo>
                <a:moveTo>
                  <a:pt x="2924" y="0"/>
                </a:moveTo>
                <a:lnTo>
                  <a:pt x="3003" y="0"/>
                </a:lnTo>
                <a:lnTo>
                  <a:pt x="3003" y="28"/>
                </a:lnTo>
                <a:lnTo>
                  <a:pt x="2924" y="28"/>
                </a:lnTo>
                <a:lnTo>
                  <a:pt x="2924" y="0"/>
                </a:lnTo>
                <a:moveTo>
                  <a:pt x="3056" y="0"/>
                </a:moveTo>
                <a:lnTo>
                  <a:pt x="3136" y="0"/>
                </a:lnTo>
                <a:lnTo>
                  <a:pt x="3136" y="28"/>
                </a:lnTo>
                <a:lnTo>
                  <a:pt x="3056" y="28"/>
                </a:lnTo>
                <a:lnTo>
                  <a:pt x="3056" y="0"/>
                </a:lnTo>
                <a:moveTo>
                  <a:pt x="3189" y="0"/>
                </a:moveTo>
                <a:lnTo>
                  <a:pt x="3269" y="0"/>
                </a:lnTo>
                <a:lnTo>
                  <a:pt x="3269" y="28"/>
                </a:lnTo>
                <a:lnTo>
                  <a:pt x="3189" y="28"/>
                </a:lnTo>
                <a:lnTo>
                  <a:pt x="3189" y="0"/>
                </a:lnTo>
                <a:moveTo>
                  <a:pt x="3322" y="0"/>
                </a:moveTo>
                <a:lnTo>
                  <a:pt x="3401" y="0"/>
                </a:lnTo>
                <a:lnTo>
                  <a:pt x="3401" y="28"/>
                </a:lnTo>
                <a:lnTo>
                  <a:pt x="3322" y="28"/>
                </a:lnTo>
                <a:lnTo>
                  <a:pt x="3322" y="0"/>
                </a:lnTo>
                <a:moveTo>
                  <a:pt x="3455" y="0"/>
                </a:moveTo>
                <a:lnTo>
                  <a:pt x="3534" y="0"/>
                </a:lnTo>
                <a:lnTo>
                  <a:pt x="3534" y="28"/>
                </a:lnTo>
                <a:lnTo>
                  <a:pt x="3455" y="28"/>
                </a:lnTo>
                <a:lnTo>
                  <a:pt x="3455" y="0"/>
                </a:lnTo>
                <a:moveTo>
                  <a:pt x="3588" y="0"/>
                </a:moveTo>
                <a:lnTo>
                  <a:pt x="3667" y="0"/>
                </a:lnTo>
                <a:lnTo>
                  <a:pt x="3667" y="28"/>
                </a:lnTo>
                <a:lnTo>
                  <a:pt x="3588" y="28"/>
                </a:lnTo>
                <a:lnTo>
                  <a:pt x="3588" y="0"/>
                </a:lnTo>
                <a:moveTo>
                  <a:pt x="3720" y="0"/>
                </a:moveTo>
                <a:lnTo>
                  <a:pt x="3800" y="0"/>
                </a:lnTo>
                <a:lnTo>
                  <a:pt x="3800" y="28"/>
                </a:lnTo>
                <a:lnTo>
                  <a:pt x="3720" y="28"/>
                </a:lnTo>
                <a:lnTo>
                  <a:pt x="3720" y="0"/>
                </a:lnTo>
                <a:moveTo>
                  <a:pt x="3853" y="0"/>
                </a:moveTo>
                <a:lnTo>
                  <a:pt x="3933" y="0"/>
                </a:lnTo>
                <a:lnTo>
                  <a:pt x="3933" y="28"/>
                </a:lnTo>
                <a:lnTo>
                  <a:pt x="3853" y="28"/>
                </a:lnTo>
                <a:lnTo>
                  <a:pt x="3853" y="0"/>
                </a:lnTo>
                <a:moveTo>
                  <a:pt x="3986" y="0"/>
                </a:moveTo>
                <a:lnTo>
                  <a:pt x="4066" y="0"/>
                </a:lnTo>
                <a:lnTo>
                  <a:pt x="4066" y="28"/>
                </a:lnTo>
                <a:lnTo>
                  <a:pt x="3986" y="28"/>
                </a:lnTo>
                <a:lnTo>
                  <a:pt x="3986" y="0"/>
                </a:lnTo>
                <a:moveTo>
                  <a:pt x="4119" y="0"/>
                </a:moveTo>
                <a:lnTo>
                  <a:pt x="4198" y="0"/>
                </a:lnTo>
                <a:lnTo>
                  <a:pt x="4198" y="28"/>
                </a:lnTo>
                <a:lnTo>
                  <a:pt x="4119" y="28"/>
                </a:lnTo>
                <a:lnTo>
                  <a:pt x="4119" y="0"/>
                </a:lnTo>
                <a:moveTo>
                  <a:pt x="4252" y="0"/>
                </a:moveTo>
                <a:lnTo>
                  <a:pt x="4331" y="0"/>
                </a:lnTo>
                <a:lnTo>
                  <a:pt x="4331" y="28"/>
                </a:lnTo>
                <a:lnTo>
                  <a:pt x="4252" y="28"/>
                </a:lnTo>
                <a:lnTo>
                  <a:pt x="4252" y="0"/>
                </a:lnTo>
                <a:moveTo>
                  <a:pt x="4385" y="0"/>
                </a:moveTo>
                <a:lnTo>
                  <a:pt x="4464" y="0"/>
                </a:lnTo>
                <a:lnTo>
                  <a:pt x="4464" y="28"/>
                </a:lnTo>
                <a:lnTo>
                  <a:pt x="4385" y="28"/>
                </a:lnTo>
                <a:lnTo>
                  <a:pt x="4385" y="0"/>
                </a:lnTo>
                <a:moveTo>
                  <a:pt x="4517" y="0"/>
                </a:moveTo>
                <a:lnTo>
                  <a:pt x="4597" y="0"/>
                </a:lnTo>
                <a:lnTo>
                  <a:pt x="4597" y="28"/>
                </a:lnTo>
                <a:lnTo>
                  <a:pt x="4517" y="28"/>
                </a:lnTo>
                <a:lnTo>
                  <a:pt x="4517" y="0"/>
                </a:lnTo>
                <a:moveTo>
                  <a:pt x="4650" y="0"/>
                </a:moveTo>
                <a:lnTo>
                  <a:pt x="4730" y="0"/>
                </a:lnTo>
                <a:lnTo>
                  <a:pt x="4730" y="28"/>
                </a:lnTo>
                <a:lnTo>
                  <a:pt x="4650" y="28"/>
                </a:lnTo>
                <a:lnTo>
                  <a:pt x="4650" y="0"/>
                </a:lnTo>
                <a:moveTo>
                  <a:pt x="4783" y="0"/>
                </a:moveTo>
                <a:lnTo>
                  <a:pt x="4862" y="0"/>
                </a:lnTo>
                <a:lnTo>
                  <a:pt x="4862" y="28"/>
                </a:lnTo>
                <a:lnTo>
                  <a:pt x="4783" y="28"/>
                </a:lnTo>
                <a:lnTo>
                  <a:pt x="4783" y="0"/>
                </a:lnTo>
                <a:moveTo>
                  <a:pt x="4916" y="0"/>
                </a:moveTo>
                <a:lnTo>
                  <a:pt x="4995" y="0"/>
                </a:lnTo>
                <a:lnTo>
                  <a:pt x="4995" y="28"/>
                </a:lnTo>
                <a:lnTo>
                  <a:pt x="4916" y="28"/>
                </a:lnTo>
                <a:lnTo>
                  <a:pt x="4916" y="0"/>
                </a:lnTo>
                <a:moveTo>
                  <a:pt x="5049" y="0"/>
                </a:moveTo>
                <a:lnTo>
                  <a:pt x="5128" y="0"/>
                </a:lnTo>
                <a:lnTo>
                  <a:pt x="5128" y="28"/>
                </a:lnTo>
                <a:lnTo>
                  <a:pt x="5049" y="28"/>
                </a:lnTo>
                <a:lnTo>
                  <a:pt x="5049" y="0"/>
                </a:lnTo>
                <a:moveTo>
                  <a:pt x="5182" y="0"/>
                </a:moveTo>
                <a:lnTo>
                  <a:pt x="5261" y="0"/>
                </a:lnTo>
                <a:lnTo>
                  <a:pt x="5261" y="28"/>
                </a:lnTo>
                <a:lnTo>
                  <a:pt x="5182" y="28"/>
                </a:lnTo>
                <a:lnTo>
                  <a:pt x="5182" y="0"/>
                </a:lnTo>
                <a:moveTo>
                  <a:pt x="5314" y="0"/>
                </a:moveTo>
                <a:lnTo>
                  <a:pt x="5394" y="0"/>
                </a:lnTo>
                <a:lnTo>
                  <a:pt x="5394" y="28"/>
                </a:lnTo>
                <a:lnTo>
                  <a:pt x="5314" y="28"/>
                </a:lnTo>
                <a:lnTo>
                  <a:pt x="5314" y="0"/>
                </a:lnTo>
                <a:moveTo>
                  <a:pt x="5447" y="0"/>
                </a:moveTo>
                <a:lnTo>
                  <a:pt x="5527" y="0"/>
                </a:lnTo>
                <a:lnTo>
                  <a:pt x="5527" y="28"/>
                </a:lnTo>
                <a:lnTo>
                  <a:pt x="5447" y="28"/>
                </a:lnTo>
                <a:lnTo>
                  <a:pt x="5447" y="0"/>
                </a:lnTo>
                <a:moveTo>
                  <a:pt x="5580" y="0"/>
                </a:moveTo>
                <a:lnTo>
                  <a:pt x="5659" y="0"/>
                </a:lnTo>
                <a:lnTo>
                  <a:pt x="5659" y="28"/>
                </a:lnTo>
                <a:lnTo>
                  <a:pt x="5580" y="28"/>
                </a:lnTo>
                <a:lnTo>
                  <a:pt x="5580" y="0"/>
                </a:lnTo>
                <a:moveTo>
                  <a:pt x="5713" y="0"/>
                </a:moveTo>
                <a:lnTo>
                  <a:pt x="5792" y="0"/>
                </a:lnTo>
                <a:lnTo>
                  <a:pt x="5792" y="28"/>
                </a:lnTo>
                <a:lnTo>
                  <a:pt x="5713" y="28"/>
                </a:lnTo>
                <a:lnTo>
                  <a:pt x="5713" y="0"/>
                </a:lnTo>
                <a:moveTo>
                  <a:pt x="5846" y="0"/>
                </a:moveTo>
                <a:lnTo>
                  <a:pt x="5925" y="0"/>
                </a:lnTo>
                <a:lnTo>
                  <a:pt x="5925" y="28"/>
                </a:lnTo>
                <a:lnTo>
                  <a:pt x="5846" y="28"/>
                </a:lnTo>
                <a:lnTo>
                  <a:pt x="5846" y="0"/>
                </a:lnTo>
                <a:moveTo>
                  <a:pt x="5978" y="0"/>
                </a:moveTo>
                <a:lnTo>
                  <a:pt x="6058" y="0"/>
                </a:lnTo>
                <a:lnTo>
                  <a:pt x="6058" y="28"/>
                </a:lnTo>
                <a:lnTo>
                  <a:pt x="5978" y="28"/>
                </a:lnTo>
                <a:lnTo>
                  <a:pt x="5978" y="0"/>
                </a:lnTo>
                <a:moveTo>
                  <a:pt x="6111" y="0"/>
                </a:moveTo>
                <a:lnTo>
                  <a:pt x="6191" y="0"/>
                </a:lnTo>
                <a:lnTo>
                  <a:pt x="6191" y="28"/>
                </a:lnTo>
                <a:lnTo>
                  <a:pt x="6111" y="28"/>
                </a:lnTo>
                <a:lnTo>
                  <a:pt x="6111" y="0"/>
                </a:lnTo>
                <a:moveTo>
                  <a:pt x="6244" y="0"/>
                </a:moveTo>
                <a:lnTo>
                  <a:pt x="6323" y="0"/>
                </a:lnTo>
                <a:lnTo>
                  <a:pt x="6323" y="28"/>
                </a:lnTo>
                <a:lnTo>
                  <a:pt x="6244" y="28"/>
                </a:lnTo>
                <a:lnTo>
                  <a:pt x="6244" y="0"/>
                </a:lnTo>
                <a:moveTo>
                  <a:pt x="6377" y="0"/>
                </a:moveTo>
                <a:lnTo>
                  <a:pt x="6456" y="0"/>
                </a:lnTo>
                <a:lnTo>
                  <a:pt x="6456" y="28"/>
                </a:lnTo>
                <a:lnTo>
                  <a:pt x="6377" y="28"/>
                </a:lnTo>
                <a:lnTo>
                  <a:pt x="6377" y="0"/>
                </a:lnTo>
                <a:moveTo>
                  <a:pt x="6510" y="0"/>
                </a:moveTo>
                <a:lnTo>
                  <a:pt x="6589" y="0"/>
                </a:lnTo>
                <a:lnTo>
                  <a:pt x="6589" y="28"/>
                </a:lnTo>
                <a:lnTo>
                  <a:pt x="6510" y="28"/>
                </a:lnTo>
                <a:lnTo>
                  <a:pt x="6510" y="0"/>
                </a:lnTo>
                <a:moveTo>
                  <a:pt x="6643" y="0"/>
                </a:moveTo>
                <a:lnTo>
                  <a:pt x="6722" y="0"/>
                </a:lnTo>
                <a:lnTo>
                  <a:pt x="6722" y="28"/>
                </a:lnTo>
                <a:lnTo>
                  <a:pt x="6643" y="28"/>
                </a:lnTo>
                <a:lnTo>
                  <a:pt x="6643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5553360" y="3250800"/>
            <a:ext cx="317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82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57200" y="3570120"/>
            <a:ext cx="2768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Keuzedelen kiesbaarheid en groepsindeling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3628800" y="3543120"/>
            <a:ext cx="457560" cy="190800"/>
          </a:xfrm>
          <a:custGeom>
            <a:avLst/>
            <a:gdLst/>
            <a:ahLst/>
            <a:rect l="0" t="0" r="r" b="b"/>
            <a:pathLst>
              <a:path w="1271" h="530">
                <a:moveTo>
                  <a:pt x="0" y="0"/>
                </a:moveTo>
                <a:lnTo>
                  <a:pt x="1271" y="0"/>
                </a:lnTo>
                <a:lnTo>
                  <a:pt x="1271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905200" y="358704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825360" y="3574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57200" y="3858840"/>
            <a:ext cx="9371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Stand van 25 september. Onderwerpen zijn de milestones; de balklengte is het aantal issues, groen gesloten, grijs open; het icoon markeert werk dat als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57200" y="4039920"/>
            <a:ext cx="3961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pull request ter review ligt. Oranje: staat vandaag op de agenda.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02" name=""/>
          <p:cNvSpPr/>
          <p:nvPr/>
        </p:nvSpPr>
        <p:spPr>
          <a:xfrm>
            <a:off x="1595160" y="1942920"/>
            <a:ext cx="1238760" cy="1414800"/>
          </a:xfrm>
          <a:custGeom>
            <a:avLst/>
            <a:gdLst/>
            <a:ahLst/>
            <a:rect l="0" t="0" r="r" b="b"/>
            <a:pathLst>
              <a:path w="3441" h="3930">
                <a:moveTo>
                  <a:pt x="0" y="362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3" y="163"/>
                </a:cubicBezTo>
                <a:cubicBezTo>
                  <a:pt x="31" y="147"/>
                  <a:pt x="40" y="132"/>
                  <a:pt x="52" y="118"/>
                </a:cubicBezTo>
                <a:cubicBezTo>
                  <a:pt x="63" y="103"/>
                  <a:pt x="75" y="90"/>
                  <a:pt x="89" y="77"/>
                </a:cubicBezTo>
                <a:cubicBezTo>
                  <a:pt x="104" y="65"/>
                  <a:pt x="119" y="54"/>
                  <a:pt x="135" y="45"/>
                </a:cubicBezTo>
                <a:cubicBezTo>
                  <a:pt x="152" y="35"/>
                  <a:pt x="170" y="27"/>
                  <a:pt x="188" y="20"/>
                </a:cubicBezTo>
                <a:cubicBezTo>
                  <a:pt x="207" y="13"/>
                  <a:pt x="226" y="8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3137" y="0"/>
                </a:lnTo>
                <a:cubicBezTo>
                  <a:pt x="3157" y="0"/>
                  <a:pt x="3176" y="2"/>
                  <a:pt x="3196" y="5"/>
                </a:cubicBezTo>
                <a:cubicBezTo>
                  <a:pt x="3216" y="8"/>
                  <a:pt x="3235" y="13"/>
                  <a:pt x="3253" y="20"/>
                </a:cubicBezTo>
                <a:cubicBezTo>
                  <a:pt x="3271" y="27"/>
                  <a:pt x="3289" y="35"/>
                  <a:pt x="3306" y="45"/>
                </a:cubicBezTo>
                <a:cubicBezTo>
                  <a:pt x="3322" y="54"/>
                  <a:pt x="3338" y="65"/>
                  <a:pt x="3352" y="77"/>
                </a:cubicBezTo>
                <a:cubicBezTo>
                  <a:pt x="3366" y="90"/>
                  <a:pt x="3378" y="103"/>
                  <a:pt x="3390" y="118"/>
                </a:cubicBezTo>
                <a:cubicBezTo>
                  <a:pt x="3401" y="132"/>
                  <a:pt x="3410" y="147"/>
                  <a:pt x="3418" y="163"/>
                </a:cubicBezTo>
                <a:cubicBezTo>
                  <a:pt x="3425" y="179"/>
                  <a:pt x="3431" y="196"/>
                  <a:pt x="3435" y="213"/>
                </a:cubicBezTo>
                <a:cubicBezTo>
                  <a:pt x="3439" y="230"/>
                  <a:pt x="3441" y="247"/>
                  <a:pt x="3441" y="265"/>
                </a:cubicBezTo>
                <a:lnTo>
                  <a:pt x="3441" y="3626"/>
                </a:lnTo>
                <a:cubicBezTo>
                  <a:pt x="3441" y="3646"/>
                  <a:pt x="3439" y="3666"/>
                  <a:pt x="3435" y="3685"/>
                </a:cubicBezTo>
                <a:cubicBezTo>
                  <a:pt x="3431" y="3705"/>
                  <a:pt x="3425" y="3724"/>
                  <a:pt x="3418" y="3742"/>
                </a:cubicBezTo>
                <a:cubicBezTo>
                  <a:pt x="3410" y="3761"/>
                  <a:pt x="3401" y="3778"/>
                  <a:pt x="3390" y="3795"/>
                </a:cubicBezTo>
                <a:cubicBezTo>
                  <a:pt x="3378" y="3811"/>
                  <a:pt x="3366" y="3827"/>
                  <a:pt x="3352" y="3841"/>
                </a:cubicBezTo>
                <a:cubicBezTo>
                  <a:pt x="3338" y="3855"/>
                  <a:pt x="3322" y="3868"/>
                  <a:pt x="3306" y="3879"/>
                </a:cubicBezTo>
                <a:cubicBezTo>
                  <a:pt x="3289" y="3890"/>
                  <a:pt x="3271" y="3899"/>
                  <a:pt x="3253" y="3907"/>
                </a:cubicBezTo>
                <a:cubicBezTo>
                  <a:pt x="3235" y="3915"/>
                  <a:pt x="3216" y="3920"/>
                  <a:pt x="3196" y="3924"/>
                </a:cubicBezTo>
                <a:cubicBezTo>
                  <a:pt x="3176" y="3928"/>
                  <a:pt x="3157" y="3930"/>
                  <a:pt x="3137" y="3930"/>
                </a:cubicBezTo>
                <a:lnTo>
                  <a:pt x="305" y="3930"/>
                </a:lnTo>
                <a:cubicBezTo>
                  <a:pt x="285" y="3930"/>
                  <a:pt x="265" y="3928"/>
                  <a:pt x="245" y="3924"/>
                </a:cubicBezTo>
                <a:cubicBezTo>
                  <a:pt x="226" y="3920"/>
                  <a:pt x="207" y="3915"/>
                  <a:pt x="188" y="3907"/>
                </a:cubicBezTo>
                <a:cubicBezTo>
                  <a:pt x="170" y="3899"/>
                  <a:pt x="152" y="3890"/>
                  <a:pt x="135" y="3879"/>
                </a:cubicBezTo>
                <a:cubicBezTo>
                  <a:pt x="119" y="3868"/>
                  <a:pt x="104" y="3855"/>
                  <a:pt x="89" y="3841"/>
                </a:cubicBezTo>
                <a:cubicBezTo>
                  <a:pt x="75" y="3827"/>
                  <a:pt x="63" y="3811"/>
                  <a:pt x="52" y="3795"/>
                </a:cubicBezTo>
                <a:cubicBezTo>
                  <a:pt x="40" y="3778"/>
                  <a:pt x="31" y="3761"/>
                  <a:pt x="23" y="3742"/>
                </a:cubicBezTo>
                <a:cubicBezTo>
                  <a:pt x="16" y="3724"/>
                  <a:pt x="10" y="3705"/>
                  <a:pt x="6" y="3685"/>
                </a:cubicBezTo>
                <a:cubicBezTo>
                  <a:pt x="2" y="3666"/>
                  <a:pt x="0" y="3646"/>
                  <a:pt x="0" y="36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/>
          <p:nvPr/>
        </p:nvSpPr>
        <p:spPr>
          <a:xfrm>
            <a:off x="1590480" y="1923840"/>
            <a:ext cx="1248120" cy="1438560"/>
          </a:xfrm>
          <a:custGeom>
            <a:avLst/>
            <a:gdLst/>
            <a:ahLst/>
            <a:rect l="0" t="0" r="r" b="b"/>
            <a:pathLst>
              <a:path w="3467" h="3996">
                <a:moveTo>
                  <a:pt x="0" y="0"/>
                </a:moveTo>
                <a:lnTo>
                  <a:pt x="3467" y="0"/>
                </a:lnTo>
                <a:lnTo>
                  <a:pt x="346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1590480" y="1923840"/>
            <a:ext cx="1248120" cy="1438560"/>
          </a:xfrm>
          <a:custGeom>
            <a:avLst/>
            <a:gdLst/>
            <a:ahLst/>
            <a:rect l="0" t="0" r="r" b="b"/>
            <a:pathLst>
              <a:path w="3467" h="3996">
                <a:moveTo>
                  <a:pt x="0" y="0"/>
                </a:moveTo>
                <a:lnTo>
                  <a:pt x="3467" y="0"/>
                </a:lnTo>
                <a:lnTo>
                  <a:pt x="346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1590480" y="1923840"/>
            <a:ext cx="1248120" cy="1438560"/>
          </a:xfrm>
          <a:custGeom>
            <a:avLst/>
            <a:gdLst/>
            <a:ahLst/>
            <a:rect l="0" t="0" r="r" b="b"/>
            <a:pathLst>
              <a:path w="3467" h="3996">
                <a:moveTo>
                  <a:pt x="0" y="0"/>
                </a:moveTo>
                <a:lnTo>
                  <a:pt x="3467" y="0"/>
                </a:lnTo>
                <a:lnTo>
                  <a:pt x="346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/>
          <p:nvPr/>
        </p:nvSpPr>
        <p:spPr>
          <a:xfrm>
            <a:off x="1590480" y="1923840"/>
            <a:ext cx="1248120" cy="1438560"/>
          </a:xfrm>
          <a:custGeom>
            <a:avLst/>
            <a:gdLst/>
            <a:ahLst/>
            <a:rect l="0" t="0" r="r" b="b"/>
            <a:pathLst>
              <a:path w="3467" h="3996">
                <a:moveTo>
                  <a:pt x="0" y="0"/>
                </a:moveTo>
                <a:lnTo>
                  <a:pt x="3467" y="0"/>
                </a:lnTo>
                <a:lnTo>
                  <a:pt x="346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2110680" y="2112480"/>
            <a:ext cx="205920" cy="240480"/>
          </a:xfrm>
          <a:custGeom>
            <a:avLst/>
            <a:gdLst/>
            <a:ahLst/>
            <a:rect l="0" t="0" r="r" b="b"/>
            <a:pathLst>
              <a:path w="572" h="668">
                <a:moveTo>
                  <a:pt x="382" y="95"/>
                </a:moveTo>
                <a:cubicBezTo>
                  <a:pt x="382" y="139"/>
                  <a:pt x="412" y="176"/>
                  <a:pt x="453" y="187"/>
                </a:cubicBezTo>
                <a:lnTo>
                  <a:pt x="453" y="286"/>
                </a:lnTo>
                <a:cubicBezTo>
                  <a:pt x="453" y="325"/>
                  <a:pt x="421" y="357"/>
                  <a:pt x="382" y="357"/>
                </a:cubicBezTo>
                <a:lnTo>
                  <a:pt x="191" y="357"/>
                </a:lnTo>
                <a:cubicBezTo>
                  <a:pt x="164" y="357"/>
                  <a:pt x="140" y="366"/>
                  <a:pt x="119" y="382"/>
                </a:cubicBezTo>
                <a:lnTo>
                  <a:pt x="119" y="187"/>
                </a:lnTo>
                <a:cubicBezTo>
                  <a:pt x="161" y="176"/>
                  <a:pt x="191" y="139"/>
                  <a:pt x="191" y="95"/>
                </a:cubicBezTo>
                <a:cubicBezTo>
                  <a:pt x="191" y="43"/>
                  <a:pt x="148" y="0"/>
                  <a:pt x="95" y="0"/>
                </a:cubicBezTo>
                <a:cubicBezTo>
                  <a:pt x="42" y="0"/>
                  <a:pt x="0" y="43"/>
                  <a:pt x="0" y="95"/>
                </a:cubicBezTo>
                <a:cubicBezTo>
                  <a:pt x="0" y="139"/>
                  <a:pt x="30" y="176"/>
                  <a:pt x="71" y="187"/>
                </a:cubicBezTo>
                <a:lnTo>
                  <a:pt x="71" y="481"/>
                </a:lnTo>
                <a:cubicBezTo>
                  <a:pt x="30" y="491"/>
                  <a:pt x="0" y="528"/>
                  <a:pt x="0" y="572"/>
                </a:cubicBezTo>
                <a:cubicBezTo>
                  <a:pt x="0" y="625"/>
                  <a:pt x="42" y="668"/>
                  <a:pt x="95" y="668"/>
                </a:cubicBezTo>
                <a:cubicBezTo>
                  <a:pt x="148" y="668"/>
                  <a:pt x="191" y="625"/>
                  <a:pt x="191" y="572"/>
                </a:cubicBezTo>
                <a:cubicBezTo>
                  <a:pt x="191" y="528"/>
                  <a:pt x="161" y="491"/>
                  <a:pt x="119" y="481"/>
                </a:cubicBezTo>
                <a:lnTo>
                  <a:pt x="119" y="477"/>
                </a:lnTo>
                <a:cubicBezTo>
                  <a:pt x="119" y="437"/>
                  <a:pt x="152" y="405"/>
                  <a:pt x="191" y="405"/>
                </a:cubicBezTo>
                <a:lnTo>
                  <a:pt x="382" y="405"/>
                </a:lnTo>
                <a:cubicBezTo>
                  <a:pt x="447" y="405"/>
                  <a:pt x="501" y="351"/>
                  <a:pt x="501" y="286"/>
                </a:cubicBezTo>
                <a:lnTo>
                  <a:pt x="501" y="187"/>
                </a:lnTo>
                <a:cubicBezTo>
                  <a:pt x="542" y="176"/>
                  <a:pt x="572" y="139"/>
                  <a:pt x="572" y="95"/>
                </a:cubicBezTo>
                <a:cubicBezTo>
                  <a:pt x="572" y="43"/>
                  <a:pt x="529" y="0"/>
                  <a:pt x="477" y="0"/>
                </a:cubicBezTo>
                <a:cubicBezTo>
                  <a:pt x="424" y="0"/>
                  <a:pt x="382" y="43"/>
                  <a:pt x="382" y="95"/>
                </a:cubicBezTo>
                <a:moveTo>
                  <a:pt x="47" y="95"/>
                </a:moveTo>
                <a:cubicBezTo>
                  <a:pt x="47" y="69"/>
                  <a:pt x="69" y="48"/>
                  <a:pt x="95" y="48"/>
                </a:cubicBezTo>
                <a:cubicBezTo>
                  <a:pt x="121" y="48"/>
                  <a:pt x="144" y="69"/>
                  <a:pt x="144" y="95"/>
                </a:cubicBezTo>
                <a:cubicBezTo>
                  <a:pt x="144" y="121"/>
                  <a:pt x="121" y="143"/>
                  <a:pt x="95" y="143"/>
                </a:cubicBezTo>
                <a:cubicBezTo>
                  <a:pt x="69" y="143"/>
                  <a:pt x="47" y="121"/>
                  <a:pt x="47" y="95"/>
                </a:cubicBezTo>
                <a:moveTo>
                  <a:pt x="144" y="572"/>
                </a:moveTo>
                <a:cubicBezTo>
                  <a:pt x="144" y="599"/>
                  <a:pt x="121" y="620"/>
                  <a:pt x="95" y="620"/>
                </a:cubicBezTo>
                <a:cubicBezTo>
                  <a:pt x="69" y="620"/>
                  <a:pt x="47" y="599"/>
                  <a:pt x="47" y="572"/>
                </a:cubicBezTo>
                <a:cubicBezTo>
                  <a:pt x="47" y="546"/>
                  <a:pt x="69" y="525"/>
                  <a:pt x="95" y="525"/>
                </a:cubicBezTo>
                <a:cubicBezTo>
                  <a:pt x="121" y="525"/>
                  <a:pt x="144" y="546"/>
                  <a:pt x="144" y="572"/>
                </a:cubicBezTo>
                <a:moveTo>
                  <a:pt x="524" y="95"/>
                </a:moveTo>
                <a:cubicBezTo>
                  <a:pt x="524" y="121"/>
                  <a:pt x="503" y="143"/>
                  <a:pt x="477" y="143"/>
                </a:cubicBezTo>
                <a:cubicBezTo>
                  <a:pt x="451" y="143"/>
                  <a:pt x="429" y="121"/>
                  <a:pt x="429" y="95"/>
                </a:cubicBezTo>
                <a:cubicBezTo>
                  <a:pt x="429" y="69"/>
                  <a:pt x="451" y="48"/>
                  <a:pt x="477" y="48"/>
                </a:cubicBezTo>
                <a:cubicBezTo>
                  <a:pt x="503" y="48"/>
                  <a:pt x="524" y="69"/>
                  <a:pt x="524" y="95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439920" y="1167840"/>
            <a:ext cx="5587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Veel verzet, weinig afgerond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032560" y="2389320"/>
            <a:ext cx="44568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20" spc="-1" strike="noStrike">
                <a:solidFill>
                  <a:srgbClr val="1b2a6b"/>
                </a:solidFill>
                <a:latin typeface="Arial"/>
                <a:ea typeface="Arial"/>
              </a:rPr>
              <a:t>34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865880" y="2797200"/>
            <a:ext cx="8038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b2a6b"/>
                </a:solidFill>
                <a:latin typeface="Arial"/>
                <a:ea typeface="Arial"/>
              </a:rPr>
              <a:t>commits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908720" y="3070080"/>
            <a:ext cx="681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op branches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3157200" y="1942920"/>
            <a:ext cx="1400760" cy="1414800"/>
          </a:xfrm>
          <a:custGeom>
            <a:avLst/>
            <a:gdLst/>
            <a:ahLst/>
            <a:rect l="0" t="0" r="r" b="b"/>
            <a:pathLst>
              <a:path w="3891" h="3930">
                <a:moveTo>
                  <a:pt x="0" y="362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1" y="147"/>
                  <a:pt x="41" y="132"/>
                  <a:pt x="52" y="118"/>
                </a:cubicBezTo>
                <a:cubicBezTo>
                  <a:pt x="63" y="103"/>
                  <a:pt x="75" y="90"/>
                  <a:pt x="90" y="77"/>
                </a:cubicBezTo>
                <a:cubicBezTo>
                  <a:pt x="104" y="65"/>
                  <a:pt x="119" y="54"/>
                  <a:pt x="136" y="45"/>
                </a:cubicBezTo>
                <a:cubicBezTo>
                  <a:pt x="152" y="35"/>
                  <a:pt x="170" y="27"/>
                  <a:pt x="188" y="20"/>
                </a:cubicBezTo>
                <a:cubicBezTo>
                  <a:pt x="207" y="13"/>
                  <a:pt x="226" y="8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3587" y="0"/>
                </a:lnTo>
                <a:cubicBezTo>
                  <a:pt x="3607" y="0"/>
                  <a:pt x="3626" y="2"/>
                  <a:pt x="3646" y="5"/>
                </a:cubicBezTo>
                <a:cubicBezTo>
                  <a:pt x="3665" y="8"/>
                  <a:pt x="3685" y="13"/>
                  <a:pt x="3703" y="20"/>
                </a:cubicBezTo>
                <a:cubicBezTo>
                  <a:pt x="3721" y="27"/>
                  <a:pt x="3739" y="35"/>
                  <a:pt x="3756" y="45"/>
                </a:cubicBezTo>
                <a:cubicBezTo>
                  <a:pt x="3772" y="54"/>
                  <a:pt x="3788" y="65"/>
                  <a:pt x="3802" y="77"/>
                </a:cubicBezTo>
                <a:cubicBezTo>
                  <a:pt x="3816" y="90"/>
                  <a:pt x="3828" y="103"/>
                  <a:pt x="3840" y="118"/>
                </a:cubicBezTo>
                <a:cubicBezTo>
                  <a:pt x="3851" y="132"/>
                  <a:pt x="3860" y="147"/>
                  <a:pt x="3868" y="163"/>
                </a:cubicBezTo>
                <a:cubicBezTo>
                  <a:pt x="3875" y="179"/>
                  <a:pt x="3881" y="196"/>
                  <a:pt x="3885" y="213"/>
                </a:cubicBezTo>
                <a:cubicBezTo>
                  <a:pt x="3889" y="230"/>
                  <a:pt x="3891" y="247"/>
                  <a:pt x="3891" y="265"/>
                </a:cubicBezTo>
                <a:lnTo>
                  <a:pt x="3891" y="3626"/>
                </a:lnTo>
                <a:cubicBezTo>
                  <a:pt x="3891" y="3646"/>
                  <a:pt x="3889" y="3666"/>
                  <a:pt x="3885" y="3685"/>
                </a:cubicBezTo>
                <a:cubicBezTo>
                  <a:pt x="3881" y="3705"/>
                  <a:pt x="3875" y="3724"/>
                  <a:pt x="3868" y="3742"/>
                </a:cubicBezTo>
                <a:cubicBezTo>
                  <a:pt x="3860" y="3761"/>
                  <a:pt x="3851" y="3778"/>
                  <a:pt x="3840" y="3795"/>
                </a:cubicBezTo>
                <a:cubicBezTo>
                  <a:pt x="3828" y="3811"/>
                  <a:pt x="3816" y="3827"/>
                  <a:pt x="3802" y="3841"/>
                </a:cubicBezTo>
                <a:cubicBezTo>
                  <a:pt x="3788" y="3855"/>
                  <a:pt x="3772" y="3868"/>
                  <a:pt x="3756" y="3879"/>
                </a:cubicBezTo>
                <a:cubicBezTo>
                  <a:pt x="3739" y="3890"/>
                  <a:pt x="3721" y="3899"/>
                  <a:pt x="3703" y="3907"/>
                </a:cubicBezTo>
                <a:cubicBezTo>
                  <a:pt x="3685" y="3915"/>
                  <a:pt x="3665" y="3920"/>
                  <a:pt x="3646" y="3924"/>
                </a:cubicBezTo>
                <a:cubicBezTo>
                  <a:pt x="3626" y="3928"/>
                  <a:pt x="3607" y="3930"/>
                  <a:pt x="3587" y="3930"/>
                </a:cubicBezTo>
                <a:lnTo>
                  <a:pt x="305" y="3930"/>
                </a:lnTo>
                <a:cubicBezTo>
                  <a:pt x="285" y="3930"/>
                  <a:pt x="265" y="3928"/>
                  <a:pt x="245" y="3924"/>
                </a:cubicBezTo>
                <a:cubicBezTo>
                  <a:pt x="226" y="3920"/>
                  <a:pt x="207" y="3915"/>
                  <a:pt x="188" y="3907"/>
                </a:cubicBezTo>
                <a:cubicBezTo>
                  <a:pt x="170" y="3899"/>
                  <a:pt x="152" y="3890"/>
                  <a:pt x="136" y="3879"/>
                </a:cubicBezTo>
                <a:cubicBezTo>
                  <a:pt x="119" y="3868"/>
                  <a:pt x="104" y="3855"/>
                  <a:pt x="90" y="3841"/>
                </a:cubicBezTo>
                <a:cubicBezTo>
                  <a:pt x="75" y="3827"/>
                  <a:pt x="63" y="3811"/>
                  <a:pt x="52" y="3795"/>
                </a:cubicBezTo>
                <a:cubicBezTo>
                  <a:pt x="41" y="3778"/>
                  <a:pt x="31" y="3761"/>
                  <a:pt x="24" y="3742"/>
                </a:cubicBezTo>
                <a:cubicBezTo>
                  <a:pt x="16" y="3724"/>
                  <a:pt x="10" y="3705"/>
                  <a:pt x="6" y="3685"/>
                </a:cubicBezTo>
                <a:cubicBezTo>
                  <a:pt x="2" y="3666"/>
                  <a:pt x="0" y="3646"/>
                  <a:pt x="0" y="36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/>
          <p:nvPr/>
        </p:nvSpPr>
        <p:spPr>
          <a:xfrm>
            <a:off x="3152520" y="1923840"/>
            <a:ext cx="1410120" cy="1438560"/>
          </a:xfrm>
          <a:custGeom>
            <a:avLst/>
            <a:gdLst/>
            <a:ahLst/>
            <a:rect l="0" t="0" r="r" b="b"/>
            <a:pathLst>
              <a:path w="3917" h="3996">
                <a:moveTo>
                  <a:pt x="0" y="0"/>
                </a:moveTo>
                <a:lnTo>
                  <a:pt x="3917" y="0"/>
                </a:lnTo>
                <a:lnTo>
                  <a:pt x="391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3152520" y="1923840"/>
            <a:ext cx="1410120" cy="1438560"/>
          </a:xfrm>
          <a:custGeom>
            <a:avLst/>
            <a:gdLst/>
            <a:ahLst/>
            <a:rect l="0" t="0" r="r" b="b"/>
            <a:pathLst>
              <a:path w="3917" h="3996">
                <a:moveTo>
                  <a:pt x="0" y="0"/>
                </a:moveTo>
                <a:lnTo>
                  <a:pt x="3917" y="0"/>
                </a:lnTo>
                <a:lnTo>
                  <a:pt x="391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3152520" y="1923840"/>
            <a:ext cx="1410120" cy="1438560"/>
          </a:xfrm>
          <a:custGeom>
            <a:avLst/>
            <a:gdLst/>
            <a:ahLst/>
            <a:rect l="0" t="0" r="r" b="b"/>
            <a:pathLst>
              <a:path w="3917" h="3996">
                <a:moveTo>
                  <a:pt x="0" y="0"/>
                </a:moveTo>
                <a:lnTo>
                  <a:pt x="3917" y="0"/>
                </a:lnTo>
                <a:lnTo>
                  <a:pt x="391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3152520" y="1923840"/>
            <a:ext cx="1410120" cy="1438560"/>
          </a:xfrm>
          <a:custGeom>
            <a:avLst/>
            <a:gdLst/>
            <a:ahLst/>
            <a:rect l="0" t="0" r="r" b="b"/>
            <a:pathLst>
              <a:path w="3917" h="3996">
                <a:moveTo>
                  <a:pt x="0" y="0"/>
                </a:moveTo>
                <a:lnTo>
                  <a:pt x="3917" y="0"/>
                </a:lnTo>
                <a:lnTo>
                  <a:pt x="3917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3758400" y="2103840"/>
            <a:ext cx="205920" cy="249120"/>
          </a:xfrm>
          <a:custGeom>
            <a:avLst/>
            <a:gdLst/>
            <a:ahLst/>
            <a:rect l="0" t="0" r="r" b="b"/>
            <a:pathLst>
              <a:path w="572" h="692">
                <a:moveTo>
                  <a:pt x="501" y="505"/>
                </a:moveTo>
                <a:lnTo>
                  <a:pt x="501" y="192"/>
                </a:lnTo>
                <a:cubicBezTo>
                  <a:pt x="501" y="139"/>
                  <a:pt x="458" y="96"/>
                  <a:pt x="406" y="96"/>
                </a:cubicBezTo>
                <a:lnTo>
                  <a:pt x="306" y="96"/>
                </a:lnTo>
                <a:lnTo>
                  <a:pt x="368" y="35"/>
                </a:lnTo>
                <a:lnTo>
                  <a:pt x="334" y="0"/>
                </a:lnTo>
                <a:lnTo>
                  <a:pt x="215" y="120"/>
                </a:lnTo>
                <a:lnTo>
                  <a:pt x="334" y="239"/>
                </a:lnTo>
                <a:lnTo>
                  <a:pt x="368" y="206"/>
                </a:lnTo>
                <a:lnTo>
                  <a:pt x="306" y="144"/>
                </a:lnTo>
                <a:lnTo>
                  <a:pt x="406" y="144"/>
                </a:lnTo>
                <a:cubicBezTo>
                  <a:pt x="432" y="144"/>
                  <a:pt x="453" y="165"/>
                  <a:pt x="453" y="192"/>
                </a:cubicBezTo>
                <a:lnTo>
                  <a:pt x="453" y="505"/>
                </a:lnTo>
                <a:cubicBezTo>
                  <a:pt x="412" y="515"/>
                  <a:pt x="382" y="552"/>
                  <a:pt x="382" y="596"/>
                </a:cubicBezTo>
                <a:cubicBezTo>
                  <a:pt x="382" y="649"/>
                  <a:pt x="425" y="692"/>
                  <a:pt x="477" y="692"/>
                </a:cubicBezTo>
                <a:cubicBezTo>
                  <a:pt x="530" y="692"/>
                  <a:pt x="572" y="649"/>
                  <a:pt x="572" y="596"/>
                </a:cubicBezTo>
                <a:cubicBezTo>
                  <a:pt x="572" y="552"/>
                  <a:pt x="542" y="515"/>
                  <a:pt x="501" y="505"/>
                </a:cubicBezTo>
                <a:moveTo>
                  <a:pt x="477" y="644"/>
                </a:moveTo>
                <a:cubicBezTo>
                  <a:pt x="451" y="644"/>
                  <a:pt x="430" y="623"/>
                  <a:pt x="430" y="596"/>
                </a:cubicBezTo>
                <a:cubicBezTo>
                  <a:pt x="430" y="570"/>
                  <a:pt x="451" y="549"/>
                  <a:pt x="477" y="549"/>
                </a:cubicBezTo>
                <a:cubicBezTo>
                  <a:pt x="503" y="549"/>
                  <a:pt x="525" y="570"/>
                  <a:pt x="525" y="596"/>
                </a:cubicBezTo>
                <a:cubicBezTo>
                  <a:pt x="525" y="623"/>
                  <a:pt x="503" y="644"/>
                  <a:pt x="477" y="644"/>
                </a:cubicBezTo>
                <a:moveTo>
                  <a:pt x="0" y="120"/>
                </a:moveTo>
                <a:cubicBezTo>
                  <a:pt x="0" y="164"/>
                  <a:pt x="30" y="201"/>
                  <a:pt x="71" y="212"/>
                </a:cubicBezTo>
                <a:lnTo>
                  <a:pt x="71" y="505"/>
                </a:lnTo>
                <a:cubicBezTo>
                  <a:pt x="30" y="515"/>
                  <a:pt x="0" y="552"/>
                  <a:pt x="0" y="596"/>
                </a:cubicBezTo>
                <a:cubicBezTo>
                  <a:pt x="0" y="649"/>
                  <a:pt x="43" y="692"/>
                  <a:pt x="95" y="692"/>
                </a:cubicBezTo>
                <a:cubicBezTo>
                  <a:pt x="149" y="692"/>
                  <a:pt x="191" y="649"/>
                  <a:pt x="191" y="596"/>
                </a:cubicBezTo>
                <a:cubicBezTo>
                  <a:pt x="191" y="552"/>
                  <a:pt x="161" y="515"/>
                  <a:pt x="119" y="505"/>
                </a:cubicBezTo>
                <a:lnTo>
                  <a:pt x="119" y="212"/>
                </a:lnTo>
                <a:cubicBezTo>
                  <a:pt x="161" y="201"/>
                  <a:pt x="191" y="164"/>
                  <a:pt x="191" y="120"/>
                </a:cubicBezTo>
                <a:cubicBezTo>
                  <a:pt x="191" y="68"/>
                  <a:pt x="149" y="25"/>
                  <a:pt x="95" y="25"/>
                </a:cubicBezTo>
                <a:cubicBezTo>
                  <a:pt x="43" y="25"/>
                  <a:pt x="0" y="68"/>
                  <a:pt x="0" y="120"/>
                </a:cubicBezTo>
                <a:moveTo>
                  <a:pt x="144" y="596"/>
                </a:moveTo>
                <a:cubicBezTo>
                  <a:pt x="144" y="623"/>
                  <a:pt x="121" y="644"/>
                  <a:pt x="95" y="644"/>
                </a:cubicBezTo>
                <a:cubicBezTo>
                  <a:pt x="69" y="644"/>
                  <a:pt x="48" y="623"/>
                  <a:pt x="48" y="596"/>
                </a:cubicBezTo>
                <a:cubicBezTo>
                  <a:pt x="48" y="570"/>
                  <a:pt x="69" y="549"/>
                  <a:pt x="95" y="549"/>
                </a:cubicBezTo>
                <a:cubicBezTo>
                  <a:pt x="121" y="549"/>
                  <a:pt x="144" y="570"/>
                  <a:pt x="144" y="596"/>
                </a:cubicBezTo>
                <a:moveTo>
                  <a:pt x="144" y="120"/>
                </a:moveTo>
                <a:cubicBezTo>
                  <a:pt x="144" y="146"/>
                  <a:pt x="121" y="168"/>
                  <a:pt x="95" y="168"/>
                </a:cubicBezTo>
                <a:cubicBezTo>
                  <a:pt x="69" y="168"/>
                  <a:pt x="48" y="146"/>
                  <a:pt x="48" y="120"/>
                </a:cubicBezTo>
                <a:cubicBezTo>
                  <a:pt x="48" y="94"/>
                  <a:pt x="69" y="73"/>
                  <a:pt x="95" y="73"/>
                </a:cubicBezTo>
                <a:cubicBezTo>
                  <a:pt x="121" y="73"/>
                  <a:pt x="144" y="94"/>
                  <a:pt x="144" y="12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903760" y="25120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766680" y="2389320"/>
            <a:ext cx="31968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20" spc="-1" strike="noStrike">
                <a:solidFill>
                  <a:srgbClr val="1b2a6b"/>
                </a:solidFill>
                <a:latin typeface="Arial"/>
                <a:ea typeface="Arial"/>
              </a:rPr>
              <a:t>6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333240" y="2797200"/>
            <a:ext cx="12427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b2a6b"/>
                </a:solidFill>
                <a:latin typeface="Arial"/>
                <a:ea typeface="Arial"/>
              </a:rPr>
              <a:t>pull requests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576240" y="3070080"/>
            <a:ext cx="636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vijf op draft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4871880" y="1942920"/>
            <a:ext cx="1257480" cy="1414800"/>
          </a:xfrm>
          <a:custGeom>
            <a:avLst/>
            <a:gdLst/>
            <a:ahLst/>
            <a:rect l="0" t="0" r="r" b="b"/>
            <a:pathLst>
              <a:path w="3493" h="3930">
                <a:moveTo>
                  <a:pt x="0" y="362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5" y="179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9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189" y="0"/>
                </a:lnTo>
                <a:cubicBezTo>
                  <a:pt x="3209" y="0"/>
                  <a:pt x="3229" y="2"/>
                  <a:pt x="3249" y="5"/>
                </a:cubicBezTo>
                <a:cubicBezTo>
                  <a:pt x="3268" y="8"/>
                  <a:pt x="3287" y="13"/>
                  <a:pt x="3306" y="20"/>
                </a:cubicBezTo>
                <a:cubicBezTo>
                  <a:pt x="3324" y="27"/>
                  <a:pt x="3342" y="35"/>
                  <a:pt x="3358" y="45"/>
                </a:cubicBezTo>
                <a:cubicBezTo>
                  <a:pt x="3375" y="54"/>
                  <a:pt x="3390" y="65"/>
                  <a:pt x="3404" y="77"/>
                </a:cubicBezTo>
                <a:cubicBezTo>
                  <a:pt x="3418" y="90"/>
                  <a:pt x="3431" y="103"/>
                  <a:pt x="3442" y="118"/>
                </a:cubicBezTo>
                <a:cubicBezTo>
                  <a:pt x="3453" y="132"/>
                  <a:pt x="3463" y="147"/>
                  <a:pt x="3470" y="163"/>
                </a:cubicBezTo>
                <a:cubicBezTo>
                  <a:pt x="3478" y="179"/>
                  <a:pt x="3484" y="196"/>
                  <a:pt x="3488" y="213"/>
                </a:cubicBezTo>
                <a:cubicBezTo>
                  <a:pt x="3491" y="230"/>
                  <a:pt x="3493" y="247"/>
                  <a:pt x="3493" y="265"/>
                </a:cubicBezTo>
                <a:lnTo>
                  <a:pt x="3493" y="3626"/>
                </a:lnTo>
                <a:cubicBezTo>
                  <a:pt x="3493" y="3646"/>
                  <a:pt x="3491" y="3666"/>
                  <a:pt x="3488" y="3685"/>
                </a:cubicBezTo>
                <a:cubicBezTo>
                  <a:pt x="3484" y="3705"/>
                  <a:pt x="3478" y="3724"/>
                  <a:pt x="3470" y="3742"/>
                </a:cubicBezTo>
                <a:cubicBezTo>
                  <a:pt x="3463" y="3761"/>
                  <a:pt x="3453" y="3778"/>
                  <a:pt x="3442" y="3795"/>
                </a:cubicBezTo>
                <a:cubicBezTo>
                  <a:pt x="3431" y="3811"/>
                  <a:pt x="3418" y="3827"/>
                  <a:pt x="3404" y="3841"/>
                </a:cubicBezTo>
                <a:cubicBezTo>
                  <a:pt x="3390" y="3855"/>
                  <a:pt x="3375" y="3868"/>
                  <a:pt x="3358" y="3879"/>
                </a:cubicBezTo>
                <a:cubicBezTo>
                  <a:pt x="3342" y="3890"/>
                  <a:pt x="3324" y="3899"/>
                  <a:pt x="3306" y="3907"/>
                </a:cubicBezTo>
                <a:cubicBezTo>
                  <a:pt x="3287" y="3915"/>
                  <a:pt x="3268" y="3920"/>
                  <a:pt x="3249" y="3924"/>
                </a:cubicBezTo>
                <a:cubicBezTo>
                  <a:pt x="3229" y="3928"/>
                  <a:pt x="3209" y="3930"/>
                  <a:pt x="3189" y="3930"/>
                </a:cubicBezTo>
                <a:lnTo>
                  <a:pt x="304" y="3930"/>
                </a:lnTo>
                <a:cubicBezTo>
                  <a:pt x="284" y="3930"/>
                  <a:pt x="264" y="3928"/>
                  <a:pt x="245" y="3924"/>
                </a:cubicBezTo>
                <a:cubicBezTo>
                  <a:pt x="225" y="3920"/>
                  <a:pt x="206" y="3915"/>
                  <a:pt x="188" y="3907"/>
                </a:cubicBezTo>
                <a:cubicBezTo>
                  <a:pt x="169" y="3899"/>
                  <a:pt x="152" y="3890"/>
                  <a:pt x="135" y="3879"/>
                </a:cubicBezTo>
                <a:cubicBezTo>
                  <a:pt x="119" y="3868"/>
                  <a:pt x="103" y="3855"/>
                  <a:pt x="89" y="3841"/>
                </a:cubicBezTo>
                <a:cubicBezTo>
                  <a:pt x="75" y="3827"/>
                  <a:pt x="62" y="3811"/>
                  <a:pt x="51" y="3795"/>
                </a:cubicBezTo>
                <a:cubicBezTo>
                  <a:pt x="40" y="3778"/>
                  <a:pt x="31" y="3761"/>
                  <a:pt x="23" y="3742"/>
                </a:cubicBezTo>
                <a:cubicBezTo>
                  <a:pt x="15" y="3724"/>
                  <a:pt x="10" y="3705"/>
                  <a:pt x="6" y="3685"/>
                </a:cubicBezTo>
                <a:cubicBezTo>
                  <a:pt x="2" y="3666"/>
                  <a:pt x="0" y="3646"/>
                  <a:pt x="0" y="36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/>
          <p:nvPr/>
        </p:nvSpPr>
        <p:spPr>
          <a:xfrm>
            <a:off x="4867200" y="1923840"/>
            <a:ext cx="1267200" cy="1438560"/>
          </a:xfrm>
          <a:custGeom>
            <a:avLst/>
            <a:gdLst/>
            <a:ahLst/>
            <a:rect l="0" t="0" r="r" b="b"/>
            <a:pathLst>
              <a:path w="3520" h="3996">
                <a:moveTo>
                  <a:pt x="0" y="0"/>
                </a:moveTo>
                <a:lnTo>
                  <a:pt x="3520" y="0"/>
                </a:lnTo>
                <a:lnTo>
                  <a:pt x="3520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4867200" y="1923840"/>
            <a:ext cx="1267200" cy="1438560"/>
          </a:xfrm>
          <a:custGeom>
            <a:avLst/>
            <a:gdLst/>
            <a:ahLst/>
            <a:rect l="0" t="0" r="r" b="b"/>
            <a:pathLst>
              <a:path w="3520" h="3996">
                <a:moveTo>
                  <a:pt x="0" y="0"/>
                </a:moveTo>
                <a:lnTo>
                  <a:pt x="3520" y="0"/>
                </a:lnTo>
                <a:lnTo>
                  <a:pt x="3520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4867200" y="1923840"/>
            <a:ext cx="1267200" cy="1438560"/>
          </a:xfrm>
          <a:custGeom>
            <a:avLst/>
            <a:gdLst/>
            <a:ahLst/>
            <a:rect l="0" t="0" r="r" b="b"/>
            <a:pathLst>
              <a:path w="3520" h="3996">
                <a:moveTo>
                  <a:pt x="0" y="0"/>
                </a:moveTo>
                <a:lnTo>
                  <a:pt x="3520" y="0"/>
                </a:lnTo>
                <a:lnTo>
                  <a:pt x="3520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4867200" y="1923840"/>
            <a:ext cx="1267200" cy="1438560"/>
          </a:xfrm>
          <a:custGeom>
            <a:avLst/>
            <a:gdLst/>
            <a:ahLst/>
            <a:rect l="0" t="0" r="r" b="b"/>
            <a:pathLst>
              <a:path w="3520" h="3996">
                <a:moveTo>
                  <a:pt x="0" y="0"/>
                </a:moveTo>
                <a:lnTo>
                  <a:pt x="3520" y="0"/>
                </a:lnTo>
                <a:lnTo>
                  <a:pt x="3520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5396760" y="2112480"/>
            <a:ext cx="205920" cy="240480"/>
          </a:xfrm>
          <a:custGeom>
            <a:avLst/>
            <a:gdLst/>
            <a:ahLst/>
            <a:rect l="0" t="0" r="r" b="b"/>
            <a:pathLst>
              <a:path w="572" h="668">
                <a:moveTo>
                  <a:pt x="477" y="262"/>
                </a:moveTo>
                <a:cubicBezTo>
                  <a:pt x="433" y="262"/>
                  <a:pt x="396" y="292"/>
                  <a:pt x="385" y="333"/>
                </a:cubicBezTo>
                <a:lnTo>
                  <a:pt x="239" y="333"/>
                </a:lnTo>
                <a:cubicBezTo>
                  <a:pt x="173" y="333"/>
                  <a:pt x="119" y="280"/>
                  <a:pt x="119" y="214"/>
                </a:cubicBezTo>
                <a:lnTo>
                  <a:pt x="119" y="187"/>
                </a:lnTo>
                <a:cubicBezTo>
                  <a:pt x="161" y="176"/>
                  <a:pt x="191" y="139"/>
                  <a:pt x="191" y="95"/>
                </a:cubicBezTo>
                <a:cubicBezTo>
                  <a:pt x="191" y="43"/>
                  <a:pt x="149" y="0"/>
                  <a:pt x="95" y="0"/>
                </a:cubicBezTo>
                <a:cubicBezTo>
                  <a:pt x="42" y="0"/>
                  <a:pt x="0" y="43"/>
                  <a:pt x="0" y="95"/>
                </a:cubicBezTo>
                <a:cubicBezTo>
                  <a:pt x="0" y="139"/>
                  <a:pt x="30" y="176"/>
                  <a:pt x="71" y="187"/>
                </a:cubicBezTo>
                <a:lnTo>
                  <a:pt x="71" y="481"/>
                </a:lnTo>
                <a:cubicBezTo>
                  <a:pt x="30" y="491"/>
                  <a:pt x="0" y="528"/>
                  <a:pt x="0" y="572"/>
                </a:cubicBezTo>
                <a:cubicBezTo>
                  <a:pt x="0" y="625"/>
                  <a:pt x="42" y="668"/>
                  <a:pt x="95" y="668"/>
                </a:cubicBezTo>
                <a:cubicBezTo>
                  <a:pt x="149" y="668"/>
                  <a:pt x="191" y="625"/>
                  <a:pt x="191" y="572"/>
                </a:cubicBezTo>
                <a:cubicBezTo>
                  <a:pt x="191" y="528"/>
                  <a:pt x="161" y="491"/>
                  <a:pt x="119" y="481"/>
                </a:cubicBezTo>
                <a:lnTo>
                  <a:pt x="119" y="331"/>
                </a:lnTo>
                <a:cubicBezTo>
                  <a:pt x="134" y="347"/>
                  <a:pt x="154" y="359"/>
                  <a:pt x="174" y="368"/>
                </a:cubicBezTo>
                <a:cubicBezTo>
                  <a:pt x="195" y="377"/>
                  <a:pt x="216" y="381"/>
                  <a:pt x="239" y="381"/>
                </a:cubicBezTo>
                <a:lnTo>
                  <a:pt x="385" y="381"/>
                </a:lnTo>
                <a:cubicBezTo>
                  <a:pt x="396" y="422"/>
                  <a:pt x="433" y="452"/>
                  <a:pt x="477" y="452"/>
                </a:cubicBezTo>
                <a:cubicBezTo>
                  <a:pt x="530" y="452"/>
                  <a:pt x="572" y="410"/>
                  <a:pt x="572" y="357"/>
                </a:cubicBezTo>
                <a:cubicBezTo>
                  <a:pt x="572" y="305"/>
                  <a:pt x="530" y="262"/>
                  <a:pt x="477" y="262"/>
                </a:cubicBezTo>
                <a:moveTo>
                  <a:pt x="144" y="572"/>
                </a:moveTo>
                <a:cubicBezTo>
                  <a:pt x="144" y="599"/>
                  <a:pt x="121" y="620"/>
                  <a:pt x="95" y="620"/>
                </a:cubicBezTo>
                <a:cubicBezTo>
                  <a:pt x="69" y="620"/>
                  <a:pt x="47" y="599"/>
                  <a:pt x="47" y="572"/>
                </a:cubicBezTo>
                <a:cubicBezTo>
                  <a:pt x="47" y="546"/>
                  <a:pt x="69" y="525"/>
                  <a:pt x="95" y="525"/>
                </a:cubicBezTo>
                <a:cubicBezTo>
                  <a:pt x="121" y="525"/>
                  <a:pt x="144" y="546"/>
                  <a:pt x="144" y="572"/>
                </a:cubicBezTo>
                <a:moveTo>
                  <a:pt x="47" y="95"/>
                </a:moveTo>
                <a:cubicBezTo>
                  <a:pt x="47" y="69"/>
                  <a:pt x="69" y="48"/>
                  <a:pt x="95" y="48"/>
                </a:cubicBezTo>
                <a:cubicBezTo>
                  <a:pt x="121" y="48"/>
                  <a:pt x="144" y="69"/>
                  <a:pt x="144" y="95"/>
                </a:cubicBezTo>
                <a:cubicBezTo>
                  <a:pt x="144" y="121"/>
                  <a:pt x="121" y="143"/>
                  <a:pt x="95" y="143"/>
                </a:cubicBezTo>
                <a:cubicBezTo>
                  <a:pt x="69" y="143"/>
                  <a:pt x="47" y="121"/>
                  <a:pt x="47" y="95"/>
                </a:cubicBezTo>
                <a:moveTo>
                  <a:pt x="477" y="405"/>
                </a:moveTo>
                <a:cubicBezTo>
                  <a:pt x="451" y="405"/>
                  <a:pt x="429" y="383"/>
                  <a:pt x="429" y="357"/>
                </a:cubicBezTo>
                <a:cubicBezTo>
                  <a:pt x="429" y="331"/>
                  <a:pt x="451" y="309"/>
                  <a:pt x="477" y="309"/>
                </a:cubicBezTo>
                <a:cubicBezTo>
                  <a:pt x="503" y="309"/>
                  <a:pt x="525" y="331"/>
                  <a:pt x="525" y="357"/>
                </a:cubicBezTo>
                <a:cubicBezTo>
                  <a:pt x="525" y="383"/>
                  <a:pt x="503" y="405"/>
                  <a:pt x="477" y="405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619160" y="25120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401080" y="2389320"/>
            <a:ext cx="31968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20" spc="-1" strike="noStrike">
                <a:solidFill>
                  <a:srgbClr val="dd784b"/>
                </a:solidFill>
                <a:latin typeface="Arial"/>
                <a:ea typeface="Arial"/>
              </a:rPr>
              <a:t>0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091480" y="2797200"/>
            <a:ext cx="9622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b2a6b"/>
                </a:solidFill>
                <a:latin typeface="Arial"/>
                <a:ea typeface="Arial"/>
              </a:rPr>
              <a:t>gemerged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5048640" y="3070080"/>
            <a:ext cx="1021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sinds 4 september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6453000" y="1942920"/>
            <a:ext cx="1286280" cy="1414800"/>
          </a:xfrm>
          <a:custGeom>
            <a:avLst/>
            <a:gdLst/>
            <a:ahLst/>
            <a:rect l="0" t="0" r="r" b="b"/>
            <a:pathLst>
              <a:path w="3573" h="3930">
                <a:moveTo>
                  <a:pt x="0" y="362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9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5" y="2"/>
                  <a:pt x="284" y="0"/>
                  <a:pt x="304" y="0"/>
                </a:cubicBezTo>
                <a:lnTo>
                  <a:pt x="3269" y="0"/>
                </a:lnTo>
                <a:cubicBezTo>
                  <a:pt x="3289" y="0"/>
                  <a:pt x="3308" y="2"/>
                  <a:pt x="3328" y="5"/>
                </a:cubicBezTo>
                <a:cubicBezTo>
                  <a:pt x="3348" y="8"/>
                  <a:pt x="3367" y="13"/>
                  <a:pt x="3385" y="20"/>
                </a:cubicBezTo>
                <a:cubicBezTo>
                  <a:pt x="3404" y="27"/>
                  <a:pt x="3421" y="35"/>
                  <a:pt x="3438" y="45"/>
                </a:cubicBezTo>
                <a:cubicBezTo>
                  <a:pt x="3454" y="54"/>
                  <a:pt x="3470" y="65"/>
                  <a:pt x="3484" y="77"/>
                </a:cubicBezTo>
                <a:cubicBezTo>
                  <a:pt x="3498" y="90"/>
                  <a:pt x="3511" y="103"/>
                  <a:pt x="3522" y="118"/>
                </a:cubicBezTo>
                <a:cubicBezTo>
                  <a:pt x="3533" y="132"/>
                  <a:pt x="3542" y="147"/>
                  <a:pt x="3550" y="163"/>
                </a:cubicBezTo>
                <a:cubicBezTo>
                  <a:pt x="3557" y="179"/>
                  <a:pt x="3563" y="196"/>
                  <a:pt x="3567" y="213"/>
                </a:cubicBezTo>
                <a:cubicBezTo>
                  <a:pt x="3571" y="230"/>
                  <a:pt x="3573" y="247"/>
                  <a:pt x="3573" y="265"/>
                </a:cubicBezTo>
                <a:lnTo>
                  <a:pt x="3573" y="3626"/>
                </a:lnTo>
                <a:cubicBezTo>
                  <a:pt x="3573" y="3646"/>
                  <a:pt x="3571" y="3666"/>
                  <a:pt x="3567" y="3685"/>
                </a:cubicBezTo>
                <a:cubicBezTo>
                  <a:pt x="3563" y="3705"/>
                  <a:pt x="3557" y="3724"/>
                  <a:pt x="3550" y="3742"/>
                </a:cubicBezTo>
                <a:cubicBezTo>
                  <a:pt x="3542" y="3761"/>
                  <a:pt x="3533" y="3778"/>
                  <a:pt x="3522" y="3795"/>
                </a:cubicBezTo>
                <a:cubicBezTo>
                  <a:pt x="3511" y="3811"/>
                  <a:pt x="3498" y="3827"/>
                  <a:pt x="3484" y="3841"/>
                </a:cubicBezTo>
                <a:cubicBezTo>
                  <a:pt x="3470" y="3855"/>
                  <a:pt x="3454" y="3868"/>
                  <a:pt x="3438" y="3879"/>
                </a:cubicBezTo>
                <a:cubicBezTo>
                  <a:pt x="3421" y="3890"/>
                  <a:pt x="3404" y="3899"/>
                  <a:pt x="3385" y="3907"/>
                </a:cubicBezTo>
                <a:cubicBezTo>
                  <a:pt x="3367" y="3915"/>
                  <a:pt x="3348" y="3920"/>
                  <a:pt x="3328" y="3924"/>
                </a:cubicBezTo>
                <a:cubicBezTo>
                  <a:pt x="3308" y="3928"/>
                  <a:pt x="3289" y="3930"/>
                  <a:pt x="3269" y="3930"/>
                </a:cubicBezTo>
                <a:lnTo>
                  <a:pt x="304" y="3930"/>
                </a:lnTo>
                <a:cubicBezTo>
                  <a:pt x="284" y="3930"/>
                  <a:pt x="265" y="3928"/>
                  <a:pt x="245" y="3924"/>
                </a:cubicBezTo>
                <a:cubicBezTo>
                  <a:pt x="225" y="3920"/>
                  <a:pt x="206" y="3915"/>
                  <a:pt x="188" y="3907"/>
                </a:cubicBezTo>
                <a:cubicBezTo>
                  <a:pt x="169" y="3899"/>
                  <a:pt x="152" y="3890"/>
                  <a:pt x="135" y="3879"/>
                </a:cubicBezTo>
                <a:cubicBezTo>
                  <a:pt x="119" y="3868"/>
                  <a:pt x="103" y="3855"/>
                  <a:pt x="89" y="3841"/>
                </a:cubicBezTo>
                <a:cubicBezTo>
                  <a:pt x="75" y="3827"/>
                  <a:pt x="62" y="3811"/>
                  <a:pt x="51" y="3795"/>
                </a:cubicBezTo>
                <a:cubicBezTo>
                  <a:pt x="40" y="3778"/>
                  <a:pt x="31" y="3761"/>
                  <a:pt x="23" y="3742"/>
                </a:cubicBezTo>
                <a:cubicBezTo>
                  <a:pt x="16" y="3724"/>
                  <a:pt x="10" y="3705"/>
                  <a:pt x="6" y="3685"/>
                </a:cubicBezTo>
                <a:cubicBezTo>
                  <a:pt x="2" y="3666"/>
                  <a:pt x="0" y="3646"/>
                  <a:pt x="0" y="36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6448320" y="1923840"/>
            <a:ext cx="1295640" cy="1438560"/>
          </a:xfrm>
          <a:custGeom>
            <a:avLst/>
            <a:gdLst/>
            <a:ahLst/>
            <a:rect l="0" t="0" r="r" b="b"/>
            <a:pathLst>
              <a:path w="3599" h="3996">
                <a:moveTo>
                  <a:pt x="0" y="0"/>
                </a:moveTo>
                <a:lnTo>
                  <a:pt x="3599" y="0"/>
                </a:lnTo>
                <a:lnTo>
                  <a:pt x="3599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6448320" y="1923840"/>
            <a:ext cx="1295640" cy="1438560"/>
          </a:xfrm>
          <a:custGeom>
            <a:avLst/>
            <a:gdLst/>
            <a:ahLst/>
            <a:rect l="0" t="0" r="r" b="b"/>
            <a:pathLst>
              <a:path w="3599" h="3996">
                <a:moveTo>
                  <a:pt x="0" y="0"/>
                </a:moveTo>
                <a:lnTo>
                  <a:pt x="3599" y="0"/>
                </a:lnTo>
                <a:lnTo>
                  <a:pt x="3599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6448320" y="1923840"/>
            <a:ext cx="1295640" cy="1438560"/>
          </a:xfrm>
          <a:custGeom>
            <a:avLst/>
            <a:gdLst/>
            <a:ahLst/>
            <a:rect l="0" t="0" r="r" b="b"/>
            <a:pathLst>
              <a:path w="3599" h="3996">
                <a:moveTo>
                  <a:pt x="0" y="0"/>
                </a:moveTo>
                <a:lnTo>
                  <a:pt x="3599" y="0"/>
                </a:lnTo>
                <a:lnTo>
                  <a:pt x="3599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6448320" y="1923840"/>
            <a:ext cx="1295640" cy="1438560"/>
          </a:xfrm>
          <a:custGeom>
            <a:avLst/>
            <a:gdLst/>
            <a:ahLst/>
            <a:rect l="0" t="0" r="r" b="b"/>
            <a:pathLst>
              <a:path w="3599" h="3996">
                <a:moveTo>
                  <a:pt x="0" y="0"/>
                </a:moveTo>
                <a:lnTo>
                  <a:pt x="3599" y="0"/>
                </a:lnTo>
                <a:lnTo>
                  <a:pt x="3599" y="3996"/>
                </a:lnTo>
                <a:lnTo>
                  <a:pt x="0" y="39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7107480" y="2271960"/>
            <a:ext cx="102960" cy="81000"/>
          </a:xfrm>
          <a:custGeom>
            <a:avLst/>
            <a:gdLst/>
            <a:ahLst/>
            <a:rect l="0" t="0" r="r" b="b"/>
            <a:pathLst>
              <a:path w="286" h="225">
                <a:moveTo>
                  <a:pt x="96" y="157"/>
                </a:moveTo>
                <a:lnTo>
                  <a:pt x="33" y="96"/>
                </a:lnTo>
                <a:lnTo>
                  <a:pt x="0" y="129"/>
                </a:lnTo>
                <a:lnTo>
                  <a:pt x="96" y="225"/>
                </a:lnTo>
                <a:lnTo>
                  <a:pt x="286" y="33"/>
                </a:lnTo>
                <a:lnTo>
                  <a:pt x="253" y="0"/>
                </a:lnTo>
                <a:lnTo>
                  <a:pt x="96" y="157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6995880" y="2112480"/>
            <a:ext cx="189000" cy="240480"/>
          </a:xfrm>
          <a:custGeom>
            <a:avLst/>
            <a:gdLst/>
            <a:ahLst/>
            <a:rect l="0" t="0" r="r" b="b"/>
            <a:pathLst>
              <a:path w="525" h="668">
                <a:moveTo>
                  <a:pt x="477" y="71"/>
                </a:moveTo>
                <a:lnTo>
                  <a:pt x="406" y="71"/>
                </a:lnTo>
                <a:lnTo>
                  <a:pt x="406" y="48"/>
                </a:lnTo>
                <a:cubicBezTo>
                  <a:pt x="406" y="41"/>
                  <a:pt x="405" y="35"/>
                  <a:pt x="402" y="29"/>
                </a:cubicBezTo>
                <a:cubicBezTo>
                  <a:pt x="400" y="24"/>
                  <a:pt x="396" y="18"/>
                  <a:pt x="392" y="14"/>
                </a:cubicBezTo>
                <a:cubicBezTo>
                  <a:pt x="387" y="9"/>
                  <a:pt x="382" y="6"/>
                  <a:pt x="376" y="4"/>
                </a:cubicBezTo>
                <a:cubicBezTo>
                  <a:pt x="371" y="1"/>
                  <a:pt x="365" y="0"/>
                  <a:pt x="358" y="0"/>
                </a:cubicBezTo>
                <a:lnTo>
                  <a:pt x="167" y="0"/>
                </a:lnTo>
                <a:cubicBezTo>
                  <a:pt x="160" y="0"/>
                  <a:pt x="154" y="1"/>
                  <a:pt x="149" y="4"/>
                </a:cubicBezTo>
                <a:cubicBezTo>
                  <a:pt x="143" y="6"/>
                  <a:pt x="138" y="9"/>
                  <a:pt x="133" y="14"/>
                </a:cubicBezTo>
                <a:cubicBezTo>
                  <a:pt x="129" y="18"/>
                  <a:pt x="125" y="24"/>
                  <a:pt x="123" y="29"/>
                </a:cubicBezTo>
                <a:cubicBezTo>
                  <a:pt x="120" y="35"/>
                  <a:pt x="119" y="41"/>
                  <a:pt x="119" y="48"/>
                </a:cubicBezTo>
                <a:lnTo>
                  <a:pt x="119" y="71"/>
                </a:lnTo>
                <a:lnTo>
                  <a:pt x="48" y="71"/>
                </a:lnTo>
                <a:cubicBezTo>
                  <a:pt x="41" y="71"/>
                  <a:pt x="35" y="73"/>
                  <a:pt x="30" y="75"/>
                </a:cubicBezTo>
                <a:cubicBezTo>
                  <a:pt x="24" y="77"/>
                  <a:pt x="19" y="81"/>
                  <a:pt x="14" y="85"/>
                </a:cubicBezTo>
                <a:cubicBezTo>
                  <a:pt x="10" y="90"/>
                  <a:pt x="6" y="95"/>
                  <a:pt x="4" y="101"/>
                </a:cubicBezTo>
                <a:cubicBezTo>
                  <a:pt x="1" y="107"/>
                  <a:pt x="0" y="113"/>
                  <a:pt x="0" y="119"/>
                </a:cubicBezTo>
                <a:lnTo>
                  <a:pt x="0" y="620"/>
                </a:lnTo>
                <a:cubicBezTo>
                  <a:pt x="0" y="626"/>
                  <a:pt x="1" y="632"/>
                  <a:pt x="4" y="638"/>
                </a:cubicBezTo>
                <a:cubicBezTo>
                  <a:pt x="6" y="644"/>
                  <a:pt x="10" y="649"/>
                  <a:pt x="14" y="654"/>
                </a:cubicBezTo>
                <a:cubicBezTo>
                  <a:pt x="19" y="658"/>
                  <a:pt x="24" y="662"/>
                  <a:pt x="30" y="664"/>
                </a:cubicBezTo>
                <a:cubicBezTo>
                  <a:pt x="35" y="666"/>
                  <a:pt x="41" y="668"/>
                  <a:pt x="48" y="668"/>
                </a:cubicBezTo>
                <a:lnTo>
                  <a:pt x="263" y="668"/>
                </a:lnTo>
                <a:lnTo>
                  <a:pt x="263" y="620"/>
                </a:lnTo>
                <a:lnTo>
                  <a:pt x="48" y="620"/>
                </a:lnTo>
                <a:lnTo>
                  <a:pt x="48" y="119"/>
                </a:lnTo>
                <a:lnTo>
                  <a:pt x="119" y="119"/>
                </a:lnTo>
                <a:lnTo>
                  <a:pt x="119" y="190"/>
                </a:lnTo>
                <a:lnTo>
                  <a:pt x="406" y="190"/>
                </a:lnTo>
                <a:lnTo>
                  <a:pt x="406" y="119"/>
                </a:lnTo>
                <a:lnTo>
                  <a:pt x="477" y="119"/>
                </a:lnTo>
                <a:lnTo>
                  <a:pt x="477" y="381"/>
                </a:lnTo>
                <a:lnTo>
                  <a:pt x="525" y="381"/>
                </a:lnTo>
                <a:lnTo>
                  <a:pt x="525" y="119"/>
                </a:lnTo>
                <a:cubicBezTo>
                  <a:pt x="525" y="113"/>
                  <a:pt x="524" y="107"/>
                  <a:pt x="521" y="101"/>
                </a:cubicBezTo>
                <a:cubicBezTo>
                  <a:pt x="519" y="95"/>
                  <a:pt x="515" y="90"/>
                  <a:pt x="511" y="85"/>
                </a:cubicBezTo>
                <a:cubicBezTo>
                  <a:pt x="506" y="81"/>
                  <a:pt x="501" y="77"/>
                  <a:pt x="496" y="75"/>
                </a:cubicBezTo>
                <a:cubicBezTo>
                  <a:pt x="490" y="73"/>
                  <a:pt x="484" y="71"/>
                  <a:pt x="477" y="71"/>
                </a:cubicBezTo>
                <a:moveTo>
                  <a:pt x="358" y="143"/>
                </a:moveTo>
                <a:lnTo>
                  <a:pt x="167" y="143"/>
                </a:lnTo>
                <a:lnTo>
                  <a:pt x="167" y="48"/>
                </a:lnTo>
                <a:lnTo>
                  <a:pt x="358" y="48"/>
                </a:lnTo>
                <a:lnTo>
                  <a:pt x="358" y="143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191280" y="25120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6992280" y="2389320"/>
            <a:ext cx="31968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20" spc="-1" strike="noStrike">
                <a:solidFill>
                  <a:srgbClr val="dd784b"/>
                </a:solidFill>
                <a:latin typeface="Arial"/>
                <a:ea typeface="Arial"/>
              </a:rPr>
              <a:t>0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744600" y="2797200"/>
            <a:ext cx="822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b2a6b"/>
                </a:solidFill>
                <a:latin typeface="Arial"/>
                <a:ea typeface="Arial"/>
              </a:rPr>
              <a:t>gesloten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/>
          <p:nvPr/>
        </p:nvSpPr>
        <p:spPr>
          <a:xfrm>
            <a:off x="456840" y="3552480"/>
            <a:ext cx="8420760" cy="533880"/>
          </a:xfrm>
          <a:custGeom>
            <a:avLst/>
            <a:gdLst/>
            <a:ahLst/>
            <a:rect l="0" t="0" r="r" b="b"/>
            <a:pathLst>
              <a:path w="23391" h="1483">
                <a:moveTo>
                  <a:pt x="0" y="0"/>
                </a:moveTo>
                <a:lnTo>
                  <a:pt x="23391" y="0"/>
                </a:lnTo>
                <a:lnTo>
                  <a:pt x="2339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456840" y="355248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456840" y="407664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8867520" y="3552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106"/>
                </a:moveTo>
                <a:lnTo>
                  <a:pt x="0" y="1483"/>
                </a:lnTo>
                <a:lnTo>
                  <a:pt x="28" y="148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456840" y="3552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0" y="1483"/>
                </a:lnTo>
                <a:lnTo>
                  <a:pt x="28" y="148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663480" y="3734640"/>
            <a:ext cx="163800" cy="178560"/>
          </a:xfrm>
          <a:custGeom>
            <a:avLst/>
            <a:gdLst/>
            <a:ahLst/>
            <a:rect l="0" t="0" r="r" b="b"/>
            <a:pathLst>
              <a:path w="455" h="496">
                <a:moveTo>
                  <a:pt x="21" y="496"/>
                </a:moveTo>
                <a:cubicBezTo>
                  <a:pt x="15" y="496"/>
                  <a:pt x="10" y="494"/>
                  <a:pt x="6" y="490"/>
                </a:cubicBezTo>
                <a:cubicBezTo>
                  <a:pt x="2" y="486"/>
                  <a:pt x="0" y="482"/>
                  <a:pt x="0" y="476"/>
                </a:cubicBezTo>
                <a:lnTo>
                  <a:pt x="0" y="21"/>
                </a:lnTo>
                <a:cubicBezTo>
                  <a:pt x="0" y="17"/>
                  <a:pt x="1" y="14"/>
                  <a:pt x="3" y="11"/>
                </a:cubicBezTo>
                <a:cubicBezTo>
                  <a:pt x="5" y="8"/>
                  <a:pt x="7" y="5"/>
                  <a:pt x="10" y="3"/>
                </a:cubicBezTo>
                <a:cubicBezTo>
                  <a:pt x="13" y="1"/>
                  <a:pt x="17" y="0"/>
                  <a:pt x="20" y="0"/>
                </a:cubicBezTo>
                <a:cubicBezTo>
                  <a:pt x="24" y="0"/>
                  <a:pt x="27" y="1"/>
                  <a:pt x="31" y="3"/>
                </a:cubicBezTo>
                <a:lnTo>
                  <a:pt x="444" y="230"/>
                </a:lnTo>
                <a:cubicBezTo>
                  <a:pt x="451" y="234"/>
                  <a:pt x="455" y="240"/>
                  <a:pt x="455" y="248"/>
                </a:cubicBezTo>
                <a:cubicBezTo>
                  <a:pt x="455" y="256"/>
                  <a:pt x="451" y="262"/>
                  <a:pt x="444" y="266"/>
                </a:cubicBezTo>
                <a:lnTo>
                  <a:pt x="31" y="494"/>
                </a:lnTo>
                <a:cubicBezTo>
                  <a:pt x="28" y="496"/>
                  <a:pt x="24" y="496"/>
                  <a:pt x="21" y="496"/>
                </a:cubicBezTo>
                <a:moveTo>
                  <a:pt x="41" y="56"/>
                </a:moveTo>
                <a:lnTo>
                  <a:pt x="41" y="441"/>
                </a:lnTo>
                <a:lnTo>
                  <a:pt x="392" y="248"/>
                </a:lnTo>
                <a:lnTo>
                  <a:pt x="41" y="56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620760" y="3070080"/>
            <a:ext cx="1091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sinds 15 september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856800" y="3756960"/>
            <a:ext cx="63388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Vandaag een pull request uit draft, en de eerste milestone sluiten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58" name=""/>
          <p:cNvSpPr/>
          <p:nvPr/>
        </p:nvSpPr>
        <p:spPr>
          <a:xfrm flipV="1">
            <a:off x="104940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317880" y="310320"/>
            <a:ext cx="58284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Twee scenario’s naar Q1 2027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/>
          <p:nvPr/>
        </p:nvSpPr>
        <p:spPr>
          <a:xfrm flipV="1">
            <a:off x="188028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973440" y="3613680"/>
            <a:ext cx="1746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Aug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 flipV="1">
            <a:off x="267588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799640" y="3613680"/>
            <a:ext cx="1684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Sep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/>
          <p:nvPr/>
        </p:nvSpPr>
        <p:spPr>
          <a:xfrm flipV="1">
            <a:off x="350712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599920" y="3613680"/>
            <a:ext cx="154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Oct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/>
          <p:nvPr/>
        </p:nvSpPr>
        <p:spPr>
          <a:xfrm flipV="1">
            <a:off x="430272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3426480" y="3613680"/>
            <a:ext cx="1713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Nov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/>
          <p:nvPr/>
        </p:nvSpPr>
        <p:spPr>
          <a:xfrm flipV="1">
            <a:off x="513396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4226760" y="3613680"/>
            <a:ext cx="172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Dec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 flipV="1">
            <a:off x="595620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062680" y="3613680"/>
            <a:ext cx="1378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Jan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2" name=""/>
          <p:cNvSpPr/>
          <p:nvPr/>
        </p:nvSpPr>
        <p:spPr>
          <a:xfrm flipV="1">
            <a:off x="670752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879880" y="3613680"/>
            <a:ext cx="1623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Feb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 flipV="1">
            <a:off x="752976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6631560" y="3613680"/>
            <a:ext cx="1684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Mar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 flipV="1">
            <a:off x="8334360" y="1538280"/>
            <a:ext cx="0" cy="2042280"/>
          </a:xfrm>
          <a:prstGeom prst="line">
            <a:avLst/>
          </a:prstGeom>
          <a:ln w="8640">
            <a:solidFill>
              <a:srgbClr val="1a1a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7458480" y="3613680"/>
            <a:ext cx="154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Apr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333360" y="1653480"/>
            <a:ext cx="8332920" cy="212400"/>
          </a:xfrm>
          <a:custGeom>
            <a:avLst/>
            <a:gdLst/>
            <a:ahLst/>
            <a:rect l="0" t="0" r="r" b="b"/>
            <a:pathLst>
              <a:path w="23147" h="590">
                <a:moveTo>
                  <a:pt x="0" y="0"/>
                </a:moveTo>
                <a:lnTo>
                  <a:pt x="23147" y="0"/>
                </a:lnTo>
                <a:lnTo>
                  <a:pt x="23147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f7f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333360" y="1865520"/>
            <a:ext cx="8332920" cy="212400"/>
          </a:xfrm>
          <a:custGeom>
            <a:avLst/>
            <a:gdLst/>
            <a:ahLst/>
            <a:rect l="0" t="0" r="r" b="b"/>
            <a:pathLst>
              <a:path w="23147" h="590">
                <a:moveTo>
                  <a:pt x="0" y="0"/>
                </a:moveTo>
                <a:lnTo>
                  <a:pt x="23147" y="0"/>
                </a:lnTo>
                <a:lnTo>
                  <a:pt x="23147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f7f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333360" y="2289960"/>
            <a:ext cx="8332920" cy="212400"/>
          </a:xfrm>
          <a:custGeom>
            <a:avLst/>
            <a:gdLst/>
            <a:ahLst/>
            <a:rect l="0" t="0" r="r" b="b"/>
            <a:pathLst>
              <a:path w="23147" h="590">
                <a:moveTo>
                  <a:pt x="0" y="0"/>
                </a:moveTo>
                <a:lnTo>
                  <a:pt x="23147" y="0"/>
                </a:lnTo>
                <a:lnTo>
                  <a:pt x="23147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333360" y="2077560"/>
            <a:ext cx="8332920" cy="212760"/>
          </a:xfrm>
          <a:custGeom>
            <a:avLst/>
            <a:gdLst/>
            <a:ahLst/>
            <a:rect l="0" t="0" r="r" b="b"/>
            <a:pathLst>
              <a:path w="23147" h="591">
                <a:moveTo>
                  <a:pt x="0" y="0"/>
                </a:moveTo>
                <a:lnTo>
                  <a:pt x="23147" y="0"/>
                </a:lnTo>
                <a:lnTo>
                  <a:pt x="23147" y="591"/>
                </a:lnTo>
                <a:lnTo>
                  <a:pt x="0" y="591"/>
                </a:lnTo>
                <a:lnTo>
                  <a:pt x="0" y="0"/>
                </a:lnTo>
                <a:close/>
              </a:path>
            </a:pathLst>
          </a:custGeom>
          <a:solidFill>
            <a:srgbClr val="f7f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333360" y="2926440"/>
            <a:ext cx="8332920" cy="212400"/>
          </a:xfrm>
          <a:custGeom>
            <a:avLst/>
            <a:gdLst/>
            <a:ahLst/>
            <a:rect l="0" t="0" r="r" b="b"/>
            <a:pathLst>
              <a:path w="23147" h="590">
                <a:moveTo>
                  <a:pt x="0" y="0"/>
                </a:moveTo>
                <a:lnTo>
                  <a:pt x="23147" y="0"/>
                </a:lnTo>
                <a:lnTo>
                  <a:pt x="23147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3" name=""/>
          <p:cNvSpPr/>
          <p:nvPr/>
        </p:nvSpPr>
        <p:spPr>
          <a:xfrm>
            <a:off x="333360" y="2502000"/>
            <a:ext cx="8332920" cy="212760"/>
          </a:xfrm>
          <a:custGeom>
            <a:avLst/>
            <a:gdLst/>
            <a:ahLst/>
            <a:rect l="0" t="0" r="r" b="b"/>
            <a:pathLst>
              <a:path w="23147" h="591">
                <a:moveTo>
                  <a:pt x="0" y="0"/>
                </a:moveTo>
                <a:lnTo>
                  <a:pt x="23147" y="0"/>
                </a:lnTo>
                <a:lnTo>
                  <a:pt x="23147" y="591"/>
                </a:lnTo>
                <a:lnTo>
                  <a:pt x="0" y="591"/>
                </a:lnTo>
                <a:lnTo>
                  <a:pt x="0" y="0"/>
                </a:lnTo>
                <a:close/>
              </a:path>
            </a:pathLst>
          </a:custGeom>
          <a:solidFill>
            <a:srgbClr val="fff4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4" name=""/>
          <p:cNvSpPr/>
          <p:nvPr/>
        </p:nvSpPr>
        <p:spPr>
          <a:xfrm>
            <a:off x="333360" y="3138480"/>
            <a:ext cx="8332920" cy="212760"/>
          </a:xfrm>
          <a:custGeom>
            <a:avLst/>
            <a:gdLst/>
            <a:ahLst/>
            <a:rect l="0" t="0" r="r" b="b"/>
            <a:pathLst>
              <a:path w="23147" h="591">
                <a:moveTo>
                  <a:pt x="0" y="0"/>
                </a:moveTo>
                <a:lnTo>
                  <a:pt x="23147" y="0"/>
                </a:lnTo>
                <a:lnTo>
                  <a:pt x="23147" y="591"/>
                </a:lnTo>
                <a:lnTo>
                  <a:pt x="0" y="5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333360" y="2714400"/>
            <a:ext cx="8332920" cy="212400"/>
          </a:xfrm>
          <a:custGeom>
            <a:avLst/>
            <a:gdLst/>
            <a:ahLst/>
            <a:rect l="0" t="0" r="r" b="b"/>
            <a:pathLst>
              <a:path w="23147" h="590">
                <a:moveTo>
                  <a:pt x="0" y="0"/>
                </a:moveTo>
                <a:lnTo>
                  <a:pt x="23147" y="0"/>
                </a:lnTo>
                <a:lnTo>
                  <a:pt x="23147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fff4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333360" y="3350880"/>
            <a:ext cx="8332920" cy="212400"/>
          </a:xfrm>
          <a:custGeom>
            <a:avLst/>
            <a:gdLst/>
            <a:ahLst/>
            <a:rect l="0" t="0" r="r" b="b"/>
            <a:pathLst>
              <a:path w="23147" h="590">
                <a:moveTo>
                  <a:pt x="0" y="0"/>
                </a:moveTo>
                <a:lnTo>
                  <a:pt x="23147" y="0"/>
                </a:lnTo>
                <a:lnTo>
                  <a:pt x="23147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996120" y="1671120"/>
            <a:ext cx="504360" cy="177120"/>
          </a:xfrm>
          <a:custGeom>
            <a:avLst/>
            <a:gdLst/>
            <a:ahLst/>
            <a:rect l="0" t="0" r="r" b="b"/>
            <a:pathLst>
              <a:path w="1401" h="492">
                <a:moveTo>
                  <a:pt x="74" y="0"/>
                </a:moveTo>
                <a:lnTo>
                  <a:pt x="1328" y="0"/>
                </a:lnTo>
                <a:cubicBezTo>
                  <a:pt x="1337" y="0"/>
                  <a:pt x="1347" y="2"/>
                  <a:pt x="1356" y="5"/>
                </a:cubicBezTo>
                <a:cubicBezTo>
                  <a:pt x="1365" y="9"/>
                  <a:pt x="1373" y="14"/>
                  <a:pt x="1380" y="21"/>
                </a:cubicBezTo>
                <a:cubicBezTo>
                  <a:pt x="1387" y="29"/>
                  <a:pt x="1392" y="37"/>
                  <a:pt x="1396" y="46"/>
                </a:cubicBezTo>
                <a:cubicBezTo>
                  <a:pt x="1399" y="55"/>
                  <a:pt x="1401" y="65"/>
                  <a:pt x="1401" y="74"/>
                </a:cubicBezTo>
                <a:lnTo>
                  <a:pt x="1401" y="418"/>
                </a:lnTo>
                <a:cubicBezTo>
                  <a:pt x="1401" y="428"/>
                  <a:pt x="1399" y="437"/>
                  <a:pt x="1396" y="446"/>
                </a:cubicBezTo>
                <a:cubicBezTo>
                  <a:pt x="1392" y="455"/>
                  <a:pt x="1387" y="463"/>
                  <a:pt x="1380" y="470"/>
                </a:cubicBezTo>
                <a:cubicBezTo>
                  <a:pt x="1373" y="477"/>
                  <a:pt x="1365" y="482"/>
                  <a:pt x="1356" y="486"/>
                </a:cubicBezTo>
                <a:cubicBezTo>
                  <a:pt x="1347" y="490"/>
                  <a:pt x="1337" y="492"/>
                  <a:pt x="1328" y="492"/>
                </a:cubicBezTo>
                <a:lnTo>
                  <a:pt x="74" y="492"/>
                </a:lnTo>
                <a:cubicBezTo>
                  <a:pt x="64" y="492"/>
                  <a:pt x="55" y="490"/>
                  <a:pt x="46" y="486"/>
                </a:cubicBezTo>
                <a:cubicBezTo>
                  <a:pt x="37" y="482"/>
                  <a:pt x="29" y="477"/>
                  <a:pt x="22" y="470"/>
                </a:cubicBezTo>
                <a:cubicBezTo>
                  <a:pt x="15" y="463"/>
                  <a:pt x="10" y="455"/>
                  <a:pt x="6" y="446"/>
                </a:cubicBezTo>
                <a:cubicBezTo>
                  <a:pt x="2" y="437"/>
                  <a:pt x="0" y="428"/>
                  <a:pt x="0" y="418"/>
                </a:cubicBezTo>
                <a:lnTo>
                  <a:pt x="0" y="74"/>
                </a:lnTo>
                <a:cubicBezTo>
                  <a:pt x="0" y="65"/>
                  <a:pt x="2" y="55"/>
                  <a:pt x="6" y="46"/>
                </a:cubicBezTo>
                <a:cubicBezTo>
                  <a:pt x="10" y="37"/>
                  <a:pt x="15" y="29"/>
                  <a:pt x="22" y="21"/>
                </a:cubicBezTo>
                <a:cubicBezTo>
                  <a:pt x="29" y="14"/>
                  <a:pt x="37" y="9"/>
                  <a:pt x="46" y="5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996120" y="1671120"/>
            <a:ext cx="504360" cy="177120"/>
          </a:xfrm>
          <a:custGeom>
            <a:avLst/>
            <a:gdLst/>
            <a:ahLst/>
            <a:rect l="0" t="0" r="r" b="b"/>
            <a:pathLst>
              <a:path w="1401" h="492">
                <a:moveTo>
                  <a:pt x="74" y="0"/>
                </a:moveTo>
                <a:lnTo>
                  <a:pt x="1328" y="0"/>
                </a:lnTo>
                <a:cubicBezTo>
                  <a:pt x="1337" y="0"/>
                  <a:pt x="1347" y="2"/>
                  <a:pt x="1356" y="5"/>
                </a:cubicBezTo>
                <a:cubicBezTo>
                  <a:pt x="1365" y="9"/>
                  <a:pt x="1373" y="14"/>
                  <a:pt x="1380" y="21"/>
                </a:cubicBezTo>
                <a:cubicBezTo>
                  <a:pt x="1387" y="29"/>
                  <a:pt x="1392" y="37"/>
                  <a:pt x="1396" y="46"/>
                </a:cubicBezTo>
                <a:cubicBezTo>
                  <a:pt x="1399" y="55"/>
                  <a:pt x="1401" y="65"/>
                  <a:pt x="1401" y="74"/>
                </a:cubicBezTo>
                <a:lnTo>
                  <a:pt x="1401" y="418"/>
                </a:lnTo>
                <a:cubicBezTo>
                  <a:pt x="1401" y="428"/>
                  <a:pt x="1399" y="437"/>
                  <a:pt x="1396" y="446"/>
                </a:cubicBezTo>
                <a:cubicBezTo>
                  <a:pt x="1392" y="455"/>
                  <a:pt x="1387" y="463"/>
                  <a:pt x="1380" y="470"/>
                </a:cubicBezTo>
                <a:cubicBezTo>
                  <a:pt x="1373" y="477"/>
                  <a:pt x="1365" y="482"/>
                  <a:pt x="1356" y="486"/>
                </a:cubicBezTo>
                <a:cubicBezTo>
                  <a:pt x="1347" y="490"/>
                  <a:pt x="1337" y="492"/>
                  <a:pt x="1328" y="492"/>
                </a:cubicBezTo>
                <a:lnTo>
                  <a:pt x="74" y="492"/>
                </a:lnTo>
                <a:cubicBezTo>
                  <a:pt x="64" y="492"/>
                  <a:pt x="55" y="490"/>
                  <a:pt x="46" y="486"/>
                </a:cubicBezTo>
                <a:cubicBezTo>
                  <a:pt x="37" y="482"/>
                  <a:pt x="29" y="477"/>
                  <a:pt x="22" y="470"/>
                </a:cubicBezTo>
                <a:cubicBezTo>
                  <a:pt x="15" y="463"/>
                  <a:pt x="10" y="455"/>
                  <a:pt x="6" y="446"/>
                </a:cubicBezTo>
                <a:cubicBezTo>
                  <a:pt x="2" y="437"/>
                  <a:pt x="0" y="428"/>
                  <a:pt x="0" y="418"/>
                </a:cubicBezTo>
                <a:lnTo>
                  <a:pt x="0" y="74"/>
                </a:lnTo>
                <a:cubicBezTo>
                  <a:pt x="0" y="65"/>
                  <a:pt x="2" y="55"/>
                  <a:pt x="6" y="46"/>
                </a:cubicBezTo>
                <a:cubicBezTo>
                  <a:pt x="10" y="37"/>
                  <a:pt x="15" y="29"/>
                  <a:pt x="22" y="21"/>
                </a:cubicBezTo>
                <a:cubicBezTo>
                  <a:pt x="29" y="14"/>
                  <a:pt x="37" y="9"/>
                  <a:pt x="46" y="5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/>
          <p:nvPr/>
        </p:nvSpPr>
        <p:spPr>
          <a:xfrm>
            <a:off x="1500120" y="1883160"/>
            <a:ext cx="831600" cy="177120"/>
          </a:xfrm>
          <a:custGeom>
            <a:avLst/>
            <a:gdLst/>
            <a:ahLst/>
            <a:rect l="0" t="0" r="r" b="b"/>
            <a:pathLst>
              <a:path w="2310" h="492">
                <a:moveTo>
                  <a:pt x="74" y="0"/>
                </a:moveTo>
                <a:lnTo>
                  <a:pt x="2236" y="0"/>
                </a:lnTo>
                <a:cubicBezTo>
                  <a:pt x="2246" y="0"/>
                  <a:pt x="2255" y="2"/>
                  <a:pt x="2264" y="6"/>
                </a:cubicBezTo>
                <a:cubicBezTo>
                  <a:pt x="2273" y="9"/>
                  <a:pt x="2281" y="15"/>
                  <a:pt x="2288" y="22"/>
                </a:cubicBezTo>
                <a:cubicBezTo>
                  <a:pt x="2295" y="29"/>
                  <a:pt x="2300" y="36"/>
                  <a:pt x="2304" y="46"/>
                </a:cubicBezTo>
                <a:cubicBezTo>
                  <a:pt x="2308" y="55"/>
                  <a:pt x="2310" y="64"/>
                  <a:pt x="2310" y="74"/>
                </a:cubicBezTo>
                <a:lnTo>
                  <a:pt x="2310" y="419"/>
                </a:lnTo>
                <a:cubicBezTo>
                  <a:pt x="2310" y="428"/>
                  <a:pt x="2308" y="438"/>
                  <a:pt x="2304" y="447"/>
                </a:cubicBezTo>
                <a:cubicBezTo>
                  <a:pt x="2300" y="456"/>
                  <a:pt x="2295" y="464"/>
                  <a:pt x="2288" y="471"/>
                </a:cubicBezTo>
                <a:cubicBezTo>
                  <a:pt x="2281" y="478"/>
                  <a:pt x="2273" y="483"/>
                  <a:pt x="2264" y="487"/>
                </a:cubicBezTo>
                <a:cubicBezTo>
                  <a:pt x="2255" y="490"/>
                  <a:pt x="2246" y="492"/>
                  <a:pt x="2236" y="492"/>
                </a:cubicBezTo>
                <a:lnTo>
                  <a:pt x="74" y="492"/>
                </a:lnTo>
                <a:cubicBezTo>
                  <a:pt x="64" y="492"/>
                  <a:pt x="55" y="490"/>
                  <a:pt x="46" y="487"/>
                </a:cubicBezTo>
                <a:cubicBezTo>
                  <a:pt x="37" y="483"/>
                  <a:pt x="29" y="478"/>
                  <a:pt x="22" y="471"/>
                </a:cubicBezTo>
                <a:cubicBezTo>
                  <a:pt x="15" y="464"/>
                  <a:pt x="10" y="456"/>
                  <a:pt x="6" y="447"/>
                </a:cubicBezTo>
                <a:cubicBezTo>
                  <a:pt x="2" y="438"/>
                  <a:pt x="0" y="428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10" y="36"/>
                  <a:pt x="15" y="29"/>
                  <a:pt x="22" y="22"/>
                </a:cubicBezTo>
                <a:cubicBezTo>
                  <a:pt x="29" y="15"/>
                  <a:pt x="37" y="9"/>
                  <a:pt x="46" y="6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/>
          <p:nvPr/>
        </p:nvSpPr>
        <p:spPr>
          <a:xfrm>
            <a:off x="1500120" y="1883160"/>
            <a:ext cx="831600" cy="177120"/>
          </a:xfrm>
          <a:custGeom>
            <a:avLst/>
            <a:gdLst/>
            <a:ahLst/>
            <a:rect l="0" t="0" r="r" b="b"/>
            <a:pathLst>
              <a:path w="2310" h="492">
                <a:moveTo>
                  <a:pt x="74" y="0"/>
                </a:moveTo>
                <a:lnTo>
                  <a:pt x="2236" y="0"/>
                </a:lnTo>
                <a:cubicBezTo>
                  <a:pt x="2246" y="0"/>
                  <a:pt x="2255" y="2"/>
                  <a:pt x="2264" y="6"/>
                </a:cubicBezTo>
                <a:cubicBezTo>
                  <a:pt x="2273" y="9"/>
                  <a:pt x="2281" y="15"/>
                  <a:pt x="2288" y="22"/>
                </a:cubicBezTo>
                <a:cubicBezTo>
                  <a:pt x="2295" y="29"/>
                  <a:pt x="2300" y="36"/>
                  <a:pt x="2304" y="46"/>
                </a:cubicBezTo>
                <a:cubicBezTo>
                  <a:pt x="2308" y="55"/>
                  <a:pt x="2310" y="64"/>
                  <a:pt x="2310" y="74"/>
                </a:cubicBezTo>
                <a:lnTo>
                  <a:pt x="2310" y="419"/>
                </a:lnTo>
                <a:cubicBezTo>
                  <a:pt x="2310" y="428"/>
                  <a:pt x="2308" y="438"/>
                  <a:pt x="2304" y="447"/>
                </a:cubicBezTo>
                <a:cubicBezTo>
                  <a:pt x="2300" y="456"/>
                  <a:pt x="2295" y="464"/>
                  <a:pt x="2288" y="471"/>
                </a:cubicBezTo>
                <a:cubicBezTo>
                  <a:pt x="2281" y="478"/>
                  <a:pt x="2273" y="483"/>
                  <a:pt x="2264" y="487"/>
                </a:cubicBezTo>
                <a:cubicBezTo>
                  <a:pt x="2255" y="490"/>
                  <a:pt x="2246" y="492"/>
                  <a:pt x="2236" y="492"/>
                </a:cubicBezTo>
                <a:lnTo>
                  <a:pt x="74" y="492"/>
                </a:lnTo>
                <a:cubicBezTo>
                  <a:pt x="64" y="492"/>
                  <a:pt x="55" y="490"/>
                  <a:pt x="46" y="487"/>
                </a:cubicBezTo>
                <a:cubicBezTo>
                  <a:pt x="37" y="483"/>
                  <a:pt x="29" y="478"/>
                  <a:pt x="22" y="471"/>
                </a:cubicBezTo>
                <a:cubicBezTo>
                  <a:pt x="15" y="464"/>
                  <a:pt x="10" y="456"/>
                  <a:pt x="6" y="447"/>
                </a:cubicBezTo>
                <a:cubicBezTo>
                  <a:pt x="2" y="438"/>
                  <a:pt x="0" y="428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10" y="36"/>
                  <a:pt x="15" y="29"/>
                  <a:pt x="22" y="22"/>
                </a:cubicBezTo>
                <a:cubicBezTo>
                  <a:pt x="29" y="15"/>
                  <a:pt x="37" y="9"/>
                  <a:pt x="46" y="6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1854000" y="2307600"/>
            <a:ext cx="1626840" cy="177120"/>
          </a:xfrm>
          <a:custGeom>
            <a:avLst/>
            <a:gdLst/>
            <a:ahLst/>
            <a:rect l="0" t="0" r="r" b="b"/>
            <a:pathLst>
              <a:path w="4519" h="492">
                <a:moveTo>
                  <a:pt x="73" y="0"/>
                </a:moveTo>
                <a:lnTo>
                  <a:pt x="4446" y="0"/>
                </a:lnTo>
                <a:cubicBezTo>
                  <a:pt x="4455" y="0"/>
                  <a:pt x="4465" y="2"/>
                  <a:pt x="4474" y="5"/>
                </a:cubicBezTo>
                <a:cubicBezTo>
                  <a:pt x="4483" y="9"/>
                  <a:pt x="4491" y="15"/>
                  <a:pt x="4498" y="21"/>
                </a:cubicBezTo>
                <a:cubicBezTo>
                  <a:pt x="4505" y="28"/>
                  <a:pt x="4510" y="36"/>
                  <a:pt x="4514" y="45"/>
                </a:cubicBezTo>
                <a:cubicBezTo>
                  <a:pt x="4517" y="54"/>
                  <a:pt x="4519" y="64"/>
                  <a:pt x="4519" y="74"/>
                </a:cubicBezTo>
                <a:lnTo>
                  <a:pt x="4519" y="418"/>
                </a:lnTo>
                <a:cubicBezTo>
                  <a:pt x="4519" y="428"/>
                  <a:pt x="4517" y="437"/>
                  <a:pt x="4514" y="447"/>
                </a:cubicBezTo>
                <a:cubicBezTo>
                  <a:pt x="4510" y="456"/>
                  <a:pt x="4505" y="464"/>
                  <a:pt x="4498" y="470"/>
                </a:cubicBezTo>
                <a:cubicBezTo>
                  <a:pt x="4491" y="477"/>
                  <a:pt x="4483" y="483"/>
                  <a:pt x="4474" y="486"/>
                </a:cubicBezTo>
                <a:cubicBezTo>
                  <a:pt x="4465" y="490"/>
                  <a:pt x="4455" y="492"/>
                  <a:pt x="4446" y="492"/>
                </a:cubicBezTo>
                <a:lnTo>
                  <a:pt x="73" y="492"/>
                </a:lnTo>
                <a:cubicBezTo>
                  <a:pt x="63" y="492"/>
                  <a:pt x="54" y="490"/>
                  <a:pt x="45" y="486"/>
                </a:cubicBezTo>
                <a:cubicBezTo>
                  <a:pt x="36" y="483"/>
                  <a:pt x="28" y="477"/>
                  <a:pt x="21" y="470"/>
                </a:cubicBezTo>
                <a:cubicBezTo>
                  <a:pt x="14" y="464"/>
                  <a:pt x="9" y="456"/>
                  <a:pt x="5" y="447"/>
                </a:cubicBezTo>
                <a:cubicBezTo>
                  <a:pt x="1" y="437"/>
                  <a:pt x="0" y="428"/>
                  <a:pt x="0" y="418"/>
                </a:cubicBezTo>
                <a:lnTo>
                  <a:pt x="0" y="74"/>
                </a:lnTo>
                <a:cubicBezTo>
                  <a:pt x="0" y="64"/>
                  <a:pt x="1" y="54"/>
                  <a:pt x="5" y="45"/>
                </a:cubicBezTo>
                <a:cubicBezTo>
                  <a:pt x="9" y="36"/>
                  <a:pt x="14" y="28"/>
                  <a:pt x="21" y="21"/>
                </a:cubicBezTo>
                <a:cubicBezTo>
                  <a:pt x="28" y="15"/>
                  <a:pt x="36" y="9"/>
                  <a:pt x="45" y="5"/>
                </a:cubicBezTo>
                <a:cubicBezTo>
                  <a:pt x="54" y="2"/>
                  <a:pt x="63" y="0"/>
                  <a:pt x="73" y="0"/>
                </a:cubicBez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/>
          <p:nvPr/>
        </p:nvSpPr>
        <p:spPr>
          <a:xfrm>
            <a:off x="1854000" y="2307600"/>
            <a:ext cx="1626840" cy="177120"/>
          </a:xfrm>
          <a:custGeom>
            <a:avLst/>
            <a:gdLst/>
            <a:ahLst/>
            <a:rect l="0" t="0" r="r" b="b"/>
            <a:pathLst>
              <a:path w="4519" h="492">
                <a:moveTo>
                  <a:pt x="73" y="0"/>
                </a:moveTo>
                <a:lnTo>
                  <a:pt x="4446" y="0"/>
                </a:lnTo>
                <a:cubicBezTo>
                  <a:pt x="4455" y="0"/>
                  <a:pt x="4465" y="2"/>
                  <a:pt x="4474" y="5"/>
                </a:cubicBezTo>
                <a:cubicBezTo>
                  <a:pt x="4483" y="9"/>
                  <a:pt x="4491" y="15"/>
                  <a:pt x="4498" y="21"/>
                </a:cubicBezTo>
                <a:cubicBezTo>
                  <a:pt x="4505" y="28"/>
                  <a:pt x="4510" y="36"/>
                  <a:pt x="4514" y="45"/>
                </a:cubicBezTo>
                <a:cubicBezTo>
                  <a:pt x="4517" y="54"/>
                  <a:pt x="4519" y="64"/>
                  <a:pt x="4519" y="74"/>
                </a:cubicBezTo>
                <a:lnTo>
                  <a:pt x="4519" y="418"/>
                </a:lnTo>
                <a:cubicBezTo>
                  <a:pt x="4519" y="428"/>
                  <a:pt x="4517" y="437"/>
                  <a:pt x="4514" y="447"/>
                </a:cubicBezTo>
                <a:cubicBezTo>
                  <a:pt x="4510" y="456"/>
                  <a:pt x="4505" y="464"/>
                  <a:pt x="4498" y="470"/>
                </a:cubicBezTo>
                <a:cubicBezTo>
                  <a:pt x="4491" y="477"/>
                  <a:pt x="4483" y="483"/>
                  <a:pt x="4474" y="486"/>
                </a:cubicBezTo>
                <a:cubicBezTo>
                  <a:pt x="4465" y="490"/>
                  <a:pt x="4455" y="492"/>
                  <a:pt x="4446" y="492"/>
                </a:cubicBezTo>
                <a:lnTo>
                  <a:pt x="73" y="492"/>
                </a:lnTo>
                <a:cubicBezTo>
                  <a:pt x="63" y="492"/>
                  <a:pt x="54" y="490"/>
                  <a:pt x="45" y="486"/>
                </a:cubicBezTo>
                <a:cubicBezTo>
                  <a:pt x="36" y="483"/>
                  <a:pt x="28" y="477"/>
                  <a:pt x="21" y="470"/>
                </a:cubicBezTo>
                <a:cubicBezTo>
                  <a:pt x="14" y="464"/>
                  <a:pt x="9" y="456"/>
                  <a:pt x="5" y="447"/>
                </a:cubicBezTo>
                <a:cubicBezTo>
                  <a:pt x="1" y="437"/>
                  <a:pt x="0" y="428"/>
                  <a:pt x="0" y="418"/>
                </a:cubicBezTo>
                <a:lnTo>
                  <a:pt x="0" y="74"/>
                </a:lnTo>
                <a:cubicBezTo>
                  <a:pt x="0" y="64"/>
                  <a:pt x="1" y="54"/>
                  <a:pt x="5" y="45"/>
                </a:cubicBezTo>
                <a:cubicBezTo>
                  <a:pt x="9" y="36"/>
                  <a:pt x="14" y="28"/>
                  <a:pt x="21" y="21"/>
                </a:cubicBezTo>
                <a:cubicBezTo>
                  <a:pt x="28" y="15"/>
                  <a:pt x="36" y="9"/>
                  <a:pt x="45" y="5"/>
                </a:cubicBezTo>
                <a:cubicBezTo>
                  <a:pt x="54" y="2"/>
                  <a:pt x="63" y="0"/>
                  <a:pt x="73" y="0"/>
                </a:cubicBezTo>
                <a:close/>
              </a:path>
            </a:pathLst>
          </a:custGeom>
          <a:noFill/>
          <a:ln w="17640">
            <a:solidFill>
              <a:srgbClr val="dd784b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2304720" y="2095200"/>
            <a:ext cx="345240" cy="177480"/>
          </a:xfrm>
          <a:custGeom>
            <a:avLst/>
            <a:gdLst/>
            <a:ahLst/>
            <a:rect l="0" t="0" r="r" b="b"/>
            <a:pathLst>
              <a:path w="959" h="493">
                <a:moveTo>
                  <a:pt x="74" y="0"/>
                </a:moveTo>
                <a:lnTo>
                  <a:pt x="885" y="0"/>
                </a:lnTo>
                <a:cubicBezTo>
                  <a:pt x="895" y="0"/>
                  <a:pt x="904" y="2"/>
                  <a:pt x="913" y="6"/>
                </a:cubicBezTo>
                <a:cubicBezTo>
                  <a:pt x="922" y="10"/>
                  <a:pt x="930" y="15"/>
                  <a:pt x="937" y="22"/>
                </a:cubicBezTo>
                <a:cubicBezTo>
                  <a:pt x="944" y="29"/>
                  <a:pt x="949" y="37"/>
                  <a:pt x="953" y="46"/>
                </a:cubicBezTo>
                <a:cubicBezTo>
                  <a:pt x="957" y="55"/>
                  <a:pt x="959" y="64"/>
                  <a:pt x="959" y="74"/>
                </a:cubicBezTo>
                <a:lnTo>
                  <a:pt x="959" y="419"/>
                </a:lnTo>
                <a:cubicBezTo>
                  <a:pt x="959" y="429"/>
                  <a:pt x="957" y="438"/>
                  <a:pt x="953" y="447"/>
                </a:cubicBezTo>
                <a:cubicBezTo>
                  <a:pt x="949" y="456"/>
                  <a:pt x="944" y="464"/>
                  <a:pt x="937" y="471"/>
                </a:cubicBezTo>
                <a:cubicBezTo>
                  <a:pt x="930" y="478"/>
                  <a:pt x="922" y="483"/>
                  <a:pt x="913" y="487"/>
                </a:cubicBezTo>
                <a:cubicBezTo>
                  <a:pt x="904" y="491"/>
                  <a:pt x="895" y="493"/>
                  <a:pt x="885" y="493"/>
                </a:cubicBezTo>
                <a:lnTo>
                  <a:pt x="74" y="493"/>
                </a:lnTo>
                <a:cubicBezTo>
                  <a:pt x="64" y="493"/>
                  <a:pt x="55" y="491"/>
                  <a:pt x="46" y="487"/>
                </a:cubicBezTo>
                <a:cubicBezTo>
                  <a:pt x="37" y="483"/>
                  <a:pt x="29" y="478"/>
                  <a:pt x="22" y="471"/>
                </a:cubicBezTo>
                <a:cubicBezTo>
                  <a:pt x="15" y="464"/>
                  <a:pt x="9" y="456"/>
                  <a:pt x="6" y="447"/>
                </a:cubicBezTo>
                <a:cubicBezTo>
                  <a:pt x="2" y="438"/>
                  <a:pt x="0" y="429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9" y="37"/>
                  <a:pt x="15" y="29"/>
                  <a:pt x="22" y="22"/>
                </a:cubicBezTo>
                <a:cubicBezTo>
                  <a:pt x="29" y="15"/>
                  <a:pt x="37" y="10"/>
                  <a:pt x="46" y="6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2304720" y="2095200"/>
            <a:ext cx="345240" cy="177480"/>
          </a:xfrm>
          <a:custGeom>
            <a:avLst/>
            <a:gdLst/>
            <a:ahLst/>
            <a:rect l="0" t="0" r="r" b="b"/>
            <a:pathLst>
              <a:path w="959" h="493">
                <a:moveTo>
                  <a:pt x="74" y="0"/>
                </a:moveTo>
                <a:lnTo>
                  <a:pt x="885" y="0"/>
                </a:lnTo>
                <a:cubicBezTo>
                  <a:pt x="895" y="0"/>
                  <a:pt x="904" y="2"/>
                  <a:pt x="913" y="6"/>
                </a:cubicBezTo>
                <a:cubicBezTo>
                  <a:pt x="922" y="10"/>
                  <a:pt x="930" y="15"/>
                  <a:pt x="937" y="22"/>
                </a:cubicBezTo>
                <a:cubicBezTo>
                  <a:pt x="944" y="29"/>
                  <a:pt x="949" y="37"/>
                  <a:pt x="953" y="46"/>
                </a:cubicBezTo>
                <a:cubicBezTo>
                  <a:pt x="957" y="55"/>
                  <a:pt x="959" y="64"/>
                  <a:pt x="959" y="74"/>
                </a:cubicBezTo>
                <a:lnTo>
                  <a:pt x="959" y="419"/>
                </a:lnTo>
                <a:cubicBezTo>
                  <a:pt x="959" y="429"/>
                  <a:pt x="957" y="438"/>
                  <a:pt x="953" y="447"/>
                </a:cubicBezTo>
                <a:cubicBezTo>
                  <a:pt x="949" y="456"/>
                  <a:pt x="944" y="464"/>
                  <a:pt x="937" y="471"/>
                </a:cubicBezTo>
                <a:cubicBezTo>
                  <a:pt x="930" y="478"/>
                  <a:pt x="922" y="483"/>
                  <a:pt x="913" y="487"/>
                </a:cubicBezTo>
                <a:cubicBezTo>
                  <a:pt x="904" y="491"/>
                  <a:pt x="895" y="493"/>
                  <a:pt x="885" y="493"/>
                </a:cubicBezTo>
                <a:lnTo>
                  <a:pt x="74" y="493"/>
                </a:lnTo>
                <a:cubicBezTo>
                  <a:pt x="64" y="493"/>
                  <a:pt x="55" y="491"/>
                  <a:pt x="46" y="487"/>
                </a:cubicBezTo>
                <a:cubicBezTo>
                  <a:pt x="37" y="483"/>
                  <a:pt x="29" y="478"/>
                  <a:pt x="22" y="471"/>
                </a:cubicBezTo>
                <a:cubicBezTo>
                  <a:pt x="15" y="464"/>
                  <a:pt x="9" y="456"/>
                  <a:pt x="6" y="447"/>
                </a:cubicBezTo>
                <a:cubicBezTo>
                  <a:pt x="2" y="438"/>
                  <a:pt x="0" y="429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9" y="37"/>
                  <a:pt x="15" y="29"/>
                  <a:pt x="22" y="22"/>
                </a:cubicBezTo>
                <a:cubicBezTo>
                  <a:pt x="29" y="15"/>
                  <a:pt x="37" y="10"/>
                  <a:pt x="46" y="6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/>
          <p:nvPr/>
        </p:nvSpPr>
        <p:spPr>
          <a:xfrm>
            <a:off x="3047400" y="2944080"/>
            <a:ext cx="2458080" cy="177120"/>
          </a:xfrm>
          <a:custGeom>
            <a:avLst/>
            <a:gdLst/>
            <a:ahLst/>
            <a:rect l="0" t="0" r="r" b="b"/>
            <a:pathLst>
              <a:path w="6828" h="492">
                <a:moveTo>
                  <a:pt x="74" y="0"/>
                </a:moveTo>
                <a:lnTo>
                  <a:pt x="6754" y="0"/>
                </a:lnTo>
                <a:cubicBezTo>
                  <a:pt x="6764" y="0"/>
                  <a:pt x="6774" y="2"/>
                  <a:pt x="6783" y="6"/>
                </a:cubicBezTo>
                <a:cubicBezTo>
                  <a:pt x="6792" y="9"/>
                  <a:pt x="6800" y="15"/>
                  <a:pt x="6807" y="22"/>
                </a:cubicBezTo>
                <a:cubicBezTo>
                  <a:pt x="6813" y="29"/>
                  <a:pt x="6819" y="36"/>
                  <a:pt x="6823" y="46"/>
                </a:cubicBezTo>
                <a:cubicBezTo>
                  <a:pt x="6826" y="55"/>
                  <a:pt x="6828" y="64"/>
                  <a:pt x="6828" y="74"/>
                </a:cubicBezTo>
                <a:lnTo>
                  <a:pt x="6828" y="419"/>
                </a:lnTo>
                <a:cubicBezTo>
                  <a:pt x="6828" y="428"/>
                  <a:pt x="6826" y="438"/>
                  <a:pt x="6823" y="447"/>
                </a:cubicBezTo>
                <a:cubicBezTo>
                  <a:pt x="6819" y="456"/>
                  <a:pt x="6813" y="464"/>
                  <a:pt x="6807" y="471"/>
                </a:cubicBezTo>
                <a:cubicBezTo>
                  <a:pt x="6800" y="478"/>
                  <a:pt x="6792" y="483"/>
                  <a:pt x="6783" y="487"/>
                </a:cubicBezTo>
                <a:cubicBezTo>
                  <a:pt x="6774" y="490"/>
                  <a:pt x="6764" y="492"/>
                  <a:pt x="6754" y="492"/>
                </a:cubicBezTo>
                <a:lnTo>
                  <a:pt x="74" y="492"/>
                </a:lnTo>
                <a:cubicBezTo>
                  <a:pt x="64" y="492"/>
                  <a:pt x="54" y="490"/>
                  <a:pt x="45" y="487"/>
                </a:cubicBezTo>
                <a:cubicBezTo>
                  <a:pt x="36" y="483"/>
                  <a:pt x="28" y="478"/>
                  <a:pt x="22" y="471"/>
                </a:cubicBezTo>
                <a:cubicBezTo>
                  <a:pt x="15" y="464"/>
                  <a:pt x="9" y="456"/>
                  <a:pt x="6" y="447"/>
                </a:cubicBezTo>
                <a:cubicBezTo>
                  <a:pt x="2" y="438"/>
                  <a:pt x="0" y="428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9" y="36"/>
                  <a:pt x="15" y="29"/>
                  <a:pt x="22" y="22"/>
                </a:cubicBezTo>
                <a:cubicBezTo>
                  <a:pt x="28" y="15"/>
                  <a:pt x="36" y="9"/>
                  <a:pt x="45" y="6"/>
                </a:cubicBezTo>
                <a:cubicBezTo>
                  <a:pt x="54" y="2"/>
                  <a:pt x="64" y="0"/>
                  <a:pt x="74" y="0"/>
                </a:cubicBezTo>
                <a:close/>
              </a:path>
            </a:pathLst>
          </a:custGeom>
          <a:solidFill>
            <a:srgbClr val="e8ed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3047400" y="2944080"/>
            <a:ext cx="2458080" cy="177120"/>
          </a:xfrm>
          <a:custGeom>
            <a:avLst/>
            <a:gdLst/>
            <a:ahLst/>
            <a:rect l="0" t="0" r="r" b="b"/>
            <a:pathLst>
              <a:path w="6828" h="492">
                <a:moveTo>
                  <a:pt x="74" y="0"/>
                </a:moveTo>
                <a:lnTo>
                  <a:pt x="6754" y="0"/>
                </a:lnTo>
                <a:cubicBezTo>
                  <a:pt x="6764" y="0"/>
                  <a:pt x="6774" y="2"/>
                  <a:pt x="6783" y="6"/>
                </a:cubicBezTo>
                <a:cubicBezTo>
                  <a:pt x="6792" y="9"/>
                  <a:pt x="6800" y="15"/>
                  <a:pt x="6807" y="22"/>
                </a:cubicBezTo>
                <a:cubicBezTo>
                  <a:pt x="6813" y="29"/>
                  <a:pt x="6819" y="36"/>
                  <a:pt x="6823" y="46"/>
                </a:cubicBezTo>
                <a:cubicBezTo>
                  <a:pt x="6826" y="55"/>
                  <a:pt x="6828" y="64"/>
                  <a:pt x="6828" y="74"/>
                </a:cubicBezTo>
                <a:lnTo>
                  <a:pt x="6828" y="419"/>
                </a:lnTo>
                <a:cubicBezTo>
                  <a:pt x="6828" y="428"/>
                  <a:pt x="6826" y="438"/>
                  <a:pt x="6823" y="447"/>
                </a:cubicBezTo>
                <a:cubicBezTo>
                  <a:pt x="6819" y="456"/>
                  <a:pt x="6813" y="464"/>
                  <a:pt x="6807" y="471"/>
                </a:cubicBezTo>
                <a:cubicBezTo>
                  <a:pt x="6800" y="478"/>
                  <a:pt x="6792" y="483"/>
                  <a:pt x="6783" y="487"/>
                </a:cubicBezTo>
                <a:cubicBezTo>
                  <a:pt x="6774" y="490"/>
                  <a:pt x="6764" y="492"/>
                  <a:pt x="6754" y="492"/>
                </a:cubicBezTo>
                <a:lnTo>
                  <a:pt x="74" y="492"/>
                </a:lnTo>
                <a:cubicBezTo>
                  <a:pt x="64" y="492"/>
                  <a:pt x="54" y="490"/>
                  <a:pt x="45" y="487"/>
                </a:cubicBezTo>
                <a:cubicBezTo>
                  <a:pt x="36" y="483"/>
                  <a:pt x="28" y="478"/>
                  <a:pt x="22" y="471"/>
                </a:cubicBezTo>
                <a:cubicBezTo>
                  <a:pt x="15" y="464"/>
                  <a:pt x="9" y="456"/>
                  <a:pt x="6" y="447"/>
                </a:cubicBezTo>
                <a:cubicBezTo>
                  <a:pt x="2" y="438"/>
                  <a:pt x="0" y="428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9" y="36"/>
                  <a:pt x="15" y="29"/>
                  <a:pt x="22" y="22"/>
                </a:cubicBezTo>
                <a:cubicBezTo>
                  <a:pt x="28" y="15"/>
                  <a:pt x="36" y="9"/>
                  <a:pt x="45" y="6"/>
                </a:cubicBezTo>
                <a:cubicBezTo>
                  <a:pt x="54" y="2"/>
                  <a:pt x="64" y="0"/>
                  <a:pt x="74" y="0"/>
                </a:cubicBezTo>
                <a:close/>
              </a:path>
            </a:pathLst>
          </a:custGeom>
          <a:noFill/>
          <a:ln w="17640">
            <a:solidFill>
              <a:srgbClr val="3d68ec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3507120" y="2519640"/>
            <a:ext cx="2449440" cy="177120"/>
          </a:xfrm>
          <a:custGeom>
            <a:avLst/>
            <a:gdLst/>
            <a:ahLst/>
            <a:rect l="0" t="0" r="r" b="b"/>
            <a:pathLst>
              <a:path w="6804" h="492">
                <a:moveTo>
                  <a:pt x="74" y="0"/>
                </a:moveTo>
                <a:lnTo>
                  <a:pt x="6730" y="0"/>
                </a:lnTo>
                <a:cubicBezTo>
                  <a:pt x="6740" y="0"/>
                  <a:pt x="6749" y="2"/>
                  <a:pt x="6758" y="6"/>
                </a:cubicBezTo>
                <a:cubicBezTo>
                  <a:pt x="6767" y="10"/>
                  <a:pt x="6775" y="15"/>
                  <a:pt x="6782" y="22"/>
                </a:cubicBezTo>
                <a:cubicBezTo>
                  <a:pt x="6789" y="29"/>
                  <a:pt x="6794" y="37"/>
                  <a:pt x="6798" y="46"/>
                </a:cubicBezTo>
                <a:cubicBezTo>
                  <a:pt x="6802" y="55"/>
                  <a:pt x="6804" y="64"/>
                  <a:pt x="6804" y="74"/>
                </a:cubicBezTo>
                <a:lnTo>
                  <a:pt x="6804" y="419"/>
                </a:lnTo>
                <a:cubicBezTo>
                  <a:pt x="6804" y="428"/>
                  <a:pt x="6802" y="438"/>
                  <a:pt x="6798" y="447"/>
                </a:cubicBezTo>
                <a:cubicBezTo>
                  <a:pt x="6794" y="456"/>
                  <a:pt x="6789" y="464"/>
                  <a:pt x="6782" y="471"/>
                </a:cubicBezTo>
                <a:cubicBezTo>
                  <a:pt x="6775" y="478"/>
                  <a:pt x="6767" y="483"/>
                  <a:pt x="6758" y="487"/>
                </a:cubicBezTo>
                <a:cubicBezTo>
                  <a:pt x="6749" y="491"/>
                  <a:pt x="6740" y="492"/>
                  <a:pt x="6730" y="492"/>
                </a:cubicBezTo>
                <a:lnTo>
                  <a:pt x="74" y="492"/>
                </a:lnTo>
                <a:cubicBezTo>
                  <a:pt x="64" y="492"/>
                  <a:pt x="54" y="491"/>
                  <a:pt x="45" y="487"/>
                </a:cubicBezTo>
                <a:cubicBezTo>
                  <a:pt x="36" y="483"/>
                  <a:pt x="28" y="478"/>
                  <a:pt x="22" y="471"/>
                </a:cubicBezTo>
                <a:cubicBezTo>
                  <a:pt x="15" y="464"/>
                  <a:pt x="9" y="456"/>
                  <a:pt x="6" y="447"/>
                </a:cubicBezTo>
                <a:cubicBezTo>
                  <a:pt x="2" y="438"/>
                  <a:pt x="0" y="428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9" y="37"/>
                  <a:pt x="15" y="29"/>
                  <a:pt x="22" y="22"/>
                </a:cubicBezTo>
                <a:cubicBezTo>
                  <a:pt x="28" y="15"/>
                  <a:pt x="36" y="10"/>
                  <a:pt x="45" y="6"/>
                </a:cubicBezTo>
                <a:cubicBezTo>
                  <a:pt x="54" y="2"/>
                  <a:pt x="64" y="0"/>
                  <a:pt x="74" y="0"/>
                </a:cubicBezTo>
                <a:close/>
              </a:path>
            </a:pathLst>
          </a:custGeom>
          <a:solidFill>
            <a:srgbClr val="e8ed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3507120" y="2519640"/>
            <a:ext cx="2449440" cy="177120"/>
          </a:xfrm>
          <a:custGeom>
            <a:avLst/>
            <a:gdLst/>
            <a:ahLst/>
            <a:rect l="0" t="0" r="r" b="b"/>
            <a:pathLst>
              <a:path w="6804" h="492">
                <a:moveTo>
                  <a:pt x="74" y="0"/>
                </a:moveTo>
                <a:lnTo>
                  <a:pt x="6730" y="0"/>
                </a:lnTo>
                <a:cubicBezTo>
                  <a:pt x="6740" y="0"/>
                  <a:pt x="6749" y="2"/>
                  <a:pt x="6758" y="6"/>
                </a:cubicBezTo>
                <a:cubicBezTo>
                  <a:pt x="6767" y="10"/>
                  <a:pt x="6775" y="15"/>
                  <a:pt x="6782" y="22"/>
                </a:cubicBezTo>
                <a:cubicBezTo>
                  <a:pt x="6789" y="29"/>
                  <a:pt x="6794" y="37"/>
                  <a:pt x="6798" y="46"/>
                </a:cubicBezTo>
                <a:cubicBezTo>
                  <a:pt x="6802" y="55"/>
                  <a:pt x="6804" y="64"/>
                  <a:pt x="6804" y="74"/>
                </a:cubicBezTo>
                <a:lnTo>
                  <a:pt x="6804" y="419"/>
                </a:lnTo>
                <a:cubicBezTo>
                  <a:pt x="6804" y="428"/>
                  <a:pt x="6802" y="438"/>
                  <a:pt x="6798" y="447"/>
                </a:cubicBezTo>
                <a:cubicBezTo>
                  <a:pt x="6794" y="456"/>
                  <a:pt x="6789" y="464"/>
                  <a:pt x="6782" y="471"/>
                </a:cubicBezTo>
                <a:cubicBezTo>
                  <a:pt x="6775" y="478"/>
                  <a:pt x="6767" y="483"/>
                  <a:pt x="6758" y="487"/>
                </a:cubicBezTo>
                <a:cubicBezTo>
                  <a:pt x="6749" y="491"/>
                  <a:pt x="6740" y="492"/>
                  <a:pt x="6730" y="492"/>
                </a:cubicBezTo>
                <a:lnTo>
                  <a:pt x="74" y="492"/>
                </a:lnTo>
                <a:cubicBezTo>
                  <a:pt x="64" y="492"/>
                  <a:pt x="54" y="491"/>
                  <a:pt x="45" y="487"/>
                </a:cubicBezTo>
                <a:cubicBezTo>
                  <a:pt x="36" y="483"/>
                  <a:pt x="28" y="478"/>
                  <a:pt x="22" y="471"/>
                </a:cubicBezTo>
                <a:cubicBezTo>
                  <a:pt x="15" y="464"/>
                  <a:pt x="9" y="456"/>
                  <a:pt x="6" y="447"/>
                </a:cubicBezTo>
                <a:cubicBezTo>
                  <a:pt x="2" y="438"/>
                  <a:pt x="0" y="428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9" y="37"/>
                  <a:pt x="15" y="29"/>
                  <a:pt x="22" y="22"/>
                </a:cubicBezTo>
                <a:cubicBezTo>
                  <a:pt x="28" y="15"/>
                  <a:pt x="36" y="10"/>
                  <a:pt x="45" y="6"/>
                </a:cubicBezTo>
                <a:cubicBezTo>
                  <a:pt x="54" y="2"/>
                  <a:pt x="64" y="0"/>
                  <a:pt x="74" y="0"/>
                </a:cubicBezTo>
                <a:close/>
              </a:path>
            </a:pathLst>
          </a:custGeom>
          <a:noFill/>
          <a:ln w="17640">
            <a:solidFill>
              <a:srgbClr val="3d68ec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4302720" y="3156120"/>
            <a:ext cx="2776680" cy="177480"/>
          </a:xfrm>
          <a:custGeom>
            <a:avLst/>
            <a:gdLst/>
            <a:ahLst/>
            <a:rect l="0" t="0" r="r" b="b"/>
            <a:pathLst>
              <a:path w="7713" h="493">
                <a:moveTo>
                  <a:pt x="74" y="0"/>
                </a:moveTo>
                <a:lnTo>
                  <a:pt x="7639" y="0"/>
                </a:lnTo>
                <a:cubicBezTo>
                  <a:pt x="7649" y="0"/>
                  <a:pt x="7658" y="2"/>
                  <a:pt x="7667" y="6"/>
                </a:cubicBezTo>
                <a:cubicBezTo>
                  <a:pt x="7676" y="10"/>
                  <a:pt x="7684" y="15"/>
                  <a:pt x="7691" y="22"/>
                </a:cubicBezTo>
                <a:cubicBezTo>
                  <a:pt x="7698" y="29"/>
                  <a:pt x="7703" y="37"/>
                  <a:pt x="7707" y="46"/>
                </a:cubicBezTo>
                <a:cubicBezTo>
                  <a:pt x="7711" y="55"/>
                  <a:pt x="7713" y="64"/>
                  <a:pt x="7713" y="74"/>
                </a:cubicBezTo>
                <a:lnTo>
                  <a:pt x="7713" y="419"/>
                </a:lnTo>
                <a:cubicBezTo>
                  <a:pt x="7713" y="429"/>
                  <a:pt x="7711" y="438"/>
                  <a:pt x="7707" y="447"/>
                </a:cubicBezTo>
                <a:cubicBezTo>
                  <a:pt x="7703" y="456"/>
                  <a:pt x="7698" y="464"/>
                  <a:pt x="7691" y="471"/>
                </a:cubicBezTo>
                <a:cubicBezTo>
                  <a:pt x="7684" y="478"/>
                  <a:pt x="7676" y="483"/>
                  <a:pt x="7667" y="487"/>
                </a:cubicBezTo>
                <a:cubicBezTo>
                  <a:pt x="7658" y="491"/>
                  <a:pt x="7649" y="493"/>
                  <a:pt x="7639" y="493"/>
                </a:cubicBezTo>
                <a:lnTo>
                  <a:pt x="74" y="493"/>
                </a:lnTo>
                <a:cubicBezTo>
                  <a:pt x="64" y="493"/>
                  <a:pt x="55" y="491"/>
                  <a:pt x="46" y="487"/>
                </a:cubicBezTo>
                <a:cubicBezTo>
                  <a:pt x="37" y="483"/>
                  <a:pt x="29" y="478"/>
                  <a:pt x="22" y="471"/>
                </a:cubicBezTo>
                <a:cubicBezTo>
                  <a:pt x="15" y="464"/>
                  <a:pt x="10" y="456"/>
                  <a:pt x="6" y="447"/>
                </a:cubicBezTo>
                <a:cubicBezTo>
                  <a:pt x="2" y="438"/>
                  <a:pt x="0" y="429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10" y="37"/>
                  <a:pt x="15" y="29"/>
                  <a:pt x="22" y="22"/>
                </a:cubicBezTo>
                <a:cubicBezTo>
                  <a:pt x="29" y="15"/>
                  <a:pt x="37" y="10"/>
                  <a:pt x="46" y="6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solidFill>
            <a:srgbClr val="e8ed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4302720" y="3156120"/>
            <a:ext cx="2776680" cy="177480"/>
          </a:xfrm>
          <a:custGeom>
            <a:avLst/>
            <a:gdLst/>
            <a:ahLst/>
            <a:rect l="0" t="0" r="r" b="b"/>
            <a:pathLst>
              <a:path w="7713" h="493">
                <a:moveTo>
                  <a:pt x="74" y="0"/>
                </a:moveTo>
                <a:lnTo>
                  <a:pt x="7639" y="0"/>
                </a:lnTo>
                <a:cubicBezTo>
                  <a:pt x="7649" y="0"/>
                  <a:pt x="7658" y="2"/>
                  <a:pt x="7667" y="6"/>
                </a:cubicBezTo>
                <a:cubicBezTo>
                  <a:pt x="7676" y="10"/>
                  <a:pt x="7684" y="15"/>
                  <a:pt x="7691" y="22"/>
                </a:cubicBezTo>
                <a:cubicBezTo>
                  <a:pt x="7698" y="29"/>
                  <a:pt x="7703" y="37"/>
                  <a:pt x="7707" y="46"/>
                </a:cubicBezTo>
                <a:cubicBezTo>
                  <a:pt x="7711" y="55"/>
                  <a:pt x="7713" y="64"/>
                  <a:pt x="7713" y="74"/>
                </a:cubicBezTo>
                <a:lnTo>
                  <a:pt x="7713" y="419"/>
                </a:lnTo>
                <a:cubicBezTo>
                  <a:pt x="7713" y="429"/>
                  <a:pt x="7711" y="438"/>
                  <a:pt x="7707" y="447"/>
                </a:cubicBezTo>
                <a:cubicBezTo>
                  <a:pt x="7703" y="456"/>
                  <a:pt x="7698" y="464"/>
                  <a:pt x="7691" y="471"/>
                </a:cubicBezTo>
                <a:cubicBezTo>
                  <a:pt x="7684" y="478"/>
                  <a:pt x="7676" y="483"/>
                  <a:pt x="7667" y="487"/>
                </a:cubicBezTo>
                <a:cubicBezTo>
                  <a:pt x="7658" y="491"/>
                  <a:pt x="7649" y="493"/>
                  <a:pt x="7639" y="493"/>
                </a:cubicBezTo>
                <a:lnTo>
                  <a:pt x="74" y="493"/>
                </a:lnTo>
                <a:cubicBezTo>
                  <a:pt x="64" y="493"/>
                  <a:pt x="55" y="491"/>
                  <a:pt x="46" y="487"/>
                </a:cubicBezTo>
                <a:cubicBezTo>
                  <a:pt x="37" y="483"/>
                  <a:pt x="29" y="478"/>
                  <a:pt x="22" y="471"/>
                </a:cubicBezTo>
                <a:cubicBezTo>
                  <a:pt x="15" y="464"/>
                  <a:pt x="10" y="456"/>
                  <a:pt x="6" y="447"/>
                </a:cubicBezTo>
                <a:cubicBezTo>
                  <a:pt x="2" y="438"/>
                  <a:pt x="0" y="429"/>
                  <a:pt x="0" y="419"/>
                </a:cubicBezTo>
                <a:lnTo>
                  <a:pt x="0" y="74"/>
                </a:lnTo>
                <a:cubicBezTo>
                  <a:pt x="0" y="64"/>
                  <a:pt x="2" y="55"/>
                  <a:pt x="6" y="46"/>
                </a:cubicBezTo>
                <a:cubicBezTo>
                  <a:pt x="10" y="37"/>
                  <a:pt x="15" y="29"/>
                  <a:pt x="22" y="22"/>
                </a:cubicBezTo>
                <a:cubicBezTo>
                  <a:pt x="29" y="15"/>
                  <a:pt x="37" y="10"/>
                  <a:pt x="46" y="6"/>
                </a:cubicBezTo>
                <a:cubicBezTo>
                  <a:pt x="55" y="2"/>
                  <a:pt x="64" y="0"/>
                  <a:pt x="74" y="0"/>
                </a:cubicBezTo>
                <a:close/>
              </a:path>
            </a:pathLst>
          </a:custGeom>
          <a:noFill/>
          <a:ln w="17640">
            <a:solidFill>
              <a:srgbClr val="3d68ec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5956200" y="2732040"/>
            <a:ext cx="2378520" cy="177120"/>
          </a:xfrm>
          <a:custGeom>
            <a:avLst/>
            <a:gdLst/>
            <a:ahLst/>
            <a:rect l="0" t="0" r="r" b="b"/>
            <a:pathLst>
              <a:path w="6607" h="492">
                <a:moveTo>
                  <a:pt x="73" y="0"/>
                </a:moveTo>
                <a:lnTo>
                  <a:pt x="6532" y="0"/>
                </a:lnTo>
                <a:cubicBezTo>
                  <a:pt x="6542" y="0"/>
                  <a:pt x="6551" y="2"/>
                  <a:pt x="6560" y="5"/>
                </a:cubicBezTo>
                <a:cubicBezTo>
                  <a:pt x="6569" y="9"/>
                  <a:pt x="6578" y="14"/>
                  <a:pt x="6585" y="21"/>
                </a:cubicBezTo>
                <a:cubicBezTo>
                  <a:pt x="6592" y="29"/>
                  <a:pt x="6597" y="37"/>
                  <a:pt x="6601" y="46"/>
                </a:cubicBezTo>
                <a:cubicBezTo>
                  <a:pt x="6605" y="55"/>
                  <a:pt x="6607" y="65"/>
                  <a:pt x="6607" y="74"/>
                </a:cubicBezTo>
                <a:lnTo>
                  <a:pt x="6607" y="418"/>
                </a:lnTo>
                <a:cubicBezTo>
                  <a:pt x="6607" y="428"/>
                  <a:pt x="6605" y="437"/>
                  <a:pt x="6601" y="446"/>
                </a:cubicBezTo>
                <a:cubicBezTo>
                  <a:pt x="6597" y="455"/>
                  <a:pt x="6592" y="463"/>
                  <a:pt x="6585" y="470"/>
                </a:cubicBezTo>
                <a:cubicBezTo>
                  <a:pt x="6578" y="477"/>
                  <a:pt x="6569" y="482"/>
                  <a:pt x="6560" y="486"/>
                </a:cubicBezTo>
                <a:cubicBezTo>
                  <a:pt x="6551" y="490"/>
                  <a:pt x="6542" y="492"/>
                  <a:pt x="6532" y="492"/>
                </a:cubicBezTo>
                <a:lnTo>
                  <a:pt x="73" y="492"/>
                </a:lnTo>
                <a:cubicBezTo>
                  <a:pt x="64" y="492"/>
                  <a:pt x="54" y="490"/>
                  <a:pt x="45" y="486"/>
                </a:cubicBezTo>
                <a:cubicBezTo>
                  <a:pt x="36" y="482"/>
                  <a:pt x="28" y="477"/>
                  <a:pt x="21" y="470"/>
                </a:cubicBezTo>
                <a:cubicBezTo>
                  <a:pt x="14" y="463"/>
                  <a:pt x="9" y="455"/>
                  <a:pt x="5" y="446"/>
                </a:cubicBezTo>
                <a:cubicBezTo>
                  <a:pt x="2" y="437"/>
                  <a:pt x="0" y="428"/>
                  <a:pt x="0" y="418"/>
                </a:cubicBezTo>
                <a:lnTo>
                  <a:pt x="0" y="74"/>
                </a:lnTo>
                <a:cubicBezTo>
                  <a:pt x="0" y="65"/>
                  <a:pt x="2" y="55"/>
                  <a:pt x="5" y="46"/>
                </a:cubicBezTo>
                <a:cubicBezTo>
                  <a:pt x="9" y="37"/>
                  <a:pt x="14" y="29"/>
                  <a:pt x="21" y="21"/>
                </a:cubicBezTo>
                <a:cubicBezTo>
                  <a:pt x="28" y="14"/>
                  <a:pt x="36" y="9"/>
                  <a:pt x="45" y="5"/>
                </a:cubicBezTo>
                <a:cubicBezTo>
                  <a:pt x="54" y="2"/>
                  <a:pt x="64" y="0"/>
                  <a:pt x="73" y="0"/>
                </a:cubicBezTo>
                <a:close/>
              </a:path>
            </a:pathLst>
          </a:custGeom>
          <a:solidFill>
            <a:srgbClr val="e8ed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/>
          <p:nvPr/>
        </p:nvSpPr>
        <p:spPr>
          <a:xfrm>
            <a:off x="5956200" y="2732040"/>
            <a:ext cx="2378520" cy="177120"/>
          </a:xfrm>
          <a:custGeom>
            <a:avLst/>
            <a:gdLst/>
            <a:ahLst/>
            <a:rect l="0" t="0" r="r" b="b"/>
            <a:pathLst>
              <a:path w="6607" h="492">
                <a:moveTo>
                  <a:pt x="73" y="0"/>
                </a:moveTo>
                <a:lnTo>
                  <a:pt x="6532" y="0"/>
                </a:lnTo>
                <a:cubicBezTo>
                  <a:pt x="6542" y="0"/>
                  <a:pt x="6551" y="2"/>
                  <a:pt x="6560" y="5"/>
                </a:cubicBezTo>
                <a:cubicBezTo>
                  <a:pt x="6569" y="9"/>
                  <a:pt x="6578" y="14"/>
                  <a:pt x="6585" y="21"/>
                </a:cubicBezTo>
                <a:cubicBezTo>
                  <a:pt x="6592" y="29"/>
                  <a:pt x="6597" y="37"/>
                  <a:pt x="6601" y="46"/>
                </a:cubicBezTo>
                <a:cubicBezTo>
                  <a:pt x="6605" y="55"/>
                  <a:pt x="6607" y="65"/>
                  <a:pt x="6607" y="74"/>
                </a:cubicBezTo>
                <a:lnTo>
                  <a:pt x="6607" y="418"/>
                </a:lnTo>
                <a:cubicBezTo>
                  <a:pt x="6607" y="428"/>
                  <a:pt x="6605" y="437"/>
                  <a:pt x="6601" y="446"/>
                </a:cubicBezTo>
                <a:cubicBezTo>
                  <a:pt x="6597" y="455"/>
                  <a:pt x="6592" y="463"/>
                  <a:pt x="6585" y="470"/>
                </a:cubicBezTo>
                <a:cubicBezTo>
                  <a:pt x="6578" y="477"/>
                  <a:pt x="6569" y="482"/>
                  <a:pt x="6560" y="486"/>
                </a:cubicBezTo>
                <a:cubicBezTo>
                  <a:pt x="6551" y="490"/>
                  <a:pt x="6542" y="492"/>
                  <a:pt x="6532" y="492"/>
                </a:cubicBezTo>
                <a:lnTo>
                  <a:pt x="73" y="492"/>
                </a:lnTo>
                <a:cubicBezTo>
                  <a:pt x="64" y="492"/>
                  <a:pt x="54" y="490"/>
                  <a:pt x="45" y="486"/>
                </a:cubicBezTo>
                <a:cubicBezTo>
                  <a:pt x="36" y="482"/>
                  <a:pt x="28" y="477"/>
                  <a:pt x="21" y="470"/>
                </a:cubicBezTo>
                <a:cubicBezTo>
                  <a:pt x="14" y="463"/>
                  <a:pt x="9" y="455"/>
                  <a:pt x="5" y="446"/>
                </a:cubicBezTo>
                <a:cubicBezTo>
                  <a:pt x="2" y="437"/>
                  <a:pt x="0" y="428"/>
                  <a:pt x="0" y="418"/>
                </a:cubicBezTo>
                <a:lnTo>
                  <a:pt x="0" y="74"/>
                </a:lnTo>
                <a:cubicBezTo>
                  <a:pt x="0" y="65"/>
                  <a:pt x="2" y="55"/>
                  <a:pt x="5" y="46"/>
                </a:cubicBezTo>
                <a:cubicBezTo>
                  <a:pt x="9" y="37"/>
                  <a:pt x="14" y="29"/>
                  <a:pt x="21" y="21"/>
                </a:cubicBezTo>
                <a:cubicBezTo>
                  <a:pt x="28" y="14"/>
                  <a:pt x="36" y="9"/>
                  <a:pt x="45" y="5"/>
                </a:cubicBezTo>
                <a:cubicBezTo>
                  <a:pt x="54" y="2"/>
                  <a:pt x="64" y="0"/>
                  <a:pt x="73" y="0"/>
                </a:cubicBezTo>
                <a:close/>
              </a:path>
            </a:pathLst>
          </a:custGeom>
          <a:noFill/>
          <a:ln w="17640">
            <a:solidFill>
              <a:srgbClr val="3d68ec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7412040" y="3365640"/>
            <a:ext cx="182880" cy="182880"/>
          </a:xfrm>
          <a:custGeom>
            <a:avLst/>
            <a:gdLst/>
            <a:ahLst/>
            <a:rect l="0" t="0" r="r" b="b"/>
            <a:pathLst>
              <a:path w="508" h="508">
                <a:moveTo>
                  <a:pt x="295" y="18"/>
                </a:moveTo>
                <a:lnTo>
                  <a:pt x="491" y="213"/>
                </a:lnTo>
                <a:cubicBezTo>
                  <a:pt x="496" y="218"/>
                  <a:pt x="500" y="225"/>
                  <a:pt x="503" y="232"/>
                </a:cubicBezTo>
                <a:cubicBezTo>
                  <a:pt x="506" y="239"/>
                  <a:pt x="508" y="247"/>
                  <a:pt x="508" y="254"/>
                </a:cubicBezTo>
                <a:cubicBezTo>
                  <a:pt x="508" y="262"/>
                  <a:pt x="506" y="270"/>
                  <a:pt x="503" y="277"/>
                </a:cubicBezTo>
                <a:cubicBezTo>
                  <a:pt x="500" y="284"/>
                  <a:pt x="496" y="291"/>
                  <a:pt x="491" y="296"/>
                </a:cubicBezTo>
                <a:lnTo>
                  <a:pt x="295" y="491"/>
                </a:lnTo>
                <a:cubicBezTo>
                  <a:pt x="289" y="496"/>
                  <a:pt x="283" y="500"/>
                  <a:pt x="276" y="503"/>
                </a:cubicBezTo>
                <a:cubicBezTo>
                  <a:pt x="269" y="506"/>
                  <a:pt x="261" y="508"/>
                  <a:pt x="253" y="508"/>
                </a:cubicBezTo>
                <a:cubicBezTo>
                  <a:pt x="246" y="508"/>
                  <a:pt x="238" y="506"/>
                  <a:pt x="231" y="503"/>
                </a:cubicBezTo>
                <a:cubicBezTo>
                  <a:pt x="224" y="500"/>
                  <a:pt x="217" y="496"/>
                  <a:pt x="212" y="491"/>
                </a:cubicBezTo>
                <a:lnTo>
                  <a:pt x="17" y="296"/>
                </a:lnTo>
                <a:cubicBezTo>
                  <a:pt x="12" y="291"/>
                  <a:pt x="7" y="284"/>
                  <a:pt x="4" y="277"/>
                </a:cubicBezTo>
                <a:cubicBezTo>
                  <a:pt x="1" y="270"/>
                  <a:pt x="0" y="262"/>
                  <a:pt x="0" y="254"/>
                </a:cubicBezTo>
                <a:cubicBezTo>
                  <a:pt x="0" y="247"/>
                  <a:pt x="1" y="239"/>
                  <a:pt x="4" y="232"/>
                </a:cubicBezTo>
                <a:cubicBezTo>
                  <a:pt x="7" y="225"/>
                  <a:pt x="12" y="218"/>
                  <a:pt x="17" y="213"/>
                </a:cubicBezTo>
                <a:lnTo>
                  <a:pt x="212" y="18"/>
                </a:lnTo>
                <a:cubicBezTo>
                  <a:pt x="217" y="13"/>
                  <a:pt x="224" y="7"/>
                  <a:pt x="231" y="4"/>
                </a:cubicBezTo>
                <a:cubicBezTo>
                  <a:pt x="238" y="1"/>
                  <a:pt x="246" y="0"/>
                  <a:pt x="253" y="0"/>
                </a:cubicBezTo>
                <a:cubicBezTo>
                  <a:pt x="261" y="0"/>
                  <a:pt x="269" y="1"/>
                  <a:pt x="276" y="4"/>
                </a:cubicBezTo>
                <a:cubicBezTo>
                  <a:pt x="283" y="7"/>
                  <a:pt x="289" y="13"/>
                  <a:pt x="295" y="18"/>
                </a:cubicBezTo>
                <a:close/>
              </a:path>
            </a:pathLst>
          </a:custGeom>
          <a:solidFill>
            <a:srgbClr val="e8ed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7412040" y="3365640"/>
            <a:ext cx="182880" cy="182880"/>
          </a:xfrm>
          <a:custGeom>
            <a:avLst/>
            <a:gdLst/>
            <a:ahLst/>
            <a:rect l="0" t="0" r="r" b="b"/>
            <a:pathLst>
              <a:path w="508" h="508">
                <a:moveTo>
                  <a:pt x="295" y="18"/>
                </a:moveTo>
                <a:lnTo>
                  <a:pt x="491" y="213"/>
                </a:lnTo>
                <a:cubicBezTo>
                  <a:pt x="496" y="218"/>
                  <a:pt x="500" y="225"/>
                  <a:pt x="503" y="232"/>
                </a:cubicBezTo>
                <a:cubicBezTo>
                  <a:pt x="506" y="239"/>
                  <a:pt x="508" y="247"/>
                  <a:pt x="508" y="254"/>
                </a:cubicBezTo>
                <a:cubicBezTo>
                  <a:pt x="508" y="262"/>
                  <a:pt x="506" y="270"/>
                  <a:pt x="503" y="277"/>
                </a:cubicBezTo>
                <a:cubicBezTo>
                  <a:pt x="500" y="284"/>
                  <a:pt x="496" y="291"/>
                  <a:pt x="491" y="296"/>
                </a:cubicBezTo>
                <a:lnTo>
                  <a:pt x="295" y="491"/>
                </a:lnTo>
                <a:cubicBezTo>
                  <a:pt x="289" y="496"/>
                  <a:pt x="283" y="500"/>
                  <a:pt x="276" y="503"/>
                </a:cubicBezTo>
                <a:cubicBezTo>
                  <a:pt x="269" y="506"/>
                  <a:pt x="261" y="508"/>
                  <a:pt x="253" y="508"/>
                </a:cubicBezTo>
                <a:cubicBezTo>
                  <a:pt x="246" y="508"/>
                  <a:pt x="238" y="506"/>
                  <a:pt x="231" y="503"/>
                </a:cubicBezTo>
                <a:cubicBezTo>
                  <a:pt x="224" y="500"/>
                  <a:pt x="217" y="496"/>
                  <a:pt x="212" y="491"/>
                </a:cubicBezTo>
                <a:lnTo>
                  <a:pt x="17" y="296"/>
                </a:lnTo>
                <a:cubicBezTo>
                  <a:pt x="12" y="291"/>
                  <a:pt x="7" y="284"/>
                  <a:pt x="4" y="277"/>
                </a:cubicBezTo>
                <a:cubicBezTo>
                  <a:pt x="1" y="270"/>
                  <a:pt x="0" y="262"/>
                  <a:pt x="0" y="254"/>
                </a:cubicBezTo>
                <a:cubicBezTo>
                  <a:pt x="0" y="247"/>
                  <a:pt x="1" y="239"/>
                  <a:pt x="4" y="232"/>
                </a:cubicBezTo>
                <a:cubicBezTo>
                  <a:pt x="7" y="225"/>
                  <a:pt x="12" y="218"/>
                  <a:pt x="17" y="213"/>
                </a:cubicBezTo>
                <a:lnTo>
                  <a:pt x="212" y="18"/>
                </a:lnTo>
                <a:cubicBezTo>
                  <a:pt x="217" y="13"/>
                  <a:pt x="224" y="7"/>
                  <a:pt x="231" y="4"/>
                </a:cubicBezTo>
                <a:cubicBezTo>
                  <a:pt x="238" y="1"/>
                  <a:pt x="246" y="0"/>
                  <a:pt x="253" y="0"/>
                </a:cubicBezTo>
                <a:cubicBezTo>
                  <a:pt x="261" y="0"/>
                  <a:pt x="269" y="1"/>
                  <a:pt x="276" y="4"/>
                </a:cubicBezTo>
                <a:cubicBezTo>
                  <a:pt x="283" y="7"/>
                  <a:pt x="289" y="13"/>
                  <a:pt x="295" y="18"/>
                </a:cubicBezTo>
                <a:close/>
              </a:path>
            </a:pathLst>
          </a:custGeom>
          <a:noFill/>
          <a:ln w="14040">
            <a:solidFill>
              <a:srgbClr val="3d68ec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8248680" y="3613680"/>
            <a:ext cx="1836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Arial"/>
                <a:ea typeface="Arial"/>
              </a:rPr>
              <a:t>May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544400" y="1700280"/>
            <a:ext cx="901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374151"/>
                </a:solidFill>
                <a:latin typeface="Arial"/>
                <a:ea typeface="Arial"/>
              </a:rPr>
              <a:t>Speciﬁcatie v0.0.1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2375640" y="1912320"/>
            <a:ext cx="1052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374151"/>
                </a:solidFill>
                <a:latin typeface="Arial"/>
                <a:ea typeface="Arial"/>
              </a:rPr>
              <a:t>Informatiemodel v0.1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2267280" y="2336760"/>
            <a:ext cx="854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1b2a6b"/>
                </a:solidFill>
                <a:latin typeface="Arial"/>
                <a:ea typeface="Arial"/>
              </a:rPr>
              <a:t>OC-P&amp;R afronden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693880" y="2124720"/>
            <a:ext cx="12276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374151"/>
                </a:solidFill>
                <a:latin typeface="Arial"/>
                <a:ea typeface="Arial"/>
              </a:rPr>
              <a:t>Voorbeelduitwerking LR1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3814560" y="2973240"/>
            <a:ext cx="928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1b2a6b"/>
                </a:solidFill>
                <a:latin typeface="Arial"/>
                <a:ea typeface="Arial"/>
              </a:rPr>
              <a:t>OC-KRS en OC-SVS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4269600" y="2548800"/>
            <a:ext cx="928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1b2a6b"/>
                </a:solidFill>
                <a:latin typeface="Arial"/>
                <a:ea typeface="Arial"/>
              </a:rPr>
              <a:t>OC-KRS en OC-SVS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5495760" y="3185640"/>
            <a:ext cx="3816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1b2a6b"/>
                </a:solidFill>
                <a:latin typeface="Arial"/>
                <a:ea typeface="Arial"/>
              </a:rPr>
              <a:t>OC-LMS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949800" y="2761200"/>
            <a:ext cx="3816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1b2a6b"/>
                </a:solidFill>
                <a:latin typeface="Arial"/>
                <a:ea typeface="Arial"/>
              </a:rPr>
              <a:t>OC-LMS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658640" y="3397680"/>
            <a:ext cx="11163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374151"/>
                </a:solidFill>
                <a:latin typeface="Arial"/>
                <a:ea typeface="Arial"/>
              </a:rPr>
              <a:t>Alle lagen beschreven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421920" y="1937160"/>
            <a:ext cx="3574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080600"/>
                </a:solidFill>
                <a:latin typeface="Arial"/>
                <a:ea typeface="Arial"/>
              </a:rPr>
              <a:t>Gereed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421920" y="2361600"/>
            <a:ext cx="275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080600"/>
                </a:solidFill>
                <a:latin typeface="Arial"/>
                <a:ea typeface="Arial"/>
              </a:rPr>
              <a:t>Loopt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421920" y="2679840"/>
            <a:ext cx="485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080600"/>
                </a:solidFill>
                <a:latin typeface="Arial"/>
                <a:ea typeface="Arial"/>
              </a:rPr>
              <a:t>Een spoor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333360" y="4457520"/>
            <a:ext cx="8668080" cy="486000"/>
          </a:xfrm>
          <a:custGeom>
            <a:avLst/>
            <a:gdLst/>
            <a:ahLst/>
            <a:rect l="0" t="0" r="r" b="b"/>
            <a:pathLst>
              <a:path w="24078" h="1350">
                <a:moveTo>
                  <a:pt x="0" y="0"/>
                </a:moveTo>
                <a:lnTo>
                  <a:pt x="24078" y="0"/>
                </a:lnTo>
                <a:lnTo>
                  <a:pt x="2407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/>
          <p:nvPr/>
        </p:nvSpPr>
        <p:spPr>
          <a:xfrm>
            <a:off x="333360" y="4457520"/>
            <a:ext cx="8668080" cy="38520"/>
          </a:xfrm>
          <a:custGeom>
            <a:avLst/>
            <a:gdLst/>
            <a:ahLst/>
            <a:rect l="0" t="0" r="r" b="b"/>
            <a:pathLst>
              <a:path w="24078" h="107">
                <a:moveTo>
                  <a:pt x="0" y="0"/>
                </a:moveTo>
                <a:lnTo>
                  <a:pt x="24078" y="0"/>
                </a:lnTo>
                <a:lnTo>
                  <a:pt x="2407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333360" y="4933800"/>
            <a:ext cx="8668080" cy="9720"/>
          </a:xfrm>
          <a:custGeom>
            <a:avLst/>
            <a:gdLst/>
            <a:ahLst/>
            <a:rect l="0" t="0" r="r" b="b"/>
            <a:pathLst>
              <a:path w="24078" h="27">
                <a:moveTo>
                  <a:pt x="0" y="0"/>
                </a:moveTo>
                <a:lnTo>
                  <a:pt x="24078" y="0"/>
                </a:lnTo>
                <a:lnTo>
                  <a:pt x="240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8991360" y="44575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106"/>
                </a:moveTo>
                <a:lnTo>
                  <a:pt x="0" y="1350"/>
                </a:lnTo>
                <a:lnTo>
                  <a:pt x="28" y="13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333360" y="44575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0" y="1350"/>
                </a:lnTo>
                <a:lnTo>
                  <a:pt x="27" y="1350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536040" y="4604760"/>
            <a:ext cx="137520" cy="192240"/>
          </a:xfrm>
          <a:custGeom>
            <a:avLst/>
            <a:gdLst/>
            <a:ahLst/>
            <a:rect l="0" t="0" r="r" b="b"/>
            <a:pathLst>
              <a:path w="382" h="534">
                <a:moveTo>
                  <a:pt x="95" y="419"/>
                </a:moveTo>
                <a:lnTo>
                  <a:pt x="286" y="419"/>
                </a:lnTo>
                <a:lnTo>
                  <a:pt x="286" y="458"/>
                </a:lnTo>
                <a:lnTo>
                  <a:pt x="95" y="458"/>
                </a:lnTo>
                <a:lnTo>
                  <a:pt x="95" y="419"/>
                </a:lnTo>
                <a:moveTo>
                  <a:pt x="133" y="496"/>
                </a:moveTo>
                <a:lnTo>
                  <a:pt x="248" y="496"/>
                </a:lnTo>
                <a:lnTo>
                  <a:pt x="248" y="534"/>
                </a:lnTo>
                <a:lnTo>
                  <a:pt x="133" y="534"/>
                </a:lnTo>
                <a:lnTo>
                  <a:pt x="133" y="496"/>
                </a:lnTo>
                <a:moveTo>
                  <a:pt x="190" y="0"/>
                </a:moveTo>
                <a:cubicBezTo>
                  <a:pt x="178" y="0"/>
                  <a:pt x="165" y="1"/>
                  <a:pt x="153" y="3"/>
                </a:cubicBezTo>
                <a:cubicBezTo>
                  <a:pt x="141" y="6"/>
                  <a:pt x="129" y="9"/>
                  <a:pt x="117" y="14"/>
                </a:cubicBezTo>
                <a:cubicBezTo>
                  <a:pt x="106" y="19"/>
                  <a:pt x="95" y="25"/>
                  <a:pt x="84" y="32"/>
                </a:cubicBezTo>
                <a:cubicBezTo>
                  <a:pt x="74" y="39"/>
                  <a:pt x="64" y="46"/>
                  <a:pt x="55" y="55"/>
                </a:cubicBezTo>
                <a:cubicBezTo>
                  <a:pt x="47" y="64"/>
                  <a:pt x="39" y="74"/>
                  <a:pt x="32" y="84"/>
                </a:cubicBezTo>
                <a:cubicBezTo>
                  <a:pt x="25" y="95"/>
                  <a:pt x="19" y="106"/>
                  <a:pt x="14" y="117"/>
                </a:cubicBezTo>
                <a:cubicBezTo>
                  <a:pt x="9" y="129"/>
                  <a:pt x="6" y="141"/>
                  <a:pt x="3" y="153"/>
                </a:cubicBezTo>
                <a:cubicBezTo>
                  <a:pt x="1" y="165"/>
                  <a:pt x="0" y="177"/>
                  <a:pt x="0" y="190"/>
                </a:cubicBezTo>
                <a:cubicBezTo>
                  <a:pt x="-2" y="218"/>
                  <a:pt x="3" y="245"/>
                  <a:pt x="15" y="271"/>
                </a:cubicBezTo>
                <a:cubicBezTo>
                  <a:pt x="27" y="297"/>
                  <a:pt x="43" y="319"/>
                  <a:pt x="65" y="336"/>
                </a:cubicBezTo>
                <a:cubicBezTo>
                  <a:pt x="85" y="354"/>
                  <a:pt x="95" y="364"/>
                  <a:pt x="95" y="381"/>
                </a:cubicBezTo>
                <a:lnTo>
                  <a:pt x="133" y="381"/>
                </a:lnTo>
                <a:cubicBezTo>
                  <a:pt x="133" y="346"/>
                  <a:pt x="112" y="327"/>
                  <a:pt x="91" y="308"/>
                </a:cubicBezTo>
                <a:cubicBezTo>
                  <a:pt x="73" y="294"/>
                  <a:pt x="59" y="277"/>
                  <a:pt x="50" y="255"/>
                </a:cubicBezTo>
                <a:cubicBezTo>
                  <a:pt x="40" y="234"/>
                  <a:pt x="36" y="213"/>
                  <a:pt x="38" y="190"/>
                </a:cubicBezTo>
                <a:cubicBezTo>
                  <a:pt x="38" y="180"/>
                  <a:pt x="39" y="170"/>
                  <a:pt x="41" y="160"/>
                </a:cubicBezTo>
                <a:cubicBezTo>
                  <a:pt x="43" y="150"/>
                  <a:pt x="45" y="141"/>
                  <a:pt x="49" y="132"/>
                </a:cubicBezTo>
                <a:cubicBezTo>
                  <a:pt x="53" y="122"/>
                  <a:pt x="58" y="114"/>
                  <a:pt x="63" y="105"/>
                </a:cubicBezTo>
                <a:cubicBezTo>
                  <a:pt x="69" y="97"/>
                  <a:pt x="75" y="89"/>
                  <a:pt x="82" y="82"/>
                </a:cubicBezTo>
                <a:cubicBezTo>
                  <a:pt x="89" y="75"/>
                  <a:pt x="97" y="69"/>
                  <a:pt x="105" y="63"/>
                </a:cubicBezTo>
                <a:cubicBezTo>
                  <a:pt x="114" y="58"/>
                  <a:pt x="122" y="53"/>
                  <a:pt x="132" y="49"/>
                </a:cubicBezTo>
                <a:cubicBezTo>
                  <a:pt x="141" y="45"/>
                  <a:pt x="150" y="42"/>
                  <a:pt x="160" y="41"/>
                </a:cubicBezTo>
                <a:cubicBezTo>
                  <a:pt x="170" y="39"/>
                  <a:pt x="180" y="38"/>
                  <a:pt x="190" y="38"/>
                </a:cubicBezTo>
                <a:cubicBezTo>
                  <a:pt x="200" y="38"/>
                  <a:pt x="210" y="39"/>
                  <a:pt x="220" y="41"/>
                </a:cubicBezTo>
                <a:cubicBezTo>
                  <a:pt x="231" y="42"/>
                  <a:pt x="240" y="45"/>
                  <a:pt x="249" y="49"/>
                </a:cubicBezTo>
                <a:cubicBezTo>
                  <a:pt x="259" y="53"/>
                  <a:pt x="267" y="58"/>
                  <a:pt x="276" y="63"/>
                </a:cubicBezTo>
                <a:cubicBezTo>
                  <a:pt x="284" y="69"/>
                  <a:pt x="292" y="75"/>
                  <a:pt x="299" y="82"/>
                </a:cubicBezTo>
                <a:cubicBezTo>
                  <a:pt x="306" y="89"/>
                  <a:pt x="312" y="97"/>
                  <a:pt x="318" y="105"/>
                </a:cubicBezTo>
                <a:cubicBezTo>
                  <a:pt x="323" y="114"/>
                  <a:pt x="328" y="122"/>
                  <a:pt x="332" y="132"/>
                </a:cubicBezTo>
                <a:cubicBezTo>
                  <a:pt x="336" y="141"/>
                  <a:pt x="338" y="150"/>
                  <a:pt x="340" y="160"/>
                </a:cubicBezTo>
                <a:cubicBezTo>
                  <a:pt x="342" y="170"/>
                  <a:pt x="343" y="180"/>
                  <a:pt x="343" y="190"/>
                </a:cubicBezTo>
                <a:cubicBezTo>
                  <a:pt x="345" y="213"/>
                  <a:pt x="341" y="234"/>
                  <a:pt x="331" y="255"/>
                </a:cubicBezTo>
                <a:cubicBezTo>
                  <a:pt x="322" y="277"/>
                  <a:pt x="308" y="294"/>
                  <a:pt x="290" y="308"/>
                </a:cubicBezTo>
                <a:cubicBezTo>
                  <a:pt x="269" y="327"/>
                  <a:pt x="248" y="346"/>
                  <a:pt x="248" y="381"/>
                </a:cubicBezTo>
                <a:lnTo>
                  <a:pt x="286" y="381"/>
                </a:lnTo>
                <a:cubicBezTo>
                  <a:pt x="286" y="364"/>
                  <a:pt x="296" y="354"/>
                  <a:pt x="316" y="336"/>
                </a:cubicBezTo>
                <a:cubicBezTo>
                  <a:pt x="338" y="318"/>
                  <a:pt x="354" y="297"/>
                  <a:pt x="366" y="271"/>
                </a:cubicBezTo>
                <a:cubicBezTo>
                  <a:pt x="378" y="245"/>
                  <a:pt x="383" y="218"/>
                  <a:pt x="381" y="190"/>
                </a:cubicBezTo>
                <a:cubicBezTo>
                  <a:pt x="381" y="177"/>
                  <a:pt x="380" y="165"/>
                  <a:pt x="378" y="153"/>
                </a:cubicBezTo>
                <a:cubicBezTo>
                  <a:pt x="375" y="141"/>
                  <a:pt x="372" y="129"/>
                  <a:pt x="367" y="117"/>
                </a:cubicBezTo>
                <a:cubicBezTo>
                  <a:pt x="362" y="106"/>
                  <a:pt x="356" y="95"/>
                  <a:pt x="349" y="84"/>
                </a:cubicBezTo>
                <a:cubicBezTo>
                  <a:pt x="342" y="74"/>
                  <a:pt x="335" y="64"/>
                  <a:pt x="326" y="55"/>
                </a:cubicBezTo>
                <a:cubicBezTo>
                  <a:pt x="317" y="46"/>
                  <a:pt x="307" y="39"/>
                  <a:pt x="297" y="32"/>
                </a:cubicBezTo>
                <a:cubicBezTo>
                  <a:pt x="286" y="25"/>
                  <a:pt x="275" y="19"/>
                  <a:pt x="264" y="14"/>
                </a:cubicBezTo>
                <a:cubicBezTo>
                  <a:pt x="252" y="9"/>
                  <a:pt x="240" y="6"/>
                  <a:pt x="228" y="3"/>
                </a:cubicBezTo>
                <a:cubicBezTo>
                  <a:pt x="215" y="1"/>
                  <a:pt x="203" y="0"/>
                  <a:pt x="190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421920" y="3210120"/>
            <a:ext cx="622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080600"/>
                </a:solidFill>
                <a:latin typeface="Arial"/>
                <a:ea typeface="Arial"/>
              </a:rPr>
              <a:t>Twee sporen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716400" y="4626000"/>
            <a:ext cx="56700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Afronden vraagt input en aanhaking; het schrijfwerk ligt er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34" name=""/>
          <p:cNvSpPr txBox="1"/>
          <p:nvPr/>
        </p:nvSpPr>
        <p:spPr>
          <a:xfrm>
            <a:off x="7763040" y="1953720"/>
            <a:ext cx="122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dd784b"/>
                </a:solidFill>
                <a:latin typeface="Arial"/>
                <a:ea typeface="Arial"/>
              </a:rPr>
              <a:t>D E E L   2   VA N   5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5076720" y="2194200"/>
            <a:ext cx="433188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6896160" y="2613240"/>
            <a:ext cx="230040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leerroute 1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5114880" y="3125520"/>
            <a:ext cx="40651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Niek · de opleiding van Jochem, fase 1 stap voor stap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461880" y="1233360"/>
            <a:ext cx="3134160" cy="952920"/>
          </a:xfrm>
          <a:custGeom>
            <a:avLst/>
            <a:gdLst/>
            <a:ahLst/>
            <a:rect l="0" t="0" r="r" b="b"/>
            <a:pathLst>
              <a:path w="8706" h="2647">
                <a:moveTo>
                  <a:pt x="0" y="2395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8454" y="0"/>
                </a:lnTo>
                <a:cubicBezTo>
                  <a:pt x="8471" y="0"/>
                  <a:pt x="8487" y="1"/>
                  <a:pt x="8503" y="5"/>
                </a:cubicBezTo>
                <a:cubicBezTo>
                  <a:pt x="8519" y="8"/>
                  <a:pt x="8535" y="13"/>
                  <a:pt x="8550" y="19"/>
                </a:cubicBezTo>
                <a:cubicBezTo>
                  <a:pt x="8566" y="25"/>
                  <a:pt x="8580" y="33"/>
                  <a:pt x="8594" y="42"/>
                </a:cubicBezTo>
                <a:cubicBezTo>
                  <a:pt x="8608" y="51"/>
                  <a:pt x="8620" y="62"/>
                  <a:pt x="8632" y="73"/>
                </a:cubicBezTo>
                <a:cubicBezTo>
                  <a:pt x="8644" y="85"/>
                  <a:pt x="8654" y="98"/>
                  <a:pt x="8663" y="112"/>
                </a:cubicBezTo>
                <a:cubicBezTo>
                  <a:pt x="8672" y="125"/>
                  <a:pt x="8680" y="140"/>
                  <a:pt x="8686" y="155"/>
                </a:cubicBezTo>
                <a:cubicBezTo>
                  <a:pt x="8693" y="170"/>
                  <a:pt x="8697" y="186"/>
                  <a:pt x="8701" y="202"/>
                </a:cubicBezTo>
                <a:cubicBezTo>
                  <a:pt x="8704" y="218"/>
                  <a:pt x="8706" y="235"/>
                  <a:pt x="8706" y="251"/>
                </a:cubicBezTo>
                <a:lnTo>
                  <a:pt x="8706" y="2395"/>
                </a:lnTo>
                <a:cubicBezTo>
                  <a:pt x="8706" y="2412"/>
                  <a:pt x="8704" y="2428"/>
                  <a:pt x="8701" y="2444"/>
                </a:cubicBezTo>
                <a:cubicBezTo>
                  <a:pt x="8697" y="2461"/>
                  <a:pt x="8693" y="2476"/>
                  <a:pt x="8686" y="2492"/>
                </a:cubicBezTo>
                <a:cubicBezTo>
                  <a:pt x="8680" y="2507"/>
                  <a:pt x="8672" y="2521"/>
                  <a:pt x="8663" y="2535"/>
                </a:cubicBezTo>
                <a:cubicBezTo>
                  <a:pt x="8654" y="2549"/>
                  <a:pt x="8644" y="2561"/>
                  <a:pt x="8632" y="2573"/>
                </a:cubicBezTo>
                <a:cubicBezTo>
                  <a:pt x="8620" y="2585"/>
                  <a:pt x="8608" y="2595"/>
                  <a:pt x="8594" y="2604"/>
                </a:cubicBezTo>
                <a:cubicBezTo>
                  <a:pt x="8580" y="2613"/>
                  <a:pt x="8566" y="2621"/>
                  <a:pt x="8550" y="2628"/>
                </a:cubicBezTo>
                <a:cubicBezTo>
                  <a:pt x="8535" y="2634"/>
                  <a:pt x="8519" y="2639"/>
                  <a:pt x="8503" y="2642"/>
                </a:cubicBezTo>
                <a:cubicBezTo>
                  <a:pt x="8487" y="2645"/>
                  <a:pt x="8471" y="2647"/>
                  <a:pt x="8454" y="2647"/>
                </a:cubicBezTo>
                <a:lnTo>
                  <a:pt x="251" y="2647"/>
                </a:lnTo>
                <a:cubicBezTo>
                  <a:pt x="235" y="2647"/>
                  <a:pt x="218" y="2645"/>
                  <a:pt x="202" y="2642"/>
                </a:cubicBezTo>
                <a:cubicBezTo>
                  <a:pt x="186" y="2639"/>
                  <a:pt x="170" y="2634"/>
                  <a:pt x="155" y="2628"/>
                </a:cubicBezTo>
                <a:cubicBezTo>
                  <a:pt x="140" y="2621"/>
                  <a:pt x="125" y="2613"/>
                  <a:pt x="111" y="2604"/>
                </a:cubicBezTo>
                <a:cubicBezTo>
                  <a:pt x="98" y="2595"/>
                  <a:pt x="85" y="2585"/>
                  <a:pt x="73" y="2573"/>
                </a:cubicBezTo>
                <a:cubicBezTo>
                  <a:pt x="62" y="2561"/>
                  <a:pt x="51" y="2549"/>
                  <a:pt x="42" y="2535"/>
                </a:cubicBezTo>
                <a:cubicBezTo>
                  <a:pt x="33" y="2521"/>
                  <a:pt x="25" y="2507"/>
                  <a:pt x="19" y="2492"/>
                </a:cubicBezTo>
                <a:cubicBezTo>
                  <a:pt x="13" y="2476"/>
                  <a:pt x="8" y="2461"/>
                  <a:pt x="5" y="2444"/>
                </a:cubicBezTo>
                <a:cubicBezTo>
                  <a:pt x="1" y="2428"/>
                  <a:pt x="0" y="2412"/>
                  <a:pt x="0" y="23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461880" y="1233360"/>
            <a:ext cx="3134160" cy="952920"/>
          </a:xfrm>
          <a:custGeom>
            <a:avLst/>
            <a:gdLst/>
            <a:ahLst/>
            <a:rect l="0" t="0" r="r" b="b"/>
            <a:pathLst>
              <a:path w="8706" h="2647">
                <a:moveTo>
                  <a:pt x="0" y="2395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8454" y="0"/>
                </a:lnTo>
                <a:cubicBezTo>
                  <a:pt x="8471" y="0"/>
                  <a:pt x="8487" y="1"/>
                  <a:pt x="8503" y="5"/>
                </a:cubicBezTo>
                <a:cubicBezTo>
                  <a:pt x="8519" y="8"/>
                  <a:pt x="8535" y="13"/>
                  <a:pt x="8550" y="19"/>
                </a:cubicBezTo>
                <a:cubicBezTo>
                  <a:pt x="8566" y="25"/>
                  <a:pt x="8580" y="33"/>
                  <a:pt x="8594" y="42"/>
                </a:cubicBezTo>
                <a:cubicBezTo>
                  <a:pt x="8608" y="51"/>
                  <a:pt x="8620" y="62"/>
                  <a:pt x="8632" y="73"/>
                </a:cubicBezTo>
                <a:cubicBezTo>
                  <a:pt x="8644" y="85"/>
                  <a:pt x="8654" y="98"/>
                  <a:pt x="8663" y="112"/>
                </a:cubicBezTo>
                <a:cubicBezTo>
                  <a:pt x="8672" y="125"/>
                  <a:pt x="8680" y="140"/>
                  <a:pt x="8686" y="155"/>
                </a:cubicBezTo>
                <a:cubicBezTo>
                  <a:pt x="8693" y="170"/>
                  <a:pt x="8697" y="186"/>
                  <a:pt x="8701" y="202"/>
                </a:cubicBezTo>
                <a:cubicBezTo>
                  <a:pt x="8704" y="218"/>
                  <a:pt x="8706" y="235"/>
                  <a:pt x="8706" y="251"/>
                </a:cubicBezTo>
                <a:lnTo>
                  <a:pt x="8706" y="2395"/>
                </a:lnTo>
                <a:cubicBezTo>
                  <a:pt x="8706" y="2412"/>
                  <a:pt x="8704" y="2428"/>
                  <a:pt x="8701" y="2444"/>
                </a:cubicBezTo>
                <a:cubicBezTo>
                  <a:pt x="8697" y="2461"/>
                  <a:pt x="8693" y="2476"/>
                  <a:pt x="8686" y="2492"/>
                </a:cubicBezTo>
                <a:cubicBezTo>
                  <a:pt x="8680" y="2507"/>
                  <a:pt x="8672" y="2521"/>
                  <a:pt x="8663" y="2535"/>
                </a:cubicBezTo>
                <a:cubicBezTo>
                  <a:pt x="8654" y="2549"/>
                  <a:pt x="8644" y="2561"/>
                  <a:pt x="8632" y="2573"/>
                </a:cubicBezTo>
                <a:cubicBezTo>
                  <a:pt x="8620" y="2585"/>
                  <a:pt x="8608" y="2595"/>
                  <a:pt x="8594" y="2604"/>
                </a:cubicBezTo>
                <a:cubicBezTo>
                  <a:pt x="8580" y="2613"/>
                  <a:pt x="8566" y="2621"/>
                  <a:pt x="8550" y="2628"/>
                </a:cubicBezTo>
                <a:cubicBezTo>
                  <a:pt x="8535" y="2634"/>
                  <a:pt x="8519" y="2639"/>
                  <a:pt x="8503" y="2642"/>
                </a:cubicBezTo>
                <a:cubicBezTo>
                  <a:pt x="8487" y="2645"/>
                  <a:pt x="8471" y="2647"/>
                  <a:pt x="8454" y="2647"/>
                </a:cubicBezTo>
                <a:lnTo>
                  <a:pt x="251" y="2647"/>
                </a:lnTo>
                <a:cubicBezTo>
                  <a:pt x="235" y="2647"/>
                  <a:pt x="218" y="2645"/>
                  <a:pt x="202" y="2642"/>
                </a:cubicBezTo>
                <a:cubicBezTo>
                  <a:pt x="186" y="2639"/>
                  <a:pt x="170" y="2634"/>
                  <a:pt x="155" y="2628"/>
                </a:cubicBezTo>
                <a:cubicBezTo>
                  <a:pt x="140" y="2621"/>
                  <a:pt x="125" y="2613"/>
                  <a:pt x="111" y="2604"/>
                </a:cubicBezTo>
                <a:cubicBezTo>
                  <a:pt x="98" y="2595"/>
                  <a:pt x="85" y="2585"/>
                  <a:pt x="73" y="2573"/>
                </a:cubicBezTo>
                <a:cubicBezTo>
                  <a:pt x="62" y="2561"/>
                  <a:pt x="51" y="2549"/>
                  <a:pt x="42" y="2535"/>
                </a:cubicBezTo>
                <a:cubicBezTo>
                  <a:pt x="33" y="2521"/>
                  <a:pt x="25" y="2507"/>
                  <a:pt x="19" y="2492"/>
                </a:cubicBezTo>
                <a:cubicBezTo>
                  <a:pt x="13" y="2476"/>
                  <a:pt x="8" y="2461"/>
                  <a:pt x="5" y="2444"/>
                </a:cubicBezTo>
                <a:cubicBezTo>
                  <a:pt x="1" y="2428"/>
                  <a:pt x="0" y="2412"/>
                  <a:pt x="0" y="239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461880" y="2261880"/>
            <a:ext cx="3134160" cy="952920"/>
          </a:xfrm>
          <a:custGeom>
            <a:avLst/>
            <a:gdLst/>
            <a:ahLst/>
            <a:rect l="0" t="0" r="r" b="b"/>
            <a:pathLst>
              <a:path w="8706" h="2647">
                <a:moveTo>
                  <a:pt x="0" y="2396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8454" y="0"/>
                </a:lnTo>
                <a:cubicBezTo>
                  <a:pt x="8471" y="0"/>
                  <a:pt x="8487" y="2"/>
                  <a:pt x="8503" y="5"/>
                </a:cubicBezTo>
                <a:cubicBezTo>
                  <a:pt x="8519" y="8"/>
                  <a:pt x="8535" y="13"/>
                  <a:pt x="8550" y="19"/>
                </a:cubicBezTo>
                <a:cubicBezTo>
                  <a:pt x="8566" y="26"/>
                  <a:pt x="8580" y="34"/>
                  <a:pt x="8594" y="43"/>
                </a:cubicBezTo>
                <a:cubicBezTo>
                  <a:pt x="8608" y="52"/>
                  <a:pt x="8620" y="62"/>
                  <a:pt x="8632" y="74"/>
                </a:cubicBezTo>
                <a:cubicBezTo>
                  <a:pt x="8644" y="86"/>
                  <a:pt x="8654" y="98"/>
                  <a:pt x="8663" y="112"/>
                </a:cubicBezTo>
                <a:cubicBezTo>
                  <a:pt x="8672" y="126"/>
                  <a:pt x="8680" y="140"/>
                  <a:pt x="8686" y="156"/>
                </a:cubicBezTo>
                <a:cubicBezTo>
                  <a:pt x="8693" y="171"/>
                  <a:pt x="8697" y="186"/>
                  <a:pt x="8701" y="203"/>
                </a:cubicBezTo>
                <a:cubicBezTo>
                  <a:pt x="8704" y="219"/>
                  <a:pt x="8706" y="235"/>
                  <a:pt x="8706" y="252"/>
                </a:cubicBezTo>
                <a:lnTo>
                  <a:pt x="8706" y="2396"/>
                </a:lnTo>
                <a:cubicBezTo>
                  <a:pt x="8706" y="2412"/>
                  <a:pt x="8704" y="2429"/>
                  <a:pt x="8701" y="2445"/>
                </a:cubicBezTo>
                <a:cubicBezTo>
                  <a:pt x="8697" y="2461"/>
                  <a:pt x="8693" y="2477"/>
                  <a:pt x="8686" y="2492"/>
                </a:cubicBezTo>
                <a:cubicBezTo>
                  <a:pt x="8680" y="2507"/>
                  <a:pt x="8672" y="2522"/>
                  <a:pt x="8663" y="2535"/>
                </a:cubicBezTo>
                <a:cubicBezTo>
                  <a:pt x="8654" y="2549"/>
                  <a:pt x="8644" y="2562"/>
                  <a:pt x="8632" y="2574"/>
                </a:cubicBezTo>
                <a:cubicBezTo>
                  <a:pt x="8620" y="2585"/>
                  <a:pt x="8608" y="2596"/>
                  <a:pt x="8594" y="2605"/>
                </a:cubicBezTo>
                <a:cubicBezTo>
                  <a:pt x="8580" y="2614"/>
                  <a:pt x="8566" y="2622"/>
                  <a:pt x="8550" y="2628"/>
                </a:cubicBezTo>
                <a:cubicBezTo>
                  <a:pt x="8535" y="2634"/>
                  <a:pt x="8519" y="2639"/>
                  <a:pt x="8503" y="2642"/>
                </a:cubicBezTo>
                <a:cubicBezTo>
                  <a:pt x="8487" y="2646"/>
                  <a:pt x="8471" y="2647"/>
                  <a:pt x="8454" y="2647"/>
                </a:cubicBezTo>
                <a:lnTo>
                  <a:pt x="251" y="2647"/>
                </a:lnTo>
                <a:cubicBezTo>
                  <a:pt x="235" y="2647"/>
                  <a:pt x="218" y="2646"/>
                  <a:pt x="202" y="2642"/>
                </a:cubicBezTo>
                <a:cubicBezTo>
                  <a:pt x="186" y="2639"/>
                  <a:pt x="170" y="2634"/>
                  <a:pt x="155" y="2628"/>
                </a:cubicBezTo>
                <a:cubicBezTo>
                  <a:pt x="140" y="2622"/>
                  <a:pt x="125" y="2614"/>
                  <a:pt x="111" y="2605"/>
                </a:cubicBezTo>
                <a:cubicBezTo>
                  <a:pt x="98" y="2596"/>
                  <a:pt x="85" y="2585"/>
                  <a:pt x="73" y="2574"/>
                </a:cubicBezTo>
                <a:cubicBezTo>
                  <a:pt x="62" y="2562"/>
                  <a:pt x="51" y="2549"/>
                  <a:pt x="42" y="2535"/>
                </a:cubicBezTo>
                <a:cubicBezTo>
                  <a:pt x="33" y="2522"/>
                  <a:pt x="25" y="2507"/>
                  <a:pt x="19" y="2492"/>
                </a:cubicBezTo>
                <a:cubicBezTo>
                  <a:pt x="13" y="2477"/>
                  <a:pt x="8" y="2461"/>
                  <a:pt x="5" y="2445"/>
                </a:cubicBezTo>
                <a:cubicBezTo>
                  <a:pt x="1" y="2429"/>
                  <a:pt x="0" y="2412"/>
                  <a:pt x="0" y="23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461880" y="2261880"/>
            <a:ext cx="3134160" cy="952920"/>
          </a:xfrm>
          <a:custGeom>
            <a:avLst/>
            <a:gdLst/>
            <a:ahLst/>
            <a:rect l="0" t="0" r="r" b="b"/>
            <a:pathLst>
              <a:path w="8706" h="2647">
                <a:moveTo>
                  <a:pt x="0" y="2396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8454" y="0"/>
                </a:lnTo>
                <a:cubicBezTo>
                  <a:pt x="8471" y="0"/>
                  <a:pt x="8487" y="2"/>
                  <a:pt x="8503" y="5"/>
                </a:cubicBezTo>
                <a:cubicBezTo>
                  <a:pt x="8519" y="8"/>
                  <a:pt x="8535" y="13"/>
                  <a:pt x="8550" y="19"/>
                </a:cubicBezTo>
                <a:cubicBezTo>
                  <a:pt x="8566" y="26"/>
                  <a:pt x="8580" y="34"/>
                  <a:pt x="8594" y="43"/>
                </a:cubicBezTo>
                <a:cubicBezTo>
                  <a:pt x="8608" y="52"/>
                  <a:pt x="8620" y="62"/>
                  <a:pt x="8632" y="74"/>
                </a:cubicBezTo>
                <a:cubicBezTo>
                  <a:pt x="8644" y="86"/>
                  <a:pt x="8654" y="98"/>
                  <a:pt x="8663" y="112"/>
                </a:cubicBezTo>
                <a:cubicBezTo>
                  <a:pt x="8672" y="126"/>
                  <a:pt x="8680" y="140"/>
                  <a:pt x="8686" y="156"/>
                </a:cubicBezTo>
                <a:cubicBezTo>
                  <a:pt x="8693" y="171"/>
                  <a:pt x="8697" y="186"/>
                  <a:pt x="8701" y="203"/>
                </a:cubicBezTo>
                <a:cubicBezTo>
                  <a:pt x="8704" y="219"/>
                  <a:pt x="8706" y="235"/>
                  <a:pt x="8706" y="252"/>
                </a:cubicBezTo>
                <a:lnTo>
                  <a:pt x="8706" y="2396"/>
                </a:lnTo>
                <a:cubicBezTo>
                  <a:pt x="8706" y="2412"/>
                  <a:pt x="8704" y="2429"/>
                  <a:pt x="8701" y="2445"/>
                </a:cubicBezTo>
                <a:cubicBezTo>
                  <a:pt x="8697" y="2461"/>
                  <a:pt x="8693" y="2477"/>
                  <a:pt x="8686" y="2492"/>
                </a:cubicBezTo>
                <a:cubicBezTo>
                  <a:pt x="8680" y="2507"/>
                  <a:pt x="8672" y="2522"/>
                  <a:pt x="8663" y="2535"/>
                </a:cubicBezTo>
                <a:cubicBezTo>
                  <a:pt x="8654" y="2549"/>
                  <a:pt x="8644" y="2562"/>
                  <a:pt x="8632" y="2574"/>
                </a:cubicBezTo>
                <a:cubicBezTo>
                  <a:pt x="8620" y="2585"/>
                  <a:pt x="8608" y="2596"/>
                  <a:pt x="8594" y="2605"/>
                </a:cubicBezTo>
                <a:cubicBezTo>
                  <a:pt x="8580" y="2614"/>
                  <a:pt x="8566" y="2622"/>
                  <a:pt x="8550" y="2628"/>
                </a:cubicBezTo>
                <a:cubicBezTo>
                  <a:pt x="8535" y="2634"/>
                  <a:pt x="8519" y="2639"/>
                  <a:pt x="8503" y="2642"/>
                </a:cubicBezTo>
                <a:cubicBezTo>
                  <a:pt x="8487" y="2646"/>
                  <a:pt x="8471" y="2647"/>
                  <a:pt x="8454" y="2647"/>
                </a:cubicBezTo>
                <a:lnTo>
                  <a:pt x="251" y="2647"/>
                </a:lnTo>
                <a:cubicBezTo>
                  <a:pt x="235" y="2647"/>
                  <a:pt x="218" y="2646"/>
                  <a:pt x="202" y="2642"/>
                </a:cubicBezTo>
                <a:cubicBezTo>
                  <a:pt x="186" y="2639"/>
                  <a:pt x="170" y="2634"/>
                  <a:pt x="155" y="2628"/>
                </a:cubicBezTo>
                <a:cubicBezTo>
                  <a:pt x="140" y="2622"/>
                  <a:pt x="125" y="2614"/>
                  <a:pt x="111" y="2605"/>
                </a:cubicBezTo>
                <a:cubicBezTo>
                  <a:pt x="98" y="2596"/>
                  <a:pt x="85" y="2585"/>
                  <a:pt x="73" y="2574"/>
                </a:cubicBezTo>
                <a:cubicBezTo>
                  <a:pt x="62" y="2562"/>
                  <a:pt x="51" y="2549"/>
                  <a:pt x="42" y="2535"/>
                </a:cubicBezTo>
                <a:cubicBezTo>
                  <a:pt x="33" y="2522"/>
                  <a:pt x="25" y="2507"/>
                  <a:pt x="19" y="2492"/>
                </a:cubicBezTo>
                <a:cubicBezTo>
                  <a:pt x="13" y="2477"/>
                  <a:pt x="8" y="2461"/>
                  <a:pt x="5" y="2445"/>
                </a:cubicBezTo>
                <a:cubicBezTo>
                  <a:pt x="1" y="2429"/>
                  <a:pt x="0" y="2412"/>
                  <a:pt x="0" y="2396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/>
          <p:nvPr/>
        </p:nvSpPr>
        <p:spPr>
          <a:xfrm>
            <a:off x="461880" y="3290760"/>
            <a:ext cx="3134160" cy="952920"/>
          </a:xfrm>
          <a:custGeom>
            <a:avLst/>
            <a:gdLst/>
            <a:ahLst/>
            <a:rect l="0" t="0" r="r" b="b"/>
            <a:pathLst>
              <a:path w="8706" h="2647">
                <a:moveTo>
                  <a:pt x="0" y="2395"/>
                </a:moveTo>
                <a:lnTo>
                  <a:pt x="0" y="252"/>
                </a:lnTo>
                <a:cubicBezTo>
                  <a:pt x="0" y="236"/>
                  <a:pt x="1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5" y="141"/>
                  <a:pt x="33" y="126"/>
                  <a:pt x="42" y="112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8454" y="0"/>
                </a:lnTo>
                <a:cubicBezTo>
                  <a:pt x="8471" y="0"/>
                  <a:pt x="8487" y="1"/>
                  <a:pt x="8503" y="5"/>
                </a:cubicBezTo>
                <a:cubicBezTo>
                  <a:pt x="8519" y="8"/>
                  <a:pt x="8535" y="13"/>
                  <a:pt x="8550" y="19"/>
                </a:cubicBezTo>
                <a:cubicBezTo>
                  <a:pt x="8566" y="25"/>
                  <a:pt x="8580" y="33"/>
                  <a:pt x="8594" y="42"/>
                </a:cubicBezTo>
                <a:cubicBezTo>
                  <a:pt x="8608" y="51"/>
                  <a:pt x="8620" y="62"/>
                  <a:pt x="8632" y="73"/>
                </a:cubicBezTo>
                <a:cubicBezTo>
                  <a:pt x="8644" y="85"/>
                  <a:pt x="8654" y="98"/>
                  <a:pt x="8663" y="112"/>
                </a:cubicBezTo>
                <a:cubicBezTo>
                  <a:pt x="8672" y="126"/>
                  <a:pt x="8680" y="141"/>
                  <a:pt x="8686" y="156"/>
                </a:cubicBezTo>
                <a:cubicBezTo>
                  <a:pt x="8693" y="171"/>
                  <a:pt x="8697" y="187"/>
                  <a:pt x="8701" y="203"/>
                </a:cubicBezTo>
                <a:cubicBezTo>
                  <a:pt x="8704" y="219"/>
                  <a:pt x="8706" y="236"/>
                  <a:pt x="8706" y="252"/>
                </a:cubicBezTo>
                <a:lnTo>
                  <a:pt x="8706" y="2395"/>
                </a:lnTo>
                <a:cubicBezTo>
                  <a:pt x="8706" y="2412"/>
                  <a:pt x="8704" y="2428"/>
                  <a:pt x="8701" y="2444"/>
                </a:cubicBezTo>
                <a:cubicBezTo>
                  <a:pt x="8697" y="2461"/>
                  <a:pt x="8693" y="2476"/>
                  <a:pt x="8686" y="2492"/>
                </a:cubicBezTo>
                <a:cubicBezTo>
                  <a:pt x="8680" y="2507"/>
                  <a:pt x="8672" y="2521"/>
                  <a:pt x="8663" y="2535"/>
                </a:cubicBezTo>
                <a:cubicBezTo>
                  <a:pt x="8654" y="2549"/>
                  <a:pt x="8644" y="2561"/>
                  <a:pt x="8632" y="2573"/>
                </a:cubicBezTo>
                <a:cubicBezTo>
                  <a:pt x="8620" y="2585"/>
                  <a:pt x="8608" y="2595"/>
                  <a:pt x="8594" y="2604"/>
                </a:cubicBezTo>
                <a:cubicBezTo>
                  <a:pt x="8580" y="2613"/>
                  <a:pt x="8566" y="2621"/>
                  <a:pt x="8550" y="2628"/>
                </a:cubicBezTo>
                <a:cubicBezTo>
                  <a:pt x="8535" y="2634"/>
                  <a:pt x="8519" y="2639"/>
                  <a:pt x="8503" y="2642"/>
                </a:cubicBezTo>
                <a:cubicBezTo>
                  <a:pt x="8487" y="2645"/>
                  <a:pt x="8471" y="2647"/>
                  <a:pt x="8454" y="2647"/>
                </a:cubicBezTo>
                <a:lnTo>
                  <a:pt x="251" y="2647"/>
                </a:lnTo>
                <a:cubicBezTo>
                  <a:pt x="235" y="2647"/>
                  <a:pt x="218" y="2645"/>
                  <a:pt x="202" y="2642"/>
                </a:cubicBezTo>
                <a:cubicBezTo>
                  <a:pt x="186" y="2639"/>
                  <a:pt x="170" y="2634"/>
                  <a:pt x="155" y="2628"/>
                </a:cubicBezTo>
                <a:cubicBezTo>
                  <a:pt x="140" y="2621"/>
                  <a:pt x="125" y="2613"/>
                  <a:pt x="111" y="2604"/>
                </a:cubicBezTo>
                <a:cubicBezTo>
                  <a:pt x="98" y="2595"/>
                  <a:pt x="85" y="2585"/>
                  <a:pt x="73" y="2573"/>
                </a:cubicBezTo>
                <a:cubicBezTo>
                  <a:pt x="62" y="2561"/>
                  <a:pt x="51" y="2549"/>
                  <a:pt x="42" y="2535"/>
                </a:cubicBezTo>
                <a:cubicBezTo>
                  <a:pt x="33" y="2521"/>
                  <a:pt x="25" y="2507"/>
                  <a:pt x="19" y="2492"/>
                </a:cubicBezTo>
                <a:cubicBezTo>
                  <a:pt x="13" y="2476"/>
                  <a:pt x="8" y="2461"/>
                  <a:pt x="5" y="2444"/>
                </a:cubicBezTo>
                <a:cubicBezTo>
                  <a:pt x="1" y="2428"/>
                  <a:pt x="0" y="2412"/>
                  <a:pt x="0" y="23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461880" y="3290760"/>
            <a:ext cx="3134160" cy="952920"/>
          </a:xfrm>
          <a:custGeom>
            <a:avLst/>
            <a:gdLst/>
            <a:ahLst/>
            <a:rect l="0" t="0" r="r" b="b"/>
            <a:pathLst>
              <a:path w="8706" h="2647">
                <a:moveTo>
                  <a:pt x="0" y="2395"/>
                </a:moveTo>
                <a:lnTo>
                  <a:pt x="0" y="252"/>
                </a:lnTo>
                <a:cubicBezTo>
                  <a:pt x="0" y="236"/>
                  <a:pt x="1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5" y="141"/>
                  <a:pt x="33" y="126"/>
                  <a:pt x="42" y="112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8454" y="0"/>
                </a:lnTo>
                <a:cubicBezTo>
                  <a:pt x="8471" y="0"/>
                  <a:pt x="8487" y="1"/>
                  <a:pt x="8503" y="5"/>
                </a:cubicBezTo>
                <a:cubicBezTo>
                  <a:pt x="8519" y="8"/>
                  <a:pt x="8535" y="13"/>
                  <a:pt x="8550" y="19"/>
                </a:cubicBezTo>
                <a:cubicBezTo>
                  <a:pt x="8566" y="25"/>
                  <a:pt x="8580" y="33"/>
                  <a:pt x="8594" y="42"/>
                </a:cubicBezTo>
                <a:cubicBezTo>
                  <a:pt x="8608" y="51"/>
                  <a:pt x="8620" y="62"/>
                  <a:pt x="8632" y="73"/>
                </a:cubicBezTo>
                <a:cubicBezTo>
                  <a:pt x="8644" y="85"/>
                  <a:pt x="8654" y="98"/>
                  <a:pt x="8663" y="112"/>
                </a:cubicBezTo>
                <a:cubicBezTo>
                  <a:pt x="8672" y="126"/>
                  <a:pt x="8680" y="141"/>
                  <a:pt x="8686" y="156"/>
                </a:cubicBezTo>
                <a:cubicBezTo>
                  <a:pt x="8693" y="171"/>
                  <a:pt x="8697" y="187"/>
                  <a:pt x="8701" y="203"/>
                </a:cubicBezTo>
                <a:cubicBezTo>
                  <a:pt x="8704" y="219"/>
                  <a:pt x="8706" y="236"/>
                  <a:pt x="8706" y="252"/>
                </a:cubicBezTo>
                <a:lnTo>
                  <a:pt x="8706" y="2395"/>
                </a:lnTo>
                <a:cubicBezTo>
                  <a:pt x="8706" y="2412"/>
                  <a:pt x="8704" y="2428"/>
                  <a:pt x="8701" y="2444"/>
                </a:cubicBezTo>
                <a:cubicBezTo>
                  <a:pt x="8697" y="2461"/>
                  <a:pt x="8693" y="2476"/>
                  <a:pt x="8686" y="2492"/>
                </a:cubicBezTo>
                <a:cubicBezTo>
                  <a:pt x="8680" y="2507"/>
                  <a:pt x="8672" y="2521"/>
                  <a:pt x="8663" y="2535"/>
                </a:cubicBezTo>
                <a:cubicBezTo>
                  <a:pt x="8654" y="2549"/>
                  <a:pt x="8644" y="2561"/>
                  <a:pt x="8632" y="2573"/>
                </a:cubicBezTo>
                <a:cubicBezTo>
                  <a:pt x="8620" y="2585"/>
                  <a:pt x="8608" y="2595"/>
                  <a:pt x="8594" y="2604"/>
                </a:cubicBezTo>
                <a:cubicBezTo>
                  <a:pt x="8580" y="2613"/>
                  <a:pt x="8566" y="2621"/>
                  <a:pt x="8550" y="2628"/>
                </a:cubicBezTo>
                <a:cubicBezTo>
                  <a:pt x="8535" y="2634"/>
                  <a:pt x="8519" y="2639"/>
                  <a:pt x="8503" y="2642"/>
                </a:cubicBezTo>
                <a:cubicBezTo>
                  <a:pt x="8487" y="2645"/>
                  <a:pt x="8471" y="2647"/>
                  <a:pt x="8454" y="2647"/>
                </a:cubicBezTo>
                <a:lnTo>
                  <a:pt x="251" y="2647"/>
                </a:lnTo>
                <a:cubicBezTo>
                  <a:pt x="235" y="2647"/>
                  <a:pt x="218" y="2645"/>
                  <a:pt x="202" y="2642"/>
                </a:cubicBezTo>
                <a:cubicBezTo>
                  <a:pt x="186" y="2639"/>
                  <a:pt x="170" y="2634"/>
                  <a:pt x="155" y="2628"/>
                </a:cubicBezTo>
                <a:cubicBezTo>
                  <a:pt x="140" y="2621"/>
                  <a:pt x="125" y="2613"/>
                  <a:pt x="111" y="2604"/>
                </a:cubicBezTo>
                <a:cubicBezTo>
                  <a:pt x="98" y="2595"/>
                  <a:pt x="85" y="2585"/>
                  <a:pt x="73" y="2573"/>
                </a:cubicBezTo>
                <a:cubicBezTo>
                  <a:pt x="62" y="2561"/>
                  <a:pt x="51" y="2549"/>
                  <a:pt x="42" y="2535"/>
                </a:cubicBezTo>
                <a:cubicBezTo>
                  <a:pt x="33" y="2521"/>
                  <a:pt x="25" y="2507"/>
                  <a:pt x="19" y="2492"/>
                </a:cubicBezTo>
                <a:cubicBezTo>
                  <a:pt x="13" y="2476"/>
                  <a:pt x="8" y="2461"/>
                  <a:pt x="5" y="2444"/>
                </a:cubicBezTo>
                <a:cubicBezTo>
                  <a:pt x="1" y="2428"/>
                  <a:pt x="0" y="2412"/>
                  <a:pt x="0" y="239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2"/>
          <a:stretch/>
        </p:blipFill>
        <p:spPr>
          <a:xfrm>
            <a:off x="1628640" y="1314360"/>
            <a:ext cx="799560" cy="599760"/>
          </a:xfrm>
          <a:prstGeom prst="rect">
            <a:avLst/>
          </a:prstGeom>
          <a:ln w="0">
            <a:noFill/>
          </a:ln>
        </p:spPr>
      </p:pic>
      <p:sp>
        <p:nvSpPr>
          <p:cNvPr id="453" name=""/>
          <p:cNvSpPr txBox="1"/>
          <p:nvPr/>
        </p:nvSpPr>
        <p:spPr>
          <a:xfrm>
            <a:off x="439920" y="577080"/>
            <a:ext cx="55573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Drie bronnen, een voorbeeld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54" name="" descr=""/>
          <p:cNvPicPr/>
          <p:nvPr/>
        </p:nvPicPr>
        <p:blipFill>
          <a:blip r:embed="rId3"/>
          <a:stretch/>
        </p:blipFill>
        <p:spPr>
          <a:xfrm>
            <a:off x="1352520" y="2343240"/>
            <a:ext cx="1352160" cy="599760"/>
          </a:xfrm>
          <a:prstGeom prst="rect">
            <a:avLst/>
          </a:prstGeom>
          <a:ln w="0">
            <a:noFill/>
          </a:ln>
        </p:spPr>
      </p:pic>
      <p:sp>
        <p:nvSpPr>
          <p:cNvPr id="455" name=""/>
          <p:cNvSpPr txBox="1"/>
          <p:nvPr/>
        </p:nvSpPr>
        <p:spPr>
          <a:xfrm>
            <a:off x="1452960" y="1965960"/>
            <a:ext cx="14468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Informatiemodel v0.1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/>
          <p:nvPr/>
        </p:nvSpPr>
        <p:spPr>
          <a:xfrm>
            <a:off x="1142640" y="3371400"/>
            <a:ext cx="339840" cy="360"/>
          </a:xfrm>
          <a:custGeom>
            <a:avLst/>
            <a:gdLst/>
            <a:ahLst/>
            <a:rect l="0" t="0" r="r" b="b"/>
            <a:pathLst>
              <a:path w="944" h="1">
                <a:moveTo>
                  <a:pt x="0" y="0"/>
                </a:moveTo>
                <a:lnTo>
                  <a:pt x="4" y="0"/>
                </a:lnTo>
                <a:lnTo>
                  <a:pt x="4" y="1"/>
                </a:lnTo>
                <a:lnTo>
                  <a:pt x="0" y="1"/>
                </a:lnTo>
                <a:lnTo>
                  <a:pt x="0" y="0"/>
                </a:lnTo>
                <a:moveTo>
                  <a:pt x="8" y="0"/>
                </a:moveTo>
                <a:lnTo>
                  <a:pt x="12" y="0"/>
                </a:lnTo>
                <a:lnTo>
                  <a:pt x="12" y="1"/>
                </a:lnTo>
                <a:lnTo>
                  <a:pt x="8" y="1"/>
                </a:lnTo>
                <a:lnTo>
                  <a:pt x="8" y="0"/>
                </a:lnTo>
                <a:moveTo>
                  <a:pt x="16" y="0"/>
                </a:moveTo>
                <a:lnTo>
                  <a:pt x="20" y="0"/>
                </a:lnTo>
                <a:lnTo>
                  <a:pt x="20" y="1"/>
                </a:lnTo>
                <a:lnTo>
                  <a:pt x="16" y="1"/>
                </a:lnTo>
                <a:lnTo>
                  <a:pt x="16" y="0"/>
                </a:lnTo>
                <a:moveTo>
                  <a:pt x="24" y="0"/>
                </a:moveTo>
                <a:lnTo>
                  <a:pt x="28" y="0"/>
                </a:lnTo>
                <a:lnTo>
                  <a:pt x="28" y="1"/>
                </a:lnTo>
                <a:lnTo>
                  <a:pt x="24" y="1"/>
                </a:lnTo>
                <a:lnTo>
                  <a:pt x="24" y="0"/>
                </a:lnTo>
                <a:moveTo>
                  <a:pt x="32" y="0"/>
                </a:moveTo>
                <a:lnTo>
                  <a:pt x="36" y="0"/>
                </a:lnTo>
                <a:lnTo>
                  <a:pt x="36" y="1"/>
                </a:lnTo>
                <a:lnTo>
                  <a:pt x="32" y="1"/>
                </a:lnTo>
                <a:lnTo>
                  <a:pt x="32" y="0"/>
                </a:lnTo>
                <a:moveTo>
                  <a:pt x="40" y="0"/>
                </a:moveTo>
                <a:lnTo>
                  <a:pt x="44" y="0"/>
                </a:lnTo>
                <a:lnTo>
                  <a:pt x="44" y="1"/>
                </a:lnTo>
                <a:lnTo>
                  <a:pt x="40" y="1"/>
                </a:lnTo>
                <a:lnTo>
                  <a:pt x="40" y="0"/>
                </a:lnTo>
                <a:moveTo>
                  <a:pt x="48" y="0"/>
                </a:moveTo>
                <a:lnTo>
                  <a:pt x="52" y="0"/>
                </a:lnTo>
                <a:lnTo>
                  <a:pt x="52" y="1"/>
                </a:lnTo>
                <a:lnTo>
                  <a:pt x="48" y="1"/>
                </a:lnTo>
                <a:lnTo>
                  <a:pt x="48" y="0"/>
                </a:lnTo>
                <a:moveTo>
                  <a:pt x="56" y="0"/>
                </a:moveTo>
                <a:lnTo>
                  <a:pt x="60" y="0"/>
                </a:lnTo>
                <a:lnTo>
                  <a:pt x="60" y="1"/>
                </a:lnTo>
                <a:lnTo>
                  <a:pt x="56" y="1"/>
                </a:lnTo>
                <a:lnTo>
                  <a:pt x="56" y="0"/>
                </a:lnTo>
                <a:moveTo>
                  <a:pt x="64" y="0"/>
                </a:moveTo>
                <a:lnTo>
                  <a:pt x="68" y="0"/>
                </a:lnTo>
                <a:lnTo>
                  <a:pt x="68" y="1"/>
                </a:lnTo>
                <a:lnTo>
                  <a:pt x="64" y="1"/>
                </a:lnTo>
                <a:lnTo>
                  <a:pt x="64" y="0"/>
                </a:lnTo>
                <a:moveTo>
                  <a:pt x="72" y="0"/>
                </a:moveTo>
                <a:lnTo>
                  <a:pt x="76" y="0"/>
                </a:lnTo>
                <a:lnTo>
                  <a:pt x="76" y="1"/>
                </a:lnTo>
                <a:lnTo>
                  <a:pt x="72" y="1"/>
                </a:lnTo>
                <a:lnTo>
                  <a:pt x="72" y="0"/>
                </a:lnTo>
                <a:moveTo>
                  <a:pt x="79" y="0"/>
                </a:moveTo>
                <a:lnTo>
                  <a:pt x="83" y="0"/>
                </a:lnTo>
                <a:lnTo>
                  <a:pt x="83" y="1"/>
                </a:lnTo>
                <a:lnTo>
                  <a:pt x="79" y="1"/>
                </a:lnTo>
                <a:lnTo>
                  <a:pt x="79" y="0"/>
                </a:lnTo>
                <a:moveTo>
                  <a:pt x="87" y="0"/>
                </a:moveTo>
                <a:lnTo>
                  <a:pt x="91" y="0"/>
                </a:lnTo>
                <a:lnTo>
                  <a:pt x="91" y="1"/>
                </a:lnTo>
                <a:lnTo>
                  <a:pt x="87" y="1"/>
                </a:lnTo>
                <a:lnTo>
                  <a:pt x="87" y="0"/>
                </a:lnTo>
                <a:moveTo>
                  <a:pt x="95" y="0"/>
                </a:moveTo>
                <a:lnTo>
                  <a:pt x="99" y="0"/>
                </a:lnTo>
                <a:lnTo>
                  <a:pt x="99" y="1"/>
                </a:lnTo>
                <a:lnTo>
                  <a:pt x="95" y="1"/>
                </a:lnTo>
                <a:lnTo>
                  <a:pt x="95" y="0"/>
                </a:lnTo>
                <a:moveTo>
                  <a:pt x="103" y="0"/>
                </a:moveTo>
                <a:lnTo>
                  <a:pt x="107" y="0"/>
                </a:lnTo>
                <a:lnTo>
                  <a:pt x="107" y="1"/>
                </a:lnTo>
                <a:lnTo>
                  <a:pt x="103" y="1"/>
                </a:lnTo>
                <a:lnTo>
                  <a:pt x="103" y="0"/>
                </a:lnTo>
                <a:moveTo>
                  <a:pt x="111" y="0"/>
                </a:moveTo>
                <a:lnTo>
                  <a:pt x="115" y="0"/>
                </a:lnTo>
                <a:lnTo>
                  <a:pt x="115" y="1"/>
                </a:lnTo>
                <a:lnTo>
                  <a:pt x="111" y="1"/>
                </a:lnTo>
                <a:lnTo>
                  <a:pt x="111" y="0"/>
                </a:lnTo>
                <a:moveTo>
                  <a:pt x="119" y="0"/>
                </a:moveTo>
                <a:lnTo>
                  <a:pt x="123" y="0"/>
                </a:lnTo>
                <a:lnTo>
                  <a:pt x="123" y="1"/>
                </a:lnTo>
                <a:lnTo>
                  <a:pt x="119" y="1"/>
                </a:lnTo>
                <a:lnTo>
                  <a:pt x="119" y="0"/>
                </a:lnTo>
                <a:moveTo>
                  <a:pt x="127" y="0"/>
                </a:moveTo>
                <a:lnTo>
                  <a:pt x="131" y="0"/>
                </a:lnTo>
                <a:lnTo>
                  <a:pt x="131" y="1"/>
                </a:lnTo>
                <a:lnTo>
                  <a:pt x="127" y="1"/>
                </a:lnTo>
                <a:lnTo>
                  <a:pt x="127" y="0"/>
                </a:lnTo>
                <a:moveTo>
                  <a:pt x="135" y="0"/>
                </a:moveTo>
                <a:lnTo>
                  <a:pt x="139" y="0"/>
                </a:lnTo>
                <a:lnTo>
                  <a:pt x="139" y="1"/>
                </a:lnTo>
                <a:lnTo>
                  <a:pt x="135" y="1"/>
                </a:lnTo>
                <a:lnTo>
                  <a:pt x="135" y="0"/>
                </a:lnTo>
                <a:moveTo>
                  <a:pt x="143" y="0"/>
                </a:moveTo>
                <a:lnTo>
                  <a:pt x="147" y="0"/>
                </a:lnTo>
                <a:lnTo>
                  <a:pt x="147" y="1"/>
                </a:lnTo>
                <a:lnTo>
                  <a:pt x="143" y="1"/>
                </a:lnTo>
                <a:lnTo>
                  <a:pt x="143" y="0"/>
                </a:lnTo>
                <a:moveTo>
                  <a:pt x="151" y="0"/>
                </a:moveTo>
                <a:lnTo>
                  <a:pt x="155" y="0"/>
                </a:lnTo>
                <a:lnTo>
                  <a:pt x="155" y="1"/>
                </a:lnTo>
                <a:lnTo>
                  <a:pt x="151" y="1"/>
                </a:lnTo>
                <a:lnTo>
                  <a:pt x="151" y="0"/>
                </a:lnTo>
                <a:moveTo>
                  <a:pt x="158" y="0"/>
                </a:moveTo>
                <a:lnTo>
                  <a:pt x="162" y="0"/>
                </a:lnTo>
                <a:lnTo>
                  <a:pt x="162" y="1"/>
                </a:lnTo>
                <a:lnTo>
                  <a:pt x="158" y="1"/>
                </a:lnTo>
                <a:lnTo>
                  <a:pt x="158" y="0"/>
                </a:lnTo>
                <a:moveTo>
                  <a:pt x="166" y="0"/>
                </a:moveTo>
                <a:lnTo>
                  <a:pt x="170" y="0"/>
                </a:lnTo>
                <a:lnTo>
                  <a:pt x="170" y="1"/>
                </a:lnTo>
                <a:lnTo>
                  <a:pt x="166" y="1"/>
                </a:lnTo>
                <a:lnTo>
                  <a:pt x="166" y="0"/>
                </a:lnTo>
                <a:moveTo>
                  <a:pt x="174" y="0"/>
                </a:moveTo>
                <a:lnTo>
                  <a:pt x="178" y="0"/>
                </a:lnTo>
                <a:lnTo>
                  <a:pt x="178" y="1"/>
                </a:lnTo>
                <a:lnTo>
                  <a:pt x="174" y="1"/>
                </a:lnTo>
                <a:lnTo>
                  <a:pt x="174" y="0"/>
                </a:lnTo>
                <a:moveTo>
                  <a:pt x="182" y="0"/>
                </a:moveTo>
                <a:lnTo>
                  <a:pt x="186" y="0"/>
                </a:lnTo>
                <a:lnTo>
                  <a:pt x="186" y="1"/>
                </a:lnTo>
                <a:lnTo>
                  <a:pt x="182" y="1"/>
                </a:lnTo>
                <a:lnTo>
                  <a:pt x="182" y="0"/>
                </a:lnTo>
                <a:moveTo>
                  <a:pt x="190" y="0"/>
                </a:moveTo>
                <a:lnTo>
                  <a:pt x="194" y="0"/>
                </a:lnTo>
                <a:lnTo>
                  <a:pt x="194" y="1"/>
                </a:lnTo>
                <a:lnTo>
                  <a:pt x="190" y="1"/>
                </a:lnTo>
                <a:lnTo>
                  <a:pt x="190" y="0"/>
                </a:lnTo>
                <a:moveTo>
                  <a:pt x="198" y="0"/>
                </a:moveTo>
                <a:lnTo>
                  <a:pt x="202" y="0"/>
                </a:lnTo>
                <a:lnTo>
                  <a:pt x="202" y="1"/>
                </a:lnTo>
                <a:lnTo>
                  <a:pt x="198" y="1"/>
                </a:lnTo>
                <a:lnTo>
                  <a:pt x="198" y="0"/>
                </a:lnTo>
                <a:moveTo>
                  <a:pt x="206" y="0"/>
                </a:moveTo>
                <a:lnTo>
                  <a:pt x="210" y="0"/>
                </a:lnTo>
                <a:lnTo>
                  <a:pt x="210" y="1"/>
                </a:lnTo>
                <a:lnTo>
                  <a:pt x="206" y="1"/>
                </a:lnTo>
                <a:lnTo>
                  <a:pt x="206" y="0"/>
                </a:lnTo>
                <a:moveTo>
                  <a:pt x="214" y="0"/>
                </a:moveTo>
                <a:lnTo>
                  <a:pt x="218" y="0"/>
                </a:lnTo>
                <a:lnTo>
                  <a:pt x="218" y="1"/>
                </a:lnTo>
                <a:lnTo>
                  <a:pt x="214" y="1"/>
                </a:lnTo>
                <a:lnTo>
                  <a:pt x="214" y="0"/>
                </a:lnTo>
                <a:moveTo>
                  <a:pt x="222" y="0"/>
                </a:moveTo>
                <a:lnTo>
                  <a:pt x="226" y="0"/>
                </a:lnTo>
                <a:lnTo>
                  <a:pt x="226" y="1"/>
                </a:lnTo>
                <a:lnTo>
                  <a:pt x="222" y="1"/>
                </a:lnTo>
                <a:lnTo>
                  <a:pt x="222" y="0"/>
                </a:lnTo>
                <a:moveTo>
                  <a:pt x="230" y="0"/>
                </a:moveTo>
                <a:lnTo>
                  <a:pt x="233" y="0"/>
                </a:lnTo>
                <a:lnTo>
                  <a:pt x="233" y="1"/>
                </a:lnTo>
                <a:lnTo>
                  <a:pt x="230" y="1"/>
                </a:lnTo>
                <a:lnTo>
                  <a:pt x="230" y="0"/>
                </a:lnTo>
                <a:moveTo>
                  <a:pt x="237" y="0"/>
                </a:moveTo>
                <a:lnTo>
                  <a:pt x="241" y="0"/>
                </a:lnTo>
                <a:lnTo>
                  <a:pt x="241" y="1"/>
                </a:lnTo>
                <a:lnTo>
                  <a:pt x="237" y="1"/>
                </a:lnTo>
                <a:lnTo>
                  <a:pt x="237" y="0"/>
                </a:lnTo>
                <a:moveTo>
                  <a:pt x="245" y="0"/>
                </a:moveTo>
                <a:lnTo>
                  <a:pt x="249" y="0"/>
                </a:lnTo>
                <a:lnTo>
                  <a:pt x="249" y="1"/>
                </a:lnTo>
                <a:lnTo>
                  <a:pt x="245" y="1"/>
                </a:lnTo>
                <a:lnTo>
                  <a:pt x="245" y="0"/>
                </a:lnTo>
                <a:moveTo>
                  <a:pt x="253" y="0"/>
                </a:moveTo>
                <a:lnTo>
                  <a:pt x="257" y="0"/>
                </a:lnTo>
                <a:lnTo>
                  <a:pt x="257" y="1"/>
                </a:lnTo>
                <a:lnTo>
                  <a:pt x="253" y="1"/>
                </a:lnTo>
                <a:lnTo>
                  <a:pt x="253" y="0"/>
                </a:lnTo>
                <a:moveTo>
                  <a:pt x="261" y="0"/>
                </a:moveTo>
                <a:lnTo>
                  <a:pt x="265" y="0"/>
                </a:lnTo>
                <a:lnTo>
                  <a:pt x="265" y="1"/>
                </a:lnTo>
                <a:lnTo>
                  <a:pt x="261" y="1"/>
                </a:lnTo>
                <a:lnTo>
                  <a:pt x="261" y="0"/>
                </a:lnTo>
                <a:moveTo>
                  <a:pt x="269" y="0"/>
                </a:moveTo>
                <a:lnTo>
                  <a:pt x="273" y="0"/>
                </a:lnTo>
                <a:lnTo>
                  <a:pt x="273" y="1"/>
                </a:lnTo>
                <a:lnTo>
                  <a:pt x="269" y="1"/>
                </a:lnTo>
                <a:lnTo>
                  <a:pt x="269" y="0"/>
                </a:lnTo>
                <a:moveTo>
                  <a:pt x="277" y="0"/>
                </a:moveTo>
                <a:lnTo>
                  <a:pt x="281" y="0"/>
                </a:lnTo>
                <a:lnTo>
                  <a:pt x="281" y="1"/>
                </a:lnTo>
                <a:lnTo>
                  <a:pt x="277" y="1"/>
                </a:lnTo>
                <a:lnTo>
                  <a:pt x="277" y="0"/>
                </a:lnTo>
                <a:moveTo>
                  <a:pt x="285" y="0"/>
                </a:moveTo>
                <a:lnTo>
                  <a:pt x="289" y="0"/>
                </a:lnTo>
                <a:lnTo>
                  <a:pt x="289" y="1"/>
                </a:lnTo>
                <a:lnTo>
                  <a:pt x="285" y="1"/>
                </a:lnTo>
                <a:lnTo>
                  <a:pt x="285" y="0"/>
                </a:lnTo>
                <a:moveTo>
                  <a:pt x="293" y="0"/>
                </a:moveTo>
                <a:lnTo>
                  <a:pt x="297" y="0"/>
                </a:lnTo>
                <a:lnTo>
                  <a:pt x="297" y="1"/>
                </a:lnTo>
                <a:lnTo>
                  <a:pt x="293" y="1"/>
                </a:lnTo>
                <a:lnTo>
                  <a:pt x="293" y="0"/>
                </a:lnTo>
                <a:moveTo>
                  <a:pt x="301" y="0"/>
                </a:moveTo>
                <a:lnTo>
                  <a:pt x="305" y="0"/>
                </a:lnTo>
                <a:lnTo>
                  <a:pt x="305" y="1"/>
                </a:lnTo>
                <a:lnTo>
                  <a:pt x="301" y="1"/>
                </a:lnTo>
                <a:lnTo>
                  <a:pt x="301" y="0"/>
                </a:lnTo>
                <a:moveTo>
                  <a:pt x="309" y="0"/>
                </a:moveTo>
                <a:lnTo>
                  <a:pt x="312" y="0"/>
                </a:lnTo>
                <a:lnTo>
                  <a:pt x="312" y="1"/>
                </a:lnTo>
                <a:lnTo>
                  <a:pt x="309" y="1"/>
                </a:lnTo>
                <a:lnTo>
                  <a:pt x="309" y="0"/>
                </a:lnTo>
                <a:moveTo>
                  <a:pt x="316" y="0"/>
                </a:moveTo>
                <a:lnTo>
                  <a:pt x="320" y="0"/>
                </a:lnTo>
                <a:lnTo>
                  <a:pt x="320" y="1"/>
                </a:lnTo>
                <a:lnTo>
                  <a:pt x="316" y="1"/>
                </a:lnTo>
                <a:lnTo>
                  <a:pt x="316" y="0"/>
                </a:lnTo>
                <a:moveTo>
                  <a:pt x="324" y="0"/>
                </a:moveTo>
                <a:lnTo>
                  <a:pt x="328" y="0"/>
                </a:lnTo>
                <a:lnTo>
                  <a:pt x="328" y="1"/>
                </a:lnTo>
                <a:lnTo>
                  <a:pt x="324" y="1"/>
                </a:lnTo>
                <a:lnTo>
                  <a:pt x="324" y="0"/>
                </a:lnTo>
                <a:moveTo>
                  <a:pt x="332" y="0"/>
                </a:moveTo>
                <a:lnTo>
                  <a:pt x="336" y="0"/>
                </a:lnTo>
                <a:lnTo>
                  <a:pt x="336" y="1"/>
                </a:lnTo>
                <a:lnTo>
                  <a:pt x="332" y="1"/>
                </a:lnTo>
                <a:lnTo>
                  <a:pt x="332" y="0"/>
                </a:lnTo>
                <a:moveTo>
                  <a:pt x="340" y="0"/>
                </a:moveTo>
                <a:lnTo>
                  <a:pt x="344" y="0"/>
                </a:lnTo>
                <a:lnTo>
                  <a:pt x="344" y="1"/>
                </a:lnTo>
                <a:lnTo>
                  <a:pt x="340" y="1"/>
                </a:lnTo>
                <a:lnTo>
                  <a:pt x="340" y="0"/>
                </a:lnTo>
                <a:moveTo>
                  <a:pt x="348" y="0"/>
                </a:moveTo>
                <a:lnTo>
                  <a:pt x="352" y="0"/>
                </a:lnTo>
                <a:lnTo>
                  <a:pt x="352" y="1"/>
                </a:lnTo>
                <a:lnTo>
                  <a:pt x="348" y="1"/>
                </a:lnTo>
                <a:lnTo>
                  <a:pt x="348" y="0"/>
                </a:lnTo>
                <a:moveTo>
                  <a:pt x="356" y="0"/>
                </a:moveTo>
                <a:lnTo>
                  <a:pt x="360" y="0"/>
                </a:lnTo>
                <a:lnTo>
                  <a:pt x="360" y="1"/>
                </a:lnTo>
                <a:lnTo>
                  <a:pt x="356" y="1"/>
                </a:lnTo>
                <a:lnTo>
                  <a:pt x="356" y="0"/>
                </a:lnTo>
                <a:moveTo>
                  <a:pt x="364" y="0"/>
                </a:moveTo>
                <a:lnTo>
                  <a:pt x="368" y="0"/>
                </a:lnTo>
                <a:lnTo>
                  <a:pt x="368" y="1"/>
                </a:lnTo>
                <a:lnTo>
                  <a:pt x="364" y="1"/>
                </a:lnTo>
                <a:lnTo>
                  <a:pt x="364" y="0"/>
                </a:lnTo>
                <a:moveTo>
                  <a:pt x="372" y="0"/>
                </a:moveTo>
                <a:lnTo>
                  <a:pt x="376" y="0"/>
                </a:lnTo>
                <a:lnTo>
                  <a:pt x="376" y="1"/>
                </a:lnTo>
                <a:lnTo>
                  <a:pt x="372" y="1"/>
                </a:lnTo>
                <a:lnTo>
                  <a:pt x="372" y="0"/>
                </a:lnTo>
                <a:moveTo>
                  <a:pt x="380" y="0"/>
                </a:moveTo>
                <a:lnTo>
                  <a:pt x="384" y="0"/>
                </a:lnTo>
                <a:lnTo>
                  <a:pt x="384" y="1"/>
                </a:lnTo>
                <a:lnTo>
                  <a:pt x="380" y="1"/>
                </a:lnTo>
                <a:lnTo>
                  <a:pt x="380" y="0"/>
                </a:lnTo>
                <a:moveTo>
                  <a:pt x="388" y="0"/>
                </a:moveTo>
                <a:lnTo>
                  <a:pt x="391" y="0"/>
                </a:lnTo>
                <a:lnTo>
                  <a:pt x="391" y="1"/>
                </a:lnTo>
                <a:lnTo>
                  <a:pt x="388" y="1"/>
                </a:lnTo>
                <a:lnTo>
                  <a:pt x="388" y="0"/>
                </a:lnTo>
                <a:moveTo>
                  <a:pt x="395" y="0"/>
                </a:moveTo>
                <a:lnTo>
                  <a:pt x="399" y="0"/>
                </a:lnTo>
                <a:lnTo>
                  <a:pt x="399" y="1"/>
                </a:lnTo>
                <a:lnTo>
                  <a:pt x="395" y="1"/>
                </a:lnTo>
                <a:lnTo>
                  <a:pt x="395" y="0"/>
                </a:lnTo>
                <a:moveTo>
                  <a:pt x="403" y="0"/>
                </a:moveTo>
                <a:lnTo>
                  <a:pt x="407" y="0"/>
                </a:lnTo>
                <a:lnTo>
                  <a:pt x="407" y="1"/>
                </a:lnTo>
                <a:lnTo>
                  <a:pt x="403" y="1"/>
                </a:lnTo>
                <a:lnTo>
                  <a:pt x="403" y="0"/>
                </a:lnTo>
                <a:moveTo>
                  <a:pt x="411" y="0"/>
                </a:moveTo>
                <a:lnTo>
                  <a:pt x="415" y="0"/>
                </a:lnTo>
                <a:lnTo>
                  <a:pt x="415" y="1"/>
                </a:lnTo>
                <a:lnTo>
                  <a:pt x="411" y="1"/>
                </a:lnTo>
                <a:lnTo>
                  <a:pt x="411" y="0"/>
                </a:lnTo>
                <a:moveTo>
                  <a:pt x="419" y="0"/>
                </a:moveTo>
                <a:lnTo>
                  <a:pt x="423" y="0"/>
                </a:lnTo>
                <a:lnTo>
                  <a:pt x="423" y="1"/>
                </a:lnTo>
                <a:lnTo>
                  <a:pt x="419" y="1"/>
                </a:lnTo>
                <a:lnTo>
                  <a:pt x="419" y="0"/>
                </a:lnTo>
                <a:moveTo>
                  <a:pt x="427" y="0"/>
                </a:moveTo>
                <a:lnTo>
                  <a:pt x="431" y="0"/>
                </a:lnTo>
                <a:lnTo>
                  <a:pt x="431" y="1"/>
                </a:lnTo>
                <a:lnTo>
                  <a:pt x="427" y="1"/>
                </a:lnTo>
                <a:lnTo>
                  <a:pt x="427" y="0"/>
                </a:lnTo>
                <a:moveTo>
                  <a:pt x="435" y="0"/>
                </a:moveTo>
                <a:lnTo>
                  <a:pt x="439" y="0"/>
                </a:lnTo>
                <a:lnTo>
                  <a:pt x="439" y="1"/>
                </a:lnTo>
                <a:lnTo>
                  <a:pt x="435" y="1"/>
                </a:lnTo>
                <a:lnTo>
                  <a:pt x="435" y="0"/>
                </a:lnTo>
                <a:moveTo>
                  <a:pt x="443" y="0"/>
                </a:moveTo>
                <a:lnTo>
                  <a:pt x="447" y="0"/>
                </a:lnTo>
                <a:lnTo>
                  <a:pt x="447" y="1"/>
                </a:lnTo>
                <a:lnTo>
                  <a:pt x="443" y="1"/>
                </a:lnTo>
                <a:lnTo>
                  <a:pt x="443" y="0"/>
                </a:lnTo>
                <a:moveTo>
                  <a:pt x="451" y="0"/>
                </a:moveTo>
                <a:lnTo>
                  <a:pt x="455" y="0"/>
                </a:lnTo>
                <a:lnTo>
                  <a:pt x="455" y="1"/>
                </a:lnTo>
                <a:lnTo>
                  <a:pt x="451" y="1"/>
                </a:lnTo>
                <a:lnTo>
                  <a:pt x="451" y="0"/>
                </a:lnTo>
                <a:moveTo>
                  <a:pt x="459" y="0"/>
                </a:moveTo>
                <a:lnTo>
                  <a:pt x="463" y="0"/>
                </a:lnTo>
                <a:lnTo>
                  <a:pt x="463" y="1"/>
                </a:lnTo>
                <a:lnTo>
                  <a:pt x="459" y="1"/>
                </a:lnTo>
                <a:lnTo>
                  <a:pt x="459" y="0"/>
                </a:lnTo>
                <a:moveTo>
                  <a:pt x="466" y="0"/>
                </a:moveTo>
                <a:lnTo>
                  <a:pt x="470" y="0"/>
                </a:lnTo>
                <a:lnTo>
                  <a:pt x="470" y="1"/>
                </a:lnTo>
                <a:lnTo>
                  <a:pt x="466" y="1"/>
                </a:lnTo>
                <a:lnTo>
                  <a:pt x="466" y="0"/>
                </a:lnTo>
                <a:moveTo>
                  <a:pt x="474" y="0"/>
                </a:moveTo>
                <a:lnTo>
                  <a:pt x="478" y="0"/>
                </a:lnTo>
                <a:lnTo>
                  <a:pt x="478" y="1"/>
                </a:lnTo>
                <a:lnTo>
                  <a:pt x="474" y="1"/>
                </a:lnTo>
                <a:lnTo>
                  <a:pt x="474" y="0"/>
                </a:lnTo>
                <a:moveTo>
                  <a:pt x="482" y="0"/>
                </a:moveTo>
                <a:lnTo>
                  <a:pt x="486" y="0"/>
                </a:lnTo>
                <a:lnTo>
                  <a:pt x="486" y="1"/>
                </a:lnTo>
                <a:lnTo>
                  <a:pt x="482" y="1"/>
                </a:lnTo>
                <a:lnTo>
                  <a:pt x="482" y="0"/>
                </a:lnTo>
                <a:moveTo>
                  <a:pt x="490" y="0"/>
                </a:moveTo>
                <a:lnTo>
                  <a:pt x="494" y="0"/>
                </a:lnTo>
                <a:lnTo>
                  <a:pt x="494" y="1"/>
                </a:lnTo>
                <a:lnTo>
                  <a:pt x="490" y="1"/>
                </a:lnTo>
                <a:lnTo>
                  <a:pt x="490" y="0"/>
                </a:lnTo>
                <a:moveTo>
                  <a:pt x="498" y="0"/>
                </a:moveTo>
                <a:lnTo>
                  <a:pt x="502" y="0"/>
                </a:lnTo>
                <a:lnTo>
                  <a:pt x="502" y="1"/>
                </a:lnTo>
                <a:lnTo>
                  <a:pt x="498" y="1"/>
                </a:lnTo>
                <a:lnTo>
                  <a:pt x="498" y="0"/>
                </a:lnTo>
                <a:moveTo>
                  <a:pt x="506" y="0"/>
                </a:moveTo>
                <a:lnTo>
                  <a:pt x="510" y="0"/>
                </a:lnTo>
                <a:lnTo>
                  <a:pt x="510" y="1"/>
                </a:lnTo>
                <a:lnTo>
                  <a:pt x="506" y="1"/>
                </a:lnTo>
                <a:lnTo>
                  <a:pt x="506" y="0"/>
                </a:lnTo>
                <a:moveTo>
                  <a:pt x="514" y="0"/>
                </a:moveTo>
                <a:lnTo>
                  <a:pt x="518" y="0"/>
                </a:lnTo>
                <a:lnTo>
                  <a:pt x="518" y="1"/>
                </a:lnTo>
                <a:lnTo>
                  <a:pt x="514" y="1"/>
                </a:lnTo>
                <a:lnTo>
                  <a:pt x="514" y="0"/>
                </a:lnTo>
                <a:moveTo>
                  <a:pt x="522" y="0"/>
                </a:moveTo>
                <a:lnTo>
                  <a:pt x="526" y="0"/>
                </a:lnTo>
                <a:lnTo>
                  <a:pt x="526" y="1"/>
                </a:lnTo>
                <a:lnTo>
                  <a:pt x="522" y="1"/>
                </a:lnTo>
                <a:lnTo>
                  <a:pt x="522" y="0"/>
                </a:lnTo>
                <a:moveTo>
                  <a:pt x="530" y="0"/>
                </a:moveTo>
                <a:lnTo>
                  <a:pt x="534" y="0"/>
                </a:lnTo>
                <a:lnTo>
                  <a:pt x="534" y="1"/>
                </a:lnTo>
                <a:lnTo>
                  <a:pt x="530" y="1"/>
                </a:lnTo>
                <a:lnTo>
                  <a:pt x="530" y="0"/>
                </a:lnTo>
                <a:moveTo>
                  <a:pt x="538" y="0"/>
                </a:moveTo>
                <a:lnTo>
                  <a:pt x="542" y="0"/>
                </a:lnTo>
                <a:lnTo>
                  <a:pt x="542" y="1"/>
                </a:lnTo>
                <a:lnTo>
                  <a:pt x="538" y="1"/>
                </a:lnTo>
                <a:lnTo>
                  <a:pt x="538" y="0"/>
                </a:lnTo>
                <a:moveTo>
                  <a:pt x="545" y="0"/>
                </a:moveTo>
                <a:lnTo>
                  <a:pt x="549" y="0"/>
                </a:lnTo>
                <a:lnTo>
                  <a:pt x="549" y="1"/>
                </a:lnTo>
                <a:lnTo>
                  <a:pt x="545" y="1"/>
                </a:lnTo>
                <a:lnTo>
                  <a:pt x="545" y="0"/>
                </a:lnTo>
                <a:moveTo>
                  <a:pt x="553" y="0"/>
                </a:moveTo>
                <a:lnTo>
                  <a:pt x="557" y="0"/>
                </a:lnTo>
                <a:lnTo>
                  <a:pt x="557" y="1"/>
                </a:lnTo>
                <a:lnTo>
                  <a:pt x="553" y="1"/>
                </a:lnTo>
                <a:lnTo>
                  <a:pt x="553" y="0"/>
                </a:lnTo>
                <a:moveTo>
                  <a:pt x="561" y="0"/>
                </a:moveTo>
                <a:lnTo>
                  <a:pt x="565" y="0"/>
                </a:lnTo>
                <a:lnTo>
                  <a:pt x="565" y="1"/>
                </a:lnTo>
                <a:lnTo>
                  <a:pt x="561" y="1"/>
                </a:lnTo>
                <a:lnTo>
                  <a:pt x="561" y="0"/>
                </a:lnTo>
                <a:moveTo>
                  <a:pt x="569" y="0"/>
                </a:moveTo>
                <a:lnTo>
                  <a:pt x="573" y="0"/>
                </a:lnTo>
                <a:lnTo>
                  <a:pt x="573" y="1"/>
                </a:lnTo>
                <a:lnTo>
                  <a:pt x="569" y="1"/>
                </a:lnTo>
                <a:lnTo>
                  <a:pt x="569" y="0"/>
                </a:lnTo>
                <a:moveTo>
                  <a:pt x="577" y="0"/>
                </a:moveTo>
                <a:lnTo>
                  <a:pt x="581" y="0"/>
                </a:lnTo>
                <a:lnTo>
                  <a:pt x="581" y="1"/>
                </a:lnTo>
                <a:lnTo>
                  <a:pt x="577" y="1"/>
                </a:lnTo>
                <a:lnTo>
                  <a:pt x="577" y="0"/>
                </a:lnTo>
                <a:moveTo>
                  <a:pt x="585" y="0"/>
                </a:moveTo>
                <a:lnTo>
                  <a:pt x="589" y="0"/>
                </a:lnTo>
                <a:lnTo>
                  <a:pt x="589" y="1"/>
                </a:lnTo>
                <a:lnTo>
                  <a:pt x="585" y="1"/>
                </a:lnTo>
                <a:lnTo>
                  <a:pt x="585" y="0"/>
                </a:lnTo>
                <a:moveTo>
                  <a:pt x="593" y="0"/>
                </a:moveTo>
                <a:lnTo>
                  <a:pt x="597" y="0"/>
                </a:lnTo>
                <a:lnTo>
                  <a:pt x="597" y="1"/>
                </a:lnTo>
                <a:lnTo>
                  <a:pt x="593" y="1"/>
                </a:lnTo>
                <a:lnTo>
                  <a:pt x="593" y="0"/>
                </a:lnTo>
                <a:moveTo>
                  <a:pt x="601" y="0"/>
                </a:moveTo>
                <a:lnTo>
                  <a:pt x="605" y="0"/>
                </a:lnTo>
                <a:lnTo>
                  <a:pt x="605" y="1"/>
                </a:lnTo>
                <a:lnTo>
                  <a:pt x="601" y="1"/>
                </a:lnTo>
                <a:lnTo>
                  <a:pt x="601" y="0"/>
                </a:lnTo>
                <a:moveTo>
                  <a:pt x="609" y="0"/>
                </a:moveTo>
                <a:lnTo>
                  <a:pt x="613" y="0"/>
                </a:lnTo>
                <a:lnTo>
                  <a:pt x="613" y="1"/>
                </a:lnTo>
                <a:lnTo>
                  <a:pt x="609" y="1"/>
                </a:lnTo>
                <a:lnTo>
                  <a:pt x="609" y="0"/>
                </a:lnTo>
                <a:moveTo>
                  <a:pt x="617" y="0"/>
                </a:moveTo>
                <a:lnTo>
                  <a:pt x="620" y="0"/>
                </a:lnTo>
                <a:lnTo>
                  <a:pt x="620" y="1"/>
                </a:lnTo>
                <a:lnTo>
                  <a:pt x="617" y="1"/>
                </a:lnTo>
                <a:lnTo>
                  <a:pt x="617" y="0"/>
                </a:lnTo>
                <a:moveTo>
                  <a:pt x="624" y="0"/>
                </a:moveTo>
                <a:lnTo>
                  <a:pt x="628" y="0"/>
                </a:lnTo>
                <a:lnTo>
                  <a:pt x="628" y="1"/>
                </a:lnTo>
                <a:lnTo>
                  <a:pt x="624" y="1"/>
                </a:lnTo>
                <a:lnTo>
                  <a:pt x="624" y="0"/>
                </a:lnTo>
                <a:moveTo>
                  <a:pt x="632" y="0"/>
                </a:moveTo>
                <a:lnTo>
                  <a:pt x="636" y="0"/>
                </a:lnTo>
                <a:lnTo>
                  <a:pt x="636" y="1"/>
                </a:lnTo>
                <a:lnTo>
                  <a:pt x="632" y="1"/>
                </a:lnTo>
                <a:lnTo>
                  <a:pt x="632" y="0"/>
                </a:lnTo>
                <a:moveTo>
                  <a:pt x="640" y="0"/>
                </a:moveTo>
                <a:lnTo>
                  <a:pt x="644" y="0"/>
                </a:lnTo>
                <a:lnTo>
                  <a:pt x="644" y="1"/>
                </a:lnTo>
                <a:lnTo>
                  <a:pt x="640" y="1"/>
                </a:lnTo>
                <a:lnTo>
                  <a:pt x="640" y="0"/>
                </a:lnTo>
                <a:moveTo>
                  <a:pt x="648" y="0"/>
                </a:moveTo>
                <a:lnTo>
                  <a:pt x="652" y="0"/>
                </a:lnTo>
                <a:lnTo>
                  <a:pt x="652" y="1"/>
                </a:lnTo>
                <a:lnTo>
                  <a:pt x="648" y="1"/>
                </a:lnTo>
                <a:lnTo>
                  <a:pt x="648" y="0"/>
                </a:lnTo>
                <a:moveTo>
                  <a:pt x="656" y="0"/>
                </a:moveTo>
                <a:lnTo>
                  <a:pt x="660" y="0"/>
                </a:lnTo>
                <a:lnTo>
                  <a:pt x="660" y="1"/>
                </a:lnTo>
                <a:lnTo>
                  <a:pt x="656" y="1"/>
                </a:lnTo>
                <a:lnTo>
                  <a:pt x="656" y="0"/>
                </a:lnTo>
                <a:moveTo>
                  <a:pt x="664" y="0"/>
                </a:moveTo>
                <a:lnTo>
                  <a:pt x="668" y="0"/>
                </a:lnTo>
                <a:lnTo>
                  <a:pt x="668" y="1"/>
                </a:lnTo>
                <a:lnTo>
                  <a:pt x="664" y="1"/>
                </a:lnTo>
                <a:lnTo>
                  <a:pt x="664" y="0"/>
                </a:lnTo>
                <a:moveTo>
                  <a:pt x="672" y="0"/>
                </a:moveTo>
                <a:lnTo>
                  <a:pt x="676" y="0"/>
                </a:lnTo>
                <a:lnTo>
                  <a:pt x="676" y="1"/>
                </a:lnTo>
                <a:lnTo>
                  <a:pt x="672" y="1"/>
                </a:lnTo>
                <a:lnTo>
                  <a:pt x="672" y="0"/>
                </a:lnTo>
                <a:moveTo>
                  <a:pt x="680" y="0"/>
                </a:moveTo>
                <a:lnTo>
                  <a:pt x="684" y="0"/>
                </a:lnTo>
                <a:lnTo>
                  <a:pt x="684" y="1"/>
                </a:lnTo>
                <a:lnTo>
                  <a:pt x="680" y="1"/>
                </a:lnTo>
                <a:lnTo>
                  <a:pt x="680" y="0"/>
                </a:lnTo>
                <a:moveTo>
                  <a:pt x="688" y="0"/>
                </a:moveTo>
                <a:lnTo>
                  <a:pt x="692" y="0"/>
                </a:lnTo>
                <a:lnTo>
                  <a:pt x="692" y="1"/>
                </a:lnTo>
                <a:lnTo>
                  <a:pt x="688" y="1"/>
                </a:lnTo>
                <a:lnTo>
                  <a:pt x="688" y="0"/>
                </a:lnTo>
                <a:moveTo>
                  <a:pt x="696" y="0"/>
                </a:moveTo>
                <a:lnTo>
                  <a:pt x="699" y="0"/>
                </a:lnTo>
                <a:lnTo>
                  <a:pt x="699" y="1"/>
                </a:lnTo>
                <a:lnTo>
                  <a:pt x="696" y="1"/>
                </a:lnTo>
                <a:lnTo>
                  <a:pt x="696" y="0"/>
                </a:lnTo>
                <a:moveTo>
                  <a:pt x="703" y="0"/>
                </a:moveTo>
                <a:lnTo>
                  <a:pt x="707" y="0"/>
                </a:lnTo>
                <a:lnTo>
                  <a:pt x="707" y="1"/>
                </a:lnTo>
                <a:lnTo>
                  <a:pt x="703" y="1"/>
                </a:lnTo>
                <a:lnTo>
                  <a:pt x="703" y="0"/>
                </a:lnTo>
                <a:moveTo>
                  <a:pt x="711" y="0"/>
                </a:moveTo>
                <a:lnTo>
                  <a:pt x="715" y="0"/>
                </a:lnTo>
                <a:lnTo>
                  <a:pt x="715" y="1"/>
                </a:lnTo>
                <a:lnTo>
                  <a:pt x="711" y="1"/>
                </a:lnTo>
                <a:lnTo>
                  <a:pt x="711" y="0"/>
                </a:lnTo>
                <a:moveTo>
                  <a:pt x="719" y="0"/>
                </a:moveTo>
                <a:lnTo>
                  <a:pt x="723" y="0"/>
                </a:lnTo>
                <a:lnTo>
                  <a:pt x="723" y="1"/>
                </a:lnTo>
                <a:lnTo>
                  <a:pt x="719" y="1"/>
                </a:lnTo>
                <a:lnTo>
                  <a:pt x="719" y="0"/>
                </a:lnTo>
                <a:moveTo>
                  <a:pt x="727" y="0"/>
                </a:moveTo>
                <a:lnTo>
                  <a:pt x="731" y="0"/>
                </a:lnTo>
                <a:lnTo>
                  <a:pt x="731" y="1"/>
                </a:lnTo>
                <a:lnTo>
                  <a:pt x="727" y="1"/>
                </a:lnTo>
                <a:lnTo>
                  <a:pt x="727" y="0"/>
                </a:lnTo>
                <a:moveTo>
                  <a:pt x="735" y="0"/>
                </a:moveTo>
                <a:lnTo>
                  <a:pt x="739" y="0"/>
                </a:lnTo>
                <a:lnTo>
                  <a:pt x="739" y="1"/>
                </a:lnTo>
                <a:lnTo>
                  <a:pt x="735" y="1"/>
                </a:lnTo>
                <a:lnTo>
                  <a:pt x="735" y="0"/>
                </a:lnTo>
                <a:moveTo>
                  <a:pt x="743" y="0"/>
                </a:moveTo>
                <a:lnTo>
                  <a:pt x="747" y="0"/>
                </a:lnTo>
                <a:lnTo>
                  <a:pt x="747" y="1"/>
                </a:lnTo>
                <a:lnTo>
                  <a:pt x="743" y="1"/>
                </a:lnTo>
                <a:lnTo>
                  <a:pt x="743" y="0"/>
                </a:lnTo>
                <a:moveTo>
                  <a:pt x="751" y="0"/>
                </a:moveTo>
                <a:lnTo>
                  <a:pt x="755" y="0"/>
                </a:lnTo>
                <a:lnTo>
                  <a:pt x="755" y="1"/>
                </a:lnTo>
                <a:lnTo>
                  <a:pt x="751" y="1"/>
                </a:lnTo>
                <a:lnTo>
                  <a:pt x="751" y="0"/>
                </a:lnTo>
                <a:moveTo>
                  <a:pt x="759" y="0"/>
                </a:moveTo>
                <a:lnTo>
                  <a:pt x="763" y="0"/>
                </a:lnTo>
                <a:lnTo>
                  <a:pt x="763" y="1"/>
                </a:lnTo>
                <a:lnTo>
                  <a:pt x="759" y="1"/>
                </a:lnTo>
                <a:lnTo>
                  <a:pt x="759" y="0"/>
                </a:lnTo>
                <a:moveTo>
                  <a:pt x="767" y="0"/>
                </a:moveTo>
                <a:lnTo>
                  <a:pt x="771" y="0"/>
                </a:lnTo>
                <a:lnTo>
                  <a:pt x="771" y="1"/>
                </a:lnTo>
                <a:lnTo>
                  <a:pt x="767" y="1"/>
                </a:lnTo>
                <a:lnTo>
                  <a:pt x="767" y="0"/>
                </a:lnTo>
                <a:moveTo>
                  <a:pt x="775" y="0"/>
                </a:moveTo>
                <a:lnTo>
                  <a:pt x="778" y="0"/>
                </a:lnTo>
                <a:lnTo>
                  <a:pt x="778" y="1"/>
                </a:lnTo>
                <a:lnTo>
                  <a:pt x="775" y="1"/>
                </a:lnTo>
                <a:lnTo>
                  <a:pt x="775" y="0"/>
                </a:lnTo>
                <a:moveTo>
                  <a:pt x="782" y="0"/>
                </a:moveTo>
                <a:lnTo>
                  <a:pt x="786" y="0"/>
                </a:lnTo>
                <a:lnTo>
                  <a:pt x="786" y="1"/>
                </a:lnTo>
                <a:lnTo>
                  <a:pt x="782" y="1"/>
                </a:lnTo>
                <a:lnTo>
                  <a:pt x="782" y="0"/>
                </a:lnTo>
                <a:moveTo>
                  <a:pt x="790" y="0"/>
                </a:moveTo>
                <a:lnTo>
                  <a:pt x="794" y="0"/>
                </a:lnTo>
                <a:lnTo>
                  <a:pt x="794" y="1"/>
                </a:lnTo>
                <a:lnTo>
                  <a:pt x="790" y="1"/>
                </a:lnTo>
                <a:lnTo>
                  <a:pt x="790" y="0"/>
                </a:lnTo>
                <a:moveTo>
                  <a:pt x="798" y="0"/>
                </a:moveTo>
                <a:lnTo>
                  <a:pt x="802" y="0"/>
                </a:lnTo>
                <a:lnTo>
                  <a:pt x="802" y="1"/>
                </a:lnTo>
                <a:lnTo>
                  <a:pt x="798" y="1"/>
                </a:lnTo>
                <a:lnTo>
                  <a:pt x="798" y="0"/>
                </a:lnTo>
                <a:moveTo>
                  <a:pt x="806" y="0"/>
                </a:moveTo>
                <a:lnTo>
                  <a:pt x="810" y="0"/>
                </a:lnTo>
                <a:lnTo>
                  <a:pt x="810" y="1"/>
                </a:lnTo>
                <a:lnTo>
                  <a:pt x="806" y="1"/>
                </a:lnTo>
                <a:lnTo>
                  <a:pt x="806" y="0"/>
                </a:lnTo>
                <a:moveTo>
                  <a:pt x="814" y="0"/>
                </a:moveTo>
                <a:lnTo>
                  <a:pt x="818" y="0"/>
                </a:lnTo>
                <a:lnTo>
                  <a:pt x="818" y="1"/>
                </a:lnTo>
                <a:lnTo>
                  <a:pt x="814" y="1"/>
                </a:lnTo>
                <a:lnTo>
                  <a:pt x="814" y="0"/>
                </a:lnTo>
                <a:moveTo>
                  <a:pt x="822" y="0"/>
                </a:moveTo>
                <a:lnTo>
                  <a:pt x="826" y="0"/>
                </a:lnTo>
                <a:lnTo>
                  <a:pt x="826" y="1"/>
                </a:lnTo>
                <a:lnTo>
                  <a:pt x="822" y="1"/>
                </a:lnTo>
                <a:lnTo>
                  <a:pt x="822" y="0"/>
                </a:lnTo>
                <a:moveTo>
                  <a:pt x="830" y="0"/>
                </a:moveTo>
                <a:lnTo>
                  <a:pt x="834" y="0"/>
                </a:lnTo>
                <a:lnTo>
                  <a:pt x="834" y="1"/>
                </a:lnTo>
                <a:lnTo>
                  <a:pt x="830" y="1"/>
                </a:lnTo>
                <a:lnTo>
                  <a:pt x="830" y="0"/>
                </a:lnTo>
                <a:moveTo>
                  <a:pt x="838" y="0"/>
                </a:moveTo>
                <a:lnTo>
                  <a:pt x="842" y="0"/>
                </a:lnTo>
                <a:lnTo>
                  <a:pt x="842" y="1"/>
                </a:lnTo>
                <a:lnTo>
                  <a:pt x="838" y="1"/>
                </a:lnTo>
                <a:lnTo>
                  <a:pt x="838" y="0"/>
                </a:lnTo>
                <a:moveTo>
                  <a:pt x="846" y="0"/>
                </a:moveTo>
                <a:lnTo>
                  <a:pt x="850" y="0"/>
                </a:lnTo>
                <a:lnTo>
                  <a:pt x="850" y="1"/>
                </a:lnTo>
                <a:lnTo>
                  <a:pt x="846" y="1"/>
                </a:lnTo>
                <a:lnTo>
                  <a:pt x="846" y="0"/>
                </a:lnTo>
                <a:moveTo>
                  <a:pt x="853" y="0"/>
                </a:moveTo>
                <a:lnTo>
                  <a:pt x="857" y="0"/>
                </a:lnTo>
                <a:lnTo>
                  <a:pt x="857" y="1"/>
                </a:lnTo>
                <a:lnTo>
                  <a:pt x="853" y="1"/>
                </a:lnTo>
                <a:lnTo>
                  <a:pt x="853" y="0"/>
                </a:lnTo>
                <a:moveTo>
                  <a:pt x="861" y="0"/>
                </a:moveTo>
                <a:lnTo>
                  <a:pt x="865" y="0"/>
                </a:lnTo>
                <a:lnTo>
                  <a:pt x="865" y="1"/>
                </a:lnTo>
                <a:lnTo>
                  <a:pt x="861" y="1"/>
                </a:lnTo>
                <a:lnTo>
                  <a:pt x="861" y="0"/>
                </a:lnTo>
                <a:moveTo>
                  <a:pt x="869" y="0"/>
                </a:moveTo>
                <a:lnTo>
                  <a:pt x="873" y="0"/>
                </a:lnTo>
                <a:lnTo>
                  <a:pt x="873" y="1"/>
                </a:lnTo>
                <a:lnTo>
                  <a:pt x="869" y="1"/>
                </a:lnTo>
                <a:lnTo>
                  <a:pt x="869" y="0"/>
                </a:lnTo>
                <a:moveTo>
                  <a:pt x="877" y="0"/>
                </a:moveTo>
                <a:lnTo>
                  <a:pt x="881" y="0"/>
                </a:lnTo>
                <a:lnTo>
                  <a:pt x="881" y="1"/>
                </a:lnTo>
                <a:lnTo>
                  <a:pt x="877" y="1"/>
                </a:lnTo>
                <a:lnTo>
                  <a:pt x="877" y="0"/>
                </a:lnTo>
                <a:moveTo>
                  <a:pt x="885" y="0"/>
                </a:moveTo>
                <a:lnTo>
                  <a:pt x="889" y="0"/>
                </a:lnTo>
                <a:lnTo>
                  <a:pt x="889" y="1"/>
                </a:lnTo>
                <a:lnTo>
                  <a:pt x="885" y="1"/>
                </a:lnTo>
                <a:lnTo>
                  <a:pt x="885" y="0"/>
                </a:lnTo>
                <a:moveTo>
                  <a:pt x="893" y="0"/>
                </a:moveTo>
                <a:lnTo>
                  <a:pt x="897" y="0"/>
                </a:lnTo>
                <a:lnTo>
                  <a:pt x="897" y="1"/>
                </a:lnTo>
                <a:lnTo>
                  <a:pt x="893" y="1"/>
                </a:lnTo>
                <a:lnTo>
                  <a:pt x="893" y="0"/>
                </a:lnTo>
                <a:moveTo>
                  <a:pt x="901" y="0"/>
                </a:moveTo>
                <a:lnTo>
                  <a:pt x="905" y="0"/>
                </a:lnTo>
                <a:lnTo>
                  <a:pt x="905" y="1"/>
                </a:lnTo>
                <a:lnTo>
                  <a:pt x="901" y="1"/>
                </a:lnTo>
                <a:lnTo>
                  <a:pt x="901" y="0"/>
                </a:lnTo>
                <a:moveTo>
                  <a:pt x="909" y="0"/>
                </a:moveTo>
                <a:lnTo>
                  <a:pt x="913" y="0"/>
                </a:lnTo>
                <a:lnTo>
                  <a:pt x="913" y="1"/>
                </a:lnTo>
                <a:lnTo>
                  <a:pt x="909" y="1"/>
                </a:lnTo>
                <a:lnTo>
                  <a:pt x="909" y="0"/>
                </a:lnTo>
                <a:moveTo>
                  <a:pt x="917" y="0"/>
                </a:moveTo>
                <a:lnTo>
                  <a:pt x="921" y="0"/>
                </a:lnTo>
                <a:lnTo>
                  <a:pt x="921" y="1"/>
                </a:lnTo>
                <a:lnTo>
                  <a:pt x="917" y="1"/>
                </a:lnTo>
                <a:lnTo>
                  <a:pt x="917" y="0"/>
                </a:lnTo>
                <a:moveTo>
                  <a:pt x="925" y="0"/>
                </a:moveTo>
                <a:lnTo>
                  <a:pt x="929" y="0"/>
                </a:lnTo>
                <a:lnTo>
                  <a:pt x="929" y="1"/>
                </a:lnTo>
                <a:lnTo>
                  <a:pt x="925" y="1"/>
                </a:lnTo>
                <a:lnTo>
                  <a:pt x="925" y="0"/>
                </a:lnTo>
                <a:moveTo>
                  <a:pt x="932" y="0"/>
                </a:moveTo>
                <a:lnTo>
                  <a:pt x="936" y="0"/>
                </a:lnTo>
                <a:lnTo>
                  <a:pt x="936" y="1"/>
                </a:lnTo>
                <a:lnTo>
                  <a:pt x="932" y="1"/>
                </a:lnTo>
                <a:lnTo>
                  <a:pt x="932" y="0"/>
                </a:lnTo>
                <a:moveTo>
                  <a:pt x="940" y="0"/>
                </a:moveTo>
                <a:lnTo>
                  <a:pt x="944" y="0"/>
                </a:lnTo>
                <a:lnTo>
                  <a:pt x="944" y="1"/>
                </a:lnTo>
                <a:lnTo>
                  <a:pt x="940" y="1"/>
                </a:lnTo>
                <a:lnTo>
                  <a:pt x="940" y="0"/>
                </a:lnTo>
                <a:close/>
              </a:path>
            </a:pathLst>
          </a:custGeom>
          <a:solidFill>
            <a:srgbClr val="d3d3d3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1142640" y="3371760"/>
            <a:ext cx="360" cy="225720"/>
          </a:xfrm>
          <a:custGeom>
            <a:avLst/>
            <a:gdLst/>
            <a:ahLst/>
            <a:rect l="0" t="0" r="r" b="b"/>
            <a:pathLst>
              <a:path w="1" h="627">
                <a:moveTo>
                  <a:pt x="1" y="0"/>
                </a:moveTo>
                <a:lnTo>
                  <a:pt x="1" y="4"/>
                </a:lnTo>
                <a:lnTo>
                  <a:pt x="0" y="4"/>
                </a:lnTo>
                <a:lnTo>
                  <a:pt x="0" y="0"/>
                </a:lnTo>
                <a:lnTo>
                  <a:pt x="1" y="0"/>
                </a:lnTo>
                <a:moveTo>
                  <a:pt x="1" y="8"/>
                </a:moveTo>
                <a:lnTo>
                  <a:pt x="1" y="12"/>
                </a:lnTo>
                <a:lnTo>
                  <a:pt x="0" y="12"/>
                </a:lnTo>
                <a:lnTo>
                  <a:pt x="0" y="8"/>
                </a:lnTo>
                <a:lnTo>
                  <a:pt x="1" y="8"/>
                </a:lnTo>
                <a:moveTo>
                  <a:pt x="1" y="16"/>
                </a:moveTo>
                <a:lnTo>
                  <a:pt x="1" y="20"/>
                </a:lnTo>
                <a:lnTo>
                  <a:pt x="0" y="20"/>
                </a:lnTo>
                <a:lnTo>
                  <a:pt x="0" y="16"/>
                </a:lnTo>
                <a:lnTo>
                  <a:pt x="1" y="16"/>
                </a:lnTo>
                <a:moveTo>
                  <a:pt x="1" y="23"/>
                </a:moveTo>
                <a:lnTo>
                  <a:pt x="1" y="27"/>
                </a:lnTo>
                <a:lnTo>
                  <a:pt x="0" y="27"/>
                </a:lnTo>
                <a:lnTo>
                  <a:pt x="0" y="23"/>
                </a:lnTo>
                <a:lnTo>
                  <a:pt x="1" y="23"/>
                </a:lnTo>
                <a:moveTo>
                  <a:pt x="1" y="31"/>
                </a:moveTo>
                <a:lnTo>
                  <a:pt x="1" y="35"/>
                </a:lnTo>
                <a:lnTo>
                  <a:pt x="0" y="35"/>
                </a:lnTo>
                <a:lnTo>
                  <a:pt x="0" y="31"/>
                </a:lnTo>
                <a:lnTo>
                  <a:pt x="1" y="31"/>
                </a:lnTo>
                <a:moveTo>
                  <a:pt x="1" y="39"/>
                </a:moveTo>
                <a:lnTo>
                  <a:pt x="1" y="43"/>
                </a:lnTo>
                <a:lnTo>
                  <a:pt x="0" y="43"/>
                </a:lnTo>
                <a:lnTo>
                  <a:pt x="0" y="39"/>
                </a:lnTo>
                <a:lnTo>
                  <a:pt x="1" y="39"/>
                </a:lnTo>
                <a:moveTo>
                  <a:pt x="1" y="47"/>
                </a:moveTo>
                <a:lnTo>
                  <a:pt x="1" y="51"/>
                </a:lnTo>
                <a:lnTo>
                  <a:pt x="0" y="51"/>
                </a:lnTo>
                <a:lnTo>
                  <a:pt x="0" y="47"/>
                </a:lnTo>
                <a:lnTo>
                  <a:pt x="1" y="47"/>
                </a:lnTo>
                <a:moveTo>
                  <a:pt x="1" y="55"/>
                </a:moveTo>
                <a:lnTo>
                  <a:pt x="1" y="59"/>
                </a:lnTo>
                <a:lnTo>
                  <a:pt x="0" y="59"/>
                </a:lnTo>
                <a:lnTo>
                  <a:pt x="0" y="55"/>
                </a:lnTo>
                <a:lnTo>
                  <a:pt x="1" y="55"/>
                </a:lnTo>
                <a:moveTo>
                  <a:pt x="1" y="63"/>
                </a:moveTo>
                <a:lnTo>
                  <a:pt x="1" y="67"/>
                </a:lnTo>
                <a:lnTo>
                  <a:pt x="0" y="67"/>
                </a:lnTo>
                <a:lnTo>
                  <a:pt x="0" y="63"/>
                </a:lnTo>
                <a:lnTo>
                  <a:pt x="1" y="63"/>
                </a:lnTo>
                <a:moveTo>
                  <a:pt x="1" y="71"/>
                </a:moveTo>
                <a:lnTo>
                  <a:pt x="1" y="75"/>
                </a:lnTo>
                <a:lnTo>
                  <a:pt x="0" y="75"/>
                </a:lnTo>
                <a:lnTo>
                  <a:pt x="0" y="71"/>
                </a:lnTo>
                <a:lnTo>
                  <a:pt x="1" y="71"/>
                </a:lnTo>
                <a:moveTo>
                  <a:pt x="1" y="79"/>
                </a:moveTo>
                <a:lnTo>
                  <a:pt x="1" y="83"/>
                </a:lnTo>
                <a:lnTo>
                  <a:pt x="0" y="83"/>
                </a:lnTo>
                <a:lnTo>
                  <a:pt x="0" y="79"/>
                </a:lnTo>
                <a:lnTo>
                  <a:pt x="1" y="79"/>
                </a:lnTo>
                <a:moveTo>
                  <a:pt x="1" y="87"/>
                </a:moveTo>
                <a:lnTo>
                  <a:pt x="1" y="90"/>
                </a:lnTo>
                <a:lnTo>
                  <a:pt x="0" y="90"/>
                </a:lnTo>
                <a:lnTo>
                  <a:pt x="0" y="87"/>
                </a:lnTo>
                <a:lnTo>
                  <a:pt x="1" y="87"/>
                </a:lnTo>
                <a:moveTo>
                  <a:pt x="1" y="94"/>
                </a:moveTo>
                <a:lnTo>
                  <a:pt x="1" y="98"/>
                </a:lnTo>
                <a:lnTo>
                  <a:pt x="0" y="98"/>
                </a:lnTo>
                <a:lnTo>
                  <a:pt x="0" y="94"/>
                </a:lnTo>
                <a:lnTo>
                  <a:pt x="1" y="94"/>
                </a:lnTo>
                <a:moveTo>
                  <a:pt x="1" y="102"/>
                </a:moveTo>
                <a:lnTo>
                  <a:pt x="1" y="106"/>
                </a:lnTo>
                <a:lnTo>
                  <a:pt x="0" y="106"/>
                </a:lnTo>
                <a:lnTo>
                  <a:pt x="0" y="102"/>
                </a:lnTo>
                <a:lnTo>
                  <a:pt x="1" y="102"/>
                </a:lnTo>
                <a:moveTo>
                  <a:pt x="1" y="110"/>
                </a:moveTo>
                <a:lnTo>
                  <a:pt x="1" y="114"/>
                </a:lnTo>
                <a:lnTo>
                  <a:pt x="0" y="114"/>
                </a:lnTo>
                <a:lnTo>
                  <a:pt x="0" y="110"/>
                </a:lnTo>
                <a:lnTo>
                  <a:pt x="1" y="110"/>
                </a:lnTo>
                <a:moveTo>
                  <a:pt x="1" y="118"/>
                </a:moveTo>
                <a:lnTo>
                  <a:pt x="1" y="122"/>
                </a:lnTo>
                <a:lnTo>
                  <a:pt x="0" y="122"/>
                </a:lnTo>
                <a:lnTo>
                  <a:pt x="0" y="118"/>
                </a:lnTo>
                <a:lnTo>
                  <a:pt x="1" y="118"/>
                </a:lnTo>
                <a:moveTo>
                  <a:pt x="1" y="126"/>
                </a:moveTo>
                <a:lnTo>
                  <a:pt x="1" y="130"/>
                </a:lnTo>
                <a:lnTo>
                  <a:pt x="0" y="130"/>
                </a:lnTo>
                <a:lnTo>
                  <a:pt x="0" y="126"/>
                </a:lnTo>
                <a:lnTo>
                  <a:pt x="1" y="126"/>
                </a:lnTo>
                <a:moveTo>
                  <a:pt x="1" y="134"/>
                </a:moveTo>
                <a:lnTo>
                  <a:pt x="1" y="138"/>
                </a:lnTo>
                <a:lnTo>
                  <a:pt x="0" y="138"/>
                </a:lnTo>
                <a:lnTo>
                  <a:pt x="0" y="134"/>
                </a:lnTo>
                <a:lnTo>
                  <a:pt x="1" y="134"/>
                </a:lnTo>
                <a:moveTo>
                  <a:pt x="1" y="142"/>
                </a:moveTo>
                <a:lnTo>
                  <a:pt x="1" y="146"/>
                </a:lnTo>
                <a:lnTo>
                  <a:pt x="0" y="146"/>
                </a:lnTo>
                <a:lnTo>
                  <a:pt x="0" y="142"/>
                </a:lnTo>
                <a:lnTo>
                  <a:pt x="1" y="142"/>
                </a:lnTo>
                <a:moveTo>
                  <a:pt x="1" y="150"/>
                </a:moveTo>
                <a:lnTo>
                  <a:pt x="1" y="154"/>
                </a:lnTo>
                <a:lnTo>
                  <a:pt x="0" y="154"/>
                </a:lnTo>
                <a:lnTo>
                  <a:pt x="0" y="150"/>
                </a:lnTo>
                <a:lnTo>
                  <a:pt x="1" y="150"/>
                </a:lnTo>
                <a:moveTo>
                  <a:pt x="1" y="158"/>
                </a:moveTo>
                <a:lnTo>
                  <a:pt x="1" y="161"/>
                </a:lnTo>
                <a:lnTo>
                  <a:pt x="0" y="161"/>
                </a:lnTo>
                <a:lnTo>
                  <a:pt x="0" y="158"/>
                </a:lnTo>
                <a:lnTo>
                  <a:pt x="1" y="158"/>
                </a:lnTo>
                <a:moveTo>
                  <a:pt x="1" y="165"/>
                </a:moveTo>
                <a:lnTo>
                  <a:pt x="1" y="169"/>
                </a:lnTo>
                <a:lnTo>
                  <a:pt x="0" y="169"/>
                </a:lnTo>
                <a:lnTo>
                  <a:pt x="0" y="165"/>
                </a:lnTo>
                <a:lnTo>
                  <a:pt x="1" y="165"/>
                </a:lnTo>
                <a:moveTo>
                  <a:pt x="1" y="173"/>
                </a:moveTo>
                <a:lnTo>
                  <a:pt x="1" y="177"/>
                </a:lnTo>
                <a:lnTo>
                  <a:pt x="0" y="177"/>
                </a:lnTo>
                <a:lnTo>
                  <a:pt x="0" y="173"/>
                </a:lnTo>
                <a:lnTo>
                  <a:pt x="1" y="173"/>
                </a:lnTo>
                <a:moveTo>
                  <a:pt x="1" y="181"/>
                </a:moveTo>
                <a:lnTo>
                  <a:pt x="1" y="185"/>
                </a:lnTo>
                <a:lnTo>
                  <a:pt x="0" y="185"/>
                </a:lnTo>
                <a:lnTo>
                  <a:pt x="0" y="181"/>
                </a:lnTo>
                <a:lnTo>
                  <a:pt x="1" y="181"/>
                </a:lnTo>
                <a:moveTo>
                  <a:pt x="1" y="189"/>
                </a:moveTo>
                <a:lnTo>
                  <a:pt x="1" y="193"/>
                </a:lnTo>
                <a:lnTo>
                  <a:pt x="0" y="193"/>
                </a:lnTo>
                <a:lnTo>
                  <a:pt x="0" y="189"/>
                </a:lnTo>
                <a:lnTo>
                  <a:pt x="1" y="189"/>
                </a:lnTo>
                <a:moveTo>
                  <a:pt x="1" y="197"/>
                </a:moveTo>
                <a:lnTo>
                  <a:pt x="1" y="201"/>
                </a:lnTo>
                <a:lnTo>
                  <a:pt x="0" y="201"/>
                </a:lnTo>
                <a:lnTo>
                  <a:pt x="0" y="197"/>
                </a:lnTo>
                <a:lnTo>
                  <a:pt x="1" y="197"/>
                </a:lnTo>
                <a:moveTo>
                  <a:pt x="1" y="205"/>
                </a:moveTo>
                <a:lnTo>
                  <a:pt x="1" y="209"/>
                </a:lnTo>
                <a:lnTo>
                  <a:pt x="0" y="209"/>
                </a:lnTo>
                <a:lnTo>
                  <a:pt x="0" y="205"/>
                </a:lnTo>
                <a:lnTo>
                  <a:pt x="1" y="205"/>
                </a:lnTo>
                <a:moveTo>
                  <a:pt x="1" y="213"/>
                </a:moveTo>
                <a:lnTo>
                  <a:pt x="1" y="217"/>
                </a:lnTo>
                <a:lnTo>
                  <a:pt x="0" y="217"/>
                </a:lnTo>
                <a:lnTo>
                  <a:pt x="0" y="213"/>
                </a:lnTo>
                <a:lnTo>
                  <a:pt x="1" y="213"/>
                </a:lnTo>
                <a:moveTo>
                  <a:pt x="1" y="221"/>
                </a:moveTo>
                <a:lnTo>
                  <a:pt x="1" y="225"/>
                </a:lnTo>
                <a:lnTo>
                  <a:pt x="0" y="225"/>
                </a:lnTo>
                <a:lnTo>
                  <a:pt x="0" y="221"/>
                </a:lnTo>
                <a:lnTo>
                  <a:pt x="1" y="221"/>
                </a:lnTo>
                <a:moveTo>
                  <a:pt x="1" y="228"/>
                </a:moveTo>
                <a:lnTo>
                  <a:pt x="1" y="232"/>
                </a:lnTo>
                <a:lnTo>
                  <a:pt x="0" y="232"/>
                </a:lnTo>
                <a:lnTo>
                  <a:pt x="0" y="228"/>
                </a:lnTo>
                <a:lnTo>
                  <a:pt x="1" y="228"/>
                </a:lnTo>
                <a:moveTo>
                  <a:pt x="1" y="236"/>
                </a:moveTo>
                <a:lnTo>
                  <a:pt x="1" y="240"/>
                </a:lnTo>
                <a:lnTo>
                  <a:pt x="0" y="240"/>
                </a:lnTo>
                <a:lnTo>
                  <a:pt x="0" y="236"/>
                </a:lnTo>
                <a:lnTo>
                  <a:pt x="1" y="236"/>
                </a:lnTo>
                <a:moveTo>
                  <a:pt x="1" y="244"/>
                </a:moveTo>
                <a:lnTo>
                  <a:pt x="1" y="248"/>
                </a:lnTo>
                <a:lnTo>
                  <a:pt x="0" y="248"/>
                </a:lnTo>
                <a:lnTo>
                  <a:pt x="0" y="244"/>
                </a:lnTo>
                <a:lnTo>
                  <a:pt x="1" y="244"/>
                </a:lnTo>
                <a:moveTo>
                  <a:pt x="1" y="252"/>
                </a:moveTo>
                <a:lnTo>
                  <a:pt x="1" y="256"/>
                </a:lnTo>
                <a:lnTo>
                  <a:pt x="0" y="256"/>
                </a:lnTo>
                <a:lnTo>
                  <a:pt x="0" y="252"/>
                </a:lnTo>
                <a:lnTo>
                  <a:pt x="1" y="252"/>
                </a:lnTo>
                <a:moveTo>
                  <a:pt x="1" y="260"/>
                </a:moveTo>
                <a:lnTo>
                  <a:pt x="1" y="264"/>
                </a:lnTo>
                <a:lnTo>
                  <a:pt x="0" y="264"/>
                </a:lnTo>
                <a:lnTo>
                  <a:pt x="0" y="260"/>
                </a:lnTo>
                <a:lnTo>
                  <a:pt x="1" y="260"/>
                </a:lnTo>
                <a:moveTo>
                  <a:pt x="1" y="268"/>
                </a:moveTo>
                <a:lnTo>
                  <a:pt x="1" y="272"/>
                </a:lnTo>
                <a:lnTo>
                  <a:pt x="0" y="272"/>
                </a:lnTo>
                <a:lnTo>
                  <a:pt x="0" y="268"/>
                </a:lnTo>
                <a:lnTo>
                  <a:pt x="1" y="268"/>
                </a:lnTo>
                <a:moveTo>
                  <a:pt x="1" y="276"/>
                </a:moveTo>
                <a:lnTo>
                  <a:pt x="1" y="280"/>
                </a:lnTo>
                <a:lnTo>
                  <a:pt x="0" y="280"/>
                </a:lnTo>
                <a:lnTo>
                  <a:pt x="0" y="276"/>
                </a:lnTo>
                <a:lnTo>
                  <a:pt x="1" y="276"/>
                </a:lnTo>
                <a:moveTo>
                  <a:pt x="1" y="284"/>
                </a:moveTo>
                <a:lnTo>
                  <a:pt x="1" y="288"/>
                </a:lnTo>
                <a:lnTo>
                  <a:pt x="0" y="288"/>
                </a:lnTo>
                <a:lnTo>
                  <a:pt x="0" y="284"/>
                </a:lnTo>
                <a:lnTo>
                  <a:pt x="1" y="284"/>
                </a:lnTo>
                <a:moveTo>
                  <a:pt x="1" y="292"/>
                </a:moveTo>
                <a:lnTo>
                  <a:pt x="1" y="296"/>
                </a:lnTo>
                <a:lnTo>
                  <a:pt x="0" y="296"/>
                </a:lnTo>
                <a:lnTo>
                  <a:pt x="0" y="292"/>
                </a:lnTo>
                <a:lnTo>
                  <a:pt x="1" y="292"/>
                </a:lnTo>
                <a:moveTo>
                  <a:pt x="1" y="299"/>
                </a:moveTo>
                <a:lnTo>
                  <a:pt x="1" y="303"/>
                </a:lnTo>
                <a:lnTo>
                  <a:pt x="0" y="303"/>
                </a:lnTo>
                <a:lnTo>
                  <a:pt x="0" y="299"/>
                </a:lnTo>
                <a:lnTo>
                  <a:pt x="1" y="299"/>
                </a:lnTo>
                <a:moveTo>
                  <a:pt x="1" y="307"/>
                </a:moveTo>
                <a:lnTo>
                  <a:pt x="1" y="311"/>
                </a:lnTo>
                <a:lnTo>
                  <a:pt x="0" y="311"/>
                </a:lnTo>
                <a:lnTo>
                  <a:pt x="0" y="307"/>
                </a:lnTo>
                <a:lnTo>
                  <a:pt x="1" y="307"/>
                </a:lnTo>
                <a:moveTo>
                  <a:pt x="1" y="315"/>
                </a:moveTo>
                <a:lnTo>
                  <a:pt x="1" y="319"/>
                </a:lnTo>
                <a:lnTo>
                  <a:pt x="0" y="319"/>
                </a:lnTo>
                <a:lnTo>
                  <a:pt x="0" y="315"/>
                </a:lnTo>
                <a:lnTo>
                  <a:pt x="1" y="315"/>
                </a:lnTo>
                <a:moveTo>
                  <a:pt x="1" y="323"/>
                </a:moveTo>
                <a:lnTo>
                  <a:pt x="1" y="327"/>
                </a:lnTo>
                <a:lnTo>
                  <a:pt x="0" y="327"/>
                </a:lnTo>
                <a:lnTo>
                  <a:pt x="0" y="323"/>
                </a:lnTo>
                <a:lnTo>
                  <a:pt x="1" y="323"/>
                </a:lnTo>
                <a:moveTo>
                  <a:pt x="1" y="331"/>
                </a:moveTo>
                <a:lnTo>
                  <a:pt x="1" y="335"/>
                </a:lnTo>
                <a:lnTo>
                  <a:pt x="0" y="335"/>
                </a:lnTo>
                <a:lnTo>
                  <a:pt x="0" y="331"/>
                </a:lnTo>
                <a:lnTo>
                  <a:pt x="1" y="331"/>
                </a:lnTo>
                <a:moveTo>
                  <a:pt x="1" y="339"/>
                </a:moveTo>
                <a:lnTo>
                  <a:pt x="1" y="343"/>
                </a:lnTo>
                <a:lnTo>
                  <a:pt x="0" y="343"/>
                </a:lnTo>
                <a:lnTo>
                  <a:pt x="0" y="339"/>
                </a:lnTo>
                <a:lnTo>
                  <a:pt x="1" y="339"/>
                </a:lnTo>
                <a:moveTo>
                  <a:pt x="1" y="347"/>
                </a:moveTo>
                <a:lnTo>
                  <a:pt x="1" y="351"/>
                </a:lnTo>
                <a:lnTo>
                  <a:pt x="0" y="351"/>
                </a:lnTo>
                <a:lnTo>
                  <a:pt x="0" y="347"/>
                </a:lnTo>
                <a:lnTo>
                  <a:pt x="1" y="347"/>
                </a:lnTo>
                <a:moveTo>
                  <a:pt x="1" y="355"/>
                </a:moveTo>
                <a:lnTo>
                  <a:pt x="1" y="359"/>
                </a:lnTo>
                <a:lnTo>
                  <a:pt x="0" y="359"/>
                </a:lnTo>
                <a:lnTo>
                  <a:pt x="0" y="355"/>
                </a:lnTo>
                <a:lnTo>
                  <a:pt x="1" y="355"/>
                </a:lnTo>
                <a:moveTo>
                  <a:pt x="1" y="363"/>
                </a:moveTo>
                <a:lnTo>
                  <a:pt x="1" y="367"/>
                </a:lnTo>
                <a:lnTo>
                  <a:pt x="0" y="367"/>
                </a:lnTo>
                <a:lnTo>
                  <a:pt x="0" y="363"/>
                </a:lnTo>
                <a:lnTo>
                  <a:pt x="1" y="363"/>
                </a:lnTo>
                <a:moveTo>
                  <a:pt x="1" y="370"/>
                </a:moveTo>
                <a:lnTo>
                  <a:pt x="1" y="374"/>
                </a:lnTo>
                <a:lnTo>
                  <a:pt x="0" y="374"/>
                </a:lnTo>
                <a:lnTo>
                  <a:pt x="0" y="370"/>
                </a:lnTo>
                <a:lnTo>
                  <a:pt x="1" y="370"/>
                </a:lnTo>
                <a:moveTo>
                  <a:pt x="1" y="378"/>
                </a:moveTo>
                <a:lnTo>
                  <a:pt x="1" y="382"/>
                </a:lnTo>
                <a:lnTo>
                  <a:pt x="0" y="382"/>
                </a:lnTo>
                <a:lnTo>
                  <a:pt x="0" y="378"/>
                </a:lnTo>
                <a:lnTo>
                  <a:pt x="1" y="378"/>
                </a:lnTo>
                <a:moveTo>
                  <a:pt x="1" y="386"/>
                </a:moveTo>
                <a:lnTo>
                  <a:pt x="1" y="390"/>
                </a:lnTo>
                <a:lnTo>
                  <a:pt x="0" y="390"/>
                </a:lnTo>
                <a:lnTo>
                  <a:pt x="0" y="386"/>
                </a:lnTo>
                <a:lnTo>
                  <a:pt x="1" y="386"/>
                </a:lnTo>
                <a:moveTo>
                  <a:pt x="1" y="394"/>
                </a:moveTo>
                <a:lnTo>
                  <a:pt x="1" y="398"/>
                </a:lnTo>
                <a:lnTo>
                  <a:pt x="0" y="398"/>
                </a:lnTo>
                <a:lnTo>
                  <a:pt x="0" y="394"/>
                </a:lnTo>
                <a:lnTo>
                  <a:pt x="1" y="394"/>
                </a:lnTo>
                <a:moveTo>
                  <a:pt x="1" y="402"/>
                </a:moveTo>
                <a:lnTo>
                  <a:pt x="1" y="406"/>
                </a:lnTo>
                <a:lnTo>
                  <a:pt x="0" y="406"/>
                </a:lnTo>
                <a:lnTo>
                  <a:pt x="0" y="402"/>
                </a:lnTo>
                <a:lnTo>
                  <a:pt x="1" y="402"/>
                </a:lnTo>
                <a:moveTo>
                  <a:pt x="1" y="410"/>
                </a:moveTo>
                <a:lnTo>
                  <a:pt x="1" y="414"/>
                </a:lnTo>
                <a:lnTo>
                  <a:pt x="0" y="414"/>
                </a:lnTo>
                <a:lnTo>
                  <a:pt x="0" y="410"/>
                </a:lnTo>
                <a:lnTo>
                  <a:pt x="1" y="410"/>
                </a:lnTo>
                <a:moveTo>
                  <a:pt x="1" y="418"/>
                </a:moveTo>
                <a:lnTo>
                  <a:pt x="1" y="422"/>
                </a:lnTo>
                <a:lnTo>
                  <a:pt x="0" y="422"/>
                </a:lnTo>
                <a:lnTo>
                  <a:pt x="0" y="418"/>
                </a:lnTo>
                <a:lnTo>
                  <a:pt x="1" y="418"/>
                </a:lnTo>
                <a:moveTo>
                  <a:pt x="1" y="426"/>
                </a:moveTo>
                <a:lnTo>
                  <a:pt x="1" y="430"/>
                </a:lnTo>
                <a:lnTo>
                  <a:pt x="0" y="430"/>
                </a:lnTo>
                <a:lnTo>
                  <a:pt x="0" y="426"/>
                </a:lnTo>
                <a:lnTo>
                  <a:pt x="1" y="426"/>
                </a:lnTo>
                <a:moveTo>
                  <a:pt x="1" y="434"/>
                </a:moveTo>
                <a:lnTo>
                  <a:pt x="1" y="437"/>
                </a:lnTo>
                <a:lnTo>
                  <a:pt x="0" y="437"/>
                </a:lnTo>
                <a:lnTo>
                  <a:pt x="0" y="434"/>
                </a:lnTo>
                <a:lnTo>
                  <a:pt x="1" y="434"/>
                </a:lnTo>
                <a:moveTo>
                  <a:pt x="1" y="441"/>
                </a:moveTo>
                <a:lnTo>
                  <a:pt x="1" y="445"/>
                </a:lnTo>
                <a:lnTo>
                  <a:pt x="0" y="445"/>
                </a:lnTo>
                <a:lnTo>
                  <a:pt x="0" y="441"/>
                </a:lnTo>
                <a:lnTo>
                  <a:pt x="1" y="441"/>
                </a:lnTo>
                <a:moveTo>
                  <a:pt x="1" y="449"/>
                </a:moveTo>
                <a:lnTo>
                  <a:pt x="1" y="453"/>
                </a:lnTo>
                <a:lnTo>
                  <a:pt x="0" y="453"/>
                </a:lnTo>
                <a:lnTo>
                  <a:pt x="0" y="449"/>
                </a:lnTo>
                <a:lnTo>
                  <a:pt x="1" y="449"/>
                </a:lnTo>
                <a:moveTo>
                  <a:pt x="1" y="457"/>
                </a:moveTo>
                <a:lnTo>
                  <a:pt x="1" y="461"/>
                </a:lnTo>
                <a:lnTo>
                  <a:pt x="0" y="461"/>
                </a:lnTo>
                <a:lnTo>
                  <a:pt x="0" y="457"/>
                </a:lnTo>
                <a:lnTo>
                  <a:pt x="1" y="457"/>
                </a:lnTo>
                <a:moveTo>
                  <a:pt x="1" y="465"/>
                </a:moveTo>
                <a:lnTo>
                  <a:pt x="1" y="469"/>
                </a:lnTo>
                <a:lnTo>
                  <a:pt x="0" y="469"/>
                </a:lnTo>
                <a:lnTo>
                  <a:pt x="0" y="465"/>
                </a:lnTo>
                <a:lnTo>
                  <a:pt x="1" y="465"/>
                </a:lnTo>
                <a:moveTo>
                  <a:pt x="1" y="473"/>
                </a:moveTo>
                <a:lnTo>
                  <a:pt x="1" y="477"/>
                </a:lnTo>
                <a:lnTo>
                  <a:pt x="0" y="477"/>
                </a:lnTo>
                <a:lnTo>
                  <a:pt x="0" y="473"/>
                </a:lnTo>
                <a:lnTo>
                  <a:pt x="1" y="473"/>
                </a:lnTo>
                <a:moveTo>
                  <a:pt x="1" y="481"/>
                </a:moveTo>
                <a:lnTo>
                  <a:pt x="1" y="485"/>
                </a:lnTo>
                <a:lnTo>
                  <a:pt x="0" y="485"/>
                </a:lnTo>
                <a:lnTo>
                  <a:pt x="0" y="481"/>
                </a:lnTo>
                <a:lnTo>
                  <a:pt x="1" y="481"/>
                </a:lnTo>
                <a:moveTo>
                  <a:pt x="1" y="489"/>
                </a:moveTo>
                <a:lnTo>
                  <a:pt x="1" y="493"/>
                </a:lnTo>
                <a:lnTo>
                  <a:pt x="0" y="493"/>
                </a:lnTo>
                <a:lnTo>
                  <a:pt x="0" y="489"/>
                </a:lnTo>
                <a:lnTo>
                  <a:pt x="1" y="489"/>
                </a:lnTo>
                <a:moveTo>
                  <a:pt x="1" y="497"/>
                </a:moveTo>
                <a:lnTo>
                  <a:pt x="1" y="501"/>
                </a:lnTo>
                <a:lnTo>
                  <a:pt x="0" y="501"/>
                </a:lnTo>
                <a:lnTo>
                  <a:pt x="0" y="497"/>
                </a:lnTo>
                <a:lnTo>
                  <a:pt x="1" y="497"/>
                </a:lnTo>
                <a:moveTo>
                  <a:pt x="1" y="505"/>
                </a:moveTo>
                <a:lnTo>
                  <a:pt x="1" y="508"/>
                </a:lnTo>
                <a:lnTo>
                  <a:pt x="0" y="508"/>
                </a:lnTo>
                <a:lnTo>
                  <a:pt x="0" y="505"/>
                </a:lnTo>
                <a:lnTo>
                  <a:pt x="1" y="505"/>
                </a:lnTo>
                <a:moveTo>
                  <a:pt x="1" y="512"/>
                </a:moveTo>
                <a:lnTo>
                  <a:pt x="1" y="516"/>
                </a:lnTo>
                <a:lnTo>
                  <a:pt x="0" y="516"/>
                </a:lnTo>
                <a:lnTo>
                  <a:pt x="0" y="512"/>
                </a:lnTo>
                <a:lnTo>
                  <a:pt x="1" y="512"/>
                </a:lnTo>
                <a:moveTo>
                  <a:pt x="1" y="520"/>
                </a:moveTo>
                <a:lnTo>
                  <a:pt x="1" y="524"/>
                </a:lnTo>
                <a:lnTo>
                  <a:pt x="0" y="524"/>
                </a:lnTo>
                <a:lnTo>
                  <a:pt x="0" y="520"/>
                </a:lnTo>
                <a:lnTo>
                  <a:pt x="1" y="520"/>
                </a:lnTo>
                <a:moveTo>
                  <a:pt x="1" y="528"/>
                </a:moveTo>
                <a:lnTo>
                  <a:pt x="1" y="532"/>
                </a:lnTo>
                <a:lnTo>
                  <a:pt x="0" y="532"/>
                </a:lnTo>
                <a:lnTo>
                  <a:pt x="0" y="528"/>
                </a:lnTo>
                <a:lnTo>
                  <a:pt x="1" y="528"/>
                </a:lnTo>
                <a:moveTo>
                  <a:pt x="1" y="536"/>
                </a:moveTo>
                <a:lnTo>
                  <a:pt x="1" y="540"/>
                </a:lnTo>
                <a:lnTo>
                  <a:pt x="0" y="540"/>
                </a:lnTo>
                <a:lnTo>
                  <a:pt x="0" y="536"/>
                </a:lnTo>
                <a:lnTo>
                  <a:pt x="1" y="536"/>
                </a:lnTo>
                <a:moveTo>
                  <a:pt x="1" y="544"/>
                </a:moveTo>
                <a:lnTo>
                  <a:pt x="1" y="548"/>
                </a:lnTo>
                <a:lnTo>
                  <a:pt x="0" y="548"/>
                </a:lnTo>
                <a:lnTo>
                  <a:pt x="0" y="544"/>
                </a:lnTo>
                <a:lnTo>
                  <a:pt x="1" y="544"/>
                </a:lnTo>
                <a:moveTo>
                  <a:pt x="1" y="552"/>
                </a:moveTo>
                <a:lnTo>
                  <a:pt x="1" y="556"/>
                </a:lnTo>
                <a:lnTo>
                  <a:pt x="0" y="556"/>
                </a:lnTo>
                <a:lnTo>
                  <a:pt x="0" y="552"/>
                </a:lnTo>
                <a:lnTo>
                  <a:pt x="1" y="552"/>
                </a:lnTo>
                <a:moveTo>
                  <a:pt x="1" y="560"/>
                </a:moveTo>
                <a:lnTo>
                  <a:pt x="1" y="564"/>
                </a:lnTo>
                <a:lnTo>
                  <a:pt x="0" y="564"/>
                </a:lnTo>
                <a:lnTo>
                  <a:pt x="0" y="560"/>
                </a:lnTo>
                <a:lnTo>
                  <a:pt x="1" y="560"/>
                </a:lnTo>
                <a:moveTo>
                  <a:pt x="1" y="568"/>
                </a:moveTo>
                <a:lnTo>
                  <a:pt x="1" y="572"/>
                </a:lnTo>
                <a:lnTo>
                  <a:pt x="0" y="572"/>
                </a:lnTo>
                <a:lnTo>
                  <a:pt x="0" y="568"/>
                </a:lnTo>
                <a:lnTo>
                  <a:pt x="1" y="568"/>
                </a:lnTo>
                <a:moveTo>
                  <a:pt x="1" y="575"/>
                </a:moveTo>
                <a:lnTo>
                  <a:pt x="1" y="579"/>
                </a:lnTo>
                <a:lnTo>
                  <a:pt x="0" y="579"/>
                </a:lnTo>
                <a:lnTo>
                  <a:pt x="0" y="575"/>
                </a:lnTo>
                <a:lnTo>
                  <a:pt x="1" y="575"/>
                </a:lnTo>
                <a:moveTo>
                  <a:pt x="1" y="583"/>
                </a:moveTo>
                <a:lnTo>
                  <a:pt x="1" y="587"/>
                </a:lnTo>
                <a:lnTo>
                  <a:pt x="0" y="587"/>
                </a:lnTo>
                <a:lnTo>
                  <a:pt x="0" y="583"/>
                </a:lnTo>
                <a:lnTo>
                  <a:pt x="1" y="583"/>
                </a:lnTo>
                <a:moveTo>
                  <a:pt x="1" y="591"/>
                </a:moveTo>
                <a:lnTo>
                  <a:pt x="1" y="595"/>
                </a:lnTo>
                <a:lnTo>
                  <a:pt x="0" y="595"/>
                </a:lnTo>
                <a:lnTo>
                  <a:pt x="0" y="591"/>
                </a:lnTo>
                <a:lnTo>
                  <a:pt x="1" y="591"/>
                </a:lnTo>
                <a:moveTo>
                  <a:pt x="1" y="599"/>
                </a:moveTo>
                <a:lnTo>
                  <a:pt x="1" y="603"/>
                </a:lnTo>
                <a:lnTo>
                  <a:pt x="0" y="603"/>
                </a:lnTo>
                <a:lnTo>
                  <a:pt x="0" y="599"/>
                </a:lnTo>
                <a:lnTo>
                  <a:pt x="1" y="599"/>
                </a:lnTo>
                <a:moveTo>
                  <a:pt x="1" y="607"/>
                </a:moveTo>
                <a:lnTo>
                  <a:pt x="1" y="611"/>
                </a:lnTo>
                <a:lnTo>
                  <a:pt x="0" y="611"/>
                </a:lnTo>
                <a:lnTo>
                  <a:pt x="0" y="607"/>
                </a:lnTo>
                <a:lnTo>
                  <a:pt x="1" y="607"/>
                </a:lnTo>
                <a:moveTo>
                  <a:pt x="1" y="615"/>
                </a:moveTo>
                <a:lnTo>
                  <a:pt x="1" y="619"/>
                </a:lnTo>
                <a:lnTo>
                  <a:pt x="0" y="619"/>
                </a:lnTo>
                <a:lnTo>
                  <a:pt x="0" y="615"/>
                </a:lnTo>
                <a:lnTo>
                  <a:pt x="1" y="615"/>
                </a:lnTo>
                <a:moveTo>
                  <a:pt x="1" y="623"/>
                </a:moveTo>
                <a:lnTo>
                  <a:pt x="1" y="627"/>
                </a:lnTo>
                <a:lnTo>
                  <a:pt x="0" y="627"/>
                </a:lnTo>
                <a:lnTo>
                  <a:pt x="0" y="623"/>
                </a:lnTo>
                <a:lnTo>
                  <a:pt x="1" y="623"/>
                </a:lnTo>
                <a:close/>
              </a:path>
            </a:pathLst>
          </a:custGeom>
          <a:solidFill>
            <a:srgbClr val="d3d3d3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2050200" y="3602880"/>
            <a:ext cx="376920" cy="88920"/>
          </a:xfrm>
          <a:custGeom>
            <a:avLst/>
            <a:gdLst/>
            <a:ahLst/>
            <a:rect l="0" t="0" r="r" b="b"/>
            <a:pathLst>
              <a:path w="1047" h="247">
                <a:moveTo>
                  <a:pt x="0" y="0"/>
                </a:moveTo>
                <a:lnTo>
                  <a:pt x="1047" y="0"/>
                </a:lnTo>
                <a:lnTo>
                  <a:pt x="1047" y="247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2050200" y="3602880"/>
            <a:ext cx="376920" cy="88920"/>
          </a:xfrm>
          <a:custGeom>
            <a:avLst/>
            <a:gdLst/>
            <a:ahLst/>
            <a:rect l="0" t="0" r="r" b="b"/>
            <a:pathLst>
              <a:path w="1047" h="247">
                <a:moveTo>
                  <a:pt x="0" y="0"/>
                </a:moveTo>
                <a:lnTo>
                  <a:pt x="1047" y="0"/>
                </a:lnTo>
                <a:lnTo>
                  <a:pt x="1047" y="247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/>
          <p:nvPr/>
        </p:nvSpPr>
        <p:spPr>
          <a:xfrm>
            <a:off x="2050200" y="3602880"/>
            <a:ext cx="376920" cy="88920"/>
          </a:xfrm>
          <a:custGeom>
            <a:avLst/>
            <a:gdLst/>
            <a:ahLst/>
            <a:rect l="0" t="0" r="r" b="b"/>
            <a:pathLst>
              <a:path w="1047" h="247">
                <a:moveTo>
                  <a:pt x="0" y="0"/>
                </a:moveTo>
                <a:lnTo>
                  <a:pt x="1047" y="0"/>
                </a:lnTo>
                <a:lnTo>
                  <a:pt x="1047" y="247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/>
          <p:nvPr/>
        </p:nvSpPr>
        <p:spPr>
          <a:xfrm>
            <a:off x="2096640" y="3626640"/>
            <a:ext cx="44280" cy="29160"/>
          </a:xfrm>
          <a:custGeom>
            <a:avLst/>
            <a:gdLst/>
            <a:ahLst/>
            <a:rect l="0" t="0" r="r" b="b"/>
            <a:pathLst>
              <a:path w="123" h="81">
                <a:moveTo>
                  <a:pt x="2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1"/>
                  <a:pt x="121" y="81"/>
                </a:cubicBezTo>
                <a:lnTo>
                  <a:pt x="2" y="81"/>
                </a:lnTo>
                <a:cubicBezTo>
                  <a:pt x="1" y="81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/>
          <p:nvPr/>
        </p:nvSpPr>
        <p:spPr>
          <a:xfrm>
            <a:off x="2096640" y="3626640"/>
            <a:ext cx="44280" cy="29160"/>
          </a:xfrm>
          <a:custGeom>
            <a:avLst/>
            <a:gdLst/>
            <a:ahLst/>
            <a:rect l="0" t="0" r="r" b="b"/>
            <a:pathLst>
              <a:path w="123" h="81">
                <a:moveTo>
                  <a:pt x="2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1"/>
                  <a:pt x="121" y="81"/>
                </a:cubicBezTo>
                <a:lnTo>
                  <a:pt x="2" y="81"/>
                </a:lnTo>
                <a:cubicBezTo>
                  <a:pt x="1" y="81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2063520" y="363348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2"/>
                </a:moveTo>
                <a:cubicBezTo>
                  <a:pt x="45" y="26"/>
                  <a:pt x="44" y="30"/>
                  <a:pt x="42" y="33"/>
                </a:cubicBezTo>
                <a:cubicBezTo>
                  <a:pt x="40" y="37"/>
                  <a:pt x="37" y="40"/>
                  <a:pt x="34" y="42"/>
                </a:cubicBezTo>
                <a:cubicBezTo>
                  <a:pt x="31" y="44"/>
                  <a:pt x="27" y="45"/>
                  <a:pt x="23" y="45"/>
                </a:cubicBezTo>
                <a:cubicBezTo>
                  <a:pt x="19" y="45"/>
                  <a:pt x="15" y="44"/>
                  <a:pt x="12" y="42"/>
                </a:cubicBezTo>
                <a:cubicBezTo>
                  <a:pt x="8" y="40"/>
                  <a:pt x="5" y="37"/>
                  <a:pt x="3" y="33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2" y="3"/>
                </a:cubicBezTo>
                <a:cubicBezTo>
                  <a:pt x="15" y="1"/>
                  <a:pt x="19" y="0"/>
                  <a:pt x="23" y="0"/>
                </a:cubicBezTo>
                <a:cubicBezTo>
                  <a:pt x="27" y="0"/>
                  <a:pt x="31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4" y="14"/>
                  <a:pt x="45" y="18"/>
                  <a:pt x="45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2063520" y="363348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2"/>
                </a:moveTo>
                <a:cubicBezTo>
                  <a:pt x="45" y="26"/>
                  <a:pt x="44" y="30"/>
                  <a:pt x="42" y="33"/>
                </a:cubicBezTo>
                <a:cubicBezTo>
                  <a:pt x="40" y="37"/>
                  <a:pt x="37" y="40"/>
                  <a:pt x="34" y="42"/>
                </a:cubicBezTo>
                <a:cubicBezTo>
                  <a:pt x="31" y="44"/>
                  <a:pt x="27" y="45"/>
                  <a:pt x="23" y="45"/>
                </a:cubicBezTo>
                <a:cubicBezTo>
                  <a:pt x="19" y="45"/>
                  <a:pt x="15" y="44"/>
                  <a:pt x="12" y="42"/>
                </a:cubicBezTo>
                <a:cubicBezTo>
                  <a:pt x="8" y="40"/>
                  <a:pt x="5" y="37"/>
                  <a:pt x="3" y="33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2" y="3"/>
                </a:cubicBezTo>
                <a:cubicBezTo>
                  <a:pt x="15" y="1"/>
                  <a:pt x="19" y="0"/>
                  <a:pt x="23" y="0"/>
                </a:cubicBezTo>
                <a:cubicBezTo>
                  <a:pt x="27" y="0"/>
                  <a:pt x="31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4" y="14"/>
                  <a:pt x="45" y="18"/>
                  <a:pt x="45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2063520" y="363348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3" y="41"/>
                  <a:pt x="4" y="33"/>
                  <a:pt x="4" y="23"/>
                </a:cubicBezTo>
                <a:cubicBezTo>
                  <a:pt x="4" y="13"/>
                  <a:pt x="13" y="4"/>
                  <a:pt x="23" y="4"/>
                </a:cubicBezTo>
                <a:cubicBezTo>
                  <a:pt x="33" y="4"/>
                  <a:pt x="41" y="13"/>
                  <a:pt x="41" y="23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6"/>
                </a:moveTo>
                <a:cubicBezTo>
                  <a:pt x="14" y="6"/>
                  <a:pt x="5" y="14"/>
                  <a:pt x="5" y="23"/>
                </a:cubicBezTo>
                <a:cubicBezTo>
                  <a:pt x="5" y="32"/>
                  <a:pt x="14" y="40"/>
                  <a:pt x="23" y="40"/>
                </a:cubicBezTo>
                <a:cubicBezTo>
                  <a:pt x="32" y="40"/>
                  <a:pt x="40" y="32"/>
                  <a:pt x="40" y="23"/>
                </a:cubicBezTo>
                <a:cubicBezTo>
                  <a:pt x="40" y="14"/>
                  <a:pt x="32" y="6"/>
                  <a:pt x="23" y="6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3" y="4"/>
                  <a:pt x="36" y="7"/>
                  <a:pt x="38" y="8"/>
                </a:cubicBezTo>
                <a:cubicBezTo>
                  <a:pt x="39" y="10"/>
                  <a:pt x="41" y="13"/>
                  <a:pt x="42" y="15"/>
                </a:cubicBezTo>
                <a:cubicBezTo>
                  <a:pt x="43" y="18"/>
                  <a:pt x="44" y="20"/>
                  <a:pt x="44" y="23"/>
                </a:cubicBezTo>
                <a:cubicBezTo>
                  <a:pt x="44" y="26"/>
                  <a:pt x="43" y="28"/>
                  <a:pt x="42" y="31"/>
                </a:cubicBezTo>
                <a:cubicBezTo>
                  <a:pt x="41" y="33"/>
                  <a:pt x="39" y="36"/>
                  <a:pt x="38" y="37"/>
                </a:cubicBezTo>
                <a:cubicBezTo>
                  <a:pt x="36" y="39"/>
                  <a:pt x="33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0" y="43"/>
                  <a:pt x="18" y="43"/>
                  <a:pt x="15" y="42"/>
                </a:cubicBezTo>
                <a:cubicBezTo>
                  <a:pt x="13" y="41"/>
                  <a:pt x="9" y="39"/>
                  <a:pt x="8" y="37"/>
                </a:cubicBezTo>
                <a:cubicBezTo>
                  <a:pt x="6" y="36"/>
                  <a:pt x="4" y="33"/>
                  <a:pt x="3" y="31"/>
                </a:cubicBezTo>
                <a:cubicBezTo>
                  <a:pt x="2" y="28"/>
                  <a:pt x="2" y="26"/>
                  <a:pt x="2" y="23"/>
                </a:cubicBezTo>
                <a:cubicBezTo>
                  <a:pt x="2" y="20"/>
                  <a:pt x="2" y="18"/>
                  <a:pt x="3" y="15"/>
                </a:cubicBezTo>
                <a:cubicBezTo>
                  <a:pt x="4" y="13"/>
                  <a:pt x="6" y="10"/>
                  <a:pt x="8" y="8"/>
                </a:cubicBezTo>
                <a:cubicBezTo>
                  <a:pt x="9" y="7"/>
                  <a:pt x="13" y="4"/>
                  <a:pt x="15" y="3"/>
                </a:cubicBezTo>
                <a:cubicBezTo>
                  <a:pt x="18" y="2"/>
                  <a:pt x="20" y="1"/>
                  <a:pt x="23" y="1"/>
                </a:cubicBezTo>
                <a:moveTo>
                  <a:pt x="23" y="0"/>
                </a:moveTo>
                <a:cubicBezTo>
                  <a:pt x="11" y="0"/>
                  <a:pt x="0" y="11"/>
                  <a:pt x="0" y="23"/>
                </a:cubicBezTo>
                <a:cubicBezTo>
                  <a:pt x="0" y="35"/>
                  <a:pt x="11" y="45"/>
                  <a:pt x="23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1"/>
                  <a:pt x="35" y="0"/>
                  <a:pt x="23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2067480" y="363744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2" y="1"/>
                </a:moveTo>
                <a:lnTo>
                  <a:pt x="22" y="20"/>
                </a:lnTo>
                <a:lnTo>
                  <a:pt x="2" y="20"/>
                </a:lnTo>
                <a:lnTo>
                  <a:pt x="12" y="1"/>
                </a:lnTo>
                <a:moveTo>
                  <a:pt x="12" y="0"/>
                </a:moveTo>
                <a:lnTo>
                  <a:pt x="11" y="0"/>
                </a:lnTo>
                <a:lnTo>
                  <a:pt x="0" y="19"/>
                </a:lnTo>
                <a:lnTo>
                  <a:pt x="0" y="20"/>
                </a:lnTo>
                <a:cubicBezTo>
                  <a:pt x="0" y="21"/>
                  <a:pt x="1" y="21"/>
                  <a:pt x="1" y="21"/>
                </a:cubicBezTo>
                <a:lnTo>
                  <a:pt x="2" y="21"/>
                </a:lnTo>
                <a:lnTo>
                  <a:pt x="22" y="21"/>
                </a:lnTo>
                <a:cubicBezTo>
                  <a:pt x="23" y="21"/>
                  <a:pt x="23" y="21"/>
                  <a:pt x="23" y="20"/>
                </a:cubicBezTo>
                <a:lnTo>
                  <a:pt x="23" y="19"/>
                </a:lnTo>
                <a:lnTo>
                  <a:pt x="13" y="0"/>
                </a:lnTo>
                <a:lnTo>
                  <a:pt x="12" y="0"/>
                </a:ln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2067480" y="3637440"/>
            <a:ext cx="8280" cy="7560"/>
          </a:xfrm>
          <a:custGeom>
            <a:avLst/>
            <a:gdLst/>
            <a:ahLst/>
            <a:rect l="0" t="0" r="r" b="b"/>
            <a:pathLst>
              <a:path fill="none" w="23" h="21">
                <a:moveTo>
                  <a:pt x="12" y="1"/>
                </a:moveTo>
                <a:lnTo>
                  <a:pt x="22" y="20"/>
                </a:lnTo>
                <a:lnTo>
                  <a:pt x="2" y="20"/>
                </a:lnTo>
                <a:lnTo>
                  <a:pt x="12" y="1"/>
                </a:lnTo>
                <a:moveTo>
                  <a:pt x="12" y="0"/>
                </a:moveTo>
                <a:lnTo>
                  <a:pt x="11" y="0"/>
                </a:lnTo>
                <a:lnTo>
                  <a:pt x="0" y="19"/>
                </a:lnTo>
                <a:lnTo>
                  <a:pt x="0" y="20"/>
                </a:lnTo>
                <a:cubicBezTo>
                  <a:pt x="0" y="21"/>
                  <a:pt x="1" y="21"/>
                  <a:pt x="1" y="21"/>
                </a:cubicBezTo>
                <a:lnTo>
                  <a:pt x="2" y="21"/>
                </a:lnTo>
                <a:lnTo>
                  <a:pt x="22" y="21"/>
                </a:lnTo>
                <a:cubicBezTo>
                  <a:pt x="23" y="21"/>
                  <a:pt x="23" y="21"/>
                  <a:pt x="23" y="20"/>
                </a:cubicBezTo>
                <a:lnTo>
                  <a:pt x="23" y="19"/>
                </a:lnTo>
                <a:lnTo>
                  <a:pt x="13" y="0"/>
                </a:lnTo>
                <a:lnTo>
                  <a:pt x="12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/>
          <p:nvPr/>
        </p:nvSpPr>
        <p:spPr>
          <a:xfrm>
            <a:off x="2050200" y="3653640"/>
            <a:ext cx="2520" cy="28440"/>
          </a:xfrm>
          <a:custGeom>
            <a:avLst/>
            <a:gdLst/>
            <a:ahLst/>
            <a:rect l="0" t="0" r="r" b="b"/>
            <a:pathLst>
              <a:path fill="none" w="7" h="79">
                <a:moveTo>
                  <a:pt x="7" y="79"/>
                </a:moveTo>
                <a:lnTo>
                  <a:pt x="0" y="79"/>
                </a:lnTo>
                <a:lnTo>
                  <a:pt x="0" y="0"/>
                </a:lnTo>
                <a:lnTo>
                  <a:pt x="7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2162520" y="3626640"/>
            <a:ext cx="68400" cy="29160"/>
          </a:xfrm>
          <a:custGeom>
            <a:avLst/>
            <a:gdLst/>
            <a:ahLst/>
            <a:rect l="0" t="0" r="r" b="b"/>
            <a:pathLst>
              <a:path w="190" h="81">
                <a:moveTo>
                  <a:pt x="1" y="0"/>
                </a:moveTo>
                <a:lnTo>
                  <a:pt x="189" y="0"/>
                </a:lnTo>
                <a:cubicBezTo>
                  <a:pt x="190" y="0"/>
                  <a:pt x="190" y="1"/>
                  <a:pt x="190" y="2"/>
                </a:cubicBezTo>
                <a:lnTo>
                  <a:pt x="190" y="79"/>
                </a:lnTo>
                <a:cubicBezTo>
                  <a:pt x="190" y="80"/>
                  <a:pt x="190" y="81"/>
                  <a:pt x="189" y="81"/>
                </a:cubicBezTo>
                <a:lnTo>
                  <a:pt x="1" y="81"/>
                </a:lnTo>
                <a:cubicBezTo>
                  <a:pt x="0" y="81"/>
                  <a:pt x="0" y="80"/>
                  <a:pt x="0" y="7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2162520" y="3626640"/>
            <a:ext cx="68400" cy="29160"/>
          </a:xfrm>
          <a:custGeom>
            <a:avLst/>
            <a:gdLst/>
            <a:ahLst/>
            <a:rect l="0" t="0" r="r" b="b"/>
            <a:pathLst>
              <a:path w="190" h="81">
                <a:moveTo>
                  <a:pt x="1" y="0"/>
                </a:moveTo>
                <a:lnTo>
                  <a:pt x="189" y="0"/>
                </a:lnTo>
                <a:cubicBezTo>
                  <a:pt x="190" y="0"/>
                  <a:pt x="190" y="1"/>
                  <a:pt x="190" y="2"/>
                </a:cubicBezTo>
                <a:lnTo>
                  <a:pt x="190" y="79"/>
                </a:lnTo>
                <a:cubicBezTo>
                  <a:pt x="190" y="80"/>
                  <a:pt x="190" y="81"/>
                  <a:pt x="189" y="81"/>
                </a:cubicBezTo>
                <a:lnTo>
                  <a:pt x="1" y="81"/>
                </a:lnTo>
                <a:cubicBezTo>
                  <a:pt x="0" y="81"/>
                  <a:pt x="0" y="80"/>
                  <a:pt x="0" y="7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/>
          <p:nvPr/>
        </p:nvSpPr>
        <p:spPr>
          <a:xfrm>
            <a:off x="2308680" y="3658680"/>
            <a:ext cx="1800" cy="16920"/>
          </a:xfrm>
          <a:custGeom>
            <a:avLst/>
            <a:gdLst/>
            <a:ahLst/>
            <a:rect l="0" t="0" r="r" b="b"/>
            <a:pathLst>
              <a:path fill="none" w="5" h="47">
                <a:moveTo>
                  <a:pt x="5" y="47"/>
                </a:moveTo>
                <a:lnTo>
                  <a:pt x="0" y="47"/>
                </a:lnTo>
                <a:lnTo>
                  <a:pt x="0" y="0"/>
                </a:lnTo>
                <a:lnTo>
                  <a:pt x="5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2" name=""/>
          <p:cNvSpPr/>
          <p:nvPr/>
        </p:nvSpPr>
        <p:spPr>
          <a:xfrm>
            <a:off x="2360520" y="363276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23" y="0"/>
                </a:moveTo>
                <a:cubicBezTo>
                  <a:pt x="22" y="0"/>
                  <a:pt x="21" y="0"/>
                  <a:pt x="20" y="1"/>
                </a:cubicBezTo>
                <a:lnTo>
                  <a:pt x="2" y="19"/>
                </a:lnTo>
                <a:cubicBezTo>
                  <a:pt x="0" y="21"/>
                  <a:pt x="0" y="23"/>
                  <a:pt x="2" y="24"/>
                </a:cubicBezTo>
                <a:lnTo>
                  <a:pt x="20" y="43"/>
                </a:lnTo>
                <a:cubicBezTo>
                  <a:pt x="21" y="44"/>
                  <a:pt x="22" y="44"/>
                  <a:pt x="23" y="44"/>
                </a:cubicBezTo>
                <a:cubicBezTo>
                  <a:pt x="23" y="44"/>
                  <a:pt x="24" y="44"/>
                  <a:pt x="25" y="43"/>
                </a:cubicBezTo>
                <a:lnTo>
                  <a:pt x="43" y="24"/>
                </a:lnTo>
                <a:cubicBezTo>
                  <a:pt x="46" y="23"/>
                  <a:pt x="46" y="21"/>
                  <a:pt x="43" y="19"/>
                </a:cubicBezTo>
                <a:lnTo>
                  <a:pt x="25" y="1"/>
                </a:lnTo>
                <a:cubicBezTo>
                  <a:pt x="24" y="0"/>
                  <a:pt x="23" y="0"/>
                  <a:pt x="23" y="0"/>
                </a:cubicBezTo>
                <a:close/>
              </a:path>
            </a:pathLst>
          </a:custGeom>
          <a:solidFill>
            <a:srgbClr val="fef4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2360520" y="363276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23" y="0"/>
                </a:moveTo>
                <a:cubicBezTo>
                  <a:pt x="22" y="0"/>
                  <a:pt x="21" y="0"/>
                  <a:pt x="20" y="1"/>
                </a:cubicBezTo>
                <a:lnTo>
                  <a:pt x="2" y="19"/>
                </a:lnTo>
                <a:cubicBezTo>
                  <a:pt x="0" y="21"/>
                  <a:pt x="0" y="23"/>
                  <a:pt x="2" y="24"/>
                </a:cubicBezTo>
                <a:lnTo>
                  <a:pt x="20" y="43"/>
                </a:lnTo>
                <a:cubicBezTo>
                  <a:pt x="21" y="44"/>
                  <a:pt x="22" y="44"/>
                  <a:pt x="23" y="44"/>
                </a:cubicBezTo>
                <a:cubicBezTo>
                  <a:pt x="23" y="44"/>
                  <a:pt x="24" y="44"/>
                  <a:pt x="25" y="43"/>
                </a:cubicBezTo>
                <a:lnTo>
                  <a:pt x="43" y="24"/>
                </a:lnTo>
                <a:cubicBezTo>
                  <a:pt x="46" y="23"/>
                  <a:pt x="46" y="21"/>
                  <a:pt x="43" y="19"/>
                </a:cubicBezTo>
                <a:lnTo>
                  <a:pt x="25" y="1"/>
                </a:lnTo>
                <a:cubicBezTo>
                  <a:pt x="24" y="0"/>
                  <a:pt x="23" y="0"/>
                  <a:pt x="23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2360160" y="363276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2" y="23"/>
                </a:moveTo>
                <a:lnTo>
                  <a:pt x="21" y="3"/>
                </a:lnTo>
                <a:cubicBezTo>
                  <a:pt x="23" y="2"/>
                  <a:pt x="24" y="2"/>
                  <a:pt x="25" y="3"/>
                </a:cubicBezTo>
                <a:lnTo>
                  <a:pt x="44" y="23"/>
                </a:lnTo>
                <a:cubicBezTo>
                  <a:pt x="44" y="23"/>
                  <a:pt x="44" y="24"/>
                  <a:pt x="44" y="25"/>
                </a:cubicBezTo>
                <a:lnTo>
                  <a:pt x="25" y="44"/>
                </a:lnTo>
                <a:cubicBezTo>
                  <a:pt x="24" y="44"/>
                  <a:pt x="23" y="44"/>
                  <a:pt x="21" y="44"/>
                </a:cubicBezTo>
                <a:lnTo>
                  <a:pt x="2" y="25"/>
                </a:lnTo>
                <a:cubicBezTo>
                  <a:pt x="2" y="24"/>
                  <a:pt x="2" y="23"/>
                  <a:pt x="2" y="23"/>
                </a:cubicBezTo>
                <a:moveTo>
                  <a:pt x="0" y="24"/>
                </a:moveTo>
                <a:cubicBezTo>
                  <a:pt x="0" y="24"/>
                  <a:pt x="1" y="25"/>
                  <a:pt x="1" y="26"/>
                </a:cubicBezTo>
                <a:lnTo>
                  <a:pt x="20" y="45"/>
                </a:lnTo>
                <a:cubicBezTo>
                  <a:pt x="23" y="46"/>
                  <a:pt x="25" y="46"/>
                  <a:pt x="26" y="45"/>
                </a:cubicBezTo>
                <a:lnTo>
                  <a:pt x="45" y="26"/>
                </a:lnTo>
                <a:cubicBezTo>
                  <a:pt x="45" y="25"/>
                  <a:pt x="46" y="24"/>
                  <a:pt x="46" y="24"/>
                </a:cubicBezTo>
                <a:cubicBezTo>
                  <a:pt x="46" y="23"/>
                  <a:pt x="45" y="22"/>
                  <a:pt x="45" y="21"/>
                </a:cubicBezTo>
                <a:lnTo>
                  <a:pt x="26" y="1"/>
                </a:lnTo>
                <a:cubicBezTo>
                  <a:pt x="25" y="0"/>
                  <a:pt x="23" y="0"/>
                  <a:pt x="20" y="1"/>
                </a:cubicBezTo>
                <a:lnTo>
                  <a:pt x="1" y="21"/>
                </a:lnTo>
                <a:cubicBezTo>
                  <a:pt x="1" y="22"/>
                  <a:pt x="0" y="23"/>
                  <a:pt x="0" y="24"/>
                </a:cubicBezTo>
                <a:close/>
              </a:path>
            </a:pathLst>
          </a:custGeom>
          <a:solidFill>
            <a:srgbClr val="ec7a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2360160" y="363276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2" y="23"/>
                </a:moveTo>
                <a:lnTo>
                  <a:pt x="21" y="3"/>
                </a:lnTo>
                <a:cubicBezTo>
                  <a:pt x="23" y="2"/>
                  <a:pt x="24" y="2"/>
                  <a:pt x="25" y="3"/>
                </a:cubicBezTo>
                <a:lnTo>
                  <a:pt x="44" y="23"/>
                </a:lnTo>
                <a:cubicBezTo>
                  <a:pt x="44" y="23"/>
                  <a:pt x="44" y="24"/>
                  <a:pt x="44" y="25"/>
                </a:cubicBezTo>
                <a:lnTo>
                  <a:pt x="25" y="44"/>
                </a:lnTo>
                <a:cubicBezTo>
                  <a:pt x="24" y="44"/>
                  <a:pt x="23" y="44"/>
                  <a:pt x="21" y="44"/>
                </a:cubicBezTo>
                <a:lnTo>
                  <a:pt x="2" y="25"/>
                </a:lnTo>
                <a:cubicBezTo>
                  <a:pt x="2" y="24"/>
                  <a:pt x="2" y="23"/>
                  <a:pt x="2" y="23"/>
                </a:cubicBezTo>
                <a:moveTo>
                  <a:pt x="0" y="24"/>
                </a:moveTo>
                <a:cubicBezTo>
                  <a:pt x="0" y="24"/>
                  <a:pt x="1" y="25"/>
                  <a:pt x="1" y="26"/>
                </a:cubicBezTo>
                <a:lnTo>
                  <a:pt x="20" y="45"/>
                </a:lnTo>
                <a:cubicBezTo>
                  <a:pt x="23" y="46"/>
                  <a:pt x="25" y="46"/>
                  <a:pt x="26" y="45"/>
                </a:cubicBezTo>
                <a:lnTo>
                  <a:pt x="45" y="26"/>
                </a:lnTo>
                <a:cubicBezTo>
                  <a:pt x="45" y="25"/>
                  <a:pt x="46" y="24"/>
                  <a:pt x="46" y="24"/>
                </a:cubicBezTo>
                <a:cubicBezTo>
                  <a:pt x="46" y="23"/>
                  <a:pt x="45" y="22"/>
                  <a:pt x="45" y="21"/>
                </a:cubicBezTo>
                <a:lnTo>
                  <a:pt x="26" y="1"/>
                </a:lnTo>
                <a:cubicBezTo>
                  <a:pt x="25" y="0"/>
                  <a:pt x="23" y="0"/>
                  <a:pt x="20" y="1"/>
                </a:cubicBezTo>
                <a:lnTo>
                  <a:pt x="1" y="21"/>
                </a:lnTo>
                <a:cubicBezTo>
                  <a:pt x="1" y="22"/>
                  <a:pt x="0" y="23"/>
                  <a:pt x="0" y="24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2365200" y="363744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8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2" y="12"/>
                </a:lnTo>
                <a:lnTo>
                  <a:pt x="12" y="17"/>
                </a:lnTo>
                <a:lnTo>
                  <a:pt x="12" y="18"/>
                </a:lnTo>
                <a:cubicBezTo>
                  <a:pt x="11" y="18"/>
                  <a:pt x="11" y="18"/>
                  <a:pt x="11" y="18"/>
                </a:cubicBezTo>
                <a:lnTo>
                  <a:pt x="8" y="18"/>
                </a:lnTo>
                <a:cubicBezTo>
                  <a:pt x="7" y="18"/>
                  <a:pt x="7" y="17"/>
                  <a:pt x="7" y="17"/>
                </a:cubicBezTo>
                <a:lnTo>
                  <a:pt x="7" y="12"/>
                </a:lnTo>
                <a:lnTo>
                  <a:pt x="2" y="12"/>
                </a:lnTo>
                <a:lnTo>
                  <a:pt x="0" y="12"/>
                </a:lnTo>
                <a:cubicBezTo>
                  <a:pt x="0" y="11"/>
                  <a:pt x="0" y="11"/>
                  <a:pt x="0" y="11"/>
                </a:cubicBezTo>
                <a:lnTo>
                  <a:pt x="0" y="8"/>
                </a:lnTo>
                <a:cubicBezTo>
                  <a:pt x="0" y="7"/>
                  <a:pt x="2" y="7"/>
                  <a:pt x="2" y="7"/>
                </a:cubicBezTo>
                <a:lnTo>
                  <a:pt x="7" y="7"/>
                </a:lnTo>
                <a:lnTo>
                  <a:pt x="7" y="1"/>
                </a:lnTo>
                <a:lnTo>
                  <a:pt x="8" y="0"/>
                </a:lnTo>
                <a:lnTo>
                  <a:pt x="11" y="0"/>
                </a:lnTo>
                <a:lnTo>
                  <a:pt x="12" y="0"/>
                </a:lnTo>
                <a:cubicBezTo>
                  <a:pt x="12" y="1"/>
                  <a:pt x="12" y="1"/>
                  <a:pt x="12" y="1"/>
                </a:cubicBezTo>
                <a:lnTo>
                  <a:pt x="12" y="7"/>
                </a:lnTo>
                <a:lnTo>
                  <a:pt x="17" y="7"/>
                </a:lnTo>
                <a:cubicBezTo>
                  <a:pt x="17" y="7"/>
                  <a:pt x="18" y="7"/>
                  <a:pt x="18" y="8"/>
                </a:cubicBezTo>
                <a:close/>
              </a:path>
            </a:pathLst>
          </a:custGeom>
          <a:solidFill>
            <a:srgbClr val="ec7a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2365200" y="363744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8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2" y="12"/>
                </a:lnTo>
                <a:lnTo>
                  <a:pt x="12" y="17"/>
                </a:lnTo>
                <a:lnTo>
                  <a:pt x="12" y="18"/>
                </a:lnTo>
                <a:cubicBezTo>
                  <a:pt x="11" y="18"/>
                  <a:pt x="11" y="18"/>
                  <a:pt x="11" y="18"/>
                </a:cubicBezTo>
                <a:lnTo>
                  <a:pt x="8" y="18"/>
                </a:lnTo>
                <a:cubicBezTo>
                  <a:pt x="7" y="18"/>
                  <a:pt x="7" y="17"/>
                  <a:pt x="7" y="17"/>
                </a:cubicBezTo>
                <a:lnTo>
                  <a:pt x="7" y="12"/>
                </a:lnTo>
                <a:lnTo>
                  <a:pt x="2" y="12"/>
                </a:lnTo>
                <a:lnTo>
                  <a:pt x="0" y="12"/>
                </a:lnTo>
                <a:cubicBezTo>
                  <a:pt x="0" y="11"/>
                  <a:pt x="0" y="11"/>
                  <a:pt x="0" y="11"/>
                </a:cubicBezTo>
                <a:lnTo>
                  <a:pt x="0" y="8"/>
                </a:lnTo>
                <a:cubicBezTo>
                  <a:pt x="0" y="7"/>
                  <a:pt x="2" y="7"/>
                  <a:pt x="2" y="7"/>
                </a:cubicBezTo>
                <a:lnTo>
                  <a:pt x="7" y="7"/>
                </a:lnTo>
                <a:lnTo>
                  <a:pt x="7" y="1"/>
                </a:lnTo>
                <a:lnTo>
                  <a:pt x="8" y="0"/>
                </a:lnTo>
                <a:lnTo>
                  <a:pt x="11" y="0"/>
                </a:lnTo>
                <a:lnTo>
                  <a:pt x="12" y="0"/>
                </a:lnTo>
                <a:cubicBezTo>
                  <a:pt x="12" y="1"/>
                  <a:pt x="12" y="1"/>
                  <a:pt x="12" y="1"/>
                </a:cubicBezTo>
                <a:lnTo>
                  <a:pt x="12" y="7"/>
                </a:lnTo>
                <a:lnTo>
                  <a:pt x="17" y="7"/>
                </a:lnTo>
                <a:cubicBezTo>
                  <a:pt x="17" y="7"/>
                  <a:pt x="18" y="7"/>
                  <a:pt x="18" y="8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2314440" y="36334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1"/>
                </a:moveTo>
                <a:cubicBezTo>
                  <a:pt x="44" y="25"/>
                  <a:pt x="42" y="29"/>
                  <a:pt x="40" y="32"/>
                </a:cubicBezTo>
                <a:cubicBezTo>
                  <a:pt x="38" y="36"/>
                  <a:pt x="36" y="39"/>
                  <a:pt x="32" y="41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7" y="39"/>
                  <a:pt x="5" y="36"/>
                  <a:pt x="3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3" y="10"/>
                </a:cubicBezTo>
                <a:cubicBezTo>
                  <a:pt x="5" y="7"/>
                  <a:pt x="7" y="4"/>
                  <a:pt x="11" y="2"/>
                </a:cubicBezTo>
                <a:cubicBezTo>
                  <a:pt x="14" y="0"/>
                  <a:pt x="18" y="0"/>
                  <a:pt x="22" y="0"/>
                </a:cubicBezTo>
                <a:cubicBezTo>
                  <a:pt x="26" y="0"/>
                  <a:pt x="29" y="0"/>
                  <a:pt x="33" y="2"/>
                </a:cubicBezTo>
                <a:cubicBezTo>
                  <a:pt x="36" y="4"/>
                  <a:pt x="38" y="7"/>
                  <a:pt x="40" y="10"/>
                </a:cubicBezTo>
                <a:cubicBezTo>
                  <a:pt x="42" y="14"/>
                  <a:pt x="44" y="17"/>
                  <a:pt x="44" y="21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2314440" y="36334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1"/>
                </a:moveTo>
                <a:cubicBezTo>
                  <a:pt x="44" y="25"/>
                  <a:pt x="42" y="29"/>
                  <a:pt x="40" y="32"/>
                </a:cubicBezTo>
                <a:cubicBezTo>
                  <a:pt x="38" y="36"/>
                  <a:pt x="36" y="39"/>
                  <a:pt x="32" y="41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7" y="39"/>
                  <a:pt x="5" y="36"/>
                  <a:pt x="3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3" y="10"/>
                </a:cubicBezTo>
                <a:cubicBezTo>
                  <a:pt x="5" y="7"/>
                  <a:pt x="7" y="4"/>
                  <a:pt x="11" y="2"/>
                </a:cubicBezTo>
                <a:cubicBezTo>
                  <a:pt x="14" y="0"/>
                  <a:pt x="18" y="0"/>
                  <a:pt x="22" y="0"/>
                </a:cubicBezTo>
                <a:cubicBezTo>
                  <a:pt x="26" y="0"/>
                  <a:pt x="29" y="0"/>
                  <a:pt x="33" y="2"/>
                </a:cubicBezTo>
                <a:cubicBezTo>
                  <a:pt x="36" y="4"/>
                  <a:pt x="38" y="7"/>
                  <a:pt x="40" y="10"/>
                </a:cubicBezTo>
                <a:cubicBezTo>
                  <a:pt x="42" y="14"/>
                  <a:pt x="44" y="17"/>
                  <a:pt x="44" y="21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/>
          <p:nvPr/>
        </p:nvSpPr>
        <p:spPr>
          <a:xfrm>
            <a:off x="2314080" y="3633120"/>
            <a:ext cx="16560" cy="16200"/>
          </a:xfrm>
          <a:custGeom>
            <a:avLst/>
            <a:gdLst/>
            <a:ahLst/>
            <a:rect l="0" t="0" r="r" b="b"/>
            <a:pathLst>
              <a:path w="46" h="45">
                <a:moveTo>
                  <a:pt x="24" y="41"/>
                </a:moveTo>
                <a:cubicBezTo>
                  <a:pt x="13" y="41"/>
                  <a:pt x="4" y="33"/>
                  <a:pt x="4" y="23"/>
                </a:cubicBezTo>
                <a:cubicBezTo>
                  <a:pt x="4" y="13"/>
                  <a:pt x="13" y="4"/>
                  <a:pt x="24" y="4"/>
                </a:cubicBezTo>
                <a:cubicBezTo>
                  <a:pt x="34" y="4"/>
                  <a:pt x="42" y="13"/>
                  <a:pt x="42" y="23"/>
                </a:cubicBezTo>
                <a:cubicBezTo>
                  <a:pt x="42" y="33"/>
                  <a:pt x="34" y="41"/>
                  <a:pt x="24" y="41"/>
                </a:cubicBezTo>
                <a:moveTo>
                  <a:pt x="24" y="7"/>
                </a:moveTo>
                <a:cubicBezTo>
                  <a:pt x="13" y="7"/>
                  <a:pt x="6" y="14"/>
                  <a:pt x="6" y="23"/>
                </a:cubicBezTo>
                <a:cubicBezTo>
                  <a:pt x="6" y="32"/>
                  <a:pt x="13" y="40"/>
                  <a:pt x="24" y="40"/>
                </a:cubicBezTo>
                <a:cubicBezTo>
                  <a:pt x="33" y="40"/>
                  <a:pt x="40" y="32"/>
                  <a:pt x="40" y="23"/>
                </a:cubicBezTo>
                <a:cubicBezTo>
                  <a:pt x="40" y="14"/>
                  <a:pt x="33" y="7"/>
                  <a:pt x="24" y="7"/>
                </a:cubicBezTo>
                <a:moveTo>
                  <a:pt x="24" y="2"/>
                </a:moveTo>
                <a:cubicBezTo>
                  <a:pt x="26" y="2"/>
                  <a:pt x="29" y="2"/>
                  <a:pt x="32" y="3"/>
                </a:cubicBezTo>
                <a:cubicBezTo>
                  <a:pt x="34" y="4"/>
                  <a:pt x="36" y="7"/>
                  <a:pt x="38" y="9"/>
                </a:cubicBezTo>
                <a:cubicBezTo>
                  <a:pt x="40" y="11"/>
                  <a:pt x="41" y="13"/>
                  <a:pt x="43" y="15"/>
                </a:cubicBezTo>
                <a:cubicBezTo>
                  <a:pt x="44" y="18"/>
                  <a:pt x="44" y="20"/>
                  <a:pt x="44" y="23"/>
                </a:cubicBezTo>
                <a:cubicBezTo>
                  <a:pt x="44" y="26"/>
                  <a:pt x="44" y="29"/>
                  <a:pt x="43" y="31"/>
                </a:cubicBezTo>
                <a:cubicBezTo>
                  <a:pt x="41" y="34"/>
                  <a:pt x="40" y="36"/>
                  <a:pt x="38" y="38"/>
                </a:cubicBezTo>
                <a:cubicBezTo>
                  <a:pt x="36" y="40"/>
                  <a:pt x="34" y="41"/>
                  <a:pt x="32" y="42"/>
                </a:cubicBezTo>
                <a:cubicBezTo>
                  <a:pt x="29" y="43"/>
                  <a:pt x="26" y="44"/>
                  <a:pt x="24" y="44"/>
                </a:cubicBezTo>
                <a:cubicBezTo>
                  <a:pt x="21" y="44"/>
                  <a:pt x="17" y="43"/>
                  <a:pt x="15" y="42"/>
                </a:cubicBezTo>
                <a:cubicBezTo>
                  <a:pt x="12" y="41"/>
                  <a:pt x="10" y="40"/>
                  <a:pt x="8" y="38"/>
                </a:cubicBezTo>
                <a:cubicBezTo>
                  <a:pt x="6" y="36"/>
                  <a:pt x="5" y="34"/>
                  <a:pt x="4" y="31"/>
                </a:cubicBezTo>
                <a:cubicBezTo>
                  <a:pt x="3" y="29"/>
                  <a:pt x="2" y="26"/>
                  <a:pt x="2" y="23"/>
                </a:cubicBezTo>
                <a:cubicBezTo>
                  <a:pt x="2" y="20"/>
                  <a:pt x="3" y="18"/>
                  <a:pt x="4" y="15"/>
                </a:cubicBezTo>
                <a:cubicBezTo>
                  <a:pt x="5" y="13"/>
                  <a:pt x="6" y="11"/>
                  <a:pt x="8" y="9"/>
                </a:cubicBezTo>
                <a:cubicBezTo>
                  <a:pt x="10" y="7"/>
                  <a:pt x="12" y="4"/>
                  <a:pt x="15" y="3"/>
                </a:cubicBezTo>
                <a:cubicBezTo>
                  <a:pt x="17" y="2"/>
                  <a:pt x="21" y="2"/>
                  <a:pt x="24" y="2"/>
                </a:cubicBezTo>
                <a:moveTo>
                  <a:pt x="24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4" y="45"/>
                </a:cubicBezTo>
                <a:cubicBezTo>
                  <a:pt x="36" y="45"/>
                  <a:pt x="46" y="35"/>
                  <a:pt x="46" y="23"/>
                </a:cubicBezTo>
                <a:cubicBezTo>
                  <a:pt x="46" y="11"/>
                  <a:pt x="36" y="0"/>
                  <a:pt x="24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/>
          <p:nvPr/>
        </p:nvSpPr>
        <p:spPr>
          <a:xfrm>
            <a:off x="2314080" y="3633120"/>
            <a:ext cx="16560" cy="16200"/>
          </a:xfrm>
          <a:custGeom>
            <a:avLst/>
            <a:gdLst/>
            <a:ahLst/>
            <a:rect l="0" t="0" r="r" b="b"/>
            <a:pathLst>
              <a:path fill="none" w="46" h="45">
                <a:moveTo>
                  <a:pt x="24" y="41"/>
                </a:moveTo>
                <a:cubicBezTo>
                  <a:pt x="13" y="41"/>
                  <a:pt x="4" y="33"/>
                  <a:pt x="4" y="23"/>
                </a:cubicBezTo>
                <a:cubicBezTo>
                  <a:pt x="4" y="13"/>
                  <a:pt x="13" y="4"/>
                  <a:pt x="24" y="4"/>
                </a:cubicBezTo>
                <a:cubicBezTo>
                  <a:pt x="34" y="4"/>
                  <a:pt x="42" y="13"/>
                  <a:pt x="42" y="23"/>
                </a:cubicBezTo>
                <a:cubicBezTo>
                  <a:pt x="42" y="33"/>
                  <a:pt x="34" y="41"/>
                  <a:pt x="24" y="41"/>
                </a:cubicBezTo>
                <a:moveTo>
                  <a:pt x="24" y="7"/>
                </a:moveTo>
                <a:cubicBezTo>
                  <a:pt x="13" y="7"/>
                  <a:pt x="6" y="14"/>
                  <a:pt x="6" y="23"/>
                </a:cubicBezTo>
                <a:cubicBezTo>
                  <a:pt x="6" y="32"/>
                  <a:pt x="13" y="40"/>
                  <a:pt x="24" y="40"/>
                </a:cubicBezTo>
                <a:cubicBezTo>
                  <a:pt x="33" y="40"/>
                  <a:pt x="40" y="32"/>
                  <a:pt x="40" y="23"/>
                </a:cubicBezTo>
                <a:cubicBezTo>
                  <a:pt x="40" y="14"/>
                  <a:pt x="33" y="7"/>
                  <a:pt x="24" y="7"/>
                </a:cubicBezTo>
                <a:moveTo>
                  <a:pt x="24" y="2"/>
                </a:moveTo>
                <a:cubicBezTo>
                  <a:pt x="26" y="2"/>
                  <a:pt x="29" y="2"/>
                  <a:pt x="32" y="3"/>
                </a:cubicBezTo>
                <a:cubicBezTo>
                  <a:pt x="34" y="4"/>
                  <a:pt x="36" y="7"/>
                  <a:pt x="38" y="9"/>
                </a:cubicBezTo>
                <a:cubicBezTo>
                  <a:pt x="40" y="11"/>
                  <a:pt x="41" y="13"/>
                  <a:pt x="43" y="15"/>
                </a:cubicBezTo>
                <a:cubicBezTo>
                  <a:pt x="44" y="18"/>
                  <a:pt x="44" y="20"/>
                  <a:pt x="44" y="23"/>
                </a:cubicBezTo>
                <a:cubicBezTo>
                  <a:pt x="44" y="26"/>
                  <a:pt x="44" y="29"/>
                  <a:pt x="43" y="31"/>
                </a:cubicBezTo>
                <a:cubicBezTo>
                  <a:pt x="41" y="34"/>
                  <a:pt x="40" y="36"/>
                  <a:pt x="38" y="38"/>
                </a:cubicBezTo>
                <a:cubicBezTo>
                  <a:pt x="36" y="40"/>
                  <a:pt x="34" y="41"/>
                  <a:pt x="32" y="42"/>
                </a:cubicBezTo>
                <a:cubicBezTo>
                  <a:pt x="29" y="43"/>
                  <a:pt x="26" y="44"/>
                  <a:pt x="24" y="44"/>
                </a:cubicBezTo>
                <a:cubicBezTo>
                  <a:pt x="21" y="44"/>
                  <a:pt x="17" y="43"/>
                  <a:pt x="15" y="42"/>
                </a:cubicBezTo>
                <a:cubicBezTo>
                  <a:pt x="12" y="41"/>
                  <a:pt x="10" y="40"/>
                  <a:pt x="8" y="38"/>
                </a:cubicBezTo>
                <a:cubicBezTo>
                  <a:pt x="6" y="36"/>
                  <a:pt x="5" y="34"/>
                  <a:pt x="4" y="31"/>
                </a:cubicBezTo>
                <a:cubicBezTo>
                  <a:pt x="3" y="29"/>
                  <a:pt x="2" y="26"/>
                  <a:pt x="2" y="23"/>
                </a:cubicBezTo>
                <a:cubicBezTo>
                  <a:pt x="2" y="20"/>
                  <a:pt x="3" y="18"/>
                  <a:pt x="4" y="15"/>
                </a:cubicBezTo>
                <a:cubicBezTo>
                  <a:pt x="5" y="13"/>
                  <a:pt x="6" y="11"/>
                  <a:pt x="8" y="9"/>
                </a:cubicBezTo>
                <a:cubicBezTo>
                  <a:pt x="10" y="7"/>
                  <a:pt x="12" y="4"/>
                  <a:pt x="15" y="3"/>
                </a:cubicBezTo>
                <a:cubicBezTo>
                  <a:pt x="17" y="2"/>
                  <a:pt x="21" y="2"/>
                  <a:pt x="24" y="2"/>
                </a:cubicBezTo>
                <a:moveTo>
                  <a:pt x="24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4" y="45"/>
                </a:cubicBezTo>
                <a:cubicBezTo>
                  <a:pt x="36" y="45"/>
                  <a:pt x="46" y="35"/>
                  <a:pt x="46" y="23"/>
                </a:cubicBezTo>
                <a:cubicBezTo>
                  <a:pt x="46" y="11"/>
                  <a:pt x="36" y="0"/>
                  <a:pt x="24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/>
          <p:nvPr/>
        </p:nvSpPr>
        <p:spPr>
          <a:xfrm>
            <a:off x="2318400" y="36370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0"/>
                </a:move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9" y="0"/>
                  <a:pt x="9" y="1"/>
                </a:cubicBezTo>
                <a:lnTo>
                  <a:pt x="0" y="19"/>
                </a:lnTo>
                <a:cubicBezTo>
                  <a:pt x="0" y="20"/>
                  <a:pt x="0" y="20"/>
                  <a:pt x="0" y="21"/>
                </a:cubicBezTo>
                <a:cubicBezTo>
                  <a:pt x="1" y="21"/>
                  <a:pt x="1" y="21"/>
                  <a:pt x="1" y="21"/>
                </a:cubicBezTo>
                <a:lnTo>
                  <a:pt x="21" y="21"/>
                </a:lnTo>
                <a:lnTo>
                  <a:pt x="22" y="21"/>
                </a:lnTo>
                <a:cubicBezTo>
                  <a:pt x="23" y="20"/>
                  <a:pt x="23" y="20"/>
                  <a:pt x="22" y="19"/>
                </a:cubicBezTo>
                <a:lnTo>
                  <a:pt x="12" y="1"/>
                </a:lnTo>
                <a:cubicBezTo>
                  <a:pt x="12" y="0"/>
                  <a:pt x="12" y="0"/>
                  <a:pt x="11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2318400" y="36370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0"/>
                </a:move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9" y="0"/>
                  <a:pt x="9" y="1"/>
                </a:cubicBezTo>
                <a:lnTo>
                  <a:pt x="0" y="19"/>
                </a:lnTo>
                <a:cubicBezTo>
                  <a:pt x="0" y="20"/>
                  <a:pt x="0" y="20"/>
                  <a:pt x="0" y="21"/>
                </a:cubicBezTo>
                <a:cubicBezTo>
                  <a:pt x="1" y="21"/>
                  <a:pt x="1" y="21"/>
                  <a:pt x="1" y="21"/>
                </a:cubicBezTo>
                <a:lnTo>
                  <a:pt x="21" y="21"/>
                </a:lnTo>
                <a:lnTo>
                  <a:pt x="22" y="21"/>
                </a:lnTo>
                <a:cubicBezTo>
                  <a:pt x="23" y="20"/>
                  <a:pt x="23" y="20"/>
                  <a:pt x="22" y="19"/>
                </a:cubicBezTo>
                <a:lnTo>
                  <a:pt x="12" y="1"/>
                </a:lnTo>
                <a:cubicBezTo>
                  <a:pt x="12" y="0"/>
                  <a:pt x="12" y="0"/>
                  <a:pt x="11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2247480" y="3625920"/>
            <a:ext cx="44280" cy="29520"/>
          </a:xfrm>
          <a:custGeom>
            <a:avLst/>
            <a:gdLst/>
            <a:ahLst/>
            <a:rect l="0" t="0" r="r" b="b"/>
            <a:pathLst>
              <a:path w="123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2247480" y="3625920"/>
            <a:ext cx="44280" cy="29520"/>
          </a:xfrm>
          <a:custGeom>
            <a:avLst/>
            <a:gdLst/>
            <a:ahLst/>
            <a:rect l="0" t="0" r="r" b="b"/>
            <a:pathLst>
              <a:path w="123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2252160" y="363096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6" y="0"/>
                </a:moveTo>
                <a:lnTo>
                  <a:pt x="4" y="0"/>
                </a:lnTo>
                <a:lnTo>
                  <a:pt x="0" y="4"/>
                </a:lnTo>
                <a:lnTo>
                  <a:pt x="4" y="7"/>
                </a:lnTo>
                <a:lnTo>
                  <a:pt x="6" y="7"/>
                </a:lnTo>
                <a:lnTo>
                  <a:pt x="6" y="6"/>
                </a:lnTo>
                <a:lnTo>
                  <a:pt x="2" y="4"/>
                </a:lnTo>
                <a:lnTo>
                  <a:pt x="6" y="0"/>
                </a:lnTo>
                <a:close/>
              </a:path>
            </a:pathLst>
          </a:custGeom>
          <a:solidFill>
            <a:srgbClr val="393f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7" name=""/>
          <p:cNvSpPr/>
          <p:nvPr/>
        </p:nvSpPr>
        <p:spPr>
          <a:xfrm>
            <a:off x="2252160" y="363096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6" y="0"/>
                </a:moveTo>
                <a:lnTo>
                  <a:pt x="4" y="0"/>
                </a:lnTo>
                <a:lnTo>
                  <a:pt x="0" y="4"/>
                </a:lnTo>
                <a:lnTo>
                  <a:pt x="4" y="7"/>
                </a:lnTo>
                <a:lnTo>
                  <a:pt x="6" y="7"/>
                </a:lnTo>
                <a:lnTo>
                  <a:pt x="6" y="6"/>
                </a:lnTo>
                <a:lnTo>
                  <a:pt x="2" y="4"/>
                </a:lnTo>
                <a:lnTo>
                  <a:pt x="6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/>
          <p:nvPr/>
        </p:nvSpPr>
        <p:spPr>
          <a:xfrm>
            <a:off x="2254320" y="363096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2" y="0"/>
                </a:moveTo>
                <a:lnTo>
                  <a:pt x="0" y="0"/>
                </a:lnTo>
                <a:lnTo>
                  <a:pt x="4" y="4"/>
                </a:lnTo>
                <a:lnTo>
                  <a:pt x="0" y="6"/>
                </a:lnTo>
                <a:lnTo>
                  <a:pt x="0" y="7"/>
                </a:lnTo>
                <a:cubicBezTo>
                  <a:pt x="2" y="7"/>
                  <a:pt x="2" y="7"/>
                  <a:pt x="2" y="7"/>
                </a:cubicBezTo>
                <a:lnTo>
                  <a:pt x="4" y="4"/>
                </a:lnTo>
                <a:lnTo>
                  <a:pt x="2" y="0"/>
                </a:lnTo>
                <a:close/>
              </a:path>
            </a:pathLst>
          </a:custGeom>
          <a:solidFill>
            <a:srgbClr val="393f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9" name=""/>
          <p:cNvSpPr/>
          <p:nvPr/>
        </p:nvSpPr>
        <p:spPr>
          <a:xfrm>
            <a:off x="2254320" y="363096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2" y="0"/>
                </a:moveTo>
                <a:lnTo>
                  <a:pt x="0" y="0"/>
                </a:lnTo>
                <a:lnTo>
                  <a:pt x="4" y="4"/>
                </a:lnTo>
                <a:lnTo>
                  <a:pt x="0" y="6"/>
                </a:lnTo>
                <a:lnTo>
                  <a:pt x="0" y="7"/>
                </a:lnTo>
                <a:cubicBezTo>
                  <a:pt x="2" y="7"/>
                  <a:pt x="2" y="7"/>
                  <a:pt x="2" y="7"/>
                </a:cubicBezTo>
                <a:lnTo>
                  <a:pt x="4" y="4"/>
                </a:lnTo>
                <a:lnTo>
                  <a:pt x="2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2250000" y="3629160"/>
            <a:ext cx="8280" cy="6840"/>
          </a:xfrm>
          <a:custGeom>
            <a:avLst/>
            <a:gdLst/>
            <a:ahLst/>
            <a:rect l="0" t="0" r="r" b="b"/>
            <a:pathLst>
              <a:path w="23" h="19">
                <a:moveTo>
                  <a:pt x="20" y="0"/>
                </a:moveTo>
                <a:cubicBezTo>
                  <a:pt x="20" y="0"/>
                  <a:pt x="8" y="0"/>
                  <a:pt x="6" y="0"/>
                </a:cubicBezTo>
                <a:cubicBezTo>
                  <a:pt x="3" y="0"/>
                  <a:pt x="3" y="3"/>
                  <a:pt x="3" y="3"/>
                </a:cubicBezTo>
                <a:lnTo>
                  <a:pt x="3" y="13"/>
                </a:lnTo>
                <a:lnTo>
                  <a:pt x="0" y="13"/>
                </a:lnTo>
                <a:cubicBezTo>
                  <a:pt x="0" y="13"/>
                  <a:pt x="0" y="19"/>
                  <a:pt x="4" y="19"/>
                </a:cubicBezTo>
                <a:lnTo>
                  <a:pt x="15" y="19"/>
                </a:lnTo>
                <a:cubicBezTo>
                  <a:pt x="18" y="19"/>
                  <a:pt x="18" y="17"/>
                  <a:pt x="18" y="16"/>
                </a:cubicBezTo>
                <a:cubicBezTo>
                  <a:pt x="18" y="15"/>
                  <a:pt x="18" y="10"/>
                  <a:pt x="18" y="6"/>
                </a:cubicBezTo>
                <a:lnTo>
                  <a:pt x="23" y="6"/>
                </a:lnTo>
                <a:lnTo>
                  <a:pt x="23" y="3"/>
                </a:lnTo>
                <a:cubicBezTo>
                  <a:pt x="23" y="3"/>
                  <a:pt x="23" y="0"/>
                  <a:pt x="20" y="0"/>
                </a:cubicBezTo>
                <a:moveTo>
                  <a:pt x="4" y="18"/>
                </a:moveTo>
                <a:lnTo>
                  <a:pt x="3" y="18"/>
                </a:lnTo>
                <a:cubicBezTo>
                  <a:pt x="2" y="17"/>
                  <a:pt x="2" y="16"/>
                  <a:pt x="2" y="15"/>
                </a:cubicBezTo>
                <a:lnTo>
                  <a:pt x="12" y="15"/>
                </a:lnTo>
                <a:lnTo>
                  <a:pt x="13" y="15"/>
                </a:lnTo>
                <a:cubicBezTo>
                  <a:pt x="13" y="16"/>
                  <a:pt x="13" y="17"/>
                  <a:pt x="13" y="18"/>
                </a:cubicBezTo>
                <a:lnTo>
                  <a:pt x="4" y="18"/>
                </a:lnTo>
                <a:moveTo>
                  <a:pt x="17" y="16"/>
                </a:moveTo>
                <a:lnTo>
                  <a:pt x="17" y="17"/>
                </a:lnTo>
                <a:cubicBezTo>
                  <a:pt x="16" y="18"/>
                  <a:pt x="16" y="18"/>
                  <a:pt x="15" y="18"/>
                </a:cubicBezTo>
                <a:cubicBezTo>
                  <a:pt x="14" y="18"/>
                  <a:pt x="14" y="13"/>
                  <a:pt x="14" y="13"/>
                </a:cubicBezTo>
                <a:lnTo>
                  <a:pt x="5" y="1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17" y="2"/>
                </a:lnTo>
                <a:lnTo>
                  <a:pt x="17" y="3"/>
                </a:lnTo>
                <a:lnTo>
                  <a:pt x="17" y="6"/>
                </a:lnTo>
                <a:lnTo>
                  <a:pt x="17" y="16"/>
                </a:lnTo>
                <a:close/>
              </a:path>
            </a:pathLst>
          </a:custGeom>
          <a:solidFill>
            <a:srgbClr val="393f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1" name=""/>
          <p:cNvSpPr/>
          <p:nvPr/>
        </p:nvSpPr>
        <p:spPr>
          <a:xfrm>
            <a:off x="2250000" y="3629160"/>
            <a:ext cx="8280" cy="6840"/>
          </a:xfrm>
          <a:custGeom>
            <a:avLst/>
            <a:gdLst/>
            <a:ahLst/>
            <a:rect l="0" t="0" r="r" b="b"/>
            <a:pathLst>
              <a:path w="23" h="19">
                <a:moveTo>
                  <a:pt x="20" y="0"/>
                </a:moveTo>
                <a:cubicBezTo>
                  <a:pt x="20" y="0"/>
                  <a:pt x="8" y="0"/>
                  <a:pt x="6" y="0"/>
                </a:cubicBezTo>
                <a:cubicBezTo>
                  <a:pt x="3" y="0"/>
                  <a:pt x="3" y="3"/>
                  <a:pt x="3" y="3"/>
                </a:cubicBezTo>
                <a:lnTo>
                  <a:pt x="3" y="13"/>
                </a:lnTo>
                <a:lnTo>
                  <a:pt x="0" y="13"/>
                </a:lnTo>
                <a:cubicBezTo>
                  <a:pt x="0" y="13"/>
                  <a:pt x="0" y="19"/>
                  <a:pt x="4" y="19"/>
                </a:cubicBezTo>
                <a:lnTo>
                  <a:pt x="15" y="19"/>
                </a:lnTo>
                <a:cubicBezTo>
                  <a:pt x="18" y="19"/>
                  <a:pt x="18" y="17"/>
                  <a:pt x="18" y="16"/>
                </a:cubicBezTo>
                <a:cubicBezTo>
                  <a:pt x="18" y="15"/>
                  <a:pt x="18" y="10"/>
                  <a:pt x="18" y="6"/>
                </a:cubicBezTo>
                <a:lnTo>
                  <a:pt x="23" y="6"/>
                </a:lnTo>
                <a:lnTo>
                  <a:pt x="23" y="3"/>
                </a:lnTo>
                <a:cubicBezTo>
                  <a:pt x="23" y="3"/>
                  <a:pt x="23" y="0"/>
                  <a:pt x="20" y="0"/>
                </a:cubicBezTo>
                <a:moveTo>
                  <a:pt x="4" y="18"/>
                </a:moveTo>
                <a:lnTo>
                  <a:pt x="3" y="18"/>
                </a:lnTo>
                <a:cubicBezTo>
                  <a:pt x="2" y="17"/>
                  <a:pt x="2" y="16"/>
                  <a:pt x="2" y="15"/>
                </a:cubicBezTo>
                <a:lnTo>
                  <a:pt x="12" y="15"/>
                </a:lnTo>
                <a:lnTo>
                  <a:pt x="13" y="15"/>
                </a:lnTo>
                <a:cubicBezTo>
                  <a:pt x="13" y="16"/>
                  <a:pt x="13" y="17"/>
                  <a:pt x="13" y="18"/>
                </a:cubicBezTo>
                <a:lnTo>
                  <a:pt x="4" y="18"/>
                </a:lnTo>
                <a:moveTo>
                  <a:pt x="17" y="16"/>
                </a:moveTo>
                <a:lnTo>
                  <a:pt x="17" y="17"/>
                </a:lnTo>
                <a:cubicBezTo>
                  <a:pt x="16" y="18"/>
                  <a:pt x="16" y="18"/>
                  <a:pt x="15" y="18"/>
                </a:cubicBezTo>
                <a:cubicBezTo>
                  <a:pt x="14" y="18"/>
                  <a:pt x="14" y="13"/>
                  <a:pt x="14" y="13"/>
                </a:cubicBezTo>
                <a:lnTo>
                  <a:pt x="5" y="1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17" y="2"/>
                </a:lnTo>
                <a:lnTo>
                  <a:pt x="17" y="3"/>
                </a:lnTo>
                <a:lnTo>
                  <a:pt x="17" y="6"/>
                </a:lnTo>
                <a:lnTo>
                  <a:pt x="17" y="16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2453400" y="3603600"/>
            <a:ext cx="231120" cy="88920"/>
          </a:xfrm>
          <a:custGeom>
            <a:avLst/>
            <a:gdLst/>
            <a:ahLst/>
            <a:rect l="0" t="0" r="r" b="b"/>
            <a:pathLst>
              <a:path w="642" h="247">
                <a:moveTo>
                  <a:pt x="0" y="0"/>
                </a:moveTo>
                <a:lnTo>
                  <a:pt x="642" y="0"/>
                </a:lnTo>
                <a:lnTo>
                  <a:pt x="642" y="247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/>
          <p:nvPr/>
        </p:nvSpPr>
        <p:spPr>
          <a:xfrm>
            <a:off x="2453400" y="3603600"/>
            <a:ext cx="231120" cy="88920"/>
          </a:xfrm>
          <a:custGeom>
            <a:avLst/>
            <a:gdLst/>
            <a:ahLst/>
            <a:rect l="0" t="0" r="r" b="b"/>
            <a:pathLst>
              <a:path w="642" h="247">
                <a:moveTo>
                  <a:pt x="0" y="0"/>
                </a:moveTo>
                <a:lnTo>
                  <a:pt x="642" y="0"/>
                </a:lnTo>
                <a:lnTo>
                  <a:pt x="642" y="247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/>
          <p:nvPr/>
        </p:nvSpPr>
        <p:spPr>
          <a:xfrm>
            <a:off x="2453400" y="3603600"/>
            <a:ext cx="231120" cy="88920"/>
          </a:xfrm>
          <a:custGeom>
            <a:avLst/>
            <a:gdLst/>
            <a:ahLst/>
            <a:rect l="0" t="0" r="r" b="b"/>
            <a:pathLst>
              <a:path w="642" h="247">
                <a:moveTo>
                  <a:pt x="0" y="0"/>
                </a:moveTo>
                <a:lnTo>
                  <a:pt x="642" y="0"/>
                </a:lnTo>
                <a:lnTo>
                  <a:pt x="642" y="247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/>
          <p:nvPr/>
        </p:nvSpPr>
        <p:spPr>
          <a:xfrm>
            <a:off x="2496600" y="3625920"/>
            <a:ext cx="43920" cy="29520"/>
          </a:xfrm>
          <a:custGeom>
            <a:avLst/>
            <a:gdLst/>
            <a:ahLst/>
            <a:rect l="0" t="0" r="r" b="b"/>
            <a:pathLst>
              <a:path w="122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1"/>
                  <a:pt x="122" y="2"/>
                </a:cubicBezTo>
                <a:lnTo>
                  <a:pt x="122" y="80"/>
                </a:lnTo>
                <a:cubicBezTo>
                  <a:pt x="122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2496600" y="3625920"/>
            <a:ext cx="43920" cy="29520"/>
          </a:xfrm>
          <a:custGeom>
            <a:avLst/>
            <a:gdLst/>
            <a:ahLst/>
            <a:rect l="0" t="0" r="r" b="b"/>
            <a:pathLst>
              <a:path w="122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1"/>
                  <a:pt x="122" y="2"/>
                </a:cubicBezTo>
                <a:lnTo>
                  <a:pt x="122" y="80"/>
                </a:lnTo>
                <a:cubicBezTo>
                  <a:pt x="122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2563200" y="3625920"/>
            <a:ext cx="43920" cy="29520"/>
          </a:xfrm>
          <a:custGeom>
            <a:avLst/>
            <a:gdLst/>
            <a:ahLst/>
            <a:rect l="0" t="0" r="r" b="b"/>
            <a:pathLst>
              <a:path w="122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1"/>
                  <a:pt x="122" y="2"/>
                </a:cubicBezTo>
                <a:lnTo>
                  <a:pt x="122" y="80"/>
                </a:lnTo>
                <a:cubicBezTo>
                  <a:pt x="122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2563200" y="3625920"/>
            <a:ext cx="43920" cy="29520"/>
          </a:xfrm>
          <a:custGeom>
            <a:avLst/>
            <a:gdLst/>
            <a:ahLst/>
            <a:rect l="0" t="0" r="r" b="b"/>
            <a:pathLst>
              <a:path w="122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1"/>
                  <a:pt x="122" y="2"/>
                </a:cubicBezTo>
                <a:lnTo>
                  <a:pt x="122" y="80"/>
                </a:lnTo>
                <a:cubicBezTo>
                  <a:pt x="122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/>
          <p:nvPr/>
        </p:nvSpPr>
        <p:spPr>
          <a:xfrm>
            <a:off x="2578320" y="3599280"/>
            <a:ext cx="1800" cy="28440"/>
          </a:xfrm>
          <a:custGeom>
            <a:avLst/>
            <a:gdLst/>
            <a:ahLst/>
            <a:rect l="0" t="0" r="r" b="b"/>
            <a:pathLst>
              <a:path fill="none" w="5" h="79">
                <a:moveTo>
                  <a:pt x="5" y="79"/>
                </a:moveTo>
                <a:lnTo>
                  <a:pt x="0" y="79"/>
                </a:lnTo>
                <a:lnTo>
                  <a:pt x="0" y="0"/>
                </a:lnTo>
                <a:lnTo>
                  <a:pt x="5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2628000" y="363276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22" y="0"/>
                </a:moveTo>
                <a:cubicBezTo>
                  <a:pt x="21" y="0"/>
                  <a:pt x="20" y="0"/>
                  <a:pt x="20" y="1"/>
                </a:cubicBezTo>
                <a:lnTo>
                  <a:pt x="1" y="19"/>
                </a:lnTo>
                <a:cubicBezTo>
                  <a:pt x="0" y="21"/>
                  <a:pt x="0" y="23"/>
                  <a:pt x="1" y="24"/>
                </a:cubicBezTo>
                <a:lnTo>
                  <a:pt x="20" y="43"/>
                </a:lnTo>
                <a:cubicBezTo>
                  <a:pt x="20" y="44"/>
                  <a:pt x="21" y="44"/>
                  <a:pt x="22" y="44"/>
                </a:cubicBezTo>
                <a:cubicBezTo>
                  <a:pt x="23" y="44"/>
                  <a:pt x="23" y="44"/>
                  <a:pt x="24" y="43"/>
                </a:cubicBezTo>
                <a:lnTo>
                  <a:pt x="44" y="24"/>
                </a:lnTo>
                <a:cubicBezTo>
                  <a:pt x="45" y="23"/>
                  <a:pt x="45" y="21"/>
                  <a:pt x="44" y="19"/>
                </a:cubicBezTo>
                <a:lnTo>
                  <a:pt x="24" y="1"/>
                </a:lnTo>
                <a:cubicBezTo>
                  <a:pt x="23" y="0"/>
                  <a:pt x="23" y="0"/>
                  <a:pt x="22" y="0"/>
                </a:cubicBezTo>
                <a:close/>
              </a:path>
            </a:pathLst>
          </a:custGeom>
          <a:solidFill>
            <a:srgbClr val="fef4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/>
          <p:nvPr/>
        </p:nvSpPr>
        <p:spPr>
          <a:xfrm>
            <a:off x="2628000" y="363276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22" y="0"/>
                </a:moveTo>
                <a:cubicBezTo>
                  <a:pt x="21" y="0"/>
                  <a:pt x="20" y="0"/>
                  <a:pt x="20" y="1"/>
                </a:cubicBezTo>
                <a:lnTo>
                  <a:pt x="1" y="19"/>
                </a:lnTo>
                <a:cubicBezTo>
                  <a:pt x="0" y="21"/>
                  <a:pt x="0" y="23"/>
                  <a:pt x="1" y="24"/>
                </a:cubicBezTo>
                <a:lnTo>
                  <a:pt x="20" y="43"/>
                </a:lnTo>
                <a:cubicBezTo>
                  <a:pt x="20" y="44"/>
                  <a:pt x="21" y="44"/>
                  <a:pt x="22" y="44"/>
                </a:cubicBezTo>
                <a:cubicBezTo>
                  <a:pt x="23" y="44"/>
                  <a:pt x="23" y="44"/>
                  <a:pt x="24" y="43"/>
                </a:cubicBezTo>
                <a:lnTo>
                  <a:pt x="44" y="24"/>
                </a:lnTo>
                <a:cubicBezTo>
                  <a:pt x="45" y="23"/>
                  <a:pt x="45" y="21"/>
                  <a:pt x="44" y="19"/>
                </a:cubicBezTo>
                <a:lnTo>
                  <a:pt x="24" y="1"/>
                </a:lnTo>
                <a:cubicBezTo>
                  <a:pt x="23" y="0"/>
                  <a:pt x="23" y="0"/>
                  <a:pt x="22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2628000" y="3632760"/>
            <a:ext cx="16200" cy="16560"/>
          </a:xfrm>
          <a:custGeom>
            <a:avLst/>
            <a:gdLst/>
            <a:ahLst/>
            <a:rect l="0" t="0" r="r" b="b"/>
            <a:pathLst>
              <a:path w="45" h="46">
                <a:moveTo>
                  <a:pt x="2" y="23"/>
                </a:moveTo>
                <a:lnTo>
                  <a:pt x="21" y="3"/>
                </a:lnTo>
                <a:cubicBezTo>
                  <a:pt x="21" y="2"/>
                  <a:pt x="22" y="2"/>
                  <a:pt x="23" y="3"/>
                </a:cubicBezTo>
                <a:lnTo>
                  <a:pt x="43" y="23"/>
                </a:lnTo>
                <a:cubicBezTo>
                  <a:pt x="44" y="23"/>
                  <a:pt x="44" y="24"/>
                  <a:pt x="43" y="25"/>
                </a:cubicBezTo>
                <a:lnTo>
                  <a:pt x="23" y="44"/>
                </a:lnTo>
                <a:cubicBezTo>
                  <a:pt x="22" y="44"/>
                  <a:pt x="21" y="44"/>
                  <a:pt x="21" y="44"/>
                </a:cubicBezTo>
                <a:lnTo>
                  <a:pt x="2" y="25"/>
                </a:lnTo>
                <a:cubicBezTo>
                  <a:pt x="1" y="24"/>
                  <a:pt x="1" y="23"/>
                  <a:pt x="2" y="23"/>
                </a:cubicBezTo>
                <a:moveTo>
                  <a:pt x="0" y="24"/>
                </a:moveTo>
                <a:cubicBezTo>
                  <a:pt x="0" y="24"/>
                  <a:pt x="0" y="25"/>
                  <a:pt x="1" y="26"/>
                </a:cubicBezTo>
                <a:lnTo>
                  <a:pt x="20" y="45"/>
                </a:lnTo>
                <a:cubicBezTo>
                  <a:pt x="21" y="46"/>
                  <a:pt x="23" y="46"/>
                  <a:pt x="24" y="45"/>
                </a:cubicBezTo>
                <a:lnTo>
                  <a:pt x="44" y="26"/>
                </a:lnTo>
                <a:cubicBezTo>
                  <a:pt x="45" y="25"/>
                  <a:pt x="45" y="24"/>
                  <a:pt x="45" y="24"/>
                </a:cubicBezTo>
                <a:cubicBezTo>
                  <a:pt x="45" y="23"/>
                  <a:pt x="45" y="22"/>
                  <a:pt x="44" y="21"/>
                </a:cubicBezTo>
                <a:lnTo>
                  <a:pt x="24" y="1"/>
                </a:lnTo>
                <a:cubicBezTo>
                  <a:pt x="23" y="0"/>
                  <a:pt x="21" y="0"/>
                  <a:pt x="20" y="1"/>
                </a:cubicBezTo>
                <a:lnTo>
                  <a:pt x="1" y="21"/>
                </a:lnTo>
                <a:cubicBezTo>
                  <a:pt x="0" y="22"/>
                  <a:pt x="0" y="23"/>
                  <a:pt x="0" y="24"/>
                </a:cubicBezTo>
                <a:close/>
              </a:path>
            </a:pathLst>
          </a:custGeom>
          <a:solidFill>
            <a:srgbClr val="ec7a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2628000" y="3632760"/>
            <a:ext cx="16200" cy="16560"/>
          </a:xfrm>
          <a:custGeom>
            <a:avLst/>
            <a:gdLst/>
            <a:ahLst/>
            <a:rect l="0" t="0" r="r" b="b"/>
            <a:pathLst>
              <a:path w="45" h="46">
                <a:moveTo>
                  <a:pt x="2" y="23"/>
                </a:moveTo>
                <a:lnTo>
                  <a:pt x="21" y="3"/>
                </a:lnTo>
                <a:cubicBezTo>
                  <a:pt x="21" y="2"/>
                  <a:pt x="22" y="2"/>
                  <a:pt x="23" y="3"/>
                </a:cubicBezTo>
                <a:lnTo>
                  <a:pt x="43" y="23"/>
                </a:lnTo>
                <a:cubicBezTo>
                  <a:pt x="44" y="23"/>
                  <a:pt x="44" y="24"/>
                  <a:pt x="43" y="25"/>
                </a:cubicBezTo>
                <a:lnTo>
                  <a:pt x="23" y="44"/>
                </a:lnTo>
                <a:cubicBezTo>
                  <a:pt x="22" y="44"/>
                  <a:pt x="21" y="44"/>
                  <a:pt x="21" y="44"/>
                </a:cubicBezTo>
                <a:lnTo>
                  <a:pt x="2" y="25"/>
                </a:lnTo>
                <a:cubicBezTo>
                  <a:pt x="1" y="24"/>
                  <a:pt x="1" y="23"/>
                  <a:pt x="2" y="23"/>
                </a:cubicBezTo>
                <a:moveTo>
                  <a:pt x="0" y="24"/>
                </a:moveTo>
                <a:cubicBezTo>
                  <a:pt x="0" y="24"/>
                  <a:pt x="0" y="25"/>
                  <a:pt x="1" y="26"/>
                </a:cubicBezTo>
                <a:lnTo>
                  <a:pt x="20" y="45"/>
                </a:lnTo>
                <a:cubicBezTo>
                  <a:pt x="21" y="46"/>
                  <a:pt x="23" y="46"/>
                  <a:pt x="24" y="45"/>
                </a:cubicBezTo>
                <a:lnTo>
                  <a:pt x="44" y="26"/>
                </a:lnTo>
                <a:cubicBezTo>
                  <a:pt x="45" y="25"/>
                  <a:pt x="45" y="24"/>
                  <a:pt x="45" y="24"/>
                </a:cubicBezTo>
                <a:cubicBezTo>
                  <a:pt x="45" y="23"/>
                  <a:pt x="45" y="22"/>
                  <a:pt x="44" y="21"/>
                </a:cubicBezTo>
                <a:lnTo>
                  <a:pt x="24" y="1"/>
                </a:lnTo>
                <a:cubicBezTo>
                  <a:pt x="23" y="0"/>
                  <a:pt x="21" y="0"/>
                  <a:pt x="20" y="1"/>
                </a:cubicBezTo>
                <a:lnTo>
                  <a:pt x="1" y="21"/>
                </a:lnTo>
                <a:cubicBezTo>
                  <a:pt x="0" y="22"/>
                  <a:pt x="0" y="23"/>
                  <a:pt x="0" y="24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2632680" y="363744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8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2" y="12"/>
                </a:lnTo>
                <a:lnTo>
                  <a:pt x="12" y="17"/>
                </a:lnTo>
                <a:lnTo>
                  <a:pt x="12" y="18"/>
                </a:lnTo>
                <a:lnTo>
                  <a:pt x="11" y="18"/>
                </a:lnTo>
                <a:lnTo>
                  <a:pt x="9" y="18"/>
                </a:lnTo>
                <a:cubicBezTo>
                  <a:pt x="8" y="18"/>
                  <a:pt x="8" y="18"/>
                  <a:pt x="8" y="18"/>
                </a:cubicBezTo>
                <a:cubicBezTo>
                  <a:pt x="7" y="18"/>
                  <a:pt x="7" y="17"/>
                  <a:pt x="7" y="17"/>
                </a:cubicBezTo>
                <a:lnTo>
                  <a:pt x="7" y="12"/>
                </a:lnTo>
                <a:lnTo>
                  <a:pt x="1" y="12"/>
                </a:lnTo>
                <a:lnTo>
                  <a:pt x="0" y="12"/>
                </a:lnTo>
                <a:cubicBezTo>
                  <a:pt x="0" y="11"/>
                  <a:pt x="0" y="11"/>
                  <a:pt x="0" y="11"/>
                </a:cubicBezTo>
                <a:lnTo>
                  <a:pt x="0" y="8"/>
                </a:lnTo>
                <a:cubicBezTo>
                  <a:pt x="1" y="7"/>
                  <a:pt x="1" y="7"/>
                  <a:pt x="1" y="7"/>
                </a:cubicBezTo>
                <a:lnTo>
                  <a:pt x="7" y="7"/>
                </a:lnTo>
                <a:lnTo>
                  <a:pt x="7" y="1"/>
                </a:lnTo>
                <a:lnTo>
                  <a:pt x="8" y="0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cubicBezTo>
                  <a:pt x="12" y="1"/>
                  <a:pt x="12" y="1"/>
                  <a:pt x="12" y="1"/>
                </a:cubicBezTo>
                <a:lnTo>
                  <a:pt x="12" y="7"/>
                </a:lnTo>
                <a:lnTo>
                  <a:pt x="17" y="7"/>
                </a:lnTo>
                <a:cubicBezTo>
                  <a:pt x="18" y="7"/>
                  <a:pt x="18" y="7"/>
                  <a:pt x="18" y="8"/>
                </a:cubicBezTo>
                <a:close/>
              </a:path>
            </a:pathLst>
          </a:custGeom>
          <a:solidFill>
            <a:srgbClr val="ec7a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/>
          <p:nvPr/>
        </p:nvSpPr>
        <p:spPr>
          <a:xfrm>
            <a:off x="2632680" y="363744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8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lnTo>
                  <a:pt x="12" y="12"/>
                </a:lnTo>
                <a:lnTo>
                  <a:pt x="12" y="17"/>
                </a:lnTo>
                <a:lnTo>
                  <a:pt x="12" y="18"/>
                </a:lnTo>
                <a:lnTo>
                  <a:pt x="11" y="18"/>
                </a:lnTo>
                <a:lnTo>
                  <a:pt x="9" y="18"/>
                </a:lnTo>
                <a:cubicBezTo>
                  <a:pt x="8" y="18"/>
                  <a:pt x="8" y="18"/>
                  <a:pt x="8" y="18"/>
                </a:cubicBezTo>
                <a:cubicBezTo>
                  <a:pt x="7" y="18"/>
                  <a:pt x="7" y="17"/>
                  <a:pt x="7" y="17"/>
                </a:cubicBezTo>
                <a:lnTo>
                  <a:pt x="7" y="12"/>
                </a:lnTo>
                <a:lnTo>
                  <a:pt x="1" y="12"/>
                </a:lnTo>
                <a:lnTo>
                  <a:pt x="0" y="12"/>
                </a:lnTo>
                <a:cubicBezTo>
                  <a:pt x="0" y="11"/>
                  <a:pt x="0" y="11"/>
                  <a:pt x="0" y="11"/>
                </a:cubicBezTo>
                <a:lnTo>
                  <a:pt x="0" y="8"/>
                </a:lnTo>
                <a:cubicBezTo>
                  <a:pt x="1" y="7"/>
                  <a:pt x="1" y="7"/>
                  <a:pt x="1" y="7"/>
                </a:cubicBezTo>
                <a:lnTo>
                  <a:pt x="7" y="7"/>
                </a:lnTo>
                <a:lnTo>
                  <a:pt x="7" y="1"/>
                </a:lnTo>
                <a:lnTo>
                  <a:pt x="8" y="0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cubicBezTo>
                  <a:pt x="12" y="1"/>
                  <a:pt x="12" y="1"/>
                  <a:pt x="12" y="1"/>
                </a:cubicBezTo>
                <a:lnTo>
                  <a:pt x="12" y="7"/>
                </a:lnTo>
                <a:lnTo>
                  <a:pt x="17" y="7"/>
                </a:lnTo>
                <a:cubicBezTo>
                  <a:pt x="18" y="7"/>
                  <a:pt x="18" y="7"/>
                  <a:pt x="18" y="8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/>
          <p:nvPr/>
        </p:nvSpPr>
        <p:spPr>
          <a:xfrm>
            <a:off x="2628000" y="36057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7"/>
                  <a:pt x="43" y="30"/>
                  <a:pt x="42" y="34"/>
                </a:cubicBezTo>
                <a:cubicBezTo>
                  <a:pt x="40" y="37"/>
                  <a:pt x="37" y="40"/>
                  <a:pt x="34" y="41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0"/>
                  <a:pt x="0" y="27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2628000" y="36057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7"/>
                  <a:pt x="43" y="30"/>
                  <a:pt x="42" y="34"/>
                </a:cubicBezTo>
                <a:cubicBezTo>
                  <a:pt x="40" y="37"/>
                  <a:pt x="37" y="40"/>
                  <a:pt x="34" y="41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0"/>
                  <a:pt x="0" y="27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2628000" y="360576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2" y="41"/>
                </a:moveTo>
                <a:cubicBezTo>
                  <a:pt x="12" y="41"/>
                  <a:pt x="4" y="32"/>
                  <a:pt x="4" y="22"/>
                </a:cubicBezTo>
                <a:cubicBezTo>
                  <a:pt x="4" y="12"/>
                  <a:pt x="12" y="4"/>
                  <a:pt x="22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2"/>
                  <a:pt x="33" y="41"/>
                  <a:pt x="22" y="41"/>
                </a:cubicBezTo>
                <a:moveTo>
                  <a:pt x="22" y="5"/>
                </a:moveTo>
                <a:cubicBezTo>
                  <a:pt x="13" y="5"/>
                  <a:pt x="5" y="13"/>
                  <a:pt x="5" y="22"/>
                </a:cubicBezTo>
                <a:cubicBezTo>
                  <a:pt x="5" y="31"/>
                  <a:pt x="13" y="39"/>
                  <a:pt x="22" y="39"/>
                </a:cubicBezTo>
                <a:cubicBezTo>
                  <a:pt x="32" y="39"/>
                  <a:pt x="39" y="31"/>
                  <a:pt x="39" y="22"/>
                </a:cubicBezTo>
                <a:cubicBezTo>
                  <a:pt x="39" y="13"/>
                  <a:pt x="32" y="5"/>
                  <a:pt x="22" y="5"/>
                </a:cubicBezTo>
                <a:moveTo>
                  <a:pt x="22" y="1"/>
                </a:moveTo>
                <a:cubicBezTo>
                  <a:pt x="25" y="1"/>
                  <a:pt x="28" y="2"/>
                  <a:pt x="31" y="3"/>
                </a:cubicBezTo>
                <a:cubicBezTo>
                  <a:pt x="33" y="4"/>
                  <a:pt x="35" y="5"/>
                  <a:pt x="37" y="7"/>
                </a:cubicBezTo>
                <a:cubicBezTo>
                  <a:pt x="39" y="9"/>
                  <a:pt x="41" y="11"/>
                  <a:pt x="42" y="14"/>
                </a:cubicBezTo>
                <a:cubicBezTo>
                  <a:pt x="43" y="16"/>
                  <a:pt x="43" y="19"/>
                  <a:pt x="43" y="22"/>
                </a:cubicBezTo>
                <a:cubicBezTo>
                  <a:pt x="43" y="24"/>
                  <a:pt x="43" y="27"/>
                  <a:pt x="42" y="30"/>
                </a:cubicBezTo>
                <a:cubicBezTo>
                  <a:pt x="41" y="32"/>
                  <a:pt x="39" y="34"/>
                  <a:pt x="37" y="36"/>
                </a:cubicBezTo>
                <a:cubicBezTo>
                  <a:pt x="35" y="39"/>
                  <a:pt x="33" y="41"/>
                  <a:pt x="31" y="42"/>
                </a:cubicBezTo>
                <a:cubicBezTo>
                  <a:pt x="28" y="43"/>
                  <a:pt x="25" y="43"/>
                  <a:pt x="22" y="43"/>
                </a:cubicBezTo>
                <a:cubicBezTo>
                  <a:pt x="19" y="43"/>
                  <a:pt x="16" y="43"/>
                  <a:pt x="14" y="42"/>
                </a:cubicBezTo>
                <a:cubicBezTo>
                  <a:pt x="11" y="41"/>
                  <a:pt x="9" y="39"/>
                  <a:pt x="7" y="36"/>
                </a:cubicBezTo>
                <a:cubicBezTo>
                  <a:pt x="5" y="34"/>
                  <a:pt x="4" y="32"/>
                  <a:pt x="3" y="30"/>
                </a:cubicBezTo>
                <a:cubicBezTo>
                  <a:pt x="2" y="27"/>
                  <a:pt x="1" y="24"/>
                  <a:pt x="1" y="22"/>
                </a:cubicBezTo>
                <a:cubicBezTo>
                  <a:pt x="1" y="19"/>
                  <a:pt x="2" y="16"/>
                  <a:pt x="3" y="14"/>
                </a:cubicBezTo>
                <a:cubicBezTo>
                  <a:pt x="4" y="11"/>
                  <a:pt x="5" y="9"/>
                  <a:pt x="7" y="7"/>
                </a:cubicBezTo>
                <a:cubicBezTo>
                  <a:pt x="9" y="5"/>
                  <a:pt x="11" y="4"/>
                  <a:pt x="14" y="3"/>
                </a:cubicBezTo>
                <a:cubicBezTo>
                  <a:pt x="16" y="2"/>
                  <a:pt x="19" y="1"/>
                  <a:pt x="22" y="1"/>
                </a:cubicBezTo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4"/>
                  <a:pt x="10" y="45"/>
                  <a:pt x="22" y="45"/>
                </a:cubicBezTo>
                <a:cubicBezTo>
                  <a:pt x="35" y="45"/>
                  <a:pt x="45" y="34"/>
                  <a:pt x="45" y="22"/>
                </a:cubicBezTo>
                <a:cubicBezTo>
                  <a:pt x="45" y="10"/>
                  <a:pt x="35" y="0"/>
                  <a:pt x="22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2628000" y="3605760"/>
            <a:ext cx="16200" cy="16200"/>
          </a:xfrm>
          <a:custGeom>
            <a:avLst/>
            <a:gdLst/>
            <a:ahLst/>
            <a:rect l="0" t="0" r="r" b="b"/>
            <a:pathLst>
              <a:path fill="none" w="45" h="45">
                <a:moveTo>
                  <a:pt x="22" y="41"/>
                </a:moveTo>
                <a:cubicBezTo>
                  <a:pt x="12" y="41"/>
                  <a:pt x="4" y="32"/>
                  <a:pt x="4" y="22"/>
                </a:cubicBezTo>
                <a:cubicBezTo>
                  <a:pt x="4" y="12"/>
                  <a:pt x="12" y="4"/>
                  <a:pt x="22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2"/>
                  <a:pt x="33" y="41"/>
                  <a:pt x="22" y="41"/>
                </a:cubicBezTo>
                <a:moveTo>
                  <a:pt x="22" y="5"/>
                </a:moveTo>
                <a:cubicBezTo>
                  <a:pt x="13" y="5"/>
                  <a:pt x="5" y="13"/>
                  <a:pt x="5" y="22"/>
                </a:cubicBezTo>
                <a:cubicBezTo>
                  <a:pt x="5" y="31"/>
                  <a:pt x="13" y="39"/>
                  <a:pt x="22" y="39"/>
                </a:cubicBezTo>
                <a:cubicBezTo>
                  <a:pt x="32" y="39"/>
                  <a:pt x="39" y="31"/>
                  <a:pt x="39" y="22"/>
                </a:cubicBezTo>
                <a:cubicBezTo>
                  <a:pt x="39" y="13"/>
                  <a:pt x="32" y="5"/>
                  <a:pt x="22" y="5"/>
                </a:cubicBezTo>
                <a:moveTo>
                  <a:pt x="22" y="1"/>
                </a:moveTo>
                <a:cubicBezTo>
                  <a:pt x="25" y="1"/>
                  <a:pt x="28" y="2"/>
                  <a:pt x="31" y="3"/>
                </a:cubicBezTo>
                <a:cubicBezTo>
                  <a:pt x="33" y="4"/>
                  <a:pt x="35" y="5"/>
                  <a:pt x="37" y="7"/>
                </a:cubicBezTo>
                <a:cubicBezTo>
                  <a:pt x="39" y="9"/>
                  <a:pt x="41" y="11"/>
                  <a:pt x="42" y="14"/>
                </a:cubicBezTo>
                <a:cubicBezTo>
                  <a:pt x="43" y="16"/>
                  <a:pt x="43" y="19"/>
                  <a:pt x="43" y="22"/>
                </a:cubicBezTo>
                <a:cubicBezTo>
                  <a:pt x="43" y="24"/>
                  <a:pt x="43" y="27"/>
                  <a:pt x="42" y="30"/>
                </a:cubicBezTo>
                <a:cubicBezTo>
                  <a:pt x="41" y="32"/>
                  <a:pt x="39" y="34"/>
                  <a:pt x="37" y="36"/>
                </a:cubicBezTo>
                <a:cubicBezTo>
                  <a:pt x="35" y="39"/>
                  <a:pt x="33" y="41"/>
                  <a:pt x="31" y="42"/>
                </a:cubicBezTo>
                <a:cubicBezTo>
                  <a:pt x="28" y="43"/>
                  <a:pt x="25" y="43"/>
                  <a:pt x="22" y="43"/>
                </a:cubicBezTo>
                <a:cubicBezTo>
                  <a:pt x="19" y="43"/>
                  <a:pt x="16" y="43"/>
                  <a:pt x="14" y="42"/>
                </a:cubicBezTo>
                <a:cubicBezTo>
                  <a:pt x="11" y="41"/>
                  <a:pt x="9" y="39"/>
                  <a:pt x="7" y="36"/>
                </a:cubicBezTo>
                <a:cubicBezTo>
                  <a:pt x="5" y="34"/>
                  <a:pt x="4" y="32"/>
                  <a:pt x="3" y="30"/>
                </a:cubicBezTo>
                <a:cubicBezTo>
                  <a:pt x="2" y="27"/>
                  <a:pt x="1" y="24"/>
                  <a:pt x="1" y="22"/>
                </a:cubicBezTo>
                <a:cubicBezTo>
                  <a:pt x="1" y="19"/>
                  <a:pt x="2" y="16"/>
                  <a:pt x="3" y="14"/>
                </a:cubicBezTo>
                <a:cubicBezTo>
                  <a:pt x="4" y="11"/>
                  <a:pt x="5" y="9"/>
                  <a:pt x="7" y="7"/>
                </a:cubicBezTo>
                <a:cubicBezTo>
                  <a:pt x="9" y="5"/>
                  <a:pt x="11" y="4"/>
                  <a:pt x="14" y="3"/>
                </a:cubicBezTo>
                <a:cubicBezTo>
                  <a:pt x="16" y="2"/>
                  <a:pt x="19" y="1"/>
                  <a:pt x="22" y="1"/>
                </a:cubicBezTo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4"/>
                  <a:pt x="10" y="45"/>
                  <a:pt x="22" y="45"/>
                </a:cubicBezTo>
                <a:cubicBezTo>
                  <a:pt x="35" y="45"/>
                  <a:pt x="45" y="34"/>
                  <a:pt x="45" y="22"/>
                </a:cubicBezTo>
                <a:cubicBezTo>
                  <a:pt x="45" y="10"/>
                  <a:pt x="35" y="0"/>
                  <a:pt x="22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2631960" y="360936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12" y="0"/>
                </a:moveTo>
                <a:cubicBezTo>
                  <a:pt x="12" y="0"/>
                  <a:pt x="11" y="0"/>
                  <a:pt x="11" y="1"/>
                </a:cubicBezTo>
                <a:lnTo>
                  <a:pt x="10" y="1"/>
                </a:lnTo>
                <a:lnTo>
                  <a:pt x="0" y="19"/>
                </a:lnTo>
                <a:cubicBezTo>
                  <a:pt x="0" y="20"/>
                  <a:pt x="0" y="21"/>
                  <a:pt x="0" y="21"/>
                </a:cubicBezTo>
                <a:lnTo>
                  <a:pt x="1" y="22"/>
                </a:lnTo>
                <a:lnTo>
                  <a:pt x="21" y="22"/>
                </a:lnTo>
                <a:cubicBezTo>
                  <a:pt x="22" y="22"/>
                  <a:pt x="22" y="22"/>
                  <a:pt x="22" y="22"/>
                </a:cubicBezTo>
                <a:cubicBezTo>
                  <a:pt x="22" y="21"/>
                  <a:pt x="22" y="21"/>
                  <a:pt x="23" y="21"/>
                </a:cubicBezTo>
                <a:cubicBezTo>
                  <a:pt x="23" y="21"/>
                  <a:pt x="23" y="20"/>
                  <a:pt x="23" y="19"/>
                </a:cubicBezTo>
                <a:lnTo>
                  <a:pt x="13" y="1"/>
                </a:lnTo>
                <a:cubicBezTo>
                  <a:pt x="12" y="0"/>
                  <a:pt x="12" y="0"/>
                  <a:pt x="12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/>
          <p:nvPr/>
        </p:nvSpPr>
        <p:spPr>
          <a:xfrm>
            <a:off x="2631960" y="360936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12" y="0"/>
                </a:moveTo>
                <a:cubicBezTo>
                  <a:pt x="12" y="0"/>
                  <a:pt x="11" y="0"/>
                  <a:pt x="11" y="1"/>
                </a:cubicBezTo>
                <a:lnTo>
                  <a:pt x="10" y="1"/>
                </a:lnTo>
                <a:lnTo>
                  <a:pt x="0" y="19"/>
                </a:lnTo>
                <a:cubicBezTo>
                  <a:pt x="0" y="20"/>
                  <a:pt x="0" y="21"/>
                  <a:pt x="0" y="21"/>
                </a:cubicBezTo>
                <a:lnTo>
                  <a:pt x="1" y="22"/>
                </a:lnTo>
                <a:lnTo>
                  <a:pt x="21" y="22"/>
                </a:lnTo>
                <a:cubicBezTo>
                  <a:pt x="22" y="22"/>
                  <a:pt x="22" y="22"/>
                  <a:pt x="22" y="22"/>
                </a:cubicBezTo>
                <a:cubicBezTo>
                  <a:pt x="22" y="21"/>
                  <a:pt x="22" y="21"/>
                  <a:pt x="23" y="21"/>
                </a:cubicBezTo>
                <a:cubicBezTo>
                  <a:pt x="23" y="21"/>
                  <a:pt x="23" y="20"/>
                  <a:pt x="23" y="19"/>
                </a:cubicBezTo>
                <a:lnTo>
                  <a:pt x="13" y="1"/>
                </a:lnTo>
                <a:cubicBezTo>
                  <a:pt x="12" y="0"/>
                  <a:pt x="12" y="0"/>
                  <a:pt x="12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2636640" y="3658320"/>
            <a:ext cx="2880" cy="16200"/>
          </a:xfrm>
          <a:custGeom>
            <a:avLst/>
            <a:gdLst/>
            <a:ahLst/>
            <a:rect l="0" t="0" r="r" b="b"/>
            <a:pathLst>
              <a:path fill="none" w="8" h="45">
                <a:moveTo>
                  <a:pt x="8" y="45"/>
                </a:moveTo>
                <a:lnTo>
                  <a:pt x="0" y="45"/>
                </a:lnTo>
                <a:lnTo>
                  <a:pt x="0" y="0"/>
                </a:lnTo>
                <a:lnTo>
                  <a:pt x="8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1853640" y="3448800"/>
            <a:ext cx="971280" cy="103320"/>
          </a:xfrm>
          <a:custGeom>
            <a:avLst/>
            <a:gdLst/>
            <a:ahLst/>
            <a:rect l="0" t="0" r="r" b="b"/>
            <a:pathLst>
              <a:path w="2698" h="287">
                <a:moveTo>
                  <a:pt x="0" y="0"/>
                </a:moveTo>
                <a:lnTo>
                  <a:pt x="2698" y="0"/>
                </a:lnTo>
                <a:lnTo>
                  <a:pt x="2698" y="287"/>
                </a:lnTo>
                <a:lnTo>
                  <a:pt x="0" y="287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/>
          <p:nvPr/>
        </p:nvSpPr>
        <p:spPr>
          <a:xfrm>
            <a:off x="1853640" y="3448800"/>
            <a:ext cx="971280" cy="103320"/>
          </a:xfrm>
          <a:custGeom>
            <a:avLst/>
            <a:gdLst/>
            <a:ahLst/>
            <a:rect l="0" t="0" r="r" b="b"/>
            <a:pathLst>
              <a:path w="2698" h="287">
                <a:moveTo>
                  <a:pt x="0" y="0"/>
                </a:moveTo>
                <a:lnTo>
                  <a:pt x="2698" y="0"/>
                </a:lnTo>
                <a:lnTo>
                  <a:pt x="2698" y="287"/>
                </a:lnTo>
                <a:lnTo>
                  <a:pt x="0" y="28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/>
          <p:nvPr/>
        </p:nvSpPr>
        <p:spPr>
          <a:xfrm>
            <a:off x="1853640" y="3448800"/>
            <a:ext cx="971280" cy="103320"/>
          </a:xfrm>
          <a:custGeom>
            <a:avLst/>
            <a:gdLst/>
            <a:ahLst/>
            <a:rect l="0" t="0" r="r" b="b"/>
            <a:pathLst>
              <a:path w="2698" h="287">
                <a:moveTo>
                  <a:pt x="0" y="0"/>
                </a:moveTo>
                <a:lnTo>
                  <a:pt x="2698" y="0"/>
                </a:lnTo>
                <a:lnTo>
                  <a:pt x="2698" y="287"/>
                </a:lnTo>
                <a:lnTo>
                  <a:pt x="0" y="28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/>
          <p:nvPr/>
        </p:nvSpPr>
        <p:spPr>
          <a:xfrm>
            <a:off x="1872000" y="3488400"/>
            <a:ext cx="47880" cy="29160"/>
          </a:xfrm>
          <a:custGeom>
            <a:avLst/>
            <a:gdLst/>
            <a:ahLst/>
            <a:rect l="0" t="0" r="r" b="b"/>
            <a:pathLst>
              <a:path w="133" h="81">
                <a:moveTo>
                  <a:pt x="1" y="0"/>
                </a:moveTo>
                <a:lnTo>
                  <a:pt x="131" y="0"/>
                </a:lnTo>
                <a:cubicBezTo>
                  <a:pt x="132" y="0"/>
                  <a:pt x="133" y="1"/>
                  <a:pt x="133" y="2"/>
                </a:cubicBezTo>
                <a:lnTo>
                  <a:pt x="133" y="79"/>
                </a:lnTo>
                <a:cubicBezTo>
                  <a:pt x="133" y="80"/>
                  <a:pt x="132" y="81"/>
                  <a:pt x="131" y="81"/>
                </a:cubicBezTo>
                <a:lnTo>
                  <a:pt x="1" y="81"/>
                </a:lnTo>
                <a:cubicBezTo>
                  <a:pt x="0" y="81"/>
                  <a:pt x="0" y="80"/>
                  <a:pt x="0" y="7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1872000" y="3488400"/>
            <a:ext cx="47880" cy="29160"/>
          </a:xfrm>
          <a:custGeom>
            <a:avLst/>
            <a:gdLst/>
            <a:ahLst/>
            <a:rect l="0" t="0" r="r" b="b"/>
            <a:pathLst>
              <a:path w="133" h="81">
                <a:moveTo>
                  <a:pt x="1" y="0"/>
                </a:moveTo>
                <a:lnTo>
                  <a:pt x="131" y="0"/>
                </a:lnTo>
                <a:cubicBezTo>
                  <a:pt x="132" y="0"/>
                  <a:pt x="133" y="1"/>
                  <a:pt x="133" y="2"/>
                </a:cubicBezTo>
                <a:lnTo>
                  <a:pt x="133" y="79"/>
                </a:lnTo>
                <a:cubicBezTo>
                  <a:pt x="133" y="80"/>
                  <a:pt x="132" y="81"/>
                  <a:pt x="131" y="81"/>
                </a:cubicBezTo>
                <a:lnTo>
                  <a:pt x="1" y="81"/>
                </a:lnTo>
                <a:cubicBezTo>
                  <a:pt x="0" y="81"/>
                  <a:pt x="0" y="80"/>
                  <a:pt x="0" y="7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/>
          <p:nvPr/>
        </p:nvSpPr>
        <p:spPr>
          <a:xfrm>
            <a:off x="1935360" y="3487680"/>
            <a:ext cx="44280" cy="29160"/>
          </a:xfrm>
          <a:custGeom>
            <a:avLst/>
            <a:gdLst/>
            <a:ahLst/>
            <a:rect l="0" t="0" r="r" b="b"/>
            <a:pathLst>
              <a:path w="123" h="81">
                <a:moveTo>
                  <a:pt x="2" y="0"/>
                </a:moveTo>
                <a:lnTo>
                  <a:pt x="122" y="0"/>
                </a:lnTo>
                <a:cubicBezTo>
                  <a:pt x="123" y="0"/>
                  <a:pt x="123" y="0"/>
                  <a:pt x="123" y="1"/>
                </a:cubicBezTo>
                <a:lnTo>
                  <a:pt x="123" y="79"/>
                </a:lnTo>
                <a:cubicBezTo>
                  <a:pt x="123" y="80"/>
                  <a:pt x="123" y="81"/>
                  <a:pt x="122" y="81"/>
                </a:cubicBezTo>
                <a:lnTo>
                  <a:pt x="2" y="81"/>
                </a:lnTo>
                <a:cubicBezTo>
                  <a:pt x="1" y="81"/>
                  <a:pt x="0" y="80"/>
                  <a:pt x="0" y="79"/>
                </a:cubicBezTo>
                <a:lnTo>
                  <a:pt x="0" y="1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1935360" y="3487680"/>
            <a:ext cx="44280" cy="29160"/>
          </a:xfrm>
          <a:custGeom>
            <a:avLst/>
            <a:gdLst/>
            <a:ahLst/>
            <a:rect l="0" t="0" r="r" b="b"/>
            <a:pathLst>
              <a:path w="123" h="81">
                <a:moveTo>
                  <a:pt x="2" y="0"/>
                </a:moveTo>
                <a:lnTo>
                  <a:pt x="122" y="0"/>
                </a:lnTo>
                <a:cubicBezTo>
                  <a:pt x="123" y="0"/>
                  <a:pt x="123" y="0"/>
                  <a:pt x="123" y="1"/>
                </a:cubicBezTo>
                <a:lnTo>
                  <a:pt x="123" y="79"/>
                </a:lnTo>
                <a:cubicBezTo>
                  <a:pt x="123" y="80"/>
                  <a:pt x="123" y="81"/>
                  <a:pt x="122" y="81"/>
                </a:cubicBezTo>
                <a:lnTo>
                  <a:pt x="2" y="81"/>
                </a:lnTo>
                <a:cubicBezTo>
                  <a:pt x="1" y="81"/>
                  <a:pt x="0" y="80"/>
                  <a:pt x="0" y="79"/>
                </a:cubicBezTo>
                <a:lnTo>
                  <a:pt x="0" y="1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2002320" y="34941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6"/>
                  <a:pt x="43" y="29"/>
                  <a:pt x="41" y="33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3"/>
                  <a:pt x="26" y="44"/>
                  <a:pt x="22" y="44"/>
                </a:cubicBezTo>
                <a:cubicBezTo>
                  <a:pt x="18" y="44"/>
                  <a:pt x="15" y="43"/>
                  <a:pt x="11" y="42"/>
                </a:cubicBezTo>
                <a:cubicBezTo>
                  <a:pt x="8" y="40"/>
                  <a:pt x="5" y="37"/>
                  <a:pt x="3" y="33"/>
                </a:cubicBezTo>
                <a:cubicBezTo>
                  <a:pt x="1" y="29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2002320" y="34941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6"/>
                  <a:pt x="43" y="29"/>
                  <a:pt x="41" y="33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3"/>
                  <a:pt x="26" y="44"/>
                  <a:pt x="22" y="44"/>
                </a:cubicBezTo>
                <a:cubicBezTo>
                  <a:pt x="18" y="44"/>
                  <a:pt x="15" y="43"/>
                  <a:pt x="11" y="42"/>
                </a:cubicBezTo>
                <a:cubicBezTo>
                  <a:pt x="8" y="40"/>
                  <a:pt x="5" y="37"/>
                  <a:pt x="3" y="33"/>
                </a:cubicBezTo>
                <a:cubicBezTo>
                  <a:pt x="1" y="29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/>
          <p:nvPr/>
        </p:nvSpPr>
        <p:spPr>
          <a:xfrm>
            <a:off x="2001960" y="3494160"/>
            <a:ext cx="16560" cy="16200"/>
          </a:xfrm>
          <a:custGeom>
            <a:avLst/>
            <a:gdLst/>
            <a:ahLst/>
            <a:rect l="0" t="0" r="r" b="b"/>
            <a:pathLst>
              <a:path w="46" h="45">
                <a:moveTo>
                  <a:pt x="23" y="41"/>
                </a:moveTo>
                <a:cubicBezTo>
                  <a:pt x="13" y="41"/>
                  <a:pt x="4" y="32"/>
                  <a:pt x="4" y="22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2" y="12"/>
                  <a:pt x="42" y="22"/>
                </a:cubicBezTo>
                <a:cubicBezTo>
                  <a:pt x="42" y="32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7" y="13"/>
                  <a:pt x="7" y="22"/>
                </a:cubicBezTo>
                <a:cubicBezTo>
                  <a:pt x="7" y="31"/>
                  <a:pt x="14" y="38"/>
                  <a:pt x="23" y="38"/>
                </a:cubicBezTo>
                <a:cubicBezTo>
                  <a:pt x="33" y="38"/>
                  <a:pt x="40" y="31"/>
                  <a:pt x="40" y="22"/>
                </a:cubicBezTo>
                <a:cubicBezTo>
                  <a:pt x="40" y="13"/>
                  <a:pt x="33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2"/>
                  <a:pt x="40" y="34"/>
                  <a:pt x="38" y="36"/>
                </a:cubicBezTo>
                <a:cubicBezTo>
                  <a:pt x="36" y="38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1" y="43"/>
                  <a:pt x="18" y="43"/>
                  <a:pt x="15" y="42"/>
                </a:cubicBezTo>
                <a:cubicBezTo>
                  <a:pt x="13" y="41"/>
                  <a:pt x="11" y="38"/>
                  <a:pt x="9" y="36"/>
                </a:cubicBezTo>
                <a:cubicBezTo>
                  <a:pt x="7" y="34"/>
                  <a:pt x="6" y="32"/>
                  <a:pt x="3" y="30"/>
                </a:cubicBezTo>
                <a:cubicBezTo>
                  <a:pt x="2" y="27"/>
                  <a:pt x="2" y="25"/>
                  <a:pt x="2" y="22"/>
                </a:cubicBezTo>
                <a:cubicBezTo>
                  <a:pt x="2" y="19"/>
                  <a:pt x="2" y="16"/>
                  <a:pt x="3" y="14"/>
                </a:cubicBezTo>
                <a:cubicBezTo>
                  <a:pt x="6" y="11"/>
                  <a:pt x="7" y="9"/>
                  <a:pt x="9" y="7"/>
                </a:cubicBezTo>
                <a:cubicBezTo>
                  <a:pt x="11" y="5"/>
                  <a:pt x="13" y="4"/>
                  <a:pt x="15" y="3"/>
                </a:cubicBezTo>
                <a:cubicBezTo>
                  <a:pt x="18" y="2"/>
                  <a:pt x="21" y="1"/>
                  <a:pt x="23" y="1"/>
                </a:cubicBezTo>
                <a:moveTo>
                  <a:pt x="23" y="0"/>
                </a:moveTo>
                <a:cubicBezTo>
                  <a:pt x="11" y="0"/>
                  <a:pt x="0" y="10"/>
                  <a:pt x="0" y="22"/>
                </a:cubicBezTo>
                <a:cubicBezTo>
                  <a:pt x="0" y="34"/>
                  <a:pt x="11" y="45"/>
                  <a:pt x="23" y="45"/>
                </a:cubicBezTo>
                <a:cubicBezTo>
                  <a:pt x="36" y="45"/>
                  <a:pt x="46" y="34"/>
                  <a:pt x="46" y="22"/>
                </a:cubicBezTo>
                <a:cubicBezTo>
                  <a:pt x="46" y="10"/>
                  <a:pt x="36" y="0"/>
                  <a:pt x="2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2001960" y="3494160"/>
            <a:ext cx="16560" cy="16200"/>
          </a:xfrm>
          <a:custGeom>
            <a:avLst/>
            <a:gdLst/>
            <a:ahLst/>
            <a:rect l="0" t="0" r="r" b="b"/>
            <a:pathLst>
              <a:path fill="none" w="46" h="45">
                <a:moveTo>
                  <a:pt x="23" y="41"/>
                </a:moveTo>
                <a:cubicBezTo>
                  <a:pt x="13" y="41"/>
                  <a:pt x="4" y="32"/>
                  <a:pt x="4" y="22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2" y="12"/>
                  <a:pt x="42" y="22"/>
                </a:cubicBezTo>
                <a:cubicBezTo>
                  <a:pt x="42" y="32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7" y="13"/>
                  <a:pt x="7" y="22"/>
                </a:cubicBezTo>
                <a:cubicBezTo>
                  <a:pt x="7" y="31"/>
                  <a:pt x="14" y="38"/>
                  <a:pt x="23" y="38"/>
                </a:cubicBezTo>
                <a:cubicBezTo>
                  <a:pt x="33" y="38"/>
                  <a:pt x="40" y="31"/>
                  <a:pt x="40" y="22"/>
                </a:cubicBezTo>
                <a:cubicBezTo>
                  <a:pt x="40" y="13"/>
                  <a:pt x="33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2"/>
                  <a:pt x="40" y="34"/>
                  <a:pt x="38" y="36"/>
                </a:cubicBezTo>
                <a:cubicBezTo>
                  <a:pt x="36" y="38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1" y="43"/>
                  <a:pt x="18" y="43"/>
                  <a:pt x="15" y="42"/>
                </a:cubicBezTo>
                <a:cubicBezTo>
                  <a:pt x="13" y="41"/>
                  <a:pt x="11" y="38"/>
                  <a:pt x="9" y="36"/>
                </a:cubicBezTo>
                <a:cubicBezTo>
                  <a:pt x="7" y="34"/>
                  <a:pt x="6" y="32"/>
                  <a:pt x="3" y="30"/>
                </a:cubicBezTo>
                <a:cubicBezTo>
                  <a:pt x="2" y="27"/>
                  <a:pt x="2" y="25"/>
                  <a:pt x="2" y="22"/>
                </a:cubicBezTo>
                <a:cubicBezTo>
                  <a:pt x="2" y="19"/>
                  <a:pt x="2" y="16"/>
                  <a:pt x="3" y="14"/>
                </a:cubicBezTo>
                <a:cubicBezTo>
                  <a:pt x="6" y="11"/>
                  <a:pt x="7" y="9"/>
                  <a:pt x="9" y="7"/>
                </a:cubicBezTo>
                <a:cubicBezTo>
                  <a:pt x="11" y="5"/>
                  <a:pt x="13" y="4"/>
                  <a:pt x="15" y="3"/>
                </a:cubicBezTo>
                <a:cubicBezTo>
                  <a:pt x="18" y="2"/>
                  <a:pt x="21" y="1"/>
                  <a:pt x="23" y="1"/>
                </a:cubicBezTo>
                <a:moveTo>
                  <a:pt x="23" y="0"/>
                </a:moveTo>
                <a:cubicBezTo>
                  <a:pt x="11" y="0"/>
                  <a:pt x="0" y="10"/>
                  <a:pt x="0" y="22"/>
                </a:cubicBezTo>
                <a:cubicBezTo>
                  <a:pt x="0" y="34"/>
                  <a:pt x="11" y="45"/>
                  <a:pt x="23" y="45"/>
                </a:cubicBezTo>
                <a:cubicBezTo>
                  <a:pt x="36" y="45"/>
                  <a:pt x="46" y="34"/>
                  <a:pt x="46" y="22"/>
                </a:cubicBezTo>
                <a:cubicBezTo>
                  <a:pt x="46" y="10"/>
                  <a:pt x="36" y="0"/>
                  <a:pt x="23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2005920" y="349776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2" y="0"/>
                </a:moveTo>
                <a:lnTo>
                  <a:pt x="12" y="1"/>
                </a:lnTo>
                <a:cubicBezTo>
                  <a:pt x="11" y="1"/>
                  <a:pt x="11" y="1"/>
                  <a:pt x="11" y="1"/>
                </a:cubicBezTo>
                <a:lnTo>
                  <a:pt x="1" y="20"/>
                </a:lnTo>
                <a:cubicBezTo>
                  <a:pt x="0" y="20"/>
                  <a:pt x="0" y="21"/>
                  <a:pt x="1" y="21"/>
                </a:cubicBezTo>
                <a:lnTo>
                  <a:pt x="1" y="22"/>
                </a:lnTo>
                <a:lnTo>
                  <a:pt x="2" y="22"/>
                </a:lnTo>
                <a:lnTo>
                  <a:pt x="22" y="22"/>
                </a:lnTo>
                <a:lnTo>
                  <a:pt x="23" y="22"/>
                </a:lnTo>
                <a:lnTo>
                  <a:pt x="23" y="21"/>
                </a:lnTo>
                <a:cubicBezTo>
                  <a:pt x="24" y="21"/>
                  <a:pt x="24" y="20"/>
                  <a:pt x="23" y="20"/>
                </a:cubicBezTo>
                <a:lnTo>
                  <a:pt x="14" y="1"/>
                </a:lnTo>
                <a:lnTo>
                  <a:pt x="13" y="1"/>
                </a:lnTo>
                <a:cubicBezTo>
                  <a:pt x="13" y="0"/>
                  <a:pt x="13" y="0"/>
                  <a:pt x="12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/>
          <p:nvPr/>
        </p:nvSpPr>
        <p:spPr>
          <a:xfrm>
            <a:off x="2005920" y="349776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2" y="0"/>
                </a:moveTo>
                <a:lnTo>
                  <a:pt x="12" y="1"/>
                </a:lnTo>
                <a:cubicBezTo>
                  <a:pt x="11" y="1"/>
                  <a:pt x="11" y="1"/>
                  <a:pt x="11" y="1"/>
                </a:cubicBezTo>
                <a:lnTo>
                  <a:pt x="1" y="20"/>
                </a:lnTo>
                <a:cubicBezTo>
                  <a:pt x="0" y="20"/>
                  <a:pt x="0" y="21"/>
                  <a:pt x="1" y="21"/>
                </a:cubicBezTo>
                <a:lnTo>
                  <a:pt x="1" y="22"/>
                </a:lnTo>
                <a:lnTo>
                  <a:pt x="2" y="22"/>
                </a:lnTo>
                <a:lnTo>
                  <a:pt x="22" y="22"/>
                </a:lnTo>
                <a:lnTo>
                  <a:pt x="23" y="22"/>
                </a:lnTo>
                <a:lnTo>
                  <a:pt x="23" y="21"/>
                </a:lnTo>
                <a:cubicBezTo>
                  <a:pt x="24" y="21"/>
                  <a:pt x="24" y="20"/>
                  <a:pt x="23" y="20"/>
                </a:cubicBezTo>
                <a:lnTo>
                  <a:pt x="14" y="1"/>
                </a:lnTo>
                <a:lnTo>
                  <a:pt x="13" y="1"/>
                </a:lnTo>
                <a:cubicBezTo>
                  <a:pt x="13" y="0"/>
                  <a:pt x="13" y="0"/>
                  <a:pt x="12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/>
          <p:nvPr/>
        </p:nvSpPr>
        <p:spPr>
          <a:xfrm>
            <a:off x="1989000" y="3517920"/>
            <a:ext cx="2520" cy="18720"/>
          </a:xfrm>
          <a:custGeom>
            <a:avLst/>
            <a:gdLst/>
            <a:ahLst/>
            <a:rect l="0" t="0" r="r" b="b"/>
            <a:pathLst>
              <a:path fill="none" w="7" h="52">
                <a:moveTo>
                  <a:pt x="7" y="52"/>
                </a:moveTo>
                <a:lnTo>
                  <a:pt x="0" y="52"/>
                </a:lnTo>
                <a:lnTo>
                  <a:pt x="0" y="0"/>
                </a:lnTo>
                <a:lnTo>
                  <a:pt x="7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2361240" y="349488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2"/>
                </a:moveTo>
                <a:cubicBezTo>
                  <a:pt x="45" y="26"/>
                  <a:pt x="44" y="30"/>
                  <a:pt x="41" y="34"/>
                </a:cubicBezTo>
                <a:cubicBezTo>
                  <a:pt x="39" y="37"/>
                  <a:pt x="36" y="40"/>
                  <a:pt x="33" y="42"/>
                </a:cubicBezTo>
                <a:cubicBezTo>
                  <a:pt x="29" y="44"/>
                  <a:pt x="26" y="45"/>
                  <a:pt x="22" y="45"/>
                </a:cubicBezTo>
                <a:cubicBezTo>
                  <a:pt x="18" y="45"/>
                  <a:pt x="14" y="44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5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3" y="3"/>
                </a:cubicBezTo>
                <a:cubicBezTo>
                  <a:pt x="36" y="5"/>
                  <a:pt x="39" y="8"/>
                  <a:pt x="41" y="11"/>
                </a:cubicBezTo>
                <a:cubicBezTo>
                  <a:pt x="44" y="15"/>
                  <a:pt x="45" y="18"/>
                  <a:pt x="45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2361240" y="349488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2"/>
                </a:moveTo>
                <a:cubicBezTo>
                  <a:pt x="45" y="26"/>
                  <a:pt x="44" y="30"/>
                  <a:pt x="41" y="34"/>
                </a:cubicBezTo>
                <a:cubicBezTo>
                  <a:pt x="39" y="37"/>
                  <a:pt x="36" y="40"/>
                  <a:pt x="33" y="42"/>
                </a:cubicBezTo>
                <a:cubicBezTo>
                  <a:pt x="29" y="44"/>
                  <a:pt x="26" y="45"/>
                  <a:pt x="22" y="45"/>
                </a:cubicBezTo>
                <a:cubicBezTo>
                  <a:pt x="18" y="45"/>
                  <a:pt x="14" y="44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5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3" y="3"/>
                </a:cubicBezTo>
                <a:cubicBezTo>
                  <a:pt x="36" y="5"/>
                  <a:pt x="39" y="8"/>
                  <a:pt x="41" y="11"/>
                </a:cubicBezTo>
                <a:cubicBezTo>
                  <a:pt x="44" y="15"/>
                  <a:pt x="45" y="18"/>
                  <a:pt x="45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2361240" y="349488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2" y="41"/>
                  <a:pt x="4" y="32"/>
                  <a:pt x="4" y="22"/>
                </a:cubicBezTo>
                <a:cubicBezTo>
                  <a:pt x="4" y="12"/>
                  <a:pt x="12" y="4"/>
                  <a:pt x="23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2"/>
                  <a:pt x="33" y="41"/>
                  <a:pt x="23" y="41"/>
                </a:cubicBezTo>
                <a:moveTo>
                  <a:pt x="23" y="6"/>
                </a:moveTo>
                <a:cubicBezTo>
                  <a:pt x="13" y="6"/>
                  <a:pt x="5" y="13"/>
                  <a:pt x="5" y="22"/>
                </a:cubicBezTo>
                <a:cubicBezTo>
                  <a:pt x="5" y="31"/>
                  <a:pt x="13" y="40"/>
                  <a:pt x="23" y="40"/>
                </a:cubicBezTo>
                <a:cubicBezTo>
                  <a:pt x="32" y="40"/>
                  <a:pt x="39" y="31"/>
                  <a:pt x="39" y="22"/>
                </a:cubicBezTo>
                <a:cubicBezTo>
                  <a:pt x="39" y="13"/>
                  <a:pt x="32" y="6"/>
                  <a:pt x="23" y="6"/>
                </a:cubicBezTo>
                <a:moveTo>
                  <a:pt x="23" y="2"/>
                </a:moveTo>
                <a:cubicBezTo>
                  <a:pt x="26" y="2"/>
                  <a:pt x="28" y="2"/>
                  <a:pt x="31" y="3"/>
                </a:cubicBezTo>
                <a:cubicBezTo>
                  <a:pt x="33" y="4"/>
                  <a:pt x="36" y="6"/>
                  <a:pt x="37" y="8"/>
                </a:cubicBezTo>
                <a:cubicBezTo>
                  <a:pt x="39" y="10"/>
                  <a:pt x="41" y="12"/>
                  <a:pt x="42" y="14"/>
                </a:cubicBezTo>
                <a:cubicBezTo>
                  <a:pt x="43" y="17"/>
                  <a:pt x="43" y="19"/>
                  <a:pt x="43" y="22"/>
                </a:cubicBezTo>
                <a:cubicBezTo>
                  <a:pt x="43" y="25"/>
                  <a:pt x="43" y="28"/>
                  <a:pt x="42" y="30"/>
                </a:cubicBezTo>
                <a:cubicBezTo>
                  <a:pt x="41" y="33"/>
                  <a:pt x="39" y="35"/>
                  <a:pt x="37" y="37"/>
                </a:cubicBezTo>
                <a:cubicBezTo>
                  <a:pt x="36" y="40"/>
                  <a:pt x="33" y="41"/>
                  <a:pt x="31" y="42"/>
                </a:cubicBezTo>
                <a:cubicBezTo>
                  <a:pt x="28" y="43"/>
                  <a:pt x="26" y="44"/>
                  <a:pt x="23" y="44"/>
                </a:cubicBezTo>
                <a:cubicBezTo>
                  <a:pt x="20" y="44"/>
                  <a:pt x="16" y="43"/>
                  <a:pt x="14" y="42"/>
                </a:cubicBezTo>
                <a:cubicBezTo>
                  <a:pt x="11" y="41"/>
                  <a:pt x="9" y="40"/>
                  <a:pt x="7" y="37"/>
                </a:cubicBezTo>
                <a:cubicBezTo>
                  <a:pt x="6" y="35"/>
                  <a:pt x="4" y="33"/>
                  <a:pt x="3" y="30"/>
                </a:cubicBezTo>
                <a:cubicBezTo>
                  <a:pt x="2" y="28"/>
                  <a:pt x="1" y="25"/>
                  <a:pt x="1" y="22"/>
                </a:cubicBezTo>
                <a:cubicBezTo>
                  <a:pt x="1" y="19"/>
                  <a:pt x="2" y="17"/>
                  <a:pt x="3" y="14"/>
                </a:cubicBezTo>
                <a:cubicBezTo>
                  <a:pt x="4" y="12"/>
                  <a:pt x="6" y="10"/>
                  <a:pt x="7" y="8"/>
                </a:cubicBezTo>
                <a:cubicBezTo>
                  <a:pt x="9" y="6"/>
                  <a:pt x="11" y="4"/>
                  <a:pt x="14" y="3"/>
                </a:cubicBezTo>
                <a:cubicBezTo>
                  <a:pt x="16" y="2"/>
                  <a:pt x="20" y="2"/>
                  <a:pt x="23" y="2"/>
                </a:cubicBezTo>
                <a:moveTo>
                  <a:pt x="23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4"/>
                  <a:pt x="10" y="45"/>
                  <a:pt x="23" y="45"/>
                </a:cubicBezTo>
                <a:cubicBezTo>
                  <a:pt x="35" y="45"/>
                  <a:pt x="45" y="34"/>
                  <a:pt x="45" y="22"/>
                </a:cubicBezTo>
                <a:cubicBezTo>
                  <a:pt x="45" y="10"/>
                  <a:pt x="35" y="0"/>
                  <a:pt x="23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2365200" y="349884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1"/>
                </a:moveTo>
                <a:lnTo>
                  <a:pt x="21" y="20"/>
                </a:lnTo>
                <a:lnTo>
                  <a:pt x="2" y="20"/>
                </a:lnTo>
                <a:lnTo>
                  <a:pt x="11" y="1"/>
                </a:lnTo>
                <a:moveTo>
                  <a:pt x="11" y="0"/>
                </a:moveTo>
                <a:lnTo>
                  <a:pt x="10" y="0"/>
                </a:lnTo>
                <a:lnTo>
                  <a:pt x="10" y="1"/>
                </a:lnTo>
                <a:lnTo>
                  <a:pt x="0" y="19"/>
                </a:lnTo>
                <a:lnTo>
                  <a:pt x="0" y="20"/>
                </a:lnTo>
                <a:cubicBezTo>
                  <a:pt x="0" y="21"/>
                  <a:pt x="0" y="21"/>
                  <a:pt x="1" y="21"/>
                </a:cubicBezTo>
                <a:lnTo>
                  <a:pt x="2" y="21"/>
                </a:lnTo>
                <a:lnTo>
                  <a:pt x="21" y="21"/>
                </a:lnTo>
                <a:cubicBezTo>
                  <a:pt x="22" y="21"/>
                  <a:pt x="22" y="21"/>
                  <a:pt x="22" y="21"/>
                </a:cubicBezTo>
                <a:cubicBezTo>
                  <a:pt x="22" y="21"/>
                  <a:pt x="23" y="21"/>
                  <a:pt x="23" y="20"/>
                </a:cubicBezTo>
                <a:lnTo>
                  <a:pt x="23" y="19"/>
                </a:lnTo>
                <a:lnTo>
                  <a:pt x="12" y="1"/>
                </a:lnTo>
                <a:cubicBezTo>
                  <a:pt x="12" y="0"/>
                  <a:pt x="12" y="0"/>
                  <a:pt x="12" y="0"/>
                </a:cubicBezTo>
                <a:lnTo>
                  <a:pt x="11" y="0"/>
                </a:ln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2365200" y="3498840"/>
            <a:ext cx="8280" cy="7560"/>
          </a:xfrm>
          <a:custGeom>
            <a:avLst/>
            <a:gdLst/>
            <a:ahLst/>
            <a:rect l="0" t="0" r="r" b="b"/>
            <a:pathLst>
              <a:path fill="none" w="23" h="21">
                <a:moveTo>
                  <a:pt x="11" y="1"/>
                </a:moveTo>
                <a:lnTo>
                  <a:pt x="21" y="20"/>
                </a:lnTo>
                <a:lnTo>
                  <a:pt x="2" y="20"/>
                </a:lnTo>
                <a:lnTo>
                  <a:pt x="11" y="1"/>
                </a:lnTo>
                <a:moveTo>
                  <a:pt x="11" y="0"/>
                </a:moveTo>
                <a:lnTo>
                  <a:pt x="10" y="0"/>
                </a:lnTo>
                <a:lnTo>
                  <a:pt x="10" y="1"/>
                </a:lnTo>
                <a:lnTo>
                  <a:pt x="0" y="19"/>
                </a:lnTo>
                <a:lnTo>
                  <a:pt x="0" y="20"/>
                </a:lnTo>
                <a:cubicBezTo>
                  <a:pt x="0" y="21"/>
                  <a:pt x="0" y="21"/>
                  <a:pt x="1" y="21"/>
                </a:cubicBezTo>
                <a:lnTo>
                  <a:pt x="2" y="21"/>
                </a:lnTo>
                <a:lnTo>
                  <a:pt x="21" y="21"/>
                </a:lnTo>
                <a:cubicBezTo>
                  <a:pt x="22" y="21"/>
                  <a:pt x="22" y="21"/>
                  <a:pt x="22" y="21"/>
                </a:cubicBezTo>
                <a:cubicBezTo>
                  <a:pt x="22" y="21"/>
                  <a:pt x="23" y="21"/>
                  <a:pt x="23" y="20"/>
                </a:cubicBezTo>
                <a:lnTo>
                  <a:pt x="23" y="19"/>
                </a:lnTo>
                <a:lnTo>
                  <a:pt x="12" y="1"/>
                </a:lnTo>
                <a:cubicBezTo>
                  <a:pt x="12" y="0"/>
                  <a:pt x="12" y="0"/>
                  <a:pt x="12" y="0"/>
                </a:cubicBezTo>
                <a:lnTo>
                  <a:pt x="11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2314080" y="3522240"/>
            <a:ext cx="2520" cy="17280"/>
          </a:xfrm>
          <a:custGeom>
            <a:avLst/>
            <a:gdLst/>
            <a:ahLst/>
            <a:rect l="0" t="0" r="r" b="b"/>
            <a:pathLst>
              <a:path fill="none" w="7" h="48">
                <a:moveTo>
                  <a:pt x="7" y="48"/>
                </a:moveTo>
                <a:lnTo>
                  <a:pt x="0" y="48"/>
                </a:lnTo>
                <a:lnTo>
                  <a:pt x="0" y="0"/>
                </a:lnTo>
                <a:lnTo>
                  <a:pt x="7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2628000" y="34941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6"/>
                  <a:pt x="43" y="29"/>
                  <a:pt x="42" y="33"/>
                </a:cubicBezTo>
                <a:cubicBezTo>
                  <a:pt x="40" y="37"/>
                  <a:pt x="37" y="40"/>
                  <a:pt x="34" y="42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2"/>
                </a:cubicBezTo>
                <a:cubicBezTo>
                  <a:pt x="8" y="40"/>
                  <a:pt x="5" y="37"/>
                  <a:pt x="3" y="33"/>
                </a:cubicBezTo>
                <a:cubicBezTo>
                  <a:pt x="1" y="29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2628000" y="34941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6"/>
                  <a:pt x="43" y="29"/>
                  <a:pt x="42" y="33"/>
                </a:cubicBezTo>
                <a:cubicBezTo>
                  <a:pt x="40" y="37"/>
                  <a:pt x="37" y="40"/>
                  <a:pt x="34" y="42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2"/>
                </a:cubicBezTo>
                <a:cubicBezTo>
                  <a:pt x="8" y="40"/>
                  <a:pt x="5" y="37"/>
                  <a:pt x="3" y="33"/>
                </a:cubicBezTo>
                <a:cubicBezTo>
                  <a:pt x="1" y="29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5" name=""/>
          <p:cNvSpPr/>
          <p:nvPr/>
        </p:nvSpPr>
        <p:spPr>
          <a:xfrm>
            <a:off x="2628000" y="349416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2" y="41"/>
                </a:moveTo>
                <a:cubicBezTo>
                  <a:pt x="12" y="41"/>
                  <a:pt x="4" y="32"/>
                  <a:pt x="4" y="22"/>
                </a:cubicBezTo>
                <a:cubicBezTo>
                  <a:pt x="4" y="12"/>
                  <a:pt x="12" y="4"/>
                  <a:pt x="22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2"/>
                  <a:pt x="33" y="41"/>
                  <a:pt x="22" y="41"/>
                </a:cubicBezTo>
                <a:moveTo>
                  <a:pt x="22" y="5"/>
                </a:moveTo>
                <a:cubicBezTo>
                  <a:pt x="13" y="5"/>
                  <a:pt x="5" y="13"/>
                  <a:pt x="5" y="22"/>
                </a:cubicBezTo>
                <a:cubicBezTo>
                  <a:pt x="5" y="31"/>
                  <a:pt x="13" y="38"/>
                  <a:pt x="22" y="38"/>
                </a:cubicBezTo>
                <a:cubicBezTo>
                  <a:pt x="32" y="38"/>
                  <a:pt x="39" y="31"/>
                  <a:pt x="39" y="22"/>
                </a:cubicBezTo>
                <a:cubicBezTo>
                  <a:pt x="39" y="13"/>
                  <a:pt x="32" y="5"/>
                  <a:pt x="22" y="5"/>
                </a:cubicBezTo>
                <a:moveTo>
                  <a:pt x="22" y="1"/>
                </a:moveTo>
                <a:cubicBezTo>
                  <a:pt x="25" y="1"/>
                  <a:pt x="28" y="2"/>
                  <a:pt x="31" y="3"/>
                </a:cubicBezTo>
                <a:cubicBezTo>
                  <a:pt x="33" y="4"/>
                  <a:pt x="35" y="5"/>
                  <a:pt x="37" y="7"/>
                </a:cubicBezTo>
                <a:cubicBezTo>
                  <a:pt x="39" y="9"/>
                  <a:pt x="41" y="11"/>
                  <a:pt x="42" y="14"/>
                </a:cubicBezTo>
                <a:cubicBezTo>
                  <a:pt x="43" y="16"/>
                  <a:pt x="43" y="19"/>
                  <a:pt x="43" y="22"/>
                </a:cubicBezTo>
                <a:cubicBezTo>
                  <a:pt x="43" y="25"/>
                  <a:pt x="43" y="27"/>
                  <a:pt x="42" y="30"/>
                </a:cubicBezTo>
                <a:cubicBezTo>
                  <a:pt x="41" y="32"/>
                  <a:pt x="39" y="34"/>
                  <a:pt x="37" y="36"/>
                </a:cubicBezTo>
                <a:cubicBezTo>
                  <a:pt x="35" y="38"/>
                  <a:pt x="33" y="41"/>
                  <a:pt x="31" y="42"/>
                </a:cubicBezTo>
                <a:cubicBezTo>
                  <a:pt x="28" y="43"/>
                  <a:pt x="25" y="43"/>
                  <a:pt x="22" y="43"/>
                </a:cubicBezTo>
                <a:cubicBezTo>
                  <a:pt x="19" y="43"/>
                  <a:pt x="16" y="43"/>
                  <a:pt x="14" y="42"/>
                </a:cubicBezTo>
                <a:cubicBezTo>
                  <a:pt x="11" y="41"/>
                  <a:pt x="9" y="38"/>
                  <a:pt x="7" y="36"/>
                </a:cubicBezTo>
                <a:cubicBezTo>
                  <a:pt x="5" y="34"/>
                  <a:pt x="4" y="32"/>
                  <a:pt x="3" y="30"/>
                </a:cubicBezTo>
                <a:cubicBezTo>
                  <a:pt x="2" y="27"/>
                  <a:pt x="1" y="25"/>
                  <a:pt x="1" y="22"/>
                </a:cubicBezTo>
                <a:cubicBezTo>
                  <a:pt x="1" y="19"/>
                  <a:pt x="2" y="16"/>
                  <a:pt x="3" y="14"/>
                </a:cubicBezTo>
                <a:cubicBezTo>
                  <a:pt x="4" y="11"/>
                  <a:pt x="5" y="9"/>
                  <a:pt x="7" y="7"/>
                </a:cubicBezTo>
                <a:cubicBezTo>
                  <a:pt x="9" y="5"/>
                  <a:pt x="11" y="4"/>
                  <a:pt x="14" y="3"/>
                </a:cubicBezTo>
                <a:cubicBezTo>
                  <a:pt x="16" y="2"/>
                  <a:pt x="19" y="1"/>
                  <a:pt x="22" y="1"/>
                </a:cubicBezTo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4"/>
                  <a:pt x="10" y="45"/>
                  <a:pt x="22" y="45"/>
                </a:cubicBezTo>
                <a:cubicBezTo>
                  <a:pt x="35" y="45"/>
                  <a:pt x="45" y="34"/>
                  <a:pt x="45" y="22"/>
                </a:cubicBezTo>
                <a:cubicBezTo>
                  <a:pt x="45" y="10"/>
                  <a:pt x="35" y="0"/>
                  <a:pt x="22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>
            <a:off x="2631960" y="349776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12" y="2"/>
                </a:moveTo>
                <a:lnTo>
                  <a:pt x="21" y="20"/>
                </a:lnTo>
                <a:lnTo>
                  <a:pt x="1" y="20"/>
                </a:lnTo>
                <a:lnTo>
                  <a:pt x="12" y="2"/>
                </a:lnTo>
                <a:moveTo>
                  <a:pt x="12" y="0"/>
                </a:moveTo>
                <a:cubicBezTo>
                  <a:pt x="12" y="0"/>
                  <a:pt x="11" y="0"/>
                  <a:pt x="11" y="1"/>
                </a:cubicBezTo>
                <a:lnTo>
                  <a:pt x="10" y="1"/>
                </a:lnTo>
                <a:lnTo>
                  <a:pt x="0" y="20"/>
                </a:lnTo>
                <a:lnTo>
                  <a:pt x="0" y="21"/>
                </a:lnTo>
                <a:cubicBezTo>
                  <a:pt x="0" y="21"/>
                  <a:pt x="0" y="22"/>
                  <a:pt x="1" y="22"/>
                </a:cubicBezTo>
                <a:lnTo>
                  <a:pt x="21" y="22"/>
                </a:ln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1"/>
                  <a:pt x="23" y="21"/>
                </a:cubicBezTo>
                <a:lnTo>
                  <a:pt x="23" y="20"/>
                </a:lnTo>
                <a:lnTo>
                  <a:pt x="13" y="1"/>
                </a:lnTo>
                <a:cubicBezTo>
                  <a:pt x="12" y="0"/>
                  <a:pt x="12" y="0"/>
                  <a:pt x="12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2631960" y="3497760"/>
            <a:ext cx="8280" cy="7920"/>
          </a:xfrm>
          <a:custGeom>
            <a:avLst/>
            <a:gdLst/>
            <a:ahLst/>
            <a:rect l="0" t="0" r="r" b="b"/>
            <a:pathLst>
              <a:path fill="none" w="23" h="22">
                <a:moveTo>
                  <a:pt x="12" y="2"/>
                </a:moveTo>
                <a:lnTo>
                  <a:pt x="21" y="20"/>
                </a:lnTo>
                <a:lnTo>
                  <a:pt x="1" y="20"/>
                </a:lnTo>
                <a:lnTo>
                  <a:pt x="12" y="2"/>
                </a:lnTo>
                <a:moveTo>
                  <a:pt x="12" y="0"/>
                </a:moveTo>
                <a:cubicBezTo>
                  <a:pt x="12" y="0"/>
                  <a:pt x="11" y="0"/>
                  <a:pt x="11" y="1"/>
                </a:cubicBezTo>
                <a:lnTo>
                  <a:pt x="10" y="1"/>
                </a:lnTo>
                <a:lnTo>
                  <a:pt x="0" y="20"/>
                </a:lnTo>
                <a:lnTo>
                  <a:pt x="0" y="21"/>
                </a:lnTo>
                <a:cubicBezTo>
                  <a:pt x="0" y="21"/>
                  <a:pt x="0" y="22"/>
                  <a:pt x="1" y="22"/>
                </a:cubicBezTo>
                <a:lnTo>
                  <a:pt x="21" y="22"/>
                </a:ln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1"/>
                  <a:pt x="23" y="21"/>
                </a:cubicBezTo>
                <a:lnTo>
                  <a:pt x="23" y="20"/>
                </a:lnTo>
                <a:lnTo>
                  <a:pt x="13" y="1"/>
                </a:lnTo>
                <a:cubicBezTo>
                  <a:pt x="12" y="0"/>
                  <a:pt x="12" y="0"/>
                  <a:pt x="12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2765880" y="3487680"/>
            <a:ext cx="44640" cy="29520"/>
          </a:xfrm>
          <a:custGeom>
            <a:avLst/>
            <a:gdLst/>
            <a:ahLst/>
            <a:rect l="0" t="0" r="r" b="b"/>
            <a:pathLst>
              <a:path w="124" h="82">
                <a:moveTo>
                  <a:pt x="3" y="0"/>
                </a:moveTo>
                <a:lnTo>
                  <a:pt x="122" y="0"/>
                </a:lnTo>
                <a:cubicBezTo>
                  <a:pt x="124" y="0"/>
                  <a:pt x="124" y="1"/>
                  <a:pt x="124" y="2"/>
                </a:cubicBezTo>
                <a:lnTo>
                  <a:pt x="124" y="80"/>
                </a:lnTo>
                <a:cubicBezTo>
                  <a:pt x="124" y="81"/>
                  <a:pt x="124" y="82"/>
                  <a:pt x="122" y="82"/>
                </a:cubicBezTo>
                <a:lnTo>
                  <a:pt x="3" y="82"/>
                </a:lnTo>
                <a:cubicBezTo>
                  <a:pt x="2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2" y="0"/>
                  <a:pt x="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2765880" y="3487680"/>
            <a:ext cx="44640" cy="29520"/>
          </a:xfrm>
          <a:custGeom>
            <a:avLst/>
            <a:gdLst/>
            <a:ahLst/>
            <a:rect l="0" t="0" r="r" b="b"/>
            <a:pathLst>
              <a:path w="124" h="82">
                <a:moveTo>
                  <a:pt x="3" y="0"/>
                </a:moveTo>
                <a:lnTo>
                  <a:pt x="122" y="0"/>
                </a:lnTo>
                <a:cubicBezTo>
                  <a:pt x="124" y="0"/>
                  <a:pt x="124" y="1"/>
                  <a:pt x="124" y="2"/>
                </a:cubicBezTo>
                <a:lnTo>
                  <a:pt x="124" y="80"/>
                </a:lnTo>
                <a:cubicBezTo>
                  <a:pt x="124" y="81"/>
                  <a:pt x="124" y="82"/>
                  <a:pt x="122" y="82"/>
                </a:cubicBezTo>
                <a:lnTo>
                  <a:pt x="3" y="82"/>
                </a:lnTo>
                <a:cubicBezTo>
                  <a:pt x="2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2" y="0"/>
                  <a:pt x="3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0" name=""/>
          <p:cNvSpPr/>
          <p:nvPr/>
        </p:nvSpPr>
        <p:spPr>
          <a:xfrm>
            <a:off x="2686680" y="34945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5"/>
                  <a:pt x="43" y="29"/>
                  <a:pt x="40" y="32"/>
                </a:cubicBezTo>
                <a:cubicBezTo>
                  <a:pt x="38" y="37"/>
                  <a:pt x="36" y="39"/>
                  <a:pt x="32" y="41"/>
                </a:cubicBezTo>
                <a:cubicBezTo>
                  <a:pt x="29" y="43"/>
                  <a:pt x="25" y="44"/>
                  <a:pt x="21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7" y="39"/>
                  <a:pt x="5" y="37"/>
                  <a:pt x="3" y="32"/>
                </a:cubicBezTo>
                <a:cubicBezTo>
                  <a:pt x="1" y="29"/>
                  <a:pt x="0" y="25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7" y="5"/>
                  <a:pt x="11" y="3"/>
                </a:cubicBezTo>
                <a:cubicBezTo>
                  <a:pt x="14" y="1"/>
                  <a:pt x="18" y="0"/>
                  <a:pt x="21" y="0"/>
                </a:cubicBezTo>
                <a:cubicBezTo>
                  <a:pt x="25" y="0"/>
                  <a:pt x="29" y="1"/>
                  <a:pt x="32" y="3"/>
                </a:cubicBezTo>
                <a:cubicBezTo>
                  <a:pt x="36" y="5"/>
                  <a:pt x="38" y="7"/>
                  <a:pt x="40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2686680" y="34945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5"/>
                  <a:pt x="43" y="29"/>
                  <a:pt x="40" y="32"/>
                </a:cubicBezTo>
                <a:cubicBezTo>
                  <a:pt x="38" y="37"/>
                  <a:pt x="36" y="39"/>
                  <a:pt x="32" y="41"/>
                </a:cubicBezTo>
                <a:cubicBezTo>
                  <a:pt x="29" y="43"/>
                  <a:pt x="25" y="44"/>
                  <a:pt x="21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7" y="39"/>
                  <a:pt x="5" y="37"/>
                  <a:pt x="3" y="32"/>
                </a:cubicBezTo>
                <a:cubicBezTo>
                  <a:pt x="1" y="29"/>
                  <a:pt x="0" y="25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7" y="5"/>
                  <a:pt x="11" y="3"/>
                </a:cubicBezTo>
                <a:cubicBezTo>
                  <a:pt x="14" y="1"/>
                  <a:pt x="18" y="0"/>
                  <a:pt x="21" y="0"/>
                </a:cubicBezTo>
                <a:cubicBezTo>
                  <a:pt x="25" y="0"/>
                  <a:pt x="29" y="1"/>
                  <a:pt x="32" y="3"/>
                </a:cubicBezTo>
                <a:cubicBezTo>
                  <a:pt x="36" y="5"/>
                  <a:pt x="38" y="7"/>
                  <a:pt x="40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2686320" y="349416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22" y="42"/>
                </a:moveTo>
                <a:cubicBezTo>
                  <a:pt x="12" y="42"/>
                  <a:pt x="4" y="33"/>
                  <a:pt x="4" y="23"/>
                </a:cubicBezTo>
                <a:cubicBezTo>
                  <a:pt x="4" y="13"/>
                  <a:pt x="12" y="4"/>
                  <a:pt x="22" y="4"/>
                </a:cubicBezTo>
                <a:cubicBezTo>
                  <a:pt x="32" y="4"/>
                  <a:pt x="42" y="13"/>
                  <a:pt x="42" y="23"/>
                </a:cubicBezTo>
                <a:cubicBezTo>
                  <a:pt x="42" y="33"/>
                  <a:pt x="32" y="42"/>
                  <a:pt x="22" y="42"/>
                </a:cubicBezTo>
                <a:moveTo>
                  <a:pt x="22" y="6"/>
                </a:moveTo>
                <a:cubicBezTo>
                  <a:pt x="13" y="6"/>
                  <a:pt x="6" y="13"/>
                  <a:pt x="6" y="23"/>
                </a:cubicBezTo>
                <a:cubicBezTo>
                  <a:pt x="6" y="32"/>
                  <a:pt x="13" y="39"/>
                  <a:pt x="22" y="39"/>
                </a:cubicBezTo>
                <a:cubicBezTo>
                  <a:pt x="32" y="39"/>
                  <a:pt x="39" y="32"/>
                  <a:pt x="39" y="23"/>
                </a:cubicBezTo>
                <a:cubicBezTo>
                  <a:pt x="39" y="13"/>
                  <a:pt x="32" y="6"/>
                  <a:pt x="22" y="6"/>
                </a:cubicBezTo>
                <a:moveTo>
                  <a:pt x="22" y="2"/>
                </a:moveTo>
                <a:cubicBezTo>
                  <a:pt x="25" y="2"/>
                  <a:pt x="28" y="3"/>
                  <a:pt x="30" y="4"/>
                </a:cubicBezTo>
                <a:cubicBezTo>
                  <a:pt x="33" y="5"/>
                  <a:pt x="35" y="6"/>
                  <a:pt x="37" y="8"/>
                </a:cubicBezTo>
                <a:cubicBezTo>
                  <a:pt x="39" y="10"/>
                  <a:pt x="41" y="12"/>
                  <a:pt x="42" y="15"/>
                </a:cubicBezTo>
                <a:cubicBezTo>
                  <a:pt x="43" y="17"/>
                  <a:pt x="44" y="20"/>
                  <a:pt x="44" y="23"/>
                </a:cubicBezTo>
                <a:cubicBezTo>
                  <a:pt x="44" y="25"/>
                  <a:pt x="43" y="28"/>
                  <a:pt x="42" y="31"/>
                </a:cubicBezTo>
                <a:cubicBezTo>
                  <a:pt x="41" y="33"/>
                  <a:pt x="39" y="35"/>
                  <a:pt x="37" y="37"/>
                </a:cubicBezTo>
                <a:cubicBezTo>
                  <a:pt x="35" y="39"/>
                  <a:pt x="33" y="41"/>
                  <a:pt x="30" y="42"/>
                </a:cubicBezTo>
                <a:cubicBezTo>
                  <a:pt x="28" y="44"/>
                  <a:pt x="25" y="44"/>
                  <a:pt x="22" y="44"/>
                </a:cubicBezTo>
                <a:cubicBezTo>
                  <a:pt x="20" y="44"/>
                  <a:pt x="17" y="44"/>
                  <a:pt x="14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5"/>
                  <a:pt x="5" y="33"/>
                  <a:pt x="4" y="31"/>
                </a:cubicBezTo>
                <a:cubicBezTo>
                  <a:pt x="2" y="28"/>
                  <a:pt x="2" y="25"/>
                  <a:pt x="2" y="23"/>
                </a:cubicBezTo>
                <a:cubicBezTo>
                  <a:pt x="2" y="20"/>
                  <a:pt x="2" y="17"/>
                  <a:pt x="4" y="15"/>
                </a:cubicBezTo>
                <a:cubicBezTo>
                  <a:pt x="5" y="12"/>
                  <a:pt x="6" y="10"/>
                  <a:pt x="8" y="8"/>
                </a:cubicBezTo>
                <a:cubicBezTo>
                  <a:pt x="10" y="6"/>
                  <a:pt x="12" y="5"/>
                  <a:pt x="14" y="4"/>
                </a:cubicBezTo>
                <a:cubicBezTo>
                  <a:pt x="17" y="3"/>
                  <a:pt x="20" y="2"/>
                  <a:pt x="22" y="2"/>
                </a:cubicBezTo>
                <a:moveTo>
                  <a:pt x="22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5"/>
                  <a:pt x="10" y="46"/>
                  <a:pt x="22" y="46"/>
                </a:cubicBezTo>
                <a:cubicBezTo>
                  <a:pt x="35" y="46"/>
                  <a:pt x="46" y="35"/>
                  <a:pt x="46" y="23"/>
                </a:cubicBezTo>
                <a:cubicBezTo>
                  <a:pt x="46" y="10"/>
                  <a:pt x="35" y="0"/>
                  <a:pt x="22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3" name=""/>
          <p:cNvSpPr/>
          <p:nvPr/>
        </p:nvSpPr>
        <p:spPr>
          <a:xfrm>
            <a:off x="2691000" y="349884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12" y="5"/>
                </a:moveTo>
                <a:lnTo>
                  <a:pt x="12" y="11"/>
                </a:lnTo>
                <a:cubicBezTo>
                  <a:pt x="12" y="12"/>
                  <a:pt x="12" y="12"/>
                  <a:pt x="12" y="12"/>
                </a:cubicBezTo>
                <a:lnTo>
                  <a:pt x="8" y="12"/>
                </a:lnTo>
                <a:lnTo>
                  <a:pt x="7" y="12"/>
                </a:lnTo>
                <a:lnTo>
                  <a:pt x="7" y="11"/>
                </a:lnTo>
                <a:lnTo>
                  <a:pt x="7" y="9"/>
                </a:lnTo>
                <a:lnTo>
                  <a:pt x="8" y="9"/>
                </a:lnTo>
                <a:lnTo>
                  <a:pt x="10" y="9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moveTo>
                  <a:pt x="18" y="9"/>
                </a:moveTo>
                <a:cubicBezTo>
                  <a:pt x="18" y="8"/>
                  <a:pt x="18" y="7"/>
                  <a:pt x="17" y="5"/>
                </a:cubicBezTo>
                <a:cubicBezTo>
                  <a:pt x="16" y="4"/>
                  <a:pt x="15" y="3"/>
                  <a:pt x="14" y="3"/>
                </a:cubicBezTo>
                <a:cubicBezTo>
                  <a:pt x="13" y="2"/>
                  <a:pt x="12" y="2"/>
                  <a:pt x="10" y="2"/>
                </a:cubicBezTo>
                <a:cubicBezTo>
                  <a:pt x="9" y="2"/>
                  <a:pt x="8" y="2"/>
                  <a:pt x="7" y="3"/>
                </a:cubicBezTo>
                <a:cubicBezTo>
                  <a:pt x="6" y="3"/>
                  <a:pt x="5" y="4"/>
                  <a:pt x="3" y="5"/>
                </a:cubicBezTo>
                <a:cubicBezTo>
                  <a:pt x="2" y="7"/>
                  <a:pt x="2" y="8"/>
                  <a:pt x="2" y="9"/>
                </a:cubicBezTo>
                <a:cubicBezTo>
                  <a:pt x="2" y="12"/>
                  <a:pt x="2" y="13"/>
                  <a:pt x="3" y="14"/>
                </a:cubicBezTo>
                <a:cubicBezTo>
                  <a:pt x="5" y="15"/>
                  <a:pt x="6" y="16"/>
                  <a:pt x="7" y="17"/>
                </a:cubicBezTo>
                <a:cubicBezTo>
                  <a:pt x="8" y="17"/>
                  <a:pt x="9" y="18"/>
                  <a:pt x="10" y="18"/>
                </a:cubicBezTo>
                <a:cubicBezTo>
                  <a:pt x="12" y="18"/>
                  <a:pt x="13" y="17"/>
                  <a:pt x="14" y="17"/>
                </a:cubicBezTo>
                <a:cubicBezTo>
                  <a:pt x="15" y="16"/>
                  <a:pt x="16" y="15"/>
                  <a:pt x="17" y="14"/>
                </a:cubicBezTo>
                <a:cubicBezTo>
                  <a:pt x="18" y="13"/>
                  <a:pt x="18" y="12"/>
                  <a:pt x="18" y="9"/>
                </a:cubicBezTo>
                <a:moveTo>
                  <a:pt x="20" y="9"/>
                </a:moveTo>
                <a:cubicBezTo>
                  <a:pt x="20" y="12"/>
                  <a:pt x="20" y="14"/>
                  <a:pt x="19" y="15"/>
                </a:cubicBezTo>
                <a:cubicBezTo>
                  <a:pt x="18" y="16"/>
                  <a:pt x="17" y="18"/>
                  <a:pt x="15" y="18"/>
                </a:cubicBezTo>
                <a:cubicBezTo>
                  <a:pt x="14" y="19"/>
                  <a:pt x="12" y="20"/>
                  <a:pt x="10" y="20"/>
                </a:cubicBezTo>
                <a:cubicBezTo>
                  <a:pt x="9" y="20"/>
                  <a:pt x="7" y="19"/>
                  <a:pt x="6" y="18"/>
                </a:cubicBezTo>
                <a:cubicBezTo>
                  <a:pt x="3" y="18"/>
                  <a:pt x="2" y="16"/>
                  <a:pt x="1" y="15"/>
                </a:cubicBezTo>
                <a:cubicBezTo>
                  <a:pt x="0" y="14"/>
                  <a:pt x="0" y="12"/>
                  <a:pt x="0" y="9"/>
                </a:cubicBezTo>
                <a:cubicBezTo>
                  <a:pt x="0" y="8"/>
                  <a:pt x="0" y="6"/>
                  <a:pt x="1" y="4"/>
                </a:cubicBezTo>
                <a:cubicBezTo>
                  <a:pt x="2" y="3"/>
                  <a:pt x="3" y="2"/>
                  <a:pt x="6" y="1"/>
                </a:cubicBezTo>
                <a:cubicBezTo>
                  <a:pt x="7" y="0"/>
                  <a:pt x="9" y="0"/>
                  <a:pt x="10" y="0"/>
                </a:cubicBezTo>
                <a:cubicBezTo>
                  <a:pt x="12" y="0"/>
                  <a:pt x="14" y="0"/>
                  <a:pt x="15" y="1"/>
                </a:cubicBezTo>
                <a:cubicBezTo>
                  <a:pt x="17" y="2"/>
                  <a:pt x="18" y="3"/>
                  <a:pt x="19" y="4"/>
                </a:cubicBezTo>
                <a:cubicBezTo>
                  <a:pt x="20" y="6"/>
                  <a:pt x="20" y="8"/>
                  <a:pt x="20" y="9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2691000" y="349884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12" y="5"/>
                </a:moveTo>
                <a:lnTo>
                  <a:pt x="12" y="11"/>
                </a:lnTo>
                <a:cubicBezTo>
                  <a:pt x="12" y="12"/>
                  <a:pt x="12" y="12"/>
                  <a:pt x="12" y="12"/>
                </a:cubicBezTo>
                <a:lnTo>
                  <a:pt x="8" y="12"/>
                </a:lnTo>
                <a:lnTo>
                  <a:pt x="7" y="12"/>
                </a:lnTo>
                <a:lnTo>
                  <a:pt x="7" y="11"/>
                </a:lnTo>
                <a:lnTo>
                  <a:pt x="7" y="9"/>
                </a:lnTo>
                <a:lnTo>
                  <a:pt x="8" y="9"/>
                </a:lnTo>
                <a:lnTo>
                  <a:pt x="10" y="9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moveTo>
                  <a:pt x="18" y="9"/>
                </a:moveTo>
                <a:cubicBezTo>
                  <a:pt x="18" y="8"/>
                  <a:pt x="18" y="7"/>
                  <a:pt x="17" y="5"/>
                </a:cubicBezTo>
                <a:cubicBezTo>
                  <a:pt x="16" y="4"/>
                  <a:pt x="15" y="3"/>
                  <a:pt x="14" y="3"/>
                </a:cubicBezTo>
                <a:cubicBezTo>
                  <a:pt x="13" y="2"/>
                  <a:pt x="12" y="2"/>
                  <a:pt x="10" y="2"/>
                </a:cubicBezTo>
                <a:cubicBezTo>
                  <a:pt x="9" y="2"/>
                  <a:pt x="8" y="2"/>
                  <a:pt x="7" y="3"/>
                </a:cubicBezTo>
                <a:cubicBezTo>
                  <a:pt x="6" y="3"/>
                  <a:pt x="5" y="4"/>
                  <a:pt x="3" y="5"/>
                </a:cubicBezTo>
                <a:cubicBezTo>
                  <a:pt x="2" y="7"/>
                  <a:pt x="2" y="8"/>
                  <a:pt x="2" y="9"/>
                </a:cubicBezTo>
                <a:cubicBezTo>
                  <a:pt x="2" y="12"/>
                  <a:pt x="2" y="13"/>
                  <a:pt x="3" y="14"/>
                </a:cubicBezTo>
                <a:cubicBezTo>
                  <a:pt x="5" y="15"/>
                  <a:pt x="6" y="16"/>
                  <a:pt x="7" y="17"/>
                </a:cubicBezTo>
                <a:cubicBezTo>
                  <a:pt x="8" y="17"/>
                  <a:pt x="9" y="18"/>
                  <a:pt x="10" y="18"/>
                </a:cubicBezTo>
                <a:cubicBezTo>
                  <a:pt x="12" y="18"/>
                  <a:pt x="13" y="17"/>
                  <a:pt x="14" y="17"/>
                </a:cubicBezTo>
                <a:cubicBezTo>
                  <a:pt x="15" y="16"/>
                  <a:pt x="16" y="15"/>
                  <a:pt x="17" y="14"/>
                </a:cubicBezTo>
                <a:cubicBezTo>
                  <a:pt x="18" y="13"/>
                  <a:pt x="18" y="12"/>
                  <a:pt x="18" y="9"/>
                </a:cubicBezTo>
                <a:moveTo>
                  <a:pt x="20" y="9"/>
                </a:moveTo>
                <a:cubicBezTo>
                  <a:pt x="20" y="12"/>
                  <a:pt x="20" y="14"/>
                  <a:pt x="19" y="15"/>
                </a:cubicBezTo>
                <a:cubicBezTo>
                  <a:pt x="18" y="16"/>
                  <a:pt x="17" y="18"/>
                  <a:pt x="15" y="18"/>
                </a:cubicBezTo>
                <a:cubicBezTo>
                  <a:pt x="14" y="19"/>
                  <a:pt x="12" y="20"/>
                  <a:pt x="10" y="20"/>
                </a:cubicBezTo>
                <a:cubicBezTo>
                  <a:pt x="9" y="20"/>
                  <a:pt x="7" y="19"/>
                  <a:pt x="6" y="18"/>
                </a:cubicBezTo>
                <a:cubicBezTo>
                  <a:pt x="3" y="18"/>
                  <a:pt x="2" y="16"/>
                  <a:pt x="1" y="15"/>
                </a:cubicBezTo>
                <a:cubicBezTo>
                  <a:pt x="0" y="14"/>
                  <a:pt x="0" y="12"/>
                  <a:pt x="0" y="9"/>
                </a:cubicBezTo>
                <a:cubicBezTo>
                  <a:pt x="0" y="8"/>
                  <a:pt x="0" y="6"/>
                  <a:pt x="1" y="4"/>
                </a:cubicBezTo>
                <a:cubicBezTo>
                  <a:pt x="2" y="3"/>
                  <a:pt x="3" y="2"/>
                  <a:pt x="6" y="1"/>
                </a:cubicBezTo>
                <a:cubicBezTo>
                  <a:pt x="7" y="0"/>
                  <a:pt x="9" y="0"/>
                  <a:pt x="10" y="0"/>
                </a:cubicBezTo>
                <a:cubicBezTo>
                  <a:pt x="12" y="0"/>
                  <a:pt x="14" y="0"/>
                  <a:pt x="15" y="1"/>
                </a:cubicBezTo>
                <a:cubicBezTo>
                  <a:pt x="17" y="2"/>
                  <a:pt x="18" y="3"/>
                  <a:pt x="19" y="4"/>
                </a:cubicBezTo>
                <a:cubicBezTo>
                  <a:pt x="20" y="6"/>
                  <a:pt x="20" y="8"/>
                  <a:pt x="20" y="9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2666520" y="3529440"/>
            <a:ext cx="3240" cy="15480"/>
          </a:xfrm>
          <a:custGeom>
            <a:avLst/>
            <a:gdLst/>
            <a:ahLst/>
            <a:rect l="0" t="0" r="r" b="b"/>
            <a:pathLst>
              <a:path fill="none" w="9" h="43">
                <a:moveTo>
                  <a:pt x="9" y="43"/>
                </a:moveTo>
                <a:lnTo>
                  <a:pt x="0" y="43"/>
                </a:lnTo>
                <a:lnTo>
                  <a:pt x="0" y="0"/>
                </a:lnTo>
                <a:lnTo>
                  <a:pt x="9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6" name=""/>
          <p:cNvSpPr/>
          <p:nvPr/>
        </p:nvSpPr>
        <p:spPr>
          <a:xfrm>
            <a:off x="2641680" y="3512160"/>
            <a:ext cx="1800" cy="16920"/>
          </a:xfrm>
          <a:custGeom>
            <a:avLst/>
            <a:gdLst/>
            <a:ahLst/>
            <a:rect l="0" t="0" r="r" b="b"/>
            <a:pathLst>
              <a:path fill="none" w="5" h="47">
                <a:moveTo>
                  <a:pt x="5" y="47"/>
                </a:moveTo>
                <a:lnTo>
                  <a:pt x="0" y="47"/>
                </a:lnTo>
                <a:lnTo>
                  <a:pt x="0" y="0"/>
                </a:lnTo>
                <a:lnTo>
                  <a:pt x="5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/>
          <p:nvPr/>
        </p:nvSpPr>
        <p:spPr>
          <a:xfrm>
            <a:off x="2425680" y="34959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5"/>
                  <a:pt x="43" y="30"/>
                  <a:pt x="41" y="33"/>
                </a:cubicBezTo>
                <a:cubicBezTo>
                  <a:pt x="39" y="37"/>
                  <a:pt x="37" y="39"/>
                  <a:pt x="32" y="41"/>
                </a:cubicBezTo>
                <a:cubicBezTo>
                  <a:pt x="29" y="43"/>
                  <a:pt x="25" y="44"/>
                  <a:pt x="21" y="44"/>
                </a:cubicBezTo>
                <a:cubicBezTo>
                  <a:pt x="17" y="44"/>
                  <a:pt x="14" y="43"/>
                  <a:pt x="10" y="41"/>
                </a:cubicBezTo>
                <a:cubicBezTo>
                  <a:pt x="7" y="39"/>
                  <a:pt x="5" y="37"/>
                  <a:pt x="3" y="33"/>
                </a:cubicBezTo>
                <a:cubicBezTo>
                  <a:pt x="1" y="30"/>
                  <a:pt x="0" y="25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7" y="5"/>
                  <a:pt x="11" y="3"/>
                </a:cubicBezTo>
                <a:cubicBezTo>
                  <a:pt x="14" y="1"/>
                  <a:pt x="17" y="0"/>
                  <a:pt x="21" y="0"/>
                </a:cubicBezTo>
                <a:cubicBezTo>
                  <a:pt x="25" y="0"/>
                  <a:pt x="29" y="1"/>
                  <a:pt x="32" y="3"/>
                </a:cubicBezTo>
                <a:cubicBezTo>
                  <a:pt x="37" y="5"/>
                  <a:pt x="39" y="7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2425680" y="349596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5"/>
                  <a:pt x="43" y="30"/>
                  <a:pt x="41" y="33"/>
                </a:cubicBezTo>
                <a:cubicBezTo>
                  <a:pt x="39" y="37"/>
                  <a:pt x="37" y="39"/>
                  <a:pt x="32" y="41"/>
                </a:cubicBezTo>
                <a:cubicBezTo>
                  <a:pt x="29" y="43"/>
                  <a:pt x="25" y="44"/>
                  <a:pt x="21" y="44"/>
                </a:cubicBezTo>
                <a:cubicBezTo>
                  <a:pt x="17" y="44"/>
                  <a:pt x="14" y="43"/>
                  <a:pt x="10" y="41"/>
                </a:cubicBezTo>
                <a:cubicBezTo>
                  <a:pt x="7" y="39"/>
                  <a:pt x="5" y="37"/>
                  <a:pt x="3" y="33"/>
                </a:cubicBezTo>
                <a:cubicBezTo>
                  <a:pt x="1" y="30"/>
                  <a:pt x="0" y="25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7" y="5"/>
                  <a:pt x="11" y="3"/>
                </a:cubicBezTo>
                <a:cubicBezTo>
                  <a:pt x="14" y="1"/>
                  <a:pt x="17" y="0"/>
                  <a:pt x="21" y="0"/>
                </a:cubicBezTo>
                <a:cubicBezTo>
                  <a:pt x="25" y="0"/>
                  <a:pt x="29" y="1"/>
                  <a:pt x="32" y="3"/>
                </a:cubicBezTo>
                <a:cubicBezTo>
                  <a:pt x="37" y="5"/>
                  <a:pt x="39" y="7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2425320" y="349560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23" y="42"/>
                </a:moveTo>
                <a:cubicBezTo>
                  <a:pt x="12" y="42"/>
                  <a:pt x="4" y="33"/>
                  <a:pt x="4" y="23"/>
                </a:cubicBezTo>
                <a:cubicBezTo>
                  <a:pt x="4" y="12"/>
                  <a:pt x="12" y="4"/>
                  <a:pt x="23" y="4"/>
                </a:cubicBezTo>
                <a:cubicBezTo>
                  <a:pt x="33" y="4"/>
                  <a:pt x="42" y="12"/>
                  <a:pt x="42" y="23"/>
                </a:cubicBezTo>
                <a:cubicBezTo>
                  <a:pt x="42" y="33"/>
                  <a:pt x="33" y="42"/>
                  <a:pt x="23" y="42"/>
                </a:cubicBezTo>
                <a:moveTo>
                  <a:pt x="23" y="6"/>
                </a:moveTo>
                <a:cubicBezTo>
                  <a:pt x="13" y="6"/>
                  <a:pt x="6" y="13"/>
                  <a:pt x="6" y="23"/>
                </a:cubicBezTo>
                <a:cubicBezTo>
                  <a:pt x="6" y="32"/>
                  <a:pt x="13" y="40"/>
                  <a:pt x="23" y="40"/>
                </a:cubicBezTo>
                <a:cubicBezTo>
                  <a:pt x="33" y="40"/>
                  <a:pt x="40" y="32"/>
                  <a:pt x="40" y="23"/>
                </a:cubicBezTo>
                <a:cubicBezTo>
                  <a:pt x="40" y="13"/>
                  <a:pt x="33" y="6"/>
                  <a:pt x="23" y="6"/>
                </a:cubicBezTo>
                <a:moveTo>
                  <a:pt x="23" y="2"/>
                </a:moveTo>
                <a:cubicBezTo>
                  <a:pt x="26" y="2"/>
                  <a:pt x="29" y="3"/>
                  <a:pt x="31" y="4"/>
                </a:cubicBezTo>
                <a:cubicBezTo>
                  <a:pt x="34" y="5"/>
                  <a:pt x="36" y="6"/>
                  <a:pt x="38" y="8"/>
                </a:cubicBezTo>
                <a:cubicBezTo>
                  <a:pt x="40" y="10"/>
                  <a:pt x="41" y="12"/>
                  <a:pt x="42" y="15"/>
                </a:cubicBezTo>
                <a:cubicBezTo>
                  <a:pt x="43" y="17"/>
                  <a:pt x="44" y="20"/>
                  <a:pt x="44" y="23"/>
                </a:cubicBezTo>
                <a:cubicBezTo>
                  <a:pt x="44" y="25"/>
                  <a:pt x="43" y="28"/>
                  <a:pt x="42" y="30"/>
                </a:cubicBezTo>
                <a:cubicBezTo>
                  <a:pt x="41" y="33"/>
                  <a:pt x="40" y="35"/>
                  <a:pt x="38" y="38"/>
                </a:cubicBezTo>
                <a:cubicBezTo>
                  <a:pt x="36" y="40"/>
                  <a:pt x="34" y="41"/>
                  <a:pt x="31" y="42"/>
                </a:cubicBezTo>
                <a:cubicBezTo>
                  <a:pt x="29" y="43"/>
                  <a:pt x="26" y="44"/>
                  <a:pt x="23" y="44"/>
                </a:cubicBezTo>
                <a:cubicBezTo>
                  <a:pt x="21" y="44"/>
                  <a:pt x="18" y="43"/>
                  <a:pt x="14" y="42"/>
                </a:cubicBezTo>
                <a:cubicBezTo>
                  <a:pt x="12" y="41"/>
                  <a:pt x="10" y="40"/>
                  <a:pt x="8" y="38"/>
                </a:cubicBezTo>
                <a:cubicBezTo>
                  <a:pt x="6" y="35"/>
                  <a:pt x="5" y="33"/>
                  <a:pt x="3" y="30"/>
                </a:cubicBezTo>
                <a:cubicBezTo>
                  <a:pt x="2" y="28"/>
                  <a:pt x="2" y="25"/>
                  <a:pt x="2" y="23"/>
                </a:cubicBezTo>
                <a:cubicBezTo>
                  <a:pt x="2" y="20"/>
                  <a:pt x="2" y="17"/>
                  <a:pt x="3" y="15"/>
                </a:cubicBezTo>
                <a:cubicBezTo>
                  <a:pt x="5" y="12"/>
                  <a:pt x="6" y="10"/>
                  <a:pt x="8" y="8"/>
                </a:cubicBezTo>
                <a:cubicBezTo>
                  <a:pt x="10" y="6"/>
                  <a:pt x="12" y="5"/>
                  <a:pt x="14" y="4"/>
                </a:cubicBezTo>
                <a:cubicBezTo>
                  <a:pt x="18" y="3"/>
                  <a:pt x="21" y="2"/>
                  <a:pt x="23" y="2"/>
                </a:cubicBezTo>
                <a:moveTo>
                  <a:pt x="23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5"/>
                  <a:pt x="10" y="46"/>
                  <a:pt x="23" y="46"/>
                </a:cubicBezTo>
                <a:cubicBezTo>
                  <a:pt x="36" y="46"/>
                  <a:pt x="46" y="35"/>
                  <a:pt x="46" y="23"/>
                </a:cubicBezTo>
                <a:cubicBezTo>
                  <a:pt x="46" y="10"/>
                  <a:pt x="36" y="0"/>
                  <a:pt x="23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2429280" y="349956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1" y="2"/>
                </a:moveTo>
                <a:lnTo>
                  <a:pt x="22" y="20"/>
                </a:lnTo>
                <a:lnTo>
                  <a:pt x="2" y="20"/>
                </a:lnTo>
                <a:lnTo>
                  <a:pt x="11" y="2"/>
                </a:lnTo>
                <a:moveTo>
                  <a:pt x="11" y="0"/>
                </a:moveTo>
                <a:cubicBezTo>
                  <a:pt x="10" y="0"/>
                  <a:pt x="10" y="1"/>
                  <a:pt x="10" y="1"/>
                </a:cubicBezTo>
                <a:lnTo>
                  <a:pt x="1" y="19"/>
                </a:lnTo>
                <a:cubicBezTo>
                  <a:pt x="0" y="20"/>
                  <a:pt x="0" y="20"/>
                  <a:pt x="1" y="21"/>
                </a:cubicBezTo>
                <a:cubicBezTo>
                  <a:pt x="1" y="22"/>
                  <a:pt x="2" y="22"/>
                  <a:pt x="2" y="22"/>
                </a:cubicBezTo>
                <a:lnTo>
                  <a:pt x="22" y="22"/>
                </a:lnTo>
                <a:lnTo>
                  <a:pt x="23" y="21"/>
                </a:lnTo>
                <a:cubicBezTo>
                  <a:pt x="24" y="20"/>
                  <a:pt x="24" y="20"/>
                  <a:pt x="23" y="19"/>
                </a:cubicBezTo>
                <a:lnTo>
                  <a:pt x="13" y="1"/>
                </a:lnTo>
                <a:lnTo>
                  <a:pt x="12" y="0"/>
                </a:lnTo>
                <a:lnTo>
                  <a:pt x="11" y="0"/>
                </a:ln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2429280" y="3499560"/>
            <a:ext cx="8640" cy="7920"/>
          </a:xfrm>
          <a:custGeom>
            <a:avLst/>
            <a:gdLst/>
            <a:ahLst/>
            <a:rect l="0" t="0" r="r" b="b"/>
            <a:pathLst>
              <a:path fill="none" w="24" h="22">
                <a:moveTo>
                  <a:pt x="11" y="2"/>
                </a:moveTo>
                <a:lnTo>
                  <a:pt x="22" y="20"/>
                </a:lnTo>
                <a:lnTo>
                  <a:pt x="2" y="20"/>
                </a:lnTo>
                <a:lnTo>
                  <a:pt x="11" y="2"/>
                </a:lnTo>
                <a:moveTo>
                  <a:pt x="11" y="0"/>
                </a:moveTo>
                <a:cubicBezTo>
                  <a:pt x="10" y="0"/>
                  <a:pt x="10" y="1"/>
                  <a:pt x="10" y="1"/>
                </a:cubicBezTo>
                <a:lnTo>
                  <a:pt x="1" y="19"/>
                </a:lnTo>
                <a:cubicBezTo>
                  <a:pt x="0" y="20"/>
                  <a:pt x="0" y="20"/>
                  <a:pt x="1" y="21"/>
                </a:cubicBezTo>
                <a:cubicBezTo>
                  <a:pt x="1" y="22"/>
                  <a:pt x="2" y="22"/>
                  <a:pt x="2" y="22"/>
                </a:cubicBezTo>
                <a:lnTo>
                  <a:pt x="22" y="22"/>
                </a:lnTo>
                <a:lnTo>
                  <a:pt x="23" y="21"/>
                </a:lnTo>
                <a:cubicBezTo>
                  <a:pt x="24" y="20"/>
                  <a:pt x="24" y="20"/>
                  <a:pt x="23" y="19"/>
                </a:cubicBezTo>
                <a:lnTo>
                  <a:pt x="13" y="1"/>
                </a:lnTo>
                <a:lnTo>
                  <a:pt x="12" y="0"/>
                </a:lnTo>
                <a:lnTo>
                  <a:pt x="11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/>
          <p:nvPr/>
        </p:nvSpPr>
        <p:spPr>
          <a:xfrm>
            <a:off x="2464920" y="3494160"/>
            <a:ext cx="2880" cy="18720"/>
          </a:xfrm>
          <a:custGeom>
            <a:avLst/>
            <a:gdLst/>
            <a:ahLst/>
            <a:rect l="0" t="0" r="r" b="b"/>
            <a:pathLst>
              <a:path fill="none" w="8" h="52">
                <a:moveTo>
                  <a:pt x="8" y="52"/>
                </a:moveTo>
                <a:lnTo>
                  <a:pt x="0" y="52"/>
                </a:lnTo>
                <a:lnTo>
                  <a:pt x="0" y="0"/>
                </a:lnTo>
                <a:lnTo>
                  <a:pt x="8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1173600" y="3448800"/>
            <a:ext cx="452160" cy="102960"/>
          </a:xfrm>
          <a:custGeom>
            <a:avLst/>
            <a:gdLst/>
            <a:ahLst/>
            <a:rect l="0" t="0" r="r" b="b"/>
            <a:pathLst>
              <a:path w="1256" h="286">
                <a:moveTo>
                  <a:pt x="0" y="0"/>
                </a:moveTo>
                <a:lnTo>
                  <a:pt x="1256" y="0"/>
                </a:lnTo>
                <a:lnTo>
                  <a:pt x="1256" y="286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/>
          <p:nvPr/>
        </p:nvSpPr>
        <p:spPr>
          <a:xfrm>
            <a:off x="1173600" y="3448800"/>
            <a:ext cx="452160" cy="102960"/>
          </a:xfrm>
          <a:custGeom>
            <a:avLst/>
            <a:gdLst/>
            <a:ahLst/>
            <a:rect l="0" t="0" r="r" b="b"/>
            <a:pathLst>
              <a:path w="1256" h="286">
                <a:moveTo>
                  <a:pt x="0" y="0"/>
                </a:moveTo>
                <a:lnTo>
                  <a:pt x="1256" y="0"/>
                </a:lnTo>
                <a:lnTo>
                  <a:pt x="1256" y="286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1173600" y="3448800"/>
            <a:ext cx="452160" cy="102960"/>
          </a:xfrm>
          <a:custGeom>
            <a:avLst/>
            <a:gdLst/>
            <a:ahLst/>
            <a:rect l="0" t="0" r="r" b="b"/>
            <a:pathLst>
              <a:path w="1256" h="286">
                <a:moveTo>
                  <a:pt x="0" y="0"/>
                </a:moveTo>
                <a:lnTo>
                  <a:pt x="1256" y="0"/>
                </a:lnTo>
                <a:lnTo>
                  <a:pt x="1256" y="286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1548000" y="3492360"/>
            <a:ext cx="50400" cy="28080"/>
          </a:xfrm>
          <a:custGeom>
            <a:avLst/>
            <a:gdLst/>
            <a:ahLst/>
            <a:rect l="0" t="0" r="r" b="b"/>
            <a:pathLst>
              <a:path w="140" h="78">
                <a:moveTo>
                  <a:pt x="2" y="0"/>
                </a:moveTo>
                <a:lnTo>
                  <a:pt x="138" y="0"/>
                </a:lnTo>
                <a:cubicBezTo>
                  <a:pt x="139" y="0"/>
                  <a:pt x="140" y="0"/>
                  <a:pt x="140" y="1"/>
                </a:cubicBezTo>
                <a:lnTo>
                  <a:pt x="140" y="77"/>
                </a:lnTo>
                <a:cubicBezTo>
                  <a:pt x="140" y="78"/>
                  <a:pt x="139" y="78"/>
                  <a:pt x="138" y="78"/>
                </a:cubicBezTo>
                <a:lnTo>
                  <a:pt x="2" y="78"/>
                </a:lnTo>
                <a:cubicBezTo>
                  <a:pt x="1" y="78"/>
                  <a:pt x="0" y="78"/>
                  <a:pt x="0" y="77"/>
                </a:cubicBezTo>
                <a:lnTo>
                  <a:pt x="0" y="1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1548000" y="3492360"/>
            <a:ext cx="50400" cy="28080"/>
          </a:xfrm>
          <a:custGeom>
            <a:avLst/>
            <a:gdLst/>
            <a:ahLst/>
            <a:rect l="0" t="0" r="r" b="b"/>
            <a:pathLst>
              <a:path w="140" h="78">
                <a:moveTo>
                  <a:pt x="2" y="0"/>
                </a:moveTo>
                <a:lnTo>
                  <a:pt x="138" y="0"/>
                </a:lnTo>
                <a:cubicBezTo>
                  <a:pt x="139" y="0"/>
                  <a:pt x="140" y="0"/>
                  <a:pt x="140" y="1"/>
                </a:cubicBezTo>
                <a:lnTo>
                  <a:pt x="140" y="77"/>
                </a:lnTo>
                <a:cubicBezTo>
                  <a:pt x="140" y="78"/>
                  <a:pt x="139" y="78"/>
                  <a:pt x="138" y="78"/>
                </a:cubicBezTo>
                <a:lnTo>
                  <a:pt x="2" y="78"/>
                </a:lnTo>
                <a:cubicBezTo>
                  <a:pt x="1" y="78"/>
                  <a:pt x="0" y="78"/>
                  <a:pt x="0" y="77"/>
                </a:cubicBezTo>
                <a:lnTo>
                  <a:pt x="0" y="1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1607400" y="349596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44" y="22"/>
                </a:moveTo>
                <a:cubicBezTo>
                  <a:pt x="44" y="26"/>
                  <a:pt x="43" y="30"/>
                  <a:pt x="41" y="34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4"/>
                  <a:pt x="25" y="45"/>
                  <a:pt x="21" y="45"/>
                </a:cubicBezTo>
                <a:cubicBezTo>
                  <a:pt x="17" y="45"/>
                  <a:pt x="14" y="44"/>
                  <a:pt x="10" y="42"/>
                </a:cubicBezTo>
                <a:cubicBezTo>
                  <a:pt x="7" y="40"/>
                  <a:pt x="4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7" y="5"/>
                  <a:pt x="10" y="3"/>
                </a:cubicBezTo>
                <a:cubicBezTo>
                  <a:pt x="14" y="1"/>
                  <a:pt x="17" y="0"/>
                  <a:pt x="21" y="0"/>
                </a:cubicBezTo>
                <a:cubicBezTo>
                  <a:pt x="25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1607400" y="349596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44" y="22"/>
                </a:moveTo>
                <a:cubicBezTo>
                  <a:pt x="44" y="26"/>
                  <a:pt x="43" y="30"/>
                  <a:pt x="41" y="34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4"/>
                  <a:pt x="25" y="45"/>
                  <a:pt x="21" y="45"/>
                </a:cubicBezTo>
                <a:cubicBezTo>
                  <a:pt x="17" y="45"/>
                  <a:pt x="14" y="44"/>
                  <a:pt x="10" y="42"/>
                </a:cubicBezTo>
                <a:cubicBezTo>
                  <a:pt x="7" y="40"/>
                  <a:pt x="4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7" y="5"/>
                  <a:pt x="10" y="3"/>
                </a:cubicBezTo>
                <a:cubicBezTo>
                  <a:pt x="14" y="1"/>
                  <a:pt x="17" y="0"/>
                  <a:pt x="21" y="0"/>
                </a:cubicBezTo>
                <a:cubicBezTo>
                  <a:pt x="25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/>
          <p:nvPr/>
        </p:nvSpPr>
        <p:spPr>
          <a:xfrm>
            <a:off x="1607040" y="349596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3" y="41"/>
                  <a:pt x="5" y="32"/>
                  <a:pt x="5" y="22"/>
                </a:cubicBezTo>
                <a:cubicBezTo>
                  <a:pt x="5" y="12"/>
                  <a:pt x="13" y="4"/>
                  <a:pt x="23" y="4"/>
                </a:cubicBezTo>
                <a:cubicBezTo>
                  <a:pt x="33" y="4"/>
                  <a:pt x="42" y="12"/>
                  <a:pt x="42" y="22"/>
                </a:cubicBezTo>
                <a:cubicBezTo>
                  <a:pt x="42" y="32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7" y="13"/>
                  <a:pt x="7" y="22"/>
                </a:cubicBezTo>
                <a:cubicBezTo>
                  <a:pt x="7" y="31"/>
                  <a:pt x="14" y="39"/>
                  <a:pt x="23" y="39"/>
                </a:cubicBezTo>
                <a:cubicBezTo>
                  <a:pt x="33" y="39"/>
                  <a:pt x="40" y="31"/>
                  <a:pt x="40" y="22"/>
                </a:cubicBezTo>
                <a:cubicBezTo>
                  <a:pt x="40" y="13"/>
                  <a:pt x="33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2"/>
                  <a:pt x="40" y="34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1" y="43"/>
                  <a:pt x="18" y="43"/>
                  <a:pt x="15" y="42"/>
                </a:cubicBezTo>
                <a:cubicBezTo>
                  <a:pt x="13" y="41"/>
                  <a:pt x="11" y="39"/>
                  <a:pt x="9" y="37"/>
                </a:cubicBezTo>
                <a:cubicBezTo>
                  <a:pt x="7" y="34"/>
                  <a:pt x="5" y="32"/>
                  <a:pt x="4" y="30"/>
                </a:cubicBezTo>
                <a:cubicBezTo>
                  <a:pt x="3" y="27"/>
                  <a:pt x="3" y="25"/>
                  <a:pt x="3" y="22"/>
                </a:cubicBezTo>
                <a:cubicBezTo>
                  <a:pt x="3" y="19"/>
                  <a:pt x="3" y="16"/>
                  <a:pt x="4" y="14"/>
                </a:cubicBezTo>
                <a:cubicBezTo>
                  <a:pt x="5" y="11"/>
                  <a:pt x="7" y="9"/>
                  <a:pt x="9" y="7"/>
                </a:cubicBezTo>
                <a:cubicBezTo>
                  <a:pt x="11" y="5"/>
                  <a:pt x="13" y="4"/>
                  <a:pt x="15" y="3"/>
                </a:cubicBezTo>
                <a:cubicBezTo>
                  <a:pt x="18" y="2"/>
                  <a:pt x="21" y="1"/>
                  <a:pt x="23" y="1"/>
                </a:cubicBezTo>
                <a:moveTo>
                  <a:pt x="23" y="0"/>
                </a:moveTo>
                <a:cubicBezTo>
                  <a:pt x="11" y="0"/>
                  <a:pt x="0" y="10"/>
                  <a:pt x="0" y="22"/>
                </a:cubicBezTo>
                <a:cubicBezTo>
                  <a:pt x="0" y="34"/>
                  <a:pt x="11" y="45"/>
                  <a:pt x="23" y="45"/>
                </a:cubicBezTo>
                <a:cubicBezTo>
                  <a:pt x="36" y="45"/>
                  <a:pt x="45" y="34"/>
                  <a:pt x="45" y="22"/>
                </a:cubicBezTo>
                <a:cubicBezTo>
                  <a:pt x="45" y="10"/>
                  <a:pt x="36" y="0"/>
                  <a:pt x="2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1607040" y="3495960"/>
            <a:ext cx="16200" cy="16200"/>
          </a:xfrm>
          <a:custGeom>
            <a:avLst/>
            <a:gdLst/>
            <a:ahLst/>
            <a:rect l="0" t="0" r="r" b="b"/>
            <a:pathLst>
              <a:path fill="none" w="45" h="45">
                <a:moveTo>
                  <a:pt x="23" y="41"/>
                </a:moveTo>
                <a:cubicBezTo>
                  <a:pt x="13" y="41"/>
                  <a:pt x="5" y="32"/>
                  <a:pt x="5" y="22"/>
                </a:cubicBezTo>
                <a:cubicBezTo>
                  <a:pt x="5" y="12"/>
                  <a:pt x="13" y="4"/>
                  <a:pt x="23" y="4"/>
                </a:cubicBezTo>
                <a:cubicBezTo>
                  <a:pt x="33" y="4"/>
                  <a:pt x="42" y="12"/>
                  <a:pt x="42" y="22"/>
                </a:cubicBezTo>
                <a:cubicBezTo>
                  <a:pt x="42" y="32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7" y="13"/>
                  <a:pt x="7" y="22"/>
                </a:cubicBezTo>
                <a:cubicBezTo>
                  <a:pt x="7" y="31"/>
                  <a:pt x="14" y="39"/>
                  <a:pt x="23" y="39"/>
                </a:cubicBezTo>
                <a:cubicBezTo>
                  <a:pt x="33" y="39"/>
                  <a:pt x="40" y="31"/>
                  <a:pt x="40" y="22"/>
                </a:cubicBezTo>
                <a:cubicBezTo>
                  <a:pt x="40" y="13"/>
                  <a:pt x="33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2"/>
                  <a:pt x="40" y="34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1" y="43"/>
                  <a:pt x="18" y="43"/>
                  <a:pt x="15" y="42"/>
                </a:cubicBezTo>
                <a:cubicBezTo>
                  <a:pt x="13" y="41"/>
                  <a:pt x="11" y="39"/>
                  <a:pt x="9" y="37"/>
                </a:cubicBezTo>
                <a:cubicBezTo>
                  <a:pt x="7" y="34"/>
                  <a:pt x="5" y="32"/>
                  <a:pt x="4" y="30"/>
                </a:cubicBezTo>
                <a:cubicBezTo>
                  <a:pt x="3" y="27"/>
                  <a:pt x="3" y="25"/>
                  <a:pt x="3" y="22"/>
                </a:cubicBezTo>
                <a:cubicBezTo>
                  <a:pt x="3" y="19"/>
                  <a:pt x="3" y="16"/>
                  <a:pt x="4" y="14"/>
                </a:cubicBezTo>
                <a:cubicBezTo>
                  <a:pt x="5" y="11"/>
                  <a:pt x="7" y="9"/>
                  <a:pt x="9" y="7"/>
                </a:cubicBezTo>
                <a:cubicBezTo>
                  <a:pt x="11" y="5"/>
                  <a:pt x="13" y="4"/>
                  <a:pt x="15" y="3"/>
                </a:cubicBezTo>
                <a:cubicBezTo>
                  <a:pt x="18" y="2"/>
                  <a:pt x="21" y="1"/>
                  <a:pt x="23" y="1"/>
                </a:cubicBezTo>
                <a:moveTo>
                  <a:pt x="23" y="0"/>
                </a:moveTo>
                <a:cubicBezTo>
                  <a:pt x="11" y="0"/>
                  <a:pt x="0" y="10"/>
                  <a:pt x="0" y="22"/>
                </a:cubicBezTo>
                <a:cubicBezTo>
                  <a:pt x="0" y="34"/>
                  <a:pt x="11" y="45"/>
                  <a:pt x="23" y="45"/>
                </a:cubicBezTo>
                <a:cubicBezTo>
                  <a:pt x="36" y="45"/>
                  <a:pt x="45" y="34"/>
                  <a:pt x="45" y="22"/>
                </a:cubicBezTo>
                <a:cubicBezTo>
                  <a:pt x="45" y="10"/>
                  <a:pt x="36" y="0"/>
                  <a:pt x="23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1611000" y="3500640"/>
            <a:ext cx="8280" cy="6480"/>
          </a:xfrm>
          <a:custGeom>
            <a:avLst/>
            <a:gdLst/>
            <a:ahLst/>
            <a:rect l="0" t="0" r="r" b="b"/>
            <a:pathLst>
              <a:path w="23" h="18">
                <a:moveTo>
                  <a:pt x="23" y="5"/>
                </a:moveTo>
                <a:lnTo>
                  <a:pt x="23" y="16"/>
                </a:lnTo>
                <a:cubicBezTo>
                  <a:pt x="23" y="17"/>
                  <a:pt x="23" y="17"/>
                  <a:pt x="23" y="18"/>
                </a:cubicBezTo>
                <a:cubicBezTo>
                  <a:pt x="22" y="18"/>
                  <a:pt x="22" y="18"/>
                  <a:pt x="21" y="18"/>
                </a:cubicBezTo>
                <a:lnTo>
                  <a:pt x="3" y="18"/>
                </a:lnTo>
                <a:lnTo>
                  <a:pt x="1" y="18"/>
                </a:lnTo>
                <a:cubicBezTo>
                  <a:pt x="1" y="17"/>
                  <a:pt x="0" y="17"/>
                  <a:pt x="0" y="16"/>
                </a:cubicBezTo>
                <a:lnTo>
                  <a:pt x="0" y="5"/>
                </a:lnTo>
                <a:cubicBezTo>
                  <a:pt x="1" y="6"/>
                  <a:pt x="1" y="6"/>
                  <a:pt x="3" y="7"/>
                </a:cubicBezTo>
                <a:cubicBezTo>
                  <a:pt x="6" y="10"/>
                  <a:pt x="8" y="11"/>
                  <a:pt x="9" y="12"/>
                </a:cubicBezTo>
                <a:cubicBezTo>
                  <a:pt x="9" y="12"/>
                  <a:pt x="10" y="12"/>
                  <a:pt x="10" y="13"/>
                </a:cubicBezTo>
                <a:lnTo>
                  <a:pt x="11" y="13"/>
                </a:lnTo>
                <a:lnTo>
                  <a:pt x="12" y="13"/>
                </a:lnTo>
                <a:cubicBezTo>
                  <a:pt x="13" y="13"/>
                  <a:pt x="13" y="13"/>
                  <a:pt x="14" y="13"/>
                </a:cubicBezTo>
                <a:lnTo>
                  <a:pt x="15" y="13"/>
                </a:lnTo>
                <a:cubicBezTo>
                  <a:pt x="15" y="12"/>
                  <a:pt x="16" y="12"/>
                  <a:pt x="16" y="12"/>
                </a:cubicBezTo>
                <a:cubicBezTo>
                  <a:pt x="17" y="11"/>
                  <a:pt x="20" y="8"/>
                  <a:pt x="22" y="7"/>
                </a:cubicBezTo>
                <a:cubicBezTo>
                  <a:pt x="23" y="6"/>
                  <a:pt x="23" y="6"/>
                  <a:pt x="23" y="5"/>
                </a:cubicBezTo>
                <a:moveTo>
                  <a:pt x="23" y="2"/>
                </a:moveTo>
                <a:cubicBezTo>
                  <a:pt x="23" y="2"/>
                  <a:pt x="23" y="3"/>
                  <a:pt x="23" y="4"/>
                </a:cubicBezTo>
                <a:cubicBezTo>
                  <a:pt x="22" y="4"/>
                  <a:pt x="22" y="5"/>
                  <a:pt x="21" y="5"/>
                </a:cubicBezTo>
                <a:cubicBezTo>
                  <a:pt x="18" y="7"/>
                  <a:pt x="16" y="10"/>
                  <a:pt x="16" y="10"/>
                </a:cubicBezTo>
                <a:cubicBezTo>
                  <a:pt x="15" y="10"/>
                  <a:pt x="15" y="10"/>
                  <a:pt x="15" y="11"/>
                </a:cubicBezTo>
                <a:lnTo>
                  <a:pt x="14" y="11"/>
                </a:lnTo>
                <a:cubicBezTo>
                  <a:pt x="13" y="12"/>
                  <a:pt x="13" y="12"/>
                  <a:pt x="13" y="12"/>
                </a:cubicBezTo>
                <a:lnTo>
                  <a:pt x="12" y="12"/>
                </a:lnTo>
                <a:cubicBezTo>
                  <a:pt x="12" y="12"/>
                  <a:pt x="11" y="12"/>
                  <a:pt x="11" y="11"/>
                </a:cubicBezTo>
                <a:lnTo>
                  <a:pt x="10" y="11"/>
                </a:lnTo>
                <a:cubicBezTo>
                  <a:pt x="9" y="10"/>
                  <a:pt x="9" y="10"/>
                  <a:pt x="9" y="10"/>
                </a:cubicBezTo>
                <a:cubicBezTo>
                  <a:pt x="8" y="10"/>
                  <a:pt x="7" y="8"/>
                  <a:pt x="6" y="7"/>
                </a:cubicBezTo>
                <a:cubicBezTo>
                  <a:pt x="5" y="6"/>
                  <a:pt x="4" y="5"/>
                  <a:pt x="3" y="5"/>
                </a:cubicBezTo>
                <a:lnTo>
                  <a:pt x="1" y="4"/>
                </a:lnTo>
                <a:cubicBezTo>
                  <a:pt x="1" y="3"/>
                  <a:pt x="0" y="3"/>
                  <a:pt x="0" y="2"/>
                </a:cubicBezTo>
                <a:cubicBezTo>
                  <a:pt x="0" y="1"/>
                  <a:pt x="1" y="1"/>
                  <a:pt x="1" y="1"/>
                </a:cubicBezTo>
                <a:cubicBezTo>
                  <a:pt x="1" y="0"/>
                  <a:pt x="3" y="0"/>
                  <a:pt x="3" y="0"/>
                </a:cubicBezTo>
                <a:lnTo>
                  <a:pt x="21" y="0"/>
                </a:lnTo>
                <a:cubicBezTo>
                  <a:pt x="22" y="0"/>
                  <a:pt x="22" y="0"/>
                  <a:pt x="23" y="0"/>
                </a:cubicBezTo>
                <a:cubicBezTo>
                  <a:pt x="23" y="1"/>
                  <a:pt x="23" y="1"/>
                  <a:pt x="23" y="2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1611000" y="3500640"/>
            <a:ext cx="8280" cy="6480"/>
          </a:xfrm>
          <a:custGeom>
            <a:avLst/>
            <a:gdLst/>
            <a:ahLst/>
            <a:rect l="0" t="0" r="r" b="b"/>
            <a:pathLst>
              <a:path w="23" h="18">
                <a:moveTo>
                  <a:pt x="23" y="5"/>
                </a:moveTo>
                <a:lnTo>
                  <a:pt x="23" y="16"/>
                </a:lnTo>
                <a:cubicBezTo>
                  <a:pt x="23" y="17"/>
                  <a:pt x="23" y="17"/>
                  <a:pt x="23" y="18"/>
                </a:cubicBezTo>
                <a:cubicBezTo>
                  <a:pt x="22" y="18"/>
                  <a:pt x="22" y="18"/>
                  <a:pt x="21" y="18"/>
                </a:cubicBezTo>
                <a:lnTo>
                  <a:pt x="3" y="18"/>
                </a:lnTo>
                <a:lnTo>
                  <a:pt x="1" y="18"/>
                </a:lnTo>
                <a:cubicBezTo>
                  <a:pt x="1" y="17"/>
                  <a:pt x="0" y="17"/>
                  <a:pt x="0" y="16"/>
                </a:cubicBezTo>
                <a:lnTo>
                  <a:pt x="0" y="5"/>
                </a:lnTo>
                <a:cubicBezTo>
                  <a:pt x="1" y="6"/>
                  <a:pt x="1" y="6"/>
                  <a:pt x="3" y="7"/>
                </a:cubicBezTo>
                <a:cubicBezTo>
                  <a:pt x="6" y="10"/>
                  <a:pt x="8" y="11"/>
                  <a:pt x="9" y="12"/>
                </a:cubicBezTo>
                <a:cubicBezTo>
                  <a:pt x="9" y="12"/>
                  <a:pt x="10" y="12"/>
                  <a:pt x="10" y="13"/>
                </a:cubicBezTo>
                <a:lnTo>
                  <a:pt x="11" y="13"/>
                </a:lnTo>
                <a:lnTo>
                  <a:pt x="12" y="13"/>
                </a:lnTo>
                <a:cubicBezTo>
                  <a:pt x="13" y="13"/>
                  <a:pt x="13" y="13"/>
                  <a:pt x="14" y="13"/>
                </a:cubicBezTo>
                <a:lnTo>
                  <a:pt x="15" y="13"/>
                </a:lnTo>
                <a:cubicBezTo>
                  <a:pt x="15" y="12"/>
                  <a:pt x="16" y="12"/>
                  <a:pt x="16" y="12"/>
                </a:cubicBezTo>
                <a:cubicBezTo>
                  <a:pt x="17" y="11"/>
                  <a:pt x="20" y="8"/>
                  <a:pt x="22" y="7"/>
                </a:cubicBezTo>
                <a:cubicBezTo>
                  <a:pt x="23" y="6"/>
                  <a:pt x="23" y="6"/>
                  <a:pt x="23" y="5"/>
                </a:cubicBezTo>
                <a:moveTo>
                  <a:pt x="23" y="2"/>
                </a:moveTo>
                <a:cubicBezTo>
                  <a:pt x="23" y="2"/>
                  <a:pt x="23" y="3"/>
                  <a:pt x="23" y="4"/>
                </a:cubicBezTo>
                <a:cubicBezTo>
                  <a:pt x="22" y="4"/>
                  <a:pt x="22" y="5"/>
                  <a:pt x="21" y="5"/>
                </a:cubicBezTo>
                <a:cubicBezTo>
                  <a:pt x="18" y="7"/>
                  <a:pt x="16" y="10"/>
                  <a:pt x="16" y="10"/>
                </a:cubicBezTo>
                <a:cubicBezTo>
                  <a:pt x="15" y="10"/>
                  <a:pt x="15" y="10"/>
                  <a:pt x="15" y="11"/>
                </a:cubicBezTo>
                <a:lnTo>
                  <a:pt x="14" y="11"/>
                </a:lnTo>
                <a:cubicBezTo>
                  <a:pt x="13" y="12"/>
                  <a:pt x="13" y="12"/>
                  <a:pt x="13" y="12"/>
                </a:cubicBezTo>
                <a:lnTo>
                  <a:pt x="12" y="12"/>
                </a:lnTo>
                <a:cubicBezTo>
                  <a:pt x="12" y="12"/>
                  <a:pt x="11" y="12"/>
                  <a:pt x="11" y="11"/>
                </a:cubicBezTo>
                <a:lnTo>
                  <a:pt x="10" y="11"/>
                </a:lnTo>
                <a:cubicBezTo>
                  <a:pt x="9" y="10"/>
                  <a:pt x="9" y="10"/>
                  <a:pt x="9" y="10"/>
                </a:cubicBezTo>
                <a:cubicBezTo>
                  <a:pt x="8" y="10"/>
                  <a:pt x="7" y="8"/>
                  <a:pt x="6" y="7"/>
                </a:cubicBezTo>
                <a:cubicBezTo>
                  <a:pt x="5" y="6"/>
                  <a:pt x="4" y="5"/>
                  <a:pt x="3" y="5"/>
                </a:cubicBezTo>
                <a:lnTo>
                  <a:pt x="1" y="4"/>
                </a:lnTo>
                <a:cubicBezTo>
                  <a:pt x="1" y="3"/>
                  <a:pt x="0" y="3"/>
                  <a:pt x="0" y="2"/>
                </a:cubicBezTo>
                <a:cubicBezTo>
                  <a:pt x="0" y="1"/>
                  <a:pt x="1" y="1"/>
                  <a:pt x="1" y="1"/>
                </a:cubicBezTo>
                <a:cubicBezTo>
                  <a:pt x="1" y="0"/>
                  <a:pt x="3" y="0"/>
                  <a:pt x="3" y="0"/>
                </a:cubicBezTo>
                <a:lnTo>
                  <a:pt x="21" y="0"/>
                </a:lnTo>
                <a:cubicBezTo>
                  <a:pt x="22" y="0"/>
                  <a:pt x="22" y="0"/>
                  <a:pt x="23" y="0"/>
                </a:cubicBezTo>
                <a:cubicBezTo>
                  <a:pt x="23" y="1"/>
                  <a:pt x="23" y="1"/>
                  <a:pt x="23" y="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1565280" y="35290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7"/>
                  <a:pt x="43" y="30"/>
                  <a:pt x="41" y="34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3"/>
                  <a:pt x="26" y="44"/>
                  <a:pt x="22" y="44"/>
                </a:cubicBezTo>
                <a:cubicBezTo>
                  <a:pt x="19" y="44"/>
                  <a:pt x="14" y="43"/>
                  <a:pt x="11" y="42"/>
                </a:cubicBezTo>
                <a:cubicBezTo>
                  <a:pt x="7" y="40"/>
                  <a:pt x="5" y="37"/>
                  <a:pt x="3" y="34"/>
                </a:cubicBezTo>
                <a:cubicBezTo>
                  <a:pt x="1" y="30"/>
                  <a:pt x="0" y="27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7" y="5"/>
                  <a:pt x="11" y="3"/>
                </a:cubicBezTo>
                <a:cubicBezTo>
                  <a:pt x="14" y="1"/>
                  <a:pt x="19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1565280" y="35290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7"/>
                  <a:pt x="43" y="30"/>
                  <a:pt x="41" y="34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3"/>
                  <a:pt x="26" y="44"/>
                  <a:pt x="22" y="44"/>
                </a:cubicBezTo>
                <a:cubicBezTo>
                  <a:pt x="19" y="44"/>
                  <a:pt x="14" y="43"/>
                  <a:pt x="11" y="42"/>
                </a:cubicBezTo>
                <a:cubicBezTo>
                  <a:pt x="7" y="40"/>
                  <a:pt x="5" y="37"/>
                  <a:pt x="3" y="34"/>
                </a:cubicBezTo>
                <a:cubicBezTo>
                  <a:pt x="1" y="30"/>
                  <a:pt x="0" y="27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7" y="5"/>
                  <a:pt x="11" y="3"/>
                </a:cubicBezTo>
                <a:cubicBezTo>
                  <a:pt x="14" y="1"/>
                  <a:pt x="19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/>
          <p:nvPr/>
        </p:nvSpPr>
        <p:spPr>
          <a:xfrm>
            <a:off x="1564920" y="3529080"/>
            <a:ext cx="16560" cy="16200"/>
          </a:xfrm>
          <a:custGeom>
            <a:avLst/>
            <a:gdLst/>
            <a:ahLst/>
            <a:rect l="0" t="0" r="r" b="b"/>
            <a:pathLst>
              <a:path w="46" h="45">
                <a:moveTo>
                  <a:pt x="22" y="41"/>
                </a:moveTo>
                <a:cubicBezTo>
                  <a:pt x="12" y="41"/>
                  <a:pt x="4" y="33"/>
                  <a:pt x="4" y="22"/>
                </a:cubicBezTo>
                <a:cubicBezTo>
                  <a:pt x="4" y="12"/>
                  <a:pt x="12" y="4"/>
                  <a:pt x="22" y="4"/>
                </a:cubicBezTo>
                <a:cubicBezTo>
                  <a:pt x="33" y="4"/>
                  <a:pt x="42" y="12"/>
                  <a:pt x="42" y="22"/>
                </a:cubicBezTo>
                <a:cubicBezTo>
                  <a:pt x="42" y="33"/>
                  <a:pt x="33" y="41"/>
                  <a:pt x="22" y="41"/>
                </a:cubicBezTo>
                <a:moveTo>
                  <a:pt x="22" y="5"/>
                </a:moveTo>
                <a:cubicBezTo>
                  <a:pt x="13" y="5"/>
                  <a:pt x="6" y="13"/>
                  <a:pt x="6" y="22"/>
                </a:cubicBezTo>
                <a:cubicBezTo>
                  <a:pt x="6" y="32"/>
                  <a:pt x="13" y="39"/>
                  <a:pt x="22" y="39"/>
                </a:cubicBezTo>
                <a:cubicBezTo>
                  <a:pt x="33" y="39"/>
                  <a:pt x="40" y="32"/>
                  <a:pt x="40" y="22"/>
                </a:cubicBezTo>
                <a:cubicBezTo>
                  <a:pt x="40" y="13"/>
                  <a:pt x="33" y="5"/>
                  <a:pt x="22" y="5"/>
                </a:cubicBezTo>
                <a:moveTo>
                  <a:pt x="22" y="1"/>
                </a:moveTo>
                <a:cubicBezTo>
                  <a:pt x="25" y="1"/>
                  <a:pt x="28" y="2"/>
                  <a:pt x="30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3"/>
                  <a:pt x="40" y="35"/>
                  <a:pt x="38" y="37"/>
                </a:cubicBezTo>
                <a:cubicBezTo>
                  <a:pt x="36" y="39"/>
                  <a:pt x="34" y="41"/>
                  <a:pt x="30" y="42"/>
                </a:cubicBezTo>
                <a:cubicBezTo>
                  <a:pt x="28" y="43"/>
                  <a:pt x="25" y="43"/>
                  <a:pt x="22" y="43"/>
                </a:cubicBezTo>
                <a:cubicBezTo>
                  <a:pt x="20" y="43"/>
                  <a:pt x="17" y="43"/>
                  <a:pt x="14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5"/>
                  <a:pt x="5" y="33"/>
                  <a:pt x="4" y="30"/>
                </a:cubicBezTo>
                <a:cubicBezTo>
                  <a:pt x="2" y="27"/>
                  <a:pt x="2" y="25"/>
                  <a:pt x="2" y="22"/>
                </a:cubicBezTo>
                <a:cubicBezTo>
                  <a:pt x="2" y="19"/>
                  <a:pt x="2" y="16"/>
                  <a:pt x="4" y="14"/>
                </a:cubicBezTo>
                <a:cubicBezTo>
                  <a:pt x="5" y="11"/>
                  <a:pt x="6" y="9"/>
                  <a:pt x="8" y="7"/>
                </a:cubicBezTo>
                <a:cubicBezTo>
                  <a:pt x="10" y="5"/>
                  <a:pt x="12" y="4"/>
                  <a:pt x="14" y="3"/>
                </a:cubicBezTo>
                <a:cubicBezTo>
                  <a:pt x="17" y="2"/>
                  <a:pt x="20" y="1"/>
                  <a:pt x="22" y="1"/>
                </a:cubicBezTo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5"/>
                  <a:pt x="10" y="45"/>
                  <a:pt x="22" y="45"/>
                </a:cubicBezTo>
                <a:cubicBezTo>
                  <a:pt x="36" y="45"/>
                  <a:pt x="46" y="35"/>
                  <a:pt x="46" y="22"/>
                </a:cubicBezTo>
                <a:cubicBezTo>
                  <a:pt x="46" y="10"/>
                  <a:pt x="36" y="0"/>
                  <a:pt x="22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1564920" y="3529080"/>
            <a:ext cx="16560" cy="16200"/>
          </a:xfrm>
          <a:custGeom>
            <a:avLst/>
            <a:gdLst/>
            <a:ahLst/>
            <a:rect l="0" t="0" r="r" b="b"/>
            <a:pathLst>
              <a:path fill="none" w="46" h="45">
                <a:moveTo>
                  <a:pt x="22" y="41"/>
                </a:moveTo>
                <a:cubicBezTo>
                  <a:pt x="12" y="41"/>
                  <a:pt x="4" y="33"/>
                  <a:pt x="4" y="22"/>
                </a:cubicBezTo>
                <a:cubicBezTo>
                  <a:pt x="4" y="12"/>
                  <a:pt x="12" y="4"/>
                  <a:pt x="22" y="4"/>
                </a:cubicBezTo>
                <a:cubicBezTo>
                  <a:pt x="33" y="4"/>
                  <a:pt x="42" y="12"/>
                  <a:pt x="42" y="22"/>
                </a:cubicBezTo>
                <a:cubicBezTo>
                  <a:pt x="42" y="33"/>
                  <a:pt x="33" y="41"/>
                  <a:pt x="22" y="41"/>
                </a:cubicBezTo>
                <a:moveTo>
                  <a:pt x="22" y="5"/>
                </a:moveTo>
                <a:cubicBezTo>
                  <a:pt x="13" y="5"/>
                  <a:pt x="6" y="13"/>
                  <a:pt x="6" y="22"/>
                </a:cubicBezTo>
                <a:cubicBezTo>
                  <a:pt x="6" y="32"/>
                  <a:pt x="13" y="39"/>
                  <a:pt x="22" y="39"/>
                </a:cubicBezTo>
                <a:cubicBezTo>
                  <a:pt x="33" y="39"/>
                  <a:pt x="40" y="32"/>
                  <a:pt x="40" y="22"/>
                </a:cubicBezTo>
                <a:cubicBezTo>
                  <a:pt x="40" y="13"/>
                  <a:pt x="33" y="5"/>
                  <a:pt x="22" y="5"/>
                </a:cubicBezTo>
                <a:moveTo>
                  <a:pt x="22" y="1"/>
                </a:moveTo>
                <a:cubicBezTo>
                  <a:pt x="25" y="1"/>
                  <a:pt x="28" y="2"/>
                  <a:pt x="30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3"/>
                  <a:pt x="40" y="35"/>
                  <a:pt x="38" y="37"/>
                </a:cubicBezTo>
                <a:cubicBezTo>
                  <a:pt x="36" y="39"/>
                  <a:pt x="34" y="41"/>
                  <a:pt x="30" y="42"/>
                </a:cubicBezTo>
                <a:cubicBezTo>
                  <a:pt x="28" y="43"/>
                  <a:pt x="25" y="43"/>
                  <a:pt x="22" y="43"/>
                </a:cubicBezTo>
                <a:cubicBezTo>
                  <a:pt x="20" y="43"/>
                  <a:pt x="17" y="43"/>
                  <a:pt x="14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5"/>
                  <a:pt x="5" y="33"/>
                  <a:pt x="4" y="30"/>
                </a:cubicBezTo>
                <a:cubicBezTo>
                  <a:pt x="2" y="27"/>
                  <a:pt x="2" y="25"/>
                  <a:pt x="2" y="22"/>
                </a:cubicBezTo>
                <a:cubicBezTo>
                  <a:pt x="2" y="19"/>
                  <a:pt x="2" y="16"/>
                  <a:pt x="4" y="14"/>
                </a:cubicBezTo>
                <a:cubicBezTo>
                  <a:pt x="5" y="11"/>
                  <a:pt x="6" y="9"/>
                  <a:pt x="8" y="7"/>
                </a:cubicBezTo>
                <a:cubicBezTo>
                  <a:pt x="10" y="5"/>
                  <a:pt x="12" y="4"/>
                  <a:pt x="14" y="3"/>
                </a:cubicBezTo>
                <a:cubicBezTo>
                  <a:pt x="17" y="2"/>
                  <a:pt x="20" y="1"/>
                  <a:pt x="22" y="1"/>
                </a:cubicBezTo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5"/>
                  <a:pt x="10" y="45"/>
                  <a:pt x="22" y="45"/>
                </a:cubicBezTo>
                <a:cubicBezTo>
                  <a:pt x="36" y="45"/>
                  <a:pt x="46" y="35"/>
                  <a:pt x="46" y="22"/>
                </a:cubicBezTo>
                <a:cubicBezTo>
                  <a:pt x="46" y="10"/>
                  <a:pt x="36" y="0"/>
                  <a:pt x="22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1568880" y="353268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3" y="0"/>
                </a:moveTo>
                <a:cubicBezTo>
                  <a:pt x="12" y="0"/>
                  <a:pt x="12" y="0"/>
                  <a:pt x="12" y="1"/>
                </a:cubicBezTo>
                <a:cubicBezTo>
                  <a:pt x="11" y="1"/>
                  <a:pt x="11" y="1"/>
                  <a:pt x="11" y="1"/>
                </a:cubicBezTo>
                <a:lnTo>
                  <a:pt x="1" y="20"/>
                </a:lnTo>
                <a:cubicBezTo>
                  <a:pt x="0" y="20"/>
                  <a:pt x="0" y="21"/>
                  <a:pt x="1" y="21"/>
                </a:cubicBezTo>
                <a:lnTo>
                  <a:pt x="1" y="22"/>
                </a:lnTo>
                <a:cubicBezTo>
                  <a:pt x="2" y="22"/>
                  <a:pt x="2" y="22"/>
                  <a:pt x="2" y="22"/>
                </a:cubicBezTo>
                <a:lnTo>
                  <a:pt x="22" y="22"/>
                </a:lnTo>
                <a:lnTo>
                  <a:pt x="23" y="22"/>
                </a:lnTo>
                <a:lnTo>
                  <a:pt x="23" y="21"/>
                </a:lnTo>
                <a:cubicBezTo>
                  <a:pt x="24" y="21"/>
                  <a:pt x="24" y="20"/>
                  <a:pt x="23" y="20"/>
                </a:cubicBezTo>
                <a:lnTo>
                  <a:pt x="14" y="1"/>
                </a:lnTo>
                <a:lnTo>
                  <a:pt x="13" y="1"/>
                </a:lnTo>
                <a:cubicBezTo>
                  <a:pt x="13" y="0"/>
                  <a:pt x="13" y="0"/>
                  <a:pt x="1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1568880" y="353268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3" y="0"/>
                </a:moveTo>
                <a:cubicBezTo>
                  <a:pt x="12" y="0"/>
                  <a:pt x="12" y="0"/>
                  <a:pt x="12" y="1"/>
                </a:cubicBezTo>
                <a:cubicBezTo>
                  <a:pt x="11" y="1"/>
                  <a:pt x="11" y="1"/>
                  <a:pt x="11" y="1"/>
                </a:cubicBezTo>
                <a:lnTo>
                  <a:pt x="1" y="20"/>
                </a:lnTo>
                <a:cubicBezTo>
                  <a:pt x="0" y="20"/>
                  <a:pt x="0" y="21"/>
                  <a:pt x="1" y="21"/>
                </a:cubicBezTo>
                <a:lnTo>
                  <a:pt x="1" y="22"/>
                </a:lnTo>
                <a:cubicBezTo>
                  <a:pt x="2" y="22"/>
                  <a:pt x="2" y="22"/>
                  <a:pt x="2" y="22"/>
                </a:cubicBezTo>
                <a:lnTo>
                  <a:pt x="22" y="22"/>
                </a:lnTo>
                <a:lnTo>
                  <a:pt x="23" y="22"/>
                </a:lnTo>
                <a:lnTo>
                  <a:pt x="23" y="21"/>
                </a:lnTo>
                <a:cubicBezTo>
                  <a:pt x="24" y="21"/>
                  <a:pt x="24" y="20"/>
                  <a:pt x="23" y="20"/>
                </a:cubicBezTo>
                <a:lnTo>
                  <a:pt x="14" y="1"/>
                </a:lnTo>
                <a:lnTo>
                  <a:pt x="13" y="1"/>
                </a:lnTo>
                <a:cubicBezTo>
                  <a:pt x="13" y="0"/>
                  <a:pt x="13" y="0"/>
                  <a:pt x="13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/>
          <p:nvPr/>
        </p:nvSpPr>
        <p:spPr>
          <a:xfrm>
            <a:off x="1495080" y="3522960"/>
            <a:ext cx="3240" cy="28080"/>
          </a:xfrm>
          <a:custGeom>
            <a:avLst/>
            <a:gdLst/>
            <a:ahLst/>
            <a:rect l="0" t="0" r="r" b="b"/>
            <a:pathLst>
              <a:path fill="none" w="9" h="78">
                <a:moveTo>
                  <a:pt x="9" y="78"/>
                </a:moveTo>
                <a:lnTo>
                  <a:pt x="0" y="78"/>
                </a:lnTo>
                <a:lnTo>
                  <a:pt x="0" y="0"/>
                </a:lnTo>
                <a:lnTo>
                  <a:pt x="9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1" name=""/>
          <p:cNvSpPr/>
          <p:nvPr/>
        </p:nvSpPr>
        <p:spPr>
          <a:xfrm>
            <a:off x="1184760" y="34999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3"/>
                </a:moveTo>
                <a:cubicBezTo>
                  <a:pt x="44" y="26"/>
                  <a:pt x="43" y="30"/>
                  <a:pt x="41" y="33"/>
                </a:cubicBezTo>
                <a:cubicBezTo>
                  <a:pt x="39" y="37"/>
                  <a:pt x="36" y="39"/>
                  <a:pt x="33" y="41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7" y="39"/>
                  <a:pt x="5" y="37"/>
                  <a:pt x="3" y="33"/>
                </a:cubicBezTo>
                <a:cubicBezTo>
                  <a:pt x="1" y="30"/>
                  <a:pt x="0" y="26"/>
                  <a:pt x="0" y="23"/>
                </a:cubicBezTo>
                <a:cubicBezTo>
                  <a:pt x="0" y="19"/>
                  <a:pt x="1" y="14"/>
                  <a:pt x="3" y="11"/>
                </a:cubicBezTo>
                <a:cubicBezTo>
                  <a:pt x="5" y="7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3" y="3"/>
                </a:cubicBezTo>
                <a:cubicBezTo>
                  <a:pt x="36" y="5"/>
                  <a:pt x="39" y="7"/>
                  <a:pt x="41" y="11"/>
                </a:cubicBezTo>
                <a:cubicBezTo>
                  <a:pt x="43" y="14"/>
                  <a:pt x="44" y="19"/>
                  <a:pt x="44" y="23"/>
                </a:cubicBezTo>
                <a:close/>
              </a:path>
            </a:pathLst>
          </a:custGeom>
          <a:solidFill>
            <a:srgbClr val="e8fa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1184760" y="34999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3"/>
                </a:moveTo>
                <a:cubicBezTo>
                  <a:pt x="44" y="26"/>
                  <a:pt x="43" y="30"/>
                  <a:pt x="41" y="33"/>
                </a:cubicBezTo>
                <a:cubicBezTo>
                  <a:pt x="39" y="37"/>
                  <a:pt x="36" y="39"/>
                  <a:pt x="33" y="41"/>
                </a:cubicBezTo>
                <a:cubicBezTo>
                  <a:pt x="29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7" y="39"/>
                  <a:pt x="5" y="37"/>
                  <a:pt x="3" y="33"/>
                </a:cubicBezTo>
                <a:cubicBezTo>
                  <a:pt x="1" y="30"/>
                  <a:pt x="0" y="26"/>
                  <a:pt x="0" y="23"/>
                </a:cubicBezTo>
                <a:cubicBezTo>
                  <a:pt x="0" y="19"/>
                  <a:pt x="1" y="14"/>
                  <a:pt x="3" y="11"/>
                </a:cubicBezTo>
                <a:cubicBezTo>
                  <a:pt x="5" y="7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29" y="1"/>
                  <a:pt x="33" y="3"/>
                </a:cubicBezTo>
                <a:cubicBezTo>
                  <a:pt x="36" y="5"/>
                  <a:pt x="39" y="7"/>
                  <a:pt x="41" y="11"/>
                </a:cubicBezTo>
                <a:cubicBezTo>
                  <a:pt x="43" y="14"/>
                  <a:pt x="44" y="19"/>
                  <a:pt x="44" y="23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1184760" y="3499560"/>
            <a:ext cx="16200" cy="16560"/>
          </a:xfrm>
          <a:custGeom>
            <a:avLst/>
            <a:gdLst/>
            <a:ahLst/>
            <a:rect l="0" t="0" r="r" b="b"/>
            <a:pathLst>
              <a:path w="45" h="46">
                <a:moveTo>
                  <a:pt x="22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6"/>
                  <a:pt x="10" y="46"/>
                  <a:pt x="22" y="46"/>
                </a:cubicBezTo>
                <a:cubicBezTo>
                  <a:pt x="35" y="46"/>
                  <a:pt x="45" y="36"/>
                  <a:pt x="45" y="23"/>
                </a:cubicBezTo>
                <a:cubicBezTo>
                  <a:pt x="45" y="10"/>
                  <a:pt x="35" y="0"/>
                  <a:pt x="22" y="0"/>
                </a:cubicBezTo>
                <a:moveTo>
                  <a:pt x="22" y="44"/>
                </a:moveTo>
                <a:cubicBezTo>
                  <a:pt x="10" y="44"/>
                  <a:pt x="1" y="35"/>
                  <a:pt x="1" y="23"/>
                </a:cubicBezTo>
                <a:cubicBezTo>
                  <a:pt x="1" y="11"/>
                  <a:pt x="10" y="2"/>
                  <a:pt x="22" y="2"/>
                </a:cubicBezTo>
                <a:cubicBezTo>
                  <a:pt x="34" y="2"/>
                  <a:pt x="43" y="11"/>
                  <a:pt x="43" y="23"/>
                </a:cubicBezTo>
                <a:cubicBezTo>
                  <a:pt x="43" y="35"/>
                  <a:pt x="34" y="44"/>
                  <a:pt x="22" y="44"/>
                </a:cubicBezTo>
                <a:close/>
              </a:path>
            </a:pathLst>
          </a:custGeom>
          <a:solidFill>
            <a:srgbClr val="4aa2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/>
          <p:nvPr/>
        </p:nvSpPr>
        <p:spPr>
          <a:xfrm>
            <a:off x="1184760" y="3499560"/>
            <a:ext cx="16200" cy="16560"/>
          </a:xfrm>
          <a:custGeom>
            <a:avLst/>
            <a:gdLst/>
            <a:ahLst/>
            <a:rect l="0" t="0" r="r" b="b"/>
            <a:pathLst>
              <a:path w="45" h="46">
                <a:moveTo>
                  <a:pt x="22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6"/>
                  <a:pt x="10" y="46"/>
                  <a:pt x="22" y="46"/>
                </a:cubicBezTo>
                <a:cubicBezTo>
                  <a:pt x="35" y="46"/>
                  <a:pt x="45" y="36"/>
                  <a:pt x="45" y="23"/>
                </a:cubicBezTo>
                <a:cubicBezTo>
                  <a:pt x="45" y="10"/>
                  <a:pt x="35" y="0"/>
                  <a:pt x="22" y="0"/>
                </a:cubicBezTo>
                <a:moveTo>
                  <a:pt x="22" y="44"/>
                </a:moveTo>
                <a:cubicBezTo>
                  <a:pt x="10" y="44"/>
                  <a:pt x="1" y="35"/>
                  <a:pt x="1" y="23"/>
                </a:cubicBezTo>
                <a:cubicBezTo>
                  <a:pt x="1" y="11"/>
                  <a:pt x="10" y="2"/>
                  <a:pt x="22" y="2"/>
                </a:cubicBezTo>
                <a:cubicBezTo>
                  <a:pt x="34" y="2"/>
                  <a:pt x="43" y="11"/>
                  <a:pt x="43" y="23"/>
                </a:cubicBezTo>
                <a:cubicBezTo>
                  <a:pt x="43" y="35"/>
                  <a:pt x="34" y="44"/>
                  <a:pt x="22" y="44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1647000" y="3448800"/>
            <a:ext cx="194040" cy="102960"/>
          </a:xfrm>
          <a:custGeom>
            <a:avLst/>
            <a:gdLst/>
            <a:ahLst/>
            <a:rect l="0" t="0" r="r" b="b"/>
            <a:pathLst>
              <a:path w="539" h="286">
                <a:moveTo>
                  <a:pt x="0" y="0"/>
                </a:moveTo>
                <a:lnTo>
                  <a:pt x="539" y="0"/>
                </a:lnTo>
                <a:lnTo>
                  <a:pt x="539" y="286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1647000" y="3448800"/>
            <a:ext cx="194040" cy="102960"/>
          </a:xfrm>
          <a:custGeom>
            <a:avLst/>
            <a:gdLst/>
            <a:ahLst/>
            <a:rect l="0" t="0" r="r" b="b"/>
            <a:pathLst>
              <a:path w="539" h="286">
                <a:moveTo>
                  <a:pt x="0" y="0"/>
                </a:moveTo>
                <a:lnTo>
                  <a:pt x="539" y="0"/>
                </a:lnTo>
                <a:lnTo>
                  <a:pt x="539" y="286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1647000" y="3448800"/>
            <a:ext cx="194040" cy="102960"/>
          </a:xfrm>
          <a:custGeom>
            <a:avLst/>
            <a:gdLst/>
            <a:ahLst/>
            <a:rect l="0" t="0" r="r" b="b"/>
            <a:pathLst>
              <a:path w="539" h="286">
                <a:moveTo>
                  <a:pt x="0" y="0"/>
                </a:moveTo>
                <a:lnTo>
                  <a:pt x="539" y="0"/>
                </a:lnTo>
                <a:lnTo>
                  <a:pt x="539" y="286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1673280" y="3488760"/>
            <a:ext cx="44280" cy="29520"/>
          </a:xfrm>
          <a:custGeom>
            <a:avLst/>
            <a:gdLst/>
            <a:ahLst/>
            <a:rect l="0" t="0" r="r" b="b"/>
            <a:pathLst>
              <a:path w="123" h="82">
                <a:moveTo>
                  <a:pt x="2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2"/>
                  <a:pt x="121" y="82"/>
                </a:cubicBezTo>
                <a:lnTo>
                  <a:pt x="2" y="82"/>
                </a:lnTo>
                <a:cubicBezTo>
                  <a:pt x="1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1673280" y="3488760"/>
            <a:ext cx="44280" cy="29520"/>
          </a:xfrm>
          <a:custGeom>
            <a:avLst/>
            <a:gdLst/>
            <a:ahLst/>
            <a:rect l="0" t="0" r="r" b="b"/>
            <a:pathLst>
              <a:path w="123" h="82">
                <a:moveTo>
                  <a:pt x="2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2"/>
                  <a:pt x="121" y="82"/>
                </a:cubicBezTo>
                <a:lnTo>
                  <a:pt x="2" y="82"/>
                </a:lnTo>
                <a:cubicBezTo>
                  <a:pt x="1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1739880" y="3488760"/>
            <a:ext cx="44280" cy="29520"/>
          </a:xfrm>
          <a:custGeom>
            <a:avLst/>
            <a:gdLst/>
            <a:ahLst/>
            <a:rect l="0" t="0" r="r" b="b"/>
            <a:pathLst>
              <a:path w="123" h="82">
                <a:moveTo>
                  <a:pt x="2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2"/>
                  <a:pt x="121" y="82"/>
                </a:cubicBezTo>
                <a:lnTo>
                  <a:pt x="2" y="82"/>
                </a:lnTo>
                <a:cubicBezTo>
                  <a:pt x="1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1739880" y="3488760"/>
            <a:ext cx="44280" cy="29520"/>
          </a:xfrm>
          <a:custGeom>
            <a:avLst/>
            <a:gdLst/>
            <a:ahLst/>
            <a:rect l="0" t="0" r="r" b="b"/>
            <a:pathLst>
              <a:path w="123" h="82">
                <a:moveTo>
                  <a:pt x="2" y="0"/>
                </a:moveTo>
                <a:lnTo>
                  <a:pt x="121" y="0"/>
                </a:lnTo>
                <a:cubicBezTo>
                  <a:pt x="122" y="0"/>
                  <a:pt x="123" y="1"/>
                  <a:pt x="123" y="2"/>
                </a:cubicBezTo>
                <a:lnTo>
                  <a:pt x="123" y="80"/>
                </a:lnTo>
                <a:cubicBezTo>
                  <a:pt x="123" y="81"/>
                  <a:pt x="122" y="82"/>
                  <a:pt x="121" y="82"/>
                </a:cubicBezTo>
                <a:lnTo>
                  <a:pt x="2" y="82"/>
                </a:lnTo>
                <a:cubicBezTo>
                  <a:pt x="1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1806480" y="349560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22"/>
                </a:moveTo>
                <a:cubicBezTo>
                  <a:pt x="45" y="26"/>
                  <a:pt x="44" y="29"/>
                  <a:pt x="42" y="34"/>
                </a:cubicBezTo>
                <a:cubicBezTo>
                  <a:pt x="40" y="37"/>
                  <a:pt x="37" y="39"/>
                  <a:pt x="33" y="41"/>
                </a:cubicBezTo>
                <a:cubicBezTo>
                  <a:pt x="30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8" y="39"/>
                  <a:pt x="5" y="37"/>
                  <a:pt x="3" y="34"/>
                </a:cubicBezTo>
                <a:cubicBezTo>
                  <a:pt x="1" y="29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40" y="7"/>
                  <a:pt x="42" y="11"/>
                </a:cubicBezTo>
                <a:cubicBezTo>
                  <a:pt x="44" y="14"/>
                  <a:pt x="45" y="18"/>
                  <a:pt x="45" y="22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1806480" y="349560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22"/>
                </a:moveTo>
                <a:cubicBezTo>
                  <a:pt x="45" y="26"/>
                  <a:pt x="44" y="29"/>
                  <a:pt x="42" y="34"/>
                </a:cubicBezTo>
                <a:cubicBezTo>
                  <a:pt x="40" y="37"/>
                  <a:pt x="37" y="39"/>
                  <a:pt x="33" y="41"/>
                </a:cubicBezTo>
                <a:cubicBezTo>
                  <a:pt x="30" y="43"/>
                  <a:pt x="26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8" y="39"/>
                  <a:pt x="5" y="37"/>
                  <a:pt x="3" y="34"/>
                </a:cubicBezTo>
                <a:cubicBezTo>
                  <a:pt x="1" y="29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7"/>
                  <a:pt x="8" y="5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40" y="7"/>
                  <a:pt x="42" y="11"/>
                </a:cubicBezTo>
                <a:cubicBezTo>
                  <a:pt x="44" y="14"/>
                  <a:pt x="45" y="18"/>
                  <a:pt x="45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1806480" y="349560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2" y="41"/>
                  <a:pt x="4" y="32"/>
                  <a:pt x="4" y="22"/>
                </a:cubicBezTo>
                <a:cubicBezTo>
                  <a:pt x="4" y="12"/>
                  <a:pt x="12" y="3"/>
                  <a:pt x="23" y="3"/>
                </a:cubicBezTo>
                <a:cubicBezTo>
                  <a:pt x="33" y="3"/>
                  <a:pt x="41" y="12"/>
                  <a:pt x="41" y="22"/>
                </a:cubicBezTo>
                <a:cubicBezTo>
                  <a:pt x="41" y="32"/>
                  <a:pt x="33" y="41"/>
                  <a:pt x="23" y="41"/>
                </a:cubicBezTo>
                <a:moveTo>
                  <a:pt x="23" y="5"/>
                </a:moveTo>
                <a:cubicBezTo>
                  <a:pt x="13" y="5"/>
                  <a:pt x="5" y="13"/>
                  <a:pt x="5" y="22"/>
                </a:cubicBezTo>
                <a:cubicBezTo>
                  <a:pt x="5" y="31"/>
                  <a:pt x="13" y="39"/>
                  <a:pt x="23" y="39"/>
                </a:cubicBezTo>
                <a:cubicBezTo>
                  <a:pt x="32" y="39"/>
                  <a:pt x="40" y="31"/>
                  <a:pt x="40" y="22"/>
                </a:cubicBezTo>
                <a:cubicBezTo>
                  <a:pt x="40" y="13"/>
                  <a:pt x="32" y="5"/>
                  <a:pt x="23" y="5"/>
                </a:cubicBezTo>
                <a:moveTo>
                  <a:pt x="23" y="1"/>
                </a:moveTo>
                <a:cubicBezTo>
                  <a:pt x="26" y="1"/>
                  <a:pt x="28" y="2"/>
                  <a:pt x="31" y="3"/>
                </a:cubicBezTo>
                <a:cubicBezTo>
                  <a:pt x="33" y="4"/>
                  <a:pt x="36" y="5"/>
                  <a:pt x="38" y="7"/>
                </a:cubicBezTo>
                <a:cubicBezTo>
                  <a:pt x="39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4"/>
                  <a:pt x="43" y="27"/>
                  <a:pt x="42" y="30"/>
                </a:cubicBezTo>
                <a:cubicBezTo>
                  <a:pt x="41" y="32"/>
                  <a:pt x="39" y="34"/>
                  <a:pt x="38" y="37"/>
                </a:cubicBezTo>
                <a:cubicBezTo>
                  <a:pt x="36" y="39"/>
                  <a:pt x="33" y="40"/>
                  <a:pt x="31" y="42"/>
                </a:cubicBezTo>
                <a:cubicBezTo>
                  <a:pt x="28" y="43"/>
                  <a:pt x="26" y="43"/>
                  <a:pt x="23" y="43"/>
                </a:cubicBezTo>
                <a:cubicBezTo>
                  <a:pt x="19" y="43"/>
                  <a:pt x="17" y="43"/>
                  <a:pt x="14" y="42"/>
                </a:cubicBezTo>
                <a:cubicBezTo>
                  <a:pt x="12" y="40"/>
                  <a:pt x="9" y="39"/>
                  <a:pt x="7" y="37"/>
                </a:cubicBezTo>
                <a:cubicBezTo>
                  <a:pt x="6" y="34"/>
                  <a:pt x="4" y="32"/>
                  <a:pt x="3" y="30"/>
                </a:cubicBezTo>
                <a:cubicBezTo>
                  <a:pt x="2" y="27"/>
                  <a:pt x="1" y="24"/>
                  <a:pt x="1" y="22"/>
                </a:cubicBezTo>
                <a:cubicBezTo>
                  <a:pt x="1" y="19"/>
                  <a:pt x="2" y="16"/>
                  <a:pt x="3" y="14"/>
                </a:cubicBezTo>
                <a:cubicBezTo>
                  <a:pt x="4" y="11"/>
                  <a:pt x="6" y="9"/>
                  <a:pt x="7" y="7"/>
                </a:cubicBezTo>
                <a:cubicBezTo>
                  <a:pt x="9" y="5"/>
                  <a:pt x="12" y="4"/>
                  <a:pt x="14" y="3"/>
                </a:cubicBezTo>
                <a:cubicBezTo>
                  <a:pt x="17" y="2"/>
                  <a:pt x="19" y="1"/>
                  <a:pt x="23" y="1"/>
                </a:cubicBezTo>
                <a:moveTo>
                  <a:pt x="23" y="0"/>
                </a:moveTo>
                <a:cubicBezTo>
                  <a:pt x="10" y="0"/>
                  <a:pt x="0" y="9"/>
                  <a:pt x="0" y="22"/>
                </a:cubicBezTo>
                <a:cubicBezTo>
                  <a:pt x="0" y="34"/>
                  <a:pt x="10" y="45"/>
                  <a:pt x="23" y="45"/>
                </a:cubicBezTo>
                <a:cubicBezTo>
                  <a:pt x="35" y="45"/>
                  <a:pt x="45" y="34"/>
                  <a:pt x="45" y="22"/>
                </a:cubicBezTo>
                <a:cubicBezTo>
                  <a:pt x="45" y="9"/>
                  <a:pt x="35" y="0"/>
                  <a:pt x="2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1806480" y="3495600"/>
            <a:ext cx="16200" cy="16200"/>
          </a:xfrm>
          <a:custGeom>
            <a:avLst/>
            <a:gdLst/>
            <a:ahLst/>
            <a:rect l="0" t="0" r="r" b="b"/>
            <a:pathLst>
              <a:path fill="none" w="45" h="45">
                <a:moveTo>
                  <a:pt x="23" y="41"/>
                </a:moveTo>
                <a:cubicBezTo>
                  <a:pt x="12" y="41"/>
                  <a:pt x="4" y="32"/>
                  <a:pt x="4" y="22"/>
                </a:cubicBezTo>
                <a:cubicBezTo>
                  <a:pt x="4" y="12"/>
                  <a:pt x="12" y="3"/>
                  <a:pt x="23" y="3"/>
                </a:cubicBezTo>
                <a:cubicBezTo>
                  <a:pt x="33" y="3"/>
                  <a:pt x="41" y="12"/>
                  <a:pt x="41" y="22"/>
                </a:cubicBezTo>
                <a:cubicBezTo>
                  <a:pt x="41" y="32"/>
                  <a:pt x="33" y="41"/>
                  <a:pt x="23" y="41"/>
                </a:cubicBezTo>
                <a:moveTo>
                  <a:pt x="23" y="5"/>
                </a:moveTo>
                <a:cubicBezTo>
                  <a:pt x="13" y="5"/>
                  <a:pt x="5" y="13"/>
                  <a:pt x="5" y="22"/>
                </a:cubicBezTo>
                <a:cubicBezTo>
                  <a:pt x="5" y="31"/>
                  <a:pt x="13" y="39"/>
                  <a:pt x="23" y="39"/>
                </a:cubicBezTo>
                <a:cubicBezTo>
                  <a:pt x="32" y="39"/>
                  <a:pt x="40" y="31"/>
                  <a:pt x="40" y="22"/>
                </a:cubicBezTo>
                <a:cubicBezTo>
                  <a:pt x="40" y="13"/>
                  <a:pt x="32" y="5"/>
                  <a:pt x="23" y="5"/>
                </a:cubicBezTo>
                <a:moveTo>
                  <a:pt x="23" y="1"/>
                </a:moveTo>
                <a:cubicBezTo>
                  <a:pt x="26" y="1"/>
                  <a:pt x="28" y="2"/>
                  <a:pt x="31" y="3"/>
                </a:cubicBezTo>
                <a:cubicBezTo>
                  <a:pt x="33" y="4"/>
                  <a:pt x="36" y="5"/>
                  <a:pt x="38" y="7"/>
                </a:cubicBezTo>
                <a:cubicBezTo>
                  <a:pt x="39" y="9"/>
                  <a:pt x="41" y="11"/>
                  <a:pt x="42" y="14"/>
                </a:cubicBezTo>
                <a:cubicBezTo>
                  <a:pt x="43" y="16"/>
                  <a:pt x="44" y="19"/>
                  <a:pt x="44" y="22"/>
                </a:cubicBezTo>
                <a:cubicBezTo>
                  <a:pt x="44" y="24"/>
                  <a:pt x="43" y="27"/>
                  <a:pt x="42" y="30"/>
                </a:cubicBezTo>
                <a:cubicBezTo>
                  <a:pt x="41" y="32"/>
                  <a:pt x="39" y="34"/>
                  <a:pt x="38" y="37"/>
                </a:cubicBezTo>
                <a:cubicBezTo>
                  <a:pt x="36" y="39"/>
                  <a:pt x="33" y="40"/>
                  <a:pt x="31" y="42"/>
                </a:cubicBezTo>
                <a:cubicBezTo>
                  <a:pt x="28" y="43"/>
                  <a:pt x="26" y="43"/>
                  <a:pt x="23" y="43"/>
                </a:cubicBezTo>
                <a:cubicBezTo>
                  <a:pt x="19" y="43"/>
                  <a:pt x="17" y="43"/>
                  <a:pt x="14" y="42"/>
                </a:cubicBezTo>
                <a:cubicBezTo>
                  <a:pt x="12" y="40"/>
                  <a:pt x="9" y="39"/>
                  <a:pt x="7" y="37"/>
                </a:cubicBezTo>
                <a:cubicBezTo>
                  <a:pt x="6" y="34"/>
                  <a:pt x="4" y="32"/>
                  <a:pt x="3" y="30"/>
                </a:cubicBezTo>
                <a:cubicBezTo>
                  <a:pt x="2" y="27"/>
                  <a:pt x="1" y="24"/>
                  <a:pt x="1" y="22"/>
                </a:cubicBezTo>
                <a:cubicBezTo>
                  <a:pt x="1" y="19"/>
                  <a:pt x="2" y="16"/>
                  <a:pt x="3" y="14"/>
                </a:cubicBezTo>
                <a:cubicBezTo>
                  <a:pt x="4" y="11"/>
                  <a:pt x="6" y="9"/>
                  <a:pt x="7" y="7"/>
                </a:cubicBezTo>
                <a:cubicBezTo>
                  <a:pt x="9" y="5"/>
                  <a:pt x="12" y="4"/>
                  <a:pt x="14" y="3"/>
                </a:cubicBezTo>
                <a:cubicBezTo>
                  <a:pt x="17" y="2"/>
                  <a:pt x="19" y="1"/>
                  <a:pt x="23" y="1"/>
                </a:cubicBezTo>
                <a:moveTo>
                  <a:pt x="23" y="0"/>
                </a:moveTo>
                <a:cubicBezTo>
                  <a:pt x="10" y="0"/>
                  <a:pt x="0" y="9"/>
                  <a:pt x="0" y="22"/>
                </a:cubicBezTo>
                <a:cubicBezTo>
                  <a:pt x="0" y="34"/>
                  <a:pt x="10" y="45"/>
                  <a:pt x="23" y="45"/>
                </a:cubicBezTo>
                <a:cubicBezTo>
                  <a:pt x="35" y="45"/>
                  <a:pt x="45" y="34"/>
                  <a:pt x="45" y="22"/>
                </a:cubicBezTo>
                <a:cubicBezTo>
                  <a:pt x="45" y="9"/>
                  <a:pt x="35" y="0"/>
                  <a:pt x="23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1810440" y="349920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11" y="0"/>
                </a:moveTo>
                <a:lnTo>
                  <a:pt x="10" y="0"/>
                </a:lnTo>
                <a:cubicBezTo>
                  <a:pt x="10" y="1"/>
                  <a:pt x="10" y="1"/>
                  <a:pt x="10" y="1"/>
                </a:cubicBezTo>
                <a:lnTo>
                  <a:pt x="0" y="19"/>
                </a:lnTo>
                <a:cubicBezTo>
                  <a:pt x="0" y="20"/>
                  <a:pt x="0" y="20"/>
                  <a:pt x="0" y="21"/>
                </a:cubicBezTo>
                <a:cubicBezTo>
                  <a:pt x="0" y="21"/>
                  <a:pt x="1" y="21"/>
                  <a:pt x="1" y="22"/>
                </a:cubicBezTo>
                <a:lnTo>
                  <a:pt x="2" y="22"/>
                </a:lnTo>
                <a:lnTo>
                  <a:pt x="22" y="22"/>
                </a:lnTo>
                <a:cubicBezTo>
                  <a:pt x="23" y="21"/>
                  <a:pt x="23" y="21"/>
                  <a:pt x="23" y="21"/>
                </a:cubicBezTo>
                <a:cubicBezTo>
                  <a:pt x="23" y="20"/>
                  <a:pt x="23" y="20"/>
                  <a:pt x="23" y="19"/>
                </a:cubicBezTo>
                <a:lnTo>
                  <a:pt x="12" y="1"/>
                </a:lnTo>
                <a:lnTo>
                  <a:pt x="12" y="0"/>
                </a:lnTo>
                <a:lnTo>
                  <a:pt x="11" y="0"/>
                </a:ln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1810440" y="349920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11" y="0"/>
                </a:moveTo>
                <a:lnTo>
                  <a:pt x="10" y="0"/>
                </a:lnTo>
                <a:cubicBezTo>
                  <a:pt x="10" y="1"/>
                  <a:pt x="10" y="1"/>
                  <a:pt x="10" y="1"/>
                </a:cubicBezTo>
                <a:lnTo>
                  <a:pt x="0" y="19"/>
                </a:lnTo>
                <a:cubicBezTo>
                  <a:pt x="0" y="20"/>
                  <a:pt x="0" y="20"/>
                  <a:pt x="0" y="21"/>
                </a:cubicBezTo>
                <a:cubicBezTo>
                  <a:pt x="0" y="21"/>
                  <a:pt x="1" y="21"/>
                  <a:pt x="1" y="22"/>
                </a:cubicBezTo>
                <a:lnTo>
                  <a:pt x="2" y="22"/>
                </a:lnTo>
                <a:lnTo>
                  <a:pt x="22" y="22"/>
                </a:lnTo>
                <a:cubicBezTo>
                  <a:pt x="23" y="21"/>
                  <a:pt x="23" y="21"/>
                  <a:pt x="23" y="21"/>
                </a:cubicBezTo>
                <a:cubicBezTo>
                  <a:pt x="23" y="20"/>
                  <a:pt x="23" y="20"/>
                  <a:pt x="23" y="19"/>
                </a:cubicBezTo>
                <a:lnTo>
                  <a:pt x="12" y="1"/>
                </a:lnTo>
                <a:lnTo>
                  <a:pt x="12" y="0"/>
                </a:lnTo>
                <a:lnTo>
                  <a:pt x="11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1215720" y="3467880"/>
            <a:ext cx="275400" cy="79200"/>
          </a:xfrm>
          <a:custGeom>
            <a:avLst/>
            <a:gdLst/>
            <a:ahLst/>
            <a:rect l="0" t="0" r="r" b="b"/>
            <a:pathLst>
              <a:path w="765" h="220">
                <a:moveTo>
                  <a:pt x="1" y="0"/>
                </a:moveTo>
                <a:lnTo>
                  <a:pt x="763" y="0"/>
                </a:lnTo>
                <a:cubicBezTo>
                  <a:pt x="764" y="0"/>
                  <a:pt x="765" y="1"/>
                  <a:pt x="765" y="2"/>
                </a:cubicBezTo>
                <a:lnTo>
                  <a:pt x="765" y="219"/>
                </a:lnTo>
                <a:cubicBezTo>
                  <a:pt x="765" y="220"/>
                  <a:pt x="764" y="220"/>
                  <a:pt x="763" y="220"/>
                </a:cubicBezTo>
                <a:lnTo>
                  <a:pt x="1" y="220"/>
                </a:lnTo>
                <a:cubicBezTo>
                  <a:pt x="0" y="220"/>
                  <a:pt x="0" y="220"/>
                  <a:pt x="0" y="21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1215720" y="3467880"/>
            <a:ext cx="275400" cy="79200"/>
          </a:xfrm>
          <a:custGeom>
            <a:avLst/>
            <a:gdLst/>
            <a:ahLst/>
            <a:rect l="0" t="0" r="r" b="b"/>
            <a:pathLst>
              <a:path w="765" h="220">
                <a:moveTo>
                  <a:pt x="1" y="0"/>
                </a:moveTo>
                <a:lnTo>
                  <a:pt x="763" y="0"/>
                </a:lnTo>
                <a:cubicBezTo>
                  <a:pt x="764" y="0"/>
                  <a:pt x="765" y="1"/>
                  <a:pt x="765" y="2"/>
                </a:cubicBezTo>
                <a:lnTo>
                  <a:pt x="765" y="219"/>
                </a:lnTo>
                <a:cubicBezTo>
                  <a:pt x="765" y="220"/>
                  <a:pt x="764" y="220"/>
                  <a:pt x="763" y="220"/>
                </a:cubicBezTo>
                <a:lnTo>
                  <a:pt x="1" y="220"/>
                </a:lnTo>
                <a:cubicBezTo>
                  <a:pt x="0" y="220"/>
                  <a:pt x="0" y="220"/>
                  <a:pt x="0" y="21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/>
          <p:nvPr/>
        </p:nvSpPr>
        <p:spPr>
          <a:xfrm>
            <a:off x="1215720" y="3467880"/>
            <a:ext cx="275400" cy="79200"/>
          </a:xfrm>
          <a:custGeom>
            <a:avLst/>
            <a:gdLst/>
            <a:ahLst/>
            <a:rect l="0" t="0" r="r" b="b"/>
            <a:pathLst>
              <a:path w="765" h="220">
                <a:moveTo>
                  <a:pt x="1" y="0"/>
                </a:moveTo>
                <a:lnTo>
                  <a:pt x="763" y="0"/>
                </a:lnTo>
                <a:cubicBezTo>
                  <a:pt x="764" y="0"/>
                  <a:pt x="765" y="1"/>
                  <a:pt x="765" y="2"/>
                </a:cubicBezTo>
                <a:lnTo>
                  <a:pt x="765" y="219"/>
                </a:lnTo>
                <a:cubicBezTo>
                  <a:pt x="765" y="220"/>
                  <a:pt x="764" y="220"/>
                  <a:pt x="763" y="220"/>
                </a:cubicBezTo>
                <a:lnTo>
                  <a:pt x="1" y="220"/>
                </a:lnTo>
                <a:cubicBezTo>
                  <a:pt x="0" y="220"/>
                  <a:pt x="0" y="220"/>
                  <a:pt x="0" y="219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393f44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/>
          <p:nvPr/>
        </p:nvSpPr>
        <p:spPr>
          <a:xfrm>
            <a:off x="1221120" y="3489840"/>
            <a:ext cx="47520" cy="29160"/>
          </a:xfrm>
          <a:custGeom>
            <a:avLst/>
            <a:gdLst/>
            <a:ahLst/>
            <a:rect l="0" t="0" r="r" b="b"/>
            <a:pathLst>
              <a:path w="132" h="81">
                <a:moveTo>
                  <a:pt x="2" y="0"/>
                </a:moveTo>
                <a:lnTo>
                  <a:pt x="130" y="0"/>
                </a:lnTo>
                <a:cubicBezTo>
                  <a:pt x="131" y="0"/>
                  <a:pt x="132" y="0"/>
                  <a:pt x="132" y="2"/>
                </a:cubicBezTo>
                <a:lnTo>
                  <a:pt x="132" y="80"/>
                </a:lnTo>
                <a:cubicBezTo>
                  <a:pt x="132" y="81"/>
                  <a:pt x="131" y="81"/>
                  <a:pt x="130" y="81"/>
                </a:cubicBezTo>
                <a:lnTo>
                  <a:pt x="2" y="81"/>
                </a:lnTo>
                <a:cubicBezTo>
                  <a:pt x="1" y="81"/>
                  <a:pt x="0" y="81"/>
                  <a:pt x="0" y="80"/>
                </a:cubicBezTo>
                <a:lnTo>
                  <a:pt x="0" y="2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1221120" y="3489840"/>
            <a:ext cx="47520" cy="29160"/>
          </a:xfrm>
          <a:custGeom>
            <a:avLst/>
            <a:gdLst/>
            <a:ahLst/>
            <a:rect l="0" t="0" r="r" b="b"/>
            <a:pathLst>
              <a:path w="132" h="81">
                <a:moveTo>
                  <a:pt x="2" y="0"/>
                </a:moveTo>
                <a:lnTo>
                  <a:pt x="130" y="0"/>
                </a:lnTo>
                <a:cubicBezTo>
                  <a:pt x="131" y="0"/>
                  <a:pt x="132" y="0"/>
                  <a:pt x="132" y="2"/>
                </a:cubicBezTo>
                <a:lnTo>
                  <a:pt x="132" y="80"/>
                </a:lnTo>
                <a:cubicBezTo>
                  <a:pt x="132" y="81"/>
                  <a:pt x="131" y="81"/>
                  <a:pt x="130" y="81"/>
                </a:cubicBezTo>
                <a:lnTo>
                  <a:pt x="2" y="81"/>
                </a:lnTo>
                <a:cubicBezTo>
                  <a:pt x="1" y="81"/>
                  <a:pt x="0" y="81"/>
                  <a:pt x="0" y="80"/>
                </a:cubicBezTo>
                <a:lnTo>
                  <a:pt x="0" y="2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1361160" y="3489840"/>
            <a:ext cx="53280" cy="28440"/>
          </a:xfrm>
          <a:custGeom>
            <a:avLst/>
            <a:gdLst/>
            <a:ahLst/>
            <a:rect l="0" t="0" r="r" b="b"/>
            <a:pathLst>
              <a:path w="148" h="79">
                <a:moveTo>
                  <a:pt x="2" y="0"/>
                </a:moveTo>
                <a:lnTo>
                  <a:pt x="147" y="0"/>
                </a:lnTo>
                <a:cubicBezTo>
                  <a:pt x="148" y="0"/>
                  <a:pt x="148" y="0"/>
                  <a:pt x="148" y="1"/>
                </a:cubicBezTo>
                <a:lnTo>
                  <a:pt x="148" y="77"/>
                </a:lnTo>
                <a:cubicBezTo>
                  <a:pt x="148" y="78"/>
                  <a:pt x="148" y="79"/>
                  <a:pt x="147" y="79"/>
                </a:cubicBezTo>
                <a:lnTo>
                  <a:pt x="2" y="79"/>
                </a:lnTo>
                <a:cubicBezTo>
                  <a:pt x="1" y="79"/>
                  <a:pt x="0" y="78"/>
                  <a:pt x="0" y="77"/>
                </a:cubicBezTo>
                <a:lnTo>
                  <a:pt x="0" y="1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/>
          <p:nvPr/>
        </p:nvSpPr>
        <p:spPr>
          <a:xfrm>
            <a:off x="1361160" y="3489840"/>
            <a:ext cx="53280" cy="28440"/>
          </a:xfrm>
          <a:custGeom>
            <a:avLst/>
            <a:gdLst/>
            <a:ahLst/>
            <a:rect l="0" t="0" r="r" b="b"/>
            <a:pathLst>
              <a:path w="148" h="79">
                <a:moveTo>
                  <a:pt x="2" y="0"/>
                </a:moveTo>
                <a:lnTo>
                  <a:pt x="147" y="0"/>
                </a:lnTo>
                <a:cubicBezTo>
                  <a:pt x="148" y="0"/>
                  <a:pt x="148" y="0"/>
                  <a:pt x="148" y="1"/>
                </a:cubicBezTo>
                <a:lnTo>
                  <a:pt x="148" y="77"/>
                </a:lnTo>
                <a:cubicBezTo>
                  <a:pt x="148" y="78"/>
                  <a:pt x="148" y="79"/>
                  <a:pt x="147" y="79"/>
                </a:cubicBezTo>
                <a:lnTo>
                  <a:pt x="2" y="79"/>
                </a:lnTo>
                <a:cubicBezTo>
                  <a:pt x="1" y="79"/>
                  <a:pt x="0" y="78"/>
                  <a:pt x="0" y="77"/>
                </a:cubicBezTo>
                <a:lnTo>
                  <a:pt x="0" y="1"/>
                </a:lnTo>
                <a:cubicBezTo>
                  <a:pt x="0" y="0"/>
                  <a:pt x="1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1438920" y="3488760"/>
            <a:ext cx="43920" cy="29160"/>
          </a:xfrm>
          <a:custGeom>
            <a:avLst/>
            <a:gdLst/>
            <a:ahLst/>
            <a:rect l="0" t="0" r="r" b="b"/>
            <a:pathLst>
              <a:path w="122" h="81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0"/>
                  <a:pt x="122" y="1"/>
                </a:cubicBezTo>
                <a:lnTo>
                  <a:pt x="122" y="80"/>
                </a:lnTo>
                <a:cubicBezTo>
                  <a:pt x="122" y="81"/>
                  <a:pt x="122" y="81"/>
                  <a:pt x="121" y="81"/>
                </a:cubicBezTo>
                <a:lnTo>
                  <a:pt x="1" y="81"/>
                </a:lnTo>
                <a:cubicBezTo>
                  <a:pt x="0" y="81"/>
                  <a:pt x="0" y="81"/>
                  <a:pt x="0" y="80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1438920" y="3488760"/>
            <a:ext cx="43920" cy="29160"/>
          </a:xfrm>
          <a:custGeom>
            <a:avLst/>
            <a:gdLst/>
            <a:ahLst/>
            <a:rect l="0" t="0" r="r" b="b"/>
            <a:pathLst>
              <a:path w="122" h="81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0"/>
                  <a:pt x="122" y="1"/>
                </a:cubicBezTo>
                <a:lnTo>
                  <a:pt x="122" y="80"/>
                </a:lnTo>
                <a:cubicBezTo>
                  <a:pt x="122" y="81"/>
                  <a:pt x="122" y="81"/>
                  <a:pt x="121" y="81"/>
                </a:cubicBezTo>
                <a:lnTo>
                  <a:pt x="1" y="81"/>
                </a:lnTo>
                <a:cubicBezTo>
                  <a:pt x="0" y="81"/>
                  <a:pt x="0" y="81"/>
                  <a:pt x="0" y="80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/>
          <p:nvPr/>
        </p:nvSpPr>
        <p:spPr>
          <a:xfrm>
            <a:off x="1287720" y="3489840"/>
            <a:ext cx="48960" cy="28080"/>
          </a:xfrm>
          <a:custGeom>
            <a:avLst/>
            <a:gdLst/>
            <a:ahLst/>
            <a:rect l="0" t="0" r="r" b="b"/>
            <a:pathLst>
              <a:path w="136" h="78">
                <a:moveTo>
                  <a:pt x="2" y="0"/>
                </a:moveTo>
                <a:lnTo>
                  <a:pt x="134" y="0"/>
                </a:lnTo>
                <a:cubicBezTo>
                  <a:pt x="135" y="0"/>
                  <a:pt x="136" y="0"/>
                  <a:pt x="136" y="1"/>
                </a:cubicBezTo>
                <a:lnTo>
                  <a:pt x="136" y="77"/>
                </a:lnTo>
                <a:cubicBezTo>
                  <a:pt x="136" y="78"/>
                  <a:pt x="135" y="78"/>
                  <a:pt x="134" y="78"/>
                </a:cubicBezTo>
                <a:lnTo>
                  <a:pt x="2" y="78"/>
                </a:lnTo>
                <a:cubicBezTo>
                  <a:pt x="0" y="78"/>
                  <a:pt x="0" y="78"/>
                  <a:pt x="0" y="77"/>
                </a:cubicBezTo>
                <a:lnTo>
                  <a:pt x="0" y="1"/>
                </a:lnTo>
                <a:cubicBezTo>
                  <a:pt x="0" y="0"/>
                  <a:pt x="0" y="0"/>
                  <a:pt x="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1287720" y="3489840"/>
            <a:ext cx="48960" cy="28080"/>
          </a:xfrm>
          <a:custGeom>
            <a:avLst/>
            <a:gdLst/>
            <a:ahLst/>
            <a:rect l="0" t="0" r="r" b="b"/>
            <a:pathLst>
              <a:path w="136" h="78">
                <a:moveTo>
                  <a:pt x="2" y="0"/>
                </a:moveTo>
                <a:lnTo>
                  <a:pt x="134" y="0"/>
                </a:lnTo>
                <a:cubicBezTo>
                  <a:pt x="135" y="0"/>
                  <a:pt x="136" y="0"/>
                  <a:pt x="136" y="1"/>
                </a:cubicBezTo>
                <a:lnTo>
                  <a:pt x="136" y="77"/>
                </a:lnTo>
                <a:cubicBezTo>
                  <a:pt x="136" y="78"/>
                  <a:pt x="135" y="78"/>
                  <a:pt x="134" y="78"/>
                </a:cubicBezTo>
                <a:lnTo>
                  <a:pt x="2" y="78"/>
                </a:lnTo>
                <a:cubicBezTo>
                  <a:pt x="0" y="78"/>
                  <a:pt x="0" y="78"/>
                  <a:pt x="0" y="77"/>
                </a:cubicBezTo>
                <a:lnTo>
                  <a:pt x="0" y="1"/>
                </a:lnTo>
                <a:cubicBezTo>
                  <a:pt x="0" y="0"/>
                  <a:pt x="0" y="0"/>
                  <a:pt x="2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1304640" y="352872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44" y="22"/>
                </a:moveTo>
                <a:cubicBezTo>
                  <a:pt x="44" y="27"/>
                  <a:pt x="43" y="31"/>
                  <a:pt x="41" y="34"/>
                </a:cubicBezTo>
                <a:cubicBezTo>
                  <a:pt x="39" y="37"/>
                  <a:pt x="36" y="40"/>
                  <a:pt x="33" y="42"/>
                </a:cubicBezTo>
                <a:cubicBezTo>
                  <a:pt x="30" y="44"/>
                  <a:pt x="26" y="45"/>
                  <a:pt x="22" y="45"/>
                </a:cubicBezTo>
                <a:cubicBezTo>
                  <a:pt x="18" y="45"/>
                  <a:pt x="15" y="44"/>
                  <a:pt x="11" y="42"/>
                </a:cubicBezTo>
                <a:cubicBezTo>
                  <a:pt x="7" y="40"/>
                  <a:pt x="4" y="37"/>
                  <a:pt x="2" y="34"/>
                </a:cubicBezTo>
                <a:cubicBezTo>
                  <a:pt x="0" y="31"/>
                  <a:pt x="0" y="27"/>
                  <a:pt x="0" y="22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8"/>
                  <a:pt x="7" y="5"/>
                  <a:pt x="11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6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/>
          <p:nvPr/>
        </p:nvSpPr>
        <p:spPr>
          <a:xfrm>
            <a:off x="1304640" y="352872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44" y="22"/>
                </a:moveTo>
                <a:cubicBezTo>
                  <a:pt x="44" y="27"/>
                  <a:pt x="43" y="31"/>
                  <a:pt x="41" y="34"/>
                </a:cubicBezTo>
                <a:cubicBezTo>
                  <a:pt x="39" y="37"/>
                  <a:pt x="36" y="40"/>
                  <a:pt x="33" y="42"/>
                </a:cubicBezTo>
                <a:cubicBezTo>
                  <a:pt x="30" y="44"/>
                  <a:pt x="26" y="45"/>
                  <a:pt x="22" y="45"/>
                </a:cubicBezTo>
                <a:cubicBezTo>
                  <a:pt x="18" y="45"/>
                  <a:pt x="15" y="44"/>
                  <a:pt x="11" y="42"/>
                </a:cubicBezTo>
                <a:cubicBezTo>
                  <a:pt x="7" y="40"/>
                  <a:pt x="4" y="37"/>
                  <a:pt x="2" y="34"/>
                </a:cubicBezTo>
                <a:cubicBezTo>
                  <a:pt x="0" y="31"/>
                  <a:pt x="0" y="27"/>
                  <a:pt x="0" y="22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8"/>
                  <a:pt x="7" y="5"/>
                  <a:pt x="11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6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/>
          <p:nvPr/>
        </p:nvSpPr>
        <p:spPr>
          <a:xfrm>
            <a:off x="1304280" y="35287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3" y="41"/>
                  <a:pt x="4" y="33"/>
                  <a:pt x="4" y="22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6" y="13"/>
                  <a:pt x="6" y="22"/>
                </a:cubicBezTo>
                <a:cubicBezTo>
                  <a:pt x="6" y="31"/>
                  <a:pt x="14" y="40"/>
                  <a:pt x="23" y="40"/>
                </a:cubicBezTo>
                <a:cubicBezTo>
                  <a:pt x="32" y="40"/>
                  <a:pt x="40" y="31"/>
                  <a:pt x="40" y="22"/>
                </a:cubicBezTo>
                <a:cubicBezTo>
                  <a:pt x="40" y="13"/>
                  <a:pt x="32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6"/>
                  <a:pt x="38" y="7"/>
                </a:cubicBezTo>
                <a:cubicBezTo>
                  <a:pt x="40" y="9"/>
                  <a:pt x="41" y="12"/>
                  <a:pt x="42" y="14"/>
                </a:cubicBezTo>
                <a:cubicBezTo>
                  <a:pt x="43" y="17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3"/>
                  <a:pt x="40" y="36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0" y="43"/>
                  <a:pt x="18" y="43"/>
                  <a:pt x="15" y="42"/>
                </a:cubicBezTo>
                <a:cubicBezTo>
                  <a:pt x="13" y="41"/>
                  <a:pt x="11" y="39"/>
                  <a:pt x="9" y="37"/>
                </a:cubicBezTo>
                <a:cubicBezTo>
                  <a:pt x="6" y="36"/>
                  <a:pt x="4" y="33"/>
                  <a:pt x="3" y="30"/>
                </a:cubicBezTo>
                <a:cubicBezTo>
                  <a:pt x="2" y="27"/>
                  <a:pt x="2" y="25"/>
                  <a:pt x="2" y="22"/>
                </a:cubicBezTo>
                <a:cubicBezTo>
                  <a:pt x="2" y="19"/>
                  <a:pt x="2" y="17"/>
                  <a:pt x="3" y="14"/>
                </a:cubicBezTo>
                <a:cubicBezTo>
                  <a:pt x="4" y="12"/>
                  <a:pt x="6" y="9"/>
                  <a:pt x="9" y="7"/>
                </a:cubicBezTo>
                <a:cubicBezTo>
                  <a:pt x="11" y="6"/>
                  <a:pt x="13" y="4"/>
                  <a:pt x="15" y="3"/>
                </a:cubicBezTo>
                <a:cubicBezTo>
                  <a:pt x="18" y="2"/>
                  <a:pt x="20" y="1"/>
                  <a:pt x="23" y="1"/>
                </a:cubicBezTo>
                <a:moveTo>
                  <a:pt x="23" y="0"/>
                </a:moveTo>
                <a:cubicBezTo>
                  <a:pt x="11" y="0"/>
                  <a:pt x="0" y="10"/>
                  <a:pt x="0" y="22"/>
                </a:cubicBezTo>
                <a:cubicBezTo>
                  <a:pt x="0" y="35"/>
                  <a:pt x="11" y="45"/>
                  <a:pt x="23" y="45"/>
                </a:cubicBezTo>
                <a:cubicBezTo>
                  <a:pt x="35" y="45"/>
                  <a:pt x="45" y="35"/>
                  <a:pt x="45" y="22"/>
                </a:cubicBezTo>
                <a:cubicBezTo>
                  <a:pt x="45" y="10"/>
                  <a:pt x="35" y="0"/>
                  <a:pt x="2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1304280" y="3528720"/>
            <a:ext cx="16200" cy="16200"/>
          </a:xfrm>
          <a:custGeom>
            <a:avLst/>
            <a:gdLst/>
            <a:ahLst/>
            <a:rect l="0" t="0" r="r" b="b"/>
            <a:pathLst>
              <a:path fill="none" w="45" h="45">
                <a:moveTo>
                  <a:pt x="23" y="41"/>
                </a:moveTo>
                <a:cubicBezTo>
                  <a:pt x="13" y="41"/>
                  <a:pt x="4" y="33"/>
                  <a:pt x="4" y="22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6" y="13"/>
                  <a:pt x="6" y="22"/>
                </a:cubicBezTo>
                <a:cubicBezTo>
                  <a:pt x="6" y="31"/>
                  <a:pt x="14" y="40"/>
                  <a:pt x="23" y="40"/>
                </a:cubicBezTo>
                <a:cubicBezTo>
                  <a:pt x="32" y="40"/>
                  <a:pt x="40" y="31"/>
                  <a:pt x="40" y="22"/>
                </a:cubicBezTo>
                <a:cubicBezTo>
                  <a:pt x="40" y="13"/>
                  <a:pt x="32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6"/>
                  <a:pt x="38" y="7"/>
                </a:cubicBezTo>
                <a:cubicBezTo>
                  <a:pt x="40" y="9"/>
                  <a:pt x="41" y="12"/>
                  <a:pt x="42" y="14"/>
                </a:cubicBezTo>
                <a:cubicBezTo>
                  <a:pt x="43" y="17"/>
                  <a:pt x="44" y="19"/>
                  <a:pt x="44" y="22"/>
                </a:cubicBezTo>
                <a:cubicBezTo>
                  <a:pt x="44" y="25"/>
                  <a:pt x="43" y="27"/>
                  <a:pt x="42" y="30"/>
                </a:cubicBezTo>
                <a:cubicBezTo>
                  <a:pt x="41" y="33"/>
                  <a:pt x="40" y="36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0" y="43"/>
                  <a:pt x="18" y="43"/>
                  <a:pt x="15" y="42"/>
                </a:cubicBezTo>
                <a:cubicBezTo>
                  <a:pt x="13" y="41"/>
                  <a:pt x="11" y="39"/>
                  <a:pt x="9" y="37"/>
                </a:cubicBezTo>
                <a:cubicBezTo>
                  <a:pt x="6" y="36"/>
                  <a:pt x="4" y="33"/>
                  <a:pt x="3" y="30"/>
                </a:cubicBezTo>
                <a:cubicBezTo>
                  <a:pt x="2" y="27"/>
                  <a:pt x="2" y="25"/>
                  <a:pt x="2" y="22"/>
                </a:cubicBezTo>
                <a:cubicBezTo>
                  <a:pt x="2" y="19"/>
                  <a:pt x="2" y="17"/>
                  <a:pt x="3" y="14"/>
                </a:cubicBezTo>
                <a:cubicBezTo>
                  <a:pt x="4" y="12"/>
                  <a:pt x="6" y="9"/>
                  <a:pt x="9" y="7"/>
                </a:cubicBezTo>
                <a:cubicBezTo>
                  <a:pt x="11" y="6"/>
                  <a:pt x="13" y="4"/>
                  <a:pt x="15" y="3"/>
                </a:cubicBezTo>
                <a:cubicBezTo>
                  <a:pt x="18" y="2"/>
                  <a:pt x="20" y="1"/>
                  <a:pt x="23" y="1"/>
                </a:cubicBezTo>
                <a:moveTo>
                  <a:pt x="23" y="0"/>
                </a:moveTo>
                <a:cubicBezTo>
                  <a:pt x="11" y="0"/>
                  <a:pt x="0" y="10"/>
                  <a:pt x="0" y="22"/>
                </a:cubicBezTo>
                <a:cubicBezTo>
                  <a:pt x="0" y="35"/>
                  <a:pt x="11" y="45"/>
                  <a:pt x="23" y="45"/>
                </a:cubicBezTo>
                <a:cubicBezTo>
                  <a:pt x="35" y="45"/>
                  <a:pt x="45" y="35"/>
                  <a:pt x="45" y="22"/>
                </a:cubicBezTo>
                <a:cubicBezTo>
                  <a:pt x="45" y="10"/>
                  <a:pt x="35" y="0"/>
                  <a:pt x="23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/>
          <p:nvPr/>
        </p:nvSpPr>
        <p:spPr>
          <a:xfrm>
            <a:off x="1308240" y="35326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2" y="0"/>
                </a:moveTo>
                <a:lnTo>
                  <a:pt x="11" y="0"/>
                </a:lnTo>
                <a:lnTo>
                  <a:pt x="0" y="19"/>
                </a:lnTo>
                <a:lnTo>
                  <a:pt x="0" y="20"/>
                </a:lnTo>
                <a:cubicBezTo>
                  <a:pt x="1" y="21"/>
                  <a:pt x="1" y="21"/>
                  <a:pt x="1" y="21"/>
                </a:cubicBezTo>
                <a:lnTo>
                  <a:pt x="2" y="21"/>
                </a:lnTo>
                <a:lnTo>
                  <a:pt x="22" y="21"/>
                </a:lnTo>
                <a:lnTo>
                  <a:pt x="23" y="21"/>
                </a:lnTo>
                <a:lnTo>
                  <a:pt x="23" y="20"/>
                </a:lnTo>
                <a:lnTo>
                  <a:pt x="23" y="19"/>
                </a:lnTo>
                <a:lnTo>
                  <a:pt x="14" y="0"/>
                </a:lnTo>
                <a:lnTo>
                  <a:pt x="13" y="0"/>
                </a:lnTo>
                <a:lnTo>
                  <a:pt x="12" y="0"/>
                </a:ln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1308240" y="35326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2" y="0"/>
                </a:moveTo>
                <a:lnTo>
                  <a:pt x="11" y="0"/>
                </a:lnTo>
                <a:lnTo>
                  <a:pt x="0" y="19"/>
                </a:lnTo>
                <a:lnTo>
                  <a:pt x="0" y="20"/>
                </a:lnTo>
                <a:cubicBezTo>
                  <a:pt x="1" y="21"/>
                  <a:pt x="1" y="21"/>
                  <a:pt x="1" y="21"/>
                </a:cubicBezTo>
                <a:lnTo>
                  <a:pt x="2" y="21"/>
                </a:lnTo>
                <a:lnTo>
                  <a:pt x="22" y="21"/>
                </a:lnTo>
                <a:lnTo>
                  <a:pt x="23" y="21"/>
                </a:lnTo>
                <a:lnTo>
                  <a:pt x="23" y="20"/>
                </a:lnTo>
                <a:lnTo>
                  <a:pt x="23" y="19"/>
                </a:lnTo>
                <a:lnTo>
                  <a:pt x="14" y="0"/>
                </a:lnTo>
                <a:lnTo>
                  <a:pt x="13" y="0"/>
                </a:lnTo>
                <a:lnTo>
                  <a:pt x="12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1254960" y="3522960"/>
            <a:ext cx="2520" cy="25200"/>
          </a:xfrm>
          <a:custGeom>
            <a:avLst/>
            <a:gdLst/>
            <a:ahLst/>
            <a:rect l="0" t="0" r="r" b="b"/>
            <a:pathLst>
              <a:path fill="none" w="7" h="70">
                <a:moveTo>
                  <a:pt x="7" y="70"/>
                </a:moveTo>
                <a:lnTo>
                  <a:pt x="0" y="70"/>
                </a:lnTo>
                <a:lnTo>
                  <a:pt x="0" y="0"/>
                </a:lnTo>
                <a:lnTo>
                  <a:pt x="7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1310400" y="3560040"/>
            <a:ext cx="15480" cy="23400"/>
          </a:xfrm>
          <a:custGeom>
            <a:avLst/>
            <a:gdLst/>
            <a:ahLst/>
            <a:rect l="0" t="0" r="r" b="b"/>
            <a:pathLst>
              <a:path w="43" h="65">
                <a:moveTo>
                  <a:pt x="30" y="0"/>
                </a:moveTo>
                <a:lnTo>
                  <a:pt x="0" y="0"/>
                </a:lnTo>
                <a:lnTo>
                  <a:pt x="0" y="65"/>
                </a:lnTo>
                <a:lnTo>
                  <a:pt x="43" y="65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1310400" y="3560040"/>
            <a:ext cx="15480" cy="23400"/>
          </a:xfrm>
          <a:custGeom>
            <a:avLst/>
            <a:gdLst/>
            <a:ahLst/>
            <a:rect l="0" t="0" r="r" b="b"/>
            <a:pathLst>
              <a:path w="43" h="65">
                <a:moveTo>
                  <a:pt x="30" y="0"/>
                </a:moveTo>
                <a:lnTo>
                  <a:pt x="0" y="0"/>
                </a:lnTo>
                <a:lnTo>
                  <a:pt x="0" y="65"/>
                </a:lnTo>
                <a:lnTo>
                  <a:pt x="43" y="65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8" name=""/>
          <p:cNvSpPr/>
          <p:nvPr/>
        </p:nvSpPr>
        <p:spPr>
          <a:xfrm>
            <a:off x="1321200" y="356040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1381320" y="35589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/>
          <p:nvPr/>
        </p:nvSpPr>
        <p:spPr>
          <a:xfrm>
            <a:off x="1381320" y="35589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1392120" y="35593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1247760" y="35589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1247760" y="35589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1258560" y="35593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1248120" y="35895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29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29" y="0"/>
                </a:lnTo>
                <a:moveTo>
                  <a:pt x="29" y="0"/>
                </a:moveTo>
                <a:lnTo>
                  <a:pt x="43" y="16"/>
                </a:lnTo>
                <a:lnTo>
                  <a:pt x="29" y="16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1248120" y="35895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29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29" y="0"/>
                </a:lnTo>
                <a:moveTo>
                  <a:pt x="29" y="0"/>
                </a:moveTo>
                <a:lnTo>
                  <a:pt x="43" y="16"/>
                </a:lnTo>
                <a:lnTo>
                  <a:pt x="29" y="16"/>
                </a:lnTo>
                <a:lnTo>
                  <a:pt x="29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/>
          <p:nvPr/>
        </p:nvSpPr>
        <p:spPr>
          <a:xfrm>
            <a:off x="1258560" y="358956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/>
          <p:nvPr/>
        </p:nvSpPr>
        <p:spPr>
          <a:xfrm>
            <a:off x="1247760" y="361872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/>
          <p:nvPr/>
        </p:nvSpPr>
        <p:spPr>
          <a:xfrm>
            <a:off x="1247760" y="361872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1258560" y="36187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1247760" y="364896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0" y="0"/>
                </a:lnTo>
                <a:moveTo>
                  <a:pt x="30" y="0"/>
                </a:moveTo>
                <a:lnTo>
                  <a:pt x="44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1247760" y="364896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0" y="0"/>
                </a:lnTo>
                <a:moveTo>
                  <a:pt x="30" y="0"/>
                </a:moveTo>
                <a:lnTo>
                  <a:pt x="44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1258560" y="36493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1451160" y="355932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1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1" y="0"/>
                </a:lnTo>
                <a:moveTo>
                  <a:pt x="31" y="0"/>
                </a:moveTo>
                <a:lnTo>
                  <a:pt x="43" y="16"/>
                </a:lnTo>
                <a:lnTo>
                  <a:pt x="31" y="16"/>
                </a:lnTo>
                <a:lnTo>
                  <a:pt x="3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1451160" y="355932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1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1" y="0"/>
                </a:lnTo>
                <a:moveTo>
                  <a:pt x="31" y="0"/>
                </a:moveTo>
                <a:lnTo>
                  <a:pt x="43" y="16"/>
                </a:lnTo>
                <a:lnTo>
                  <a:pt x="31" y="16"/>
                </a:lnTo>
                <a:lnTo>
                  <a:pt x="31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1461960" y="355968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1688760" y="355608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29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29" y="0"/>
                </a:lnTo>
                <a:moveTo>
                  <a:pt x="29" y="0"/>
                </a:moveTo>
                <a:lnTo>
                  <a:pt x="43" y="16"/>
                </a:lnTo>
                <a:lnTo>
                  <a:pt x="29" y="16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1688760" y="355608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29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29" y="0"/>
                </a:lnTo>
                <a:moveTo>
                  <a:pt x="29" y="0"/>
                </a:moveTo>
                <a:lnTo>
                  <a:pt x="43" y="16"/>
                </a:lnTo>
                <a:lnTo>
                  <a:pt x="29" y="16"/>
                </a:lnTo>
                <a:lnTo>
                  <a:pt x="29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1699200" y="355644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1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/>
          <p:nvPr/>
        </p:nvSpPr>
        <p:spPr>
          <a:xfrm>
            <a:off x="1755000" y="355680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1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1" y="0"/>
                </a:lnTo>
                <a:moveTo>
                  <a:pt x="31" y="0"/>
                </a:moveTo>
                <a:lnTo>
                  <a:pt x="44" y="16"/>
                </a:lnTo>
                <a:lnTo>
                  <a:pt x="31" y="16"/>
                </a:lnTo>
                <a:lnTo>
                  <a:pt x="3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1755000" y="355680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1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1" y="0"/>
                </a:lnTo>
                <a:moveTo>
                  <a:pt x="31" y="0"/>
                </a:moveTo>
                <a:lnTo>
                  <a:pt x="44" y="16"/>
                </a:lnTo>
                <a:lnTo>
                  <a:pt x="31" y="16"/>
                </a:lnTo>
                <a:lnTo>
                  <a:pt x="31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/>
          <p:nvPr/>
        </p:nvSpPr>
        <p:spPr>
          <a:xfrm>
            <a:off x="1765800" y="3556800"/>
            <a:ext cx="4680" cy="6120"/>
          </a:xfrm>
          <a:custGeom>
            <a:avLst/>
            <a:gdLst/>
            <a:ahLst/>
            <a:rect l="0" t="0" r="r" b="b"/>
            <a:pathLst>
              <a:path w="13" h="17">
                <a:moveTo>
                  <a:pt x="0" y="0"/>
                </a:moveTo>
                <a:lnTo>
                  <a:pt x="0" y="16"/>
                </a:lnTo>
                <a:lnTo>
                  <a:pt x="13" y="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1310400" y="360288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0" y="0"/>
                </a:lnTo>
                <a:moveTo>
                  <a:pt x="30" y="0"/>
                </a:moveTo>
                <a:lnTo>
                  <a:pt x="44" y="16"/>
                </a:lnTo>
                <a:lnTo>
                  <a:pt x="30" y="15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1310400" y="360288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0" y="0"/>
                </a:lnTo>
                <a:moveTo>
                  <a:pt x="30" y="0"/>
                </a:moveTo>
                <a:lnTo>
                  <a:pt x="44" y="16"/>
                </a:lnTo>
                <a:lnTo>
                  <a:pt x="30" y="15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1321200" y="360288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1310400" y="364536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0" y="0"/>
                </a:lnTo>
                <a:moveTo>
                  <a:pt x="30" y="0"/>
                </a:moveTo>
                <a:lnTo>
                  <a:pt x="44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1310400" y="3645360"/>
            <a:ext cx="15840" cy="23040"/>
          </a:xfrm>
          <a:custGeom>
            <a:avLst/>
            <a:gdLst/>
            <a:ahLst/>
            <a:rect l="0" t="0" r="r" b="b"/>
            <a:pathLst>
              <a:path w="44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4" y="64"/>
                </a:lnTo>
                <a:lnTo>
                  <a:pt x="44" y="16"/>
                </a:lnTo>
                <a:lnTo>
                  <a:pt x="30" y="0"/>
                </a:lnTo>
                <a:moveTo>
                  <a:pt x="30" y="0"/>
                </a:moveTo>
                <a:lnTo>
                  <a:pt x="44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/>
          <p:nvPr/>
        </p:nvSpPr>
        <p:spPr>
          <a:xfrm>
            <a:off x="1321200" y="364572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2511720" y="369540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5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2511720" y="369540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5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/>
          <p:nvPr/>
        </p:nvSpPr>
        <p:spPr>
          <a:xfrm>
            <a:off x="2522520" y="3695400"/>
            <a:ext cx="4680" cy="5760"/>
          </a:xfrm>
          <a:custGeom>
            <a:avLst/>
            <a:gdLst/>
            <a:ahLst/>
            <a:rect l="0" t="0" r="r" b="b"/>
            <a:pathLst>
              <a:path w="13" h="16">
                <a:moveTo>
                  <a:pt x="0" y="0"/>
                </a:moveTo>
                <a:lnTo>
                  <a:pt x="0" y="16"/>
                </a:lnTo>
                <a:lnTo>
                  <a:pt x="13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1673640" y="392544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29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5"/>
                </a:lnTo>
                <a:lnTo>
                  <a:pt x="29" y="0"/>
                </a:lnTo>
                <a:moveTo>
                  <a:pt x="29" y="0"/>
                </a:moveTo>
                <a:lnTo>
                  <a:pt x="43" y="15"/>
                </a:lnTo>
                <a:lnTo>
                  <a:pt x="29" y="15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1673640" y="392544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29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5"/>
                </a:lnTo>
                <a:lnTo>
                  <a:pt x="29" y="0"/>
                </a:lnTo>
                <a:moveTo>
                  <a:pt x="29" y="0"/>
                </a:moveTo>
                <a:lnTo>
                  <a:pt x="43" y="15"/>
                </a:lnTo>
                <a:lnTo>
                  <a:pt x="29" y="15"/>
                </a:lnTo>
                <a:lnTo>
                  <a:pt x="29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/>
          <p:nvPr/>
        </p:nvSpPr>
        <p:spPr>
          <a:xfrm>
            <a:off x="1684440" y="3925440"/>
            <a:ext cx="4320" cy="5760"/>
          </a:xfrm>
          <a:custGeom>
            <a:avLst/>
            <a:gdLst/>
            <a:ahLst/>
            <a:rect l="0" t="0" r="r" b="b"/>
            <a:pathLst>
              <a:path w="12" h="16">
                <a:moveTo>
                  <a:pt x="0" y="0"/>
                </a:moveTo>
                <a:lnTo>
                  <a:pt x="0" y="16"/>
                </a:lnTo>
                <a:lnTo>
                  <a:pt x="12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/>
          <p:nvPr/>
        </p:nvSpPr>
        <p:spPr>
          <a:xfrm>
            <a:off x="1775160" y="39243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1775160" y="3924360"/>
            <a:ext cx="15480" cy="23040"/>
          </a:xfrm>
          <a:custGeom>
            <a:avLst/>
            <a:gdLst/>
            <a:ahLst/>
            <a:rect l="0" t="0" r="r" b="b"/>
            <a:pathLst>
              <a:path w="43" h="64">
                <a:moveTo>
                  <a:pt x="30" y="0"/>
                </a:moveTo>
                <a:lnTo>
                  <a:pt x="0" y="0"/>
                </a:lnTo>
                <a:lnTo>
                  <a:pt x="0" y="64"/>
                </a:lnTo>
                <a:lnTo>
                  <a:pt x="43" y="64"/>
                </a:lnTo>
                <a:lnTo>
                  <a:pt x="43" y="16"/>
                </a:lnTo>
                <a:lnTo>
                  <a:pt x="30" y="0"/>
                </a:lnTo>
                <a:moveTo>
                  <a:pt x="30" y="0"/>
                </a:moveTo>
                <a:lnTo>
                  <a:pt x="43" y="16"/>
                </a:lnTo>
                <a:lnTo>
                  <a:pt x="30" y="16"/>
                </a:lnTo>
                <a:lnTo>
                  <a:pt x="3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1785960" y="3924720"/>
            <a:ext cx="4320" cy="5760"/>
          </a:xfrm>
          <a:custGeom>
            <a:avLst/>
            <a:gdLst/>
            <a:ahLst/>
            <a:rect l="0" t="0" r="r" b="b"/>
            <a:pathLst>
              <a:path w="12" h="16">
                <a:moveTo>
                  <a:pt x="0" y="0"/>
                </a:moveTo>
                <a:lnTo>
                  <a:pt x="0" y="16"/>
                </a:lnTo>
                <a:lnTo>
                  <a:pt x="12" y="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1601640" y="3557880"/>
            <a:ext cx="1800" cy="16920"/>
          </a:xfrm>
          <a:custGeom>
            <a:avLst/>
            <a:gdLst/>
            <a:ahLst/>
            <a:rect l="0" t="0" r="r" b="b"/>
            <a:pathLst>
              <a:path fill="none" w="5" h="47">
                <a:moveTo>
                  <a:pt x="5" y="47"/>
                </a:moveTo>
                <a:lnTo>
                  <a:pt x="0" y="47"/>
                </a:lnTo>
                <a:lnTo>
                  <a:pt x="0" y="0"/>
                </a:lnTo>
                <a:lnTo>
                  <a:pt x="5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1794600" y="3557520"/>
            <a:ext cx="2520" cy="24120"/>
          </a:xfrm>
          <a:custGeom>
            <a:avLst/>
            <a:gdLst/>
            <a:ahLst/>
            <a:rect l="0" t="0" r="r" b="b"/>
            <a:pathLst>
              <a:path fill="none" w="7" h="67">
                <a:moveTo>
                  <a:pt x="7" y="67"/>
                </a:moveTo>
                <a:lnTo>
                  <a:pt x="0" y="67"/>
                </a:lnTo>
                <a:lnTo>
                  <a:pt x="0" y="0"/>
                </a:lnTo>
                <a:lnTo>
                  <a:pt x="7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2654280" y="36331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1"/>
                </a:moveTo>
                <a:cubicBezTo>
                  <a:pt x="44" y="25"/>
                  <a:pt x="43" y="29"/>
                  <a:pt x="41" y="32"/>
                </a:cubicBezTo>
                <a:cubicBezTo>
                  <a:pt x="39" y="37"/>
                  <a:pt x="37" y="39"/>
                  <a:pt x="33" y="41"/>
                </a:cubicBezTo>
                <a:cubicBezTo>
                  <a:pt x="30" y="43"/>
                  <a:pt x="26" y="44"/>
                  <a:pt x="22" y="44"/>
                </a:cubicBezTo>
                <a:cubicBezTo>
                  <a:pt x="18" y="44"/>
                  <a:pt x="15" y="43"/>
                  <a:pt x="11" y="41"/>
                </a:cubicBezTo>
                <a:cubicBezTo>
                  <a:pt x="8" y="39"/>
                  <a:pt x="6" y="37"/>
                  <a:pt x="4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4" y="11"/>
                </a:cubicBezTo>
                <a:cubicBezTo>
                  <a:pt x="6" y="7"/>
                  <a:pt x="8" y="5"/>
                  <a:pt x="12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7"/>
                  <a:pt x="41" y="11"/>
                </a:cubicBezTo>
                <a:cubicBezTo>
                  <a:pt x="43" y="14"/>
                  <a:pt x="44" y="17"/>
                  <a:pt x="44" y="21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2654280" y="36331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1"/>
                </a:moveTo>
                <a:cubicBezTo>
                  <a:pt x="44" y="25"/>
                  <a:pt x="43" y="29"/>
                  <a:pt x="41" y="32"/>
                </a:cubicBezTo>
                <a:cubicBezTo>
                  <a:pt x="39" y="37"/>
                  <a:pt x="37" y="39"/>
                  <a:pt x="33" y="41"/>
                </a:cubicBezTo>
                <a:cubicBezTo>
                  <a:pt x="30" y="43"/>
                  <a:pt x="26" y="44"/>
                  <a:pt x="22" y="44"/>
                </a:cubicBezTo>
                <a:cubicBezTo>
                  <a:pt x="18" y="44"/>
                  <a:pt x="15" y="43"/>
                  <a:pt x="11" y="41"/>
                </a:cubicBezTo>
                <a:cubicBezTo>
                  <a:pt x="8" y="39"/>
                  <a:pt x="6" y="37"/>
                  <a:pt x="4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4" y="11"/>
                </a:cubicBezTo>
                <a:cubicBezTo>
                  <a:pt x="6" y="7"/>
                  <a:pt x="8" y="5"/>
                  <a:pt x="12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7"/>
                  <a:pt x="41" y="11"/>
                </a:cubicBezTo>
                <a:cubicBezTo>
                  <a:pt x="43" y="14"/>
                  <a:pt x="44" y="17"/>
                  <a:pt x="44" y="21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/>
          <p:nvPr/>
        </p:nvSpPr>
        <p:spPr>
          <a:xfrm>
            <a:off x="2653920" y="3632760"/>
            <a:ext cx="16560" cy="16200"/>
          </a:xfrm>
          <a:custGeom>
            <a:avLst/>
            <a:gdLst/>
            <a:ahLst/>
            <a:rect l="0" t="0" r="r" b="b"/>
            <a:pathLst>
              <a:path w="46" h="45">
                <a:moveTo>
                  <a:pt x="22" y="42"/>
                </a:moveTo>
                <a:cubicBezTo>
                  <a:pt x="12" y="42"/>
                  <a:pt x="4" y="33"/>
                  <a:pt x="4" y="23"/>
                </a:cubicBezTo>
                <a:cubicBezTo>
                  <a:pt x="4" y="13"/>
                  <a:pt x="12" y="4"/>
                  <a:pt x="22" y="4"/>
                </a:cubicBezTo>
                <a:cubicBezTo>
                  <a:pt x="32" y="4"/>
                  <a:pt x="41" y="13"/>
                  <a:pt x="41" y="23"/>
                </a:cubicBezTo>
                <a:cubicBezTo>
                  <a:pt x="41" y="33"/>
                  <a:pt x="32" y="42"/>
                  <a:pt x="22" y="42"/>
                </a:cubicBezTo>
                <a:moveTo>
                  <a:pt x="22" y="6"/>
                </a:moveTo>
                <a:cubicBezTo>
                  <a:pt x="13" y="6"/>
                  <a:pt x="6" y="14"/>
                  <a:pt x="6" y="23"/>
                </a:cubicBezTo>
                <a:cubicBezTo>
                  <a:pt x="6" y="33"/>
                  <a:pt x="13" y="40"/>
                  <a:pt x="22" y="40"/>
                </a:cubicBezTo>
                <a:cubicBezTo>
                  <a:pt x="32" y="40"/>
                  <a:pt x="39" y="33"/>
                  <a:pt x="39" y="23"/>
                </a:cubicBezTo>
                <a:cubicBezTo>
                  <a:pt x="39" y="14"/>
                  <a:pt x="32" y="6"/>
                  <a:pt x="22" y="6"/>
                </a:cubicBezTo>
                <a:moveTo>
                  <a:pt x="22" y="2"/>
                </a:moveTo>
                <a:cubicBezTo>
                  <a:pt x="25" y="2"/>
                  <a:pt x="28" y="2"/>
                  <a:pt x="30" y="4"/>
                </a:cubicBezTo>
                <a:cubicBezTo>
                  <a:pt x="33" y="5"/>
                  <a:pt x="35" y="6"/>
                  <a:pt x="37" y="9"/>
                </a:cubicBezTo>
                <a:cubicBezTo>
                  <a:pt x="39" y="11"/>
                  <a:pt x="40" y="13"/>
                  <a:pt x="41" y="15"/>
                </a:cubicBezTo>
                <a:cubicBezTo>
                  <a:pt x="43" y="18"/>
                  <a:pt x="44" y="21"/>
                  <a:pt x="44" y="23"/>
                </a:cubicBezTo>
                <a:cubicBezTo>
                  <a:pt x="44" y="26"/>
                  <a:pt x="43" y="29"/>
                  <a:pt x="41" y="31"/>
                </a:cubicBezTo>
                <a:cubicBezTo>
                  <a:pt x="40" y="34"/>
                  <a:pt x="39" y="36"/>
                  <a:pt x="37" y="38"/>
                </a:cubicBezTo>
                <a:cubicBezTo>
                  <a:pt x="35" y="40"/>
                  <a:pt x="33" y="41"/>
                  <a:pt x="30" y="42"/>
                </a:cubicBezTo>
                <a:cubicBezTo>
                  <a:pt x="28" y="43"/>
                  <a:pt x="25" y="44"/>
                  <a:pt x="22" y="44"/>
                </a:cubicBezTo>
                <a:cubicBezTo>
                  <a:pt x="20" y="44"/>
                  <a:pt x="17" y="43"/>
                  <a:pt x="14" y="42"/>
                </a:cubicBezTo>
                <a:cubicBezTo>
                  <a:pt x="12" y="41"/>
                  <a:pt x="10" y="40"/>
                  <a:pt x="8" y="38"/>
                </a:cubicBezTo>
                <a:cubicBezTo>
                  <a:pt x="6" y="36"/>
                  <a:pt x="5" y="34"/>
                  <a:pt x="3" y="31"/>
                </a:cubicBezTo>
                <a:cubicBezTo>
                  <a:pt x="2" y="29"/>
                  <a:pt x="2" y="26"/>
                  <a:pt x="2" y="23"/>
                </a:cubicBezTo>
                <a:cubicBezTo>
                  <a:pt x="2" y="21"/>
                  <a:pt x="2" y="18"/>
                  <a:pt x="3" y="15"/>
                </a:cubicBezTo>
                <a:cubicBezTo>
                  <a:pt x="5" y="13"/>
                  <a:pt x="6" y="11"/>
                  <a:pt x="8" y="9"/>
                </a:cubicBezTo>
                <a:cubicBezTo>
                  <a:pt x="10" y="6"/>
                  <a:pt x="12" y="5"/>
                  <a:pt x="14" y="4"/>
                </a:cubicBezTo>
                <a:cubicBezTo>
                  <a:pt x="17" y="2"/>
                  <a:pt x="20" y="2"/>
                  <a:pt x="22" y="2"/>
                </a:cubicBezTo>
                <a:moveTo>
                  <a:pt x="22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6"/>
                  <a:pt x="10" y="45"/>
                  <a:pt x="22" y="45"/>
                </a:cubicBezTo>
                <a:cubicBezTo>
                  <a:pt x="35" y="45"/>
                  <a:pt x="46" y="36"/>
                  <a:pt x="46" y="23"/>
                </a:cubicBezTo>
                <a:cubicBezTo>
                  <a:pt x="46" y="11"/>
                  <a:pt x="35" y="0"/>
                  <a:pt x="22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/>
          <p:nvPr/>
        </p:nvSpPr>
        <p:spPr>
          <a:xfrm>
            <a:off x="2653920" y="3632760"/>
            <a:ext cx="16560" cy="16200"/>
          </a:xfrm>
          <a:custGeom>
            <a:avLst/>
            <a:gdLst/>
            <a:ahLst/>
            <a:rect l="0" t="0" r="r" b="b"/>
            <a:pathLst>
              <a:path fill="none" w="46" h="45">
                <a:moveTo>
                  <a:pt x="22" y="42"/>
                </a:moveTo>
                <a:cubicBezTo>
                  <a:pt x="12" y="42"/>
                  <a:pt x="4" y="33"/>
                  <a:pt x="4" y="23"/>
                </a:cubicBezTo>
                <a:cubicBezTo>
                  <a:pt x="4" y="13"/>
                  <a:pt x="12" y="4"/>
                  <a:pt x="22" y="4"/>
                </a:cubicBezTo>
                <a:cubicBezTo>
                  <a:pt x="32" y="4"/>
                  <a:pt x="41" y="13"/>
                  <a:pt x="41" y="23"/>
                </a:cubicBezTo>
                <a:cubicBezTo>
                  <a:pt x="41" y="33"/>
                  <a:pt x="32" y="42"/>
                  <a:pt x="22" y="42"/>
                </a:cubicBezTo>
                <a:moveTo>
                  <a:pt x="22" y="6"/>
                </a:moveTo>
                <a:cubicBezTo>
                  <a:pt x="13" y="6"/>
                  <a:pt x="6" y="14"/>
                  <a:pt x="6" y="23"/>
                </a:cubicBezTo>
                <a:cubicBezTo>
                  <a:pt x="6" y="33"/>
                  <a:pt x="13" y="40"/>
                  <a:pt x="22" y="40"/>
                </a:cubicBezTo>
                <a:cubicBezTo>
                  <a:pt x="32" y="40"/>
                  <a:pt x="39" y="33"/>
                  <a:pt x="39" y="23"/>
                </a:cubicBezTo>
                <a:cubicBezTo>
                  <a:pt x="39" y="14"/>
                  <a:pt x="32" y="6"/>
                  <a:pt x="22" y="6"/>
                </a:cubicBezTo>
                <a:moveTo>
                  <a:pt x="22" y="2"/>
                </a:moveTo>
                <a:cubicBezTo>
                  <a:pt x="25" y="2"/>
                  <a:pt x="28" y="2"/>
                  <a:pt x="30" y="4"/>
                </a:cubicBezTo>
                <a:cubicBezTo>
                  <a:pt x="33" y="5"/>
                  <a:pt x="35" y="6"/>
                  <a:pt x="37" y="9"/>
                </a:cubicBezTo>
                <a:cubicBezTo>
                  <a:pt x="39" y="11"/>
                  <a:pt x="40" y="13"/>
                  <a:pt x="41" y="15"/>
                </a:cubicBezTo>
                <a:cubicBezTo>
                  <a:pt x="43" y="18"/>
                  <a:pt x="44" y="21"/>
                  <a:pt x="44" y="23"/>
                </a:cubicBezTo>
                <a:cubicBezTo>
                  <a:pt x="44" y="26"/>
                  <a:pt x="43" y="29"/>
                  <a:pt x="41" y="31"/>
                </a:cubicBezTo>
                <a:cubicBezTo>
                  <a:pt x="40" y="34"/>
                  <a:pt x="39" y="36"/>
                  <a:pt x="37" y="38"/>
                </a:cubicBezTo>
                <a:cubicBezTo>
                  <a:pt x="35" y="40"/>
                  <a:pt x="33" y="41"/>
                  <a:pt x="30" y="42"/>
                </a:cubicBezTo>
                <a:cubicBezTo>
                  <a:pt x="28" y="43"/>
                  <a:pt x="25" y="44"/>
                  <a:pt x="22" y="44"/>
                </a:cubicBezTo>
                <a:cubicBezTo>
                  <a:pt x="20" y="44"/>
                  <a:pt x="17" y="43"/>
                  <a:pt x="14" y="42"/>
                </a:cubicBezTo>
                <a:cubicBezTo>
                  <a:pt x="12" y="41"/>
                  <a:pt x="10" y="40"/>
                  <a:pt x="8" y="38"/>
                </a:cubicBezTo>
                <a:cubicBezTo>
                  <a:pt x="6" y="36"/>
                  <a:pt x="5" y="34"/>
                  <a:pt x="3" y="31"/>
                </a:cubicBezTo>
                <a:cubicBezTo>
                  <a:pt x="2" y="29"/>
                  <a:pt x="2" y="26"/>
                  <a:pt x="2" y="23"/>
                </a:cubicBezTo>
                <a:cubicBezTo>
                  <a:pt x="2" y="21"/>
                  <a:pt x="2" y="18"/>
                  <a:pt x="3" y="15"/>
                </a:cubicBezTo>
                <a:cubicBezTo>
                  <a:pt x="5" y="13"/>
                  <a:pt x="6" y="11"/>
                  <a:pt x="8" y="9"/>
                </a:cubicBezTo>
                <a:cubicBezTo>
                  <a:pt x="10" y="6"/>
                  <a:pt x="12" y="5"/>
                  <a:pt x="14" y="4"/>
                </a:cubicBezTo>
                <a:cubicBezTo>
                  <a:pt x="17" y="2"/>
                  <a:pt x="20" y="2"/>
                  <a:pt x="22" y="2"/>
                </a:cubicBezTo>
                <a:moveTo>
                  <a:pt x="22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6"/>
                  <a:pt x="10" y="45"/>
                  <a:pt x="22" y="45"/>
                </a:cubicBezTo>
                <a:cubicBezTo>
                  <a:pt x="35" y="45"/>
                  <a:pt x="46" y="36"/>
                  <a:pt x="46" y="23"/>
                </a:cubicBezTo>
                <a:cubicBezTo>
                  <a:pt x="46" y="11"/>
                  <a:pt x="35" y="0"/>
                  <a:pt x="22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/>
          <p:nvPr/>
        </p:nvSpPr>
        <p:spPr>
          <a:xfrm>
            <a:off x="2657880" y="363672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1" y="0"/>
                </a:moveTo>
                <a:cubicBezTo>
                  <a:pt x="10" y="0"/>
                  <a:pt x="10" y="1"/>
                  <a:pt x="10" y="1"/>
                </a:cubicBezTo>
                <a:lnTo>
                  <a:pt x="1" y="19"/>
                </a:lnTo>
                <a:cubicBezTo>
                  <a:pt x="0" y="20"/>
                  <a:pt x="0" y="20"/>
                  <a:pt x="1" y="21"/>
                </a:cubicBezTo>
                <a:lnTo>
                  <a:pt x="2" y="22"/>
                </a:lnTo>
                <a:lnTo>
                  <a:pt x="22" y="22"/>
                </a:lnTo>
                <a:cubicBezTo>
                  <a:pt x="22" y="22"/>
                  <a:pt x="22" y="21"/>
                  <a:pt x="23" y="21"/>
                </a:cubicBezTo>
                <a:cubicBezTo>
                  <a:pt x="24" y="20"/>
                  <a:pt x="24" y="20"/>
                  <a:pt x="23" y="19"/>
                </a:cubicBezTo>
                <a:lnTo>
                  <a:pt x="13" y="1"/>
                </a:lnTo>
                <a:cubicBezTo>
                  <a:pt x="13" y="1"/>
                  <a:pt x="13" y="0"/>
                  <a:pt x="12" y="0"/>
                </a:cubicBezTo>
                <a:lnTo>
                  <a:pt x="11" y="0"/>
                </a:ln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2657880" y="3636720"/>
            <a:ext cx="8640" cy="7920"/>
          </a:xfrm>
          <a:custGeom>
            <a:avLst/>
            <a:gdLst/>
            <a:ahLst/>
            <a:rect l="0" t="0" r="r" b="b"/>
            <a:pathLst>
              <a:path w="24" h="22">
                <a:moveTo>
                  <a:pt x="11" y="0"/>
                </a:moveTo>
                <a:cubicBezTo>
                  <a:pt x="10" y="0"/>
                  <a:pt x="10" y="1"/>
                  <a:pt x="10" y="1"/>
                </a:cubicBezTo>
                <a:lnTo>
                  <a:pt x="1" y="19"/>
                </a:lnTo>
                <a:cubicBezTo>
                  <a:pt x="0" y="20"/>
                  <a:pt x="0" y="20"/>
                  <a:pt x="1" y="21"/>
                </a:cubicBezTo>
                <a:lnTo>
                  <a:pt x="2" y="22"/>
                </a:lnTo>
                <a:lnTo>
                  <a:pt x="22" y="22"/>
                </a:lnTo>
                <a:cubicBezTo>
                  <a:pt x="22" y="22"/>
                  <a:pt x="22" y="21"/>
                  <a:pt x="23" y="21"/>
                </a:cubicBezTo>
                <a:cubicBezTo>
                  <a:pt x="24" y="20"/>
                  <a:pt x="24" y="20"/>
                  <a:pt x="23" y="19"/>
                </a:cubicBezTo>
                <a:lnTo>
                  <a:pt x="13" y="1"/>
                </a:lnTo>
                <a:cubicBezTo>
                  <a:pt x="13" y="1"/>
                  <a:pt x="13" y="0"/>
                  <a:pt x="12" y="0"/>
                </a:cubicBezTo>
                <a:lnTo>
                  <a:pt x="11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/>
          <p:nvPr/>
        </p:nvSpPr>
        <p:spPr>
          <a:xfrm flipV="1">
            <a:off x="1490760" y="3506400"/>
            <a:ext cx="53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1543680" y="350496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1" y="9"/>
                </a:moveTo>
                <a:lnTo>
                  <a:pt x="0" y="0"/>
                </a:lnTo>
                <a:lnTo>
                  <a:pt x="13" y="4"/>
                </a:lnTo>
                <a:lnTo>
                  <a:pt x="1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1573200" y="3520080"/>
            <a:ext cx="0" cy="46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1571760" y="3524760"/>
            <a:ext cx="2880" cy="4680"/>
          </a:xfrm>
          <a:custGeom>
            <a:avLst/>
            <a:gdLst/>
            <a:ahLst/>
            <a:rect l="0" t="0" r="r" b="b"/>
            <a:pathLst>
              <a:path w="8" h="13">
                <a:moveTo>
                  <a:pt x="0" y="0"/>
                </a:moveTo>
                <a:lnTo>
                  <a:pt x="8" y="0"/>
                </a:lnTo>
                <a:lnTo>
                  <a:pt x="3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1557720" y="3536640"/>
            <a:ext cx="7200" cy="360"/>
          </a:xfrm>
          <a:custGeom>
            <a:avLst/>
            <a:gdLst/>
            <a:ahLst/>
            <a:rect l="0" t="0" r="r" b="b"/>
            <a:pathLst>
              <a:path w="20" h="1">
                <a:moveTo>
                  <a:pt x="20" y="1"/>
                </a:moveTo>
                <a:lnTo>
                  <a:pt x="19" y="1"/>
                </a:lnTo>
                <a:lnTo>
                  <a:pt x="19" y="0"/>
                </a:lnTo>
                <a:lnTo>
                  <a:pt x="20" y="0"/>
                </a:lnTo>
                <a:lnTo>
                  <a:pt x="20" y="1"/>
                </a:lnTo>
                <a:moveTo>
                  <a:pt x="14" y="1"/>
                </a:moveTo>
                <a:lnTo>
                  <a:pt x="12" y="1"/>
                </a:lnTo>
                <a:lnTo>
                  <a:pt x="12" y="0"/>
                </a:lnTo>
                <a:lnTo>
                  <a:pt x="14" y="0"/>
                </a:lnTo>
                <a:lnTo>
                  <a:pt x="14" y="1"/>
                </a:lnTo>
                <a:moveTo>
                  <a:pt x="8" y="1"/>
                </a:moveTo>
                <a:lnTo>
                  <a:pt x="6" y="1"/>
                </a:lnTo>
                <a:lnTo>
                  <a:pt x="6" y="0"/>
                </a:lnTo>
                <a:lnTo>
                  <a:pt x="8" y="0"/>
                </a:lnTo>
                <a:lnTo>
                  <a:pt x="8" y="1"/>
                </a:lnTo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1" name=""/>
          <p:cNvSpPr/>
          <p:nvPr/>
        </p:nvSpPr>
        <p:spPr>
          <a:xfrm flipV="1">
            <a:off x="1598040" y="3504600"/>
            <a:ext cx="46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1602720" y="350316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1" y="9"/>
                </a:moveTo>
                <a:lnTo>
                  <a:pt x="0" y="0"/>
                </a:lnTo>
                <a:lnTo>
                  <a:pt x="13" y="4"/>
                </a:lnTo>
                <a:lnTo>
                  <a:pt x="1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 flipV="1">
            <a:off x="1622880" y="3503520"/>
            <a:ext cx="460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1668960" y="3502080"/>
            <a:ext cx="5040" cy="3240"/>
          </a:xfrm>
          <a:custGeom>
            <a:avLst/>
            <a:gdLst/>
            <a:ahLst/>
            <a:rect l="0" t="0" r="r" b="b"/>
            <a:pathLst>
              <a:path w="14" h="9">
                <a:moveTo>
                  <a:pt x="0" y="9"/>
                </a:moveTo>
                <a:lnTo>
                  <a:pt x="0" y="0"/>
                </a:lnTo>
                <a:lnTo>
                  <a:pt x="14" y="4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1717200" y="3503520"/>
            <a:ext cx="183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1735560" y="350208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4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1783800" y="3503520"/>
            <a:ext cx="183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/>
          <p:nvPr/>
        </p:nvSpPr>
        <p:spPr>
          <a:xfrm>
            <a:off x="1802160" y="350208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4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 flipV="1">
            <a:off x="1822320" y="3503160"/>
            <a:ext cx="4536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1867680" y="350172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4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1" name=""/>
          <p:cNvSpPr/>
          <p:nvPr/>
        </p:nvSpPr>
        <p:spPr>
          <a:xfrm>
            <a:off x="1919520" y="3502440"/>
            <a:ext cx="1188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1931400" y="3501000"/>
            <a:ext cx="4320" cy="3240"/>
          </a:xfrm>
          <a:custGeom>
            <a:avLst/>
            <a:gdLst/>
            <a:ahLst/>
            <a:rect l="0" t="0" r="r" b="b"/>
            <a:pathLst>
              <a:path w="12" h="9">
                <a:moveTo>
                  <a:pt x="0" y="9"/>
                </a:moveTo>
                <a:lnTo>
                  <a:pt x="0" y="0"/>
                </a:lnTo>
                <a:lnTo>
                  <a:pt x="12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1979280" y="3502080"/>
            <a:ext cx="183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1997640" y="3500640"/>
            <a:ext cx="5040" cy="3240"/>
          </a:xfrm>
          <a:custGeom>
            <a:avLst/>
            <a:gdLst/>
            <a:ahLst/>
            <a:rect l="0" t="0" r="r" b="b"/>
            <a:pathLst>
              <a:path w="14" h="9">
                <a:moveTo>
                  <a:pt x="0" y="9"/>
                </a:moveTo>
                <a:lnTo>
                  <a:pt x="0" y="0"/>
                </a:lnTo>
                <a:lnTo>
                  <a:pt x="14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2018160" y="3502080"/>
            <a:ext cx="53640" cy="127440"/>
          </a:xfrm>
          <a:custGeom>
            <a:avLst/>
            <a:gdLst/>
            <a:ahLst/>
            <a:rect l="0" t="0" r="r" b="b"/>
            <a:pathLst>
              <a:path fill="none" w="149" h="354">
                <a:moveTo>
                  <a:pt x="0" y="0"/>
                </a:moveTo>
                <a:lnTo>
                  <a:pt x="149" y="0"/>
                </a:lnTo>
                <a:lnTo>
                  <a:pt x="149" y="354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2070000" y="3629160"/>
            <a:ext cx="3600" cy="5040"/>
          </a:xfrm>
          <a:custGeom>
            <a:avLst/>
            <a:gdLst/>
            <a:ahLst/>
            <a:rect l="0" t="0" r="r" b="b"/>
            <a:pathLst>
              <a:path w="10" h="14">
                <a:moveTo>
                  <a:pt x="0" y="0"/>
                </a:moveTo>
                <a:lnTo>
                  <a:pt x="10" y="0"/>
                </a:lnTo>
                <a:lnTo>
                  <a:pt x="5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 flipV="1">
            <a:off x="2079360" y="3641040"/>
            <a:ext cx="1296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/>
          <p:nvPr/>
        </p:nvSpPr>
        <p:spPr>
          <a:xfrm>
            <a:off x="2092320" y="363960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1" y="9"/>
                </a:moveTo>
                <a:lnTo>
                  <a:pt x="0" y="0"/>
                </a:lnTo>
                <a:lnTo>
                  <a:pt x="13" y="5"/>
                </a:lnTo>
                <a:lnTo>
                  <a:pt x="1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2140560" y="3641040"/>
            <a:ext cx="1764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2158200" y="363960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 flipV="1">
            <a:off x="2330280" y="3640680"/>
            <a:ext cx="26280" cy="7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2356200" y="3639240"/>
            <a:ext cx="4320" cy="3240"/>
          </a:xfrm>
          <a:custGeom>
            <a:avLst/>
            <a:gdLst/>
            <a:ahLst/>
            <a:rect l="0" t="0" r="r" b="b"/>
            <a:pathLst>
              <a:path w="12" h="9">
                <a:moveTo>
                  <a:pt x="0" y="9"/>
                </a:moveTo>
                <a:lnTo>
                  <a:pt x="0" y="0"/>
                </a:lnTo>
                <a:lnTo>
                  <a:pt x="12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2376360" y="3640680"/>
            <a:ext cx="1159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2492280" y="36392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2540160" y="3640680"/>
            <a:ext cx="187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6" name=""/>
          <p:cNvSpPr/>
          <p:nvPr/>
        </p:nvSpPr>
        <p:spPr>
          <a:xfrm>
            <a:off x="2558880" y="36392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2606760" y="3640680"/>
            <a:ext cx="169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/>
          <p:nvPr/>
        </p:nvSpPr>
        <p:spPr>
          <a:xfrm>
            <a:off x="2623680" y="36392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2643840" y="3640680"/>
            <a:ext cx="57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2649600" y="36392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1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2661840" y="3648600"/>
            <a:ext cx="720" cy="9720"/>
          </a:xfrm>
          <a:custGeom>
            <a:avLst/>
            <a:gdLst/>
            <a:ahLst/>
            <a:rect l="0" t="0" r="r" b="b"/>
            <a:pathLst>
              <a:path w="2" h="27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moveTo>
                  <a:pt x="2" y="8"/>
                </a:moveTo>
                <a:lnTo>
                  <a:pt x="2" y="9"/>
                </a:lnTo>
                <a:lnTo>
                  <a:pt x="0" y="9"/>
                </a:lnTo>
                <a:lnTo>
                  <a:pt x="0" y="8"/>
                </a:lnTo>
                <a:lnTo>
                  <a:pt x="2" y="8"/>
                </a:lnTo>
                <a:moveTo>
                  <a:pt x="0" y="14"/>
                </a:moveTo>
                <a:lnTo>
                  <a:pt x="0" y="16"/>
                </a:lnTo>
                <a:lnTo>
                  <a:pt x="0" y="14"/>
                </a:lnTo>
                <a:moveTo>
                  <a:pt x="0" y="20"/>
                </a:moveTo>
                <a:lnTo>
                  <a:pt x="0" y="22"/>
                </a:lnTo>
                <a:lnTo>
                  <a:pt x="0" y="20"/>
                </a:lnTo>
                <a:moveTo>
                  <a:pt x="0" y="27"/>
                </a:move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 flipV="1">
            <a:off x="2635920" y="3625920"/>
            <a:ext cx="0" cy="68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2634480" y="3621600"/>
            <a:ext cx="3600" cy="4680"/>
          </a:xfrm>
          <a:custGeom>
            <a:avLst/>
            <a:gdLst/>
            <a:ahLst/>
            <a:rect l="0" t="0" r="r" b="b"/>
            <a:pathLst>
              <a:path w="10" h="13">
                <a:moveTo>
                  <a:pt x="10" y="13"/>
                </a:moveTo>
                <a:lnTo>
                  <a:pt x="0" y="13"/>
                </a:lnTo>
                <a:lnTo>
                  <a:pt x="5" y="0"/>
                </a:lnTo>
                <a:lnTo>
                  <a:pt x="10" y="1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 flipV="1">
            <a:off x="2635920" y="3514320"/>
            <a:ext cx="0" cy="91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/>
          <p:nvPr/>
        </p:nvSpPr>
        <p:spPr>
          <a:xfrm>
            <a:off x="2634480" y="3510000"/>
            <a:ext cx="3600" cy="4680"/>
          </a:xfrm>
          <a:custGeom>
            <a:avLst/>
            <a:gdLst/>
            <a:ahLst/>
            <a:rect l="0" t="0" r="r" b="b"/>
            <a:pathLst>
              <a:path w="10" h="13">
                <a:moveTo>
                  <a:pt x="10" y="13"/>
                </a:moveTo>
                <a:lnTo>
                  <a:pt x="0" y="13"/>
                </a:lnTo>
                <a:lnTo>
                  <a:pt x="5" y="0"/>
                </a:lnTo>
                <a:lnTo>
                  <a:pt x="10" y="1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6" name=""/>
          <p:cNvSpPr/>
          <p:nvPr/>
        </p:nvSpPr>
        <p:spPr>
          <a:xfrm>
            <a:off x="2643840" y="3502080"/>
            <a:ext cx="381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2682000" y="35006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1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8" name=""/>
          <p:cNvSpPr/>
          <p:nvPr/>
        </p:nvSpPr>
        <p:spPr>
          <a:xfrm>
            <a:off x="2702520" y="3502440"/>
            <a:ext cx="5940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2761920" y="3501000"/>
            <a:ext cx="4320" cy="3240"/>
          </a:xfrm>
          <a:custGeom>
            <a:avLst/>
            <a:gdLst/>
            <a:ahLst/>
            <a:rect l="0" t="0" r="r" b="b"/>
            <a:pathLst>
              <a:path w="12" h="9">
                <a:moveTo>
                  <a:pt x="0" y="9"/>
                </a:moveTo>
                <a:lnTo>
                  <a:pt x="0" y="0"/>
                </a:lnTo>
                <a:lnTo>
                  <a:pt x="12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2694240" y="3510360"/>
            <a:ext cx="1440" cy="19080"/>
          </a:xfrm>
          <a:custGeom>
            <a:avLst/>
            <a:gdLst/>
            <a:ahLst/>
            <a:rect l="0" t="0" r="r" b="b"/>
            <a:pathLst>
              <a:path w="4" h="53">
                <a:moveTo>
                  <a:pt x="2" y="0"/>
                </a:move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moveTo>
                  <a:pt x="2" y="6"/>
                </a:move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2" y="6"/>
                </a:lnTo>
                <a:moveTo>
                  <a:pt x="2" y="12"/>
                </a:moveTo>
                <a:lnTo>
                  <a:pt x="2" y="14"/>
                </a:lnTo>
                <a:lnTo>
                  <a:pt x="2" y="12"/>
                </a:lnTo>
                <a:moveTo>
                  <a:pt x="2" y="19"/>
                </a:moveTo>
                <a:lnTo>
                  <a:pt x="2" y="20"/>
                </a:lnTo>
                <a:lnTo>
                  <a:pt x="2" y="19"/>
                </a:lnTo>
                <a:moveTo>
                  <a:pt x="2" y="25"/>
                </a:moveTo>
                <a:lnTo>
                  <a:pt x="2" y="26"/>
                </a:lnTo>
                <a:lnTo>
                  <a:pt x="2" y="25"/>
                </a:lnTo>
                <a:moveTo>
                  <a:pt x="4" y="31"/>
                </a:moveTo>
                <a:lnTo>
                  <a:pt x="4" y="33"/>
                </a:lnTo>
                <a:lnTo>
                  <a:pt x="2" y="33"/>
                </a:lnTo>
                <a:lnTo>
                  <a:pt x="2" y="31"/>
                </a:lnTo>
                <a:lnTo>
                  <a:pt x="4" y="31"/>
                </a:lnTo>
                <a:moveTo>
                  <a:pt x="4" y="37"/>
                </a:moveTo>
                <a:lnTo>
                  <a:pt x="4" y="39"/>
                </a:lnTo>
                <a:lnTo>
                  <a:pt x="2" y="39"/>
                </a:lnTo>
                <a:lnTo>
                  <a:pt x="2" y="37"/>
                </a:lnTo>
                <a:lnTo>
                  <a:pt x="4" y="37"/>
                </a:lnTo>
                <a:moveTo>
                  <a:pt x="4" y="44"/>
                </a:moveTo>
                <a:lnTo>
                  <a:pt x="4" y="45"/>
                </a:lnTo>
                <a:lnTo>
                  <a:pt x="2" y="45"/>
                </a:lnTo>
                <a:lnTo>
                  <a:pt x="2" y="44"/>
                </a:lnTo>
                <a:lnTo>
                  <a:pt x="4" y="44"/>
                </a:lnTo>
                <a:moveTo>
                  <a:pt x="4" y="50"/>
                </a:moveTo>
                <a:lnTo>
                  <a:pt x="4" y="53"/>
                </a:lnTo>
                <a:lnTo>
                  <a:pt x="2" y="53"/>
                </a:lnTo>
                <a:lnTo>
                  <a:pt x="2" y="50"/>
                </a:lnTo>
                <a:lnTo>
                  <a:pt x="4" y="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2643840" y="350964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0" y="0"/>
                </a:moveTo>
                <a:lnTo>
                  <a:pt x="1" y="1"/>
                </a:lnTo>
                <a:lnTo>
                  <a:pt x="0" y="0"/>
                </a:lnTo>
                <a:moveTo>
                  <a:pt x="6" y="5"/>
                </a:moveTo>
                <a:lnTo>
                  <a:pt x="7" y="6"/>
                </a:lnTo>
                <a:lnTo>
                  <a:pt x="6" y="7"/>
                </a:lnTo>
                <a:lnTo>
                  <a:pt x="5" y="6"/>
                </a:lnTo>
                <a:lnTo>
                  <a:pt x="6" y="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2" name=""/>
          <p:cNvSpPr/>
          <p:nvPr/>
        </p:nvSpPr>
        <p:spPr>
          <a:xfrm>
            <a:off x="2611440" y="3613320"/>
            <a:ext cx="16920" cy="720"/>
          </a:xfrm>
          <a:custGeom>
            <a:avLst/>
            <a:gdLst/>
            <a:ahLst/>
            <a:rect l="0" t="0" r="r" b="b"/>
            <a:pathLst>
              <a:path w="47" h="2">
                <a:moveTo>
                  <a:pt x="47" y="2"/>
                </a:moveTo>
                <a:lnTo>
                  <a:pt x="45" y="2"/>
                </a:lnTo>
                <a:lnTo>
                  <a:pt x="45" y="0"/>
                </a:lnTo>
                <a:lnTo>
                  <a:pt x="47" y="0"/>
                </a:lnTo>
                <a:lnTo>
                  <a:pt x="47" y="2"/>
                </a:lnTo>
                <a:moveTo>
                  <a:pt x="40" y="2"/>
                </a:moveTo>
                <a:lnTo>
                  <a:pt x="39" y="2"/>
                </a:lnTo>
                <a:lnTo>
                  <a:pt x="39" y="0"/>
                </a:lnTo>
                <a:lnTo>
                  <a:pt x="40" y="0"/>
                </a:lnTo>
                <a:lnTo>
                  <a:pt x="40" y="2"/>
                </a:lnTo>
                <a:moveTo>
                  <a:pt x="34" y="2"/>
                </a:moveTo>
                <a:lnTo>
                  <a:pt x="32" y="2"/>
                </a:lnTo>
                <a:lnTo>
                  <a:pt x="32" y="0"/>
                </a:lnTo>
                <a:lnTo>
                  <a:pt x="34" y="0"/>
                </a:lnTo>
                <a:lnTo>
                  <a:pt x="34" y="2"/>
                </a:lnTo>
                <a:moveTo>
                  <a:pt x="28" y="2"/>
                </a:moveTo>
                <a:lnTo>
                  <a:pt x="26" y="2"/>
                </a:lnTo>
                <a:lnTo>
                  <a:pt x="26" y="0"/>
                </a:lnTo>
                <a:lnTo>
                  <a:pt x="28" y="0"/>
                </a:lnTo>
                <a:lnTo>
                  <a:pt x="28" y="2"/>
                </a:lnTo>
                <a:moveTo>
                  <a:pt x="21" y="2"/>
                </a:moveTo>
                <a:lnTo>
                  <a:pt x="20" y="2"/>
                </a:lnTo>
                <a:lnTo>
                  <a:pt x="20" y="0"/>
                </a:lnTo>
                <a:lnTo>
                  <a:pt x="21" y="0"/>
                </a:lnTo>
                <a:lnTo>
                  <a:pt x="21" y="2"/>
                </a:lnTo>
                <a:moveTo>
                  <a:pt x="15" y="2"/>
                </a:moveTo>
                <a:lnTo>
                  <a:pt x="12" y="2"/>
                </a:lnTo>
                <a:lnTo>
                  <a:pt x="12" y="0"/>
                </a:lnTo>
                <a:lnTo>
                  <a:pt x="15" y="0"/>
                </a:lnTo>
                <a:lnTo>
                  <a:pt x="15" y="2"/>
                </a:lnTo>
                <a:moveTo>
                  <a:pt x="8" y="2"/>
                </a:moveTo>
                <a:lnTo>
                  <a:pt x="6" y="2"/>
                </a:lnTo>
                <a:lnTo>
                  <a:pt x="6" y="0"/>
                </a:lnTo>
                <a:lnTo>
                  <a:pt x="8" y="0"/>
                </a:lnTo>
                <a:lnTo>
                  <a:pt x="8" y="2"/>
                </a:lnTo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3" name=""/>
          <p:cNvSpPr/>
          <p:nvPr/>
        </p:nvSpPr>
        <p:spPr>
          <a:xfrm flipV="1">
            <a:off x="2368440" y="3515040"/>
            <a:ext cx="1080" cy="1180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>
            <a:off x="2367720" y="3510720"/>
            <a:ext cx="3240" cy="4680"/>
          </a:xfrm>
          <a:custGeom>
            <a:avLst/>
            <a:gdLst/>
            <a:ahLst/>
            <a:rect l="0" t="0" r="r" b="b"/>
            <a:pathLst>
              <a:path w="9" h="13">
                <a:moveTo>
                  <a:pt x="9" y="13"/>
                </a:moveTo>
                <a:lnTo>
                  <a:pt x="0" y="13"/>
                </a:lnTo>
                <a:lnTo>
                  <a:pt x="4" y="0"/>
                </a:lnTo>
                <a:lnTo>
                  <a:pt x="9" y="1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2346480" y="3509280"/>
            <a:ext cx="15120" cy="12240"/>
          </a:xfrm>
          <a:custGeom>
            <a:avLst/>
            <a:gdLst/>
            <a:ahLst/>
            <a:rect l="0" t="0" r="r" b="b"/>
            <a:pathLst>
              <a:path w="42" h="34">
                <a:moveTo>
                  <a:pt x="42" y="0"/>
                </a:moveTo>
                <a:lnTo>
                  <a:pt x="41" y="1"/>
                </a:lnTo>
                <a:lnTo>
                  <a:pt x="40" y="1"/>
                </a:lnTo>
                <a:lnTo>
                  <a:pt x="42" y="0"/>
                </a:lnTo>
                <a:moveTo>
                  <a:pt x="37" y="5"/>
                </a:moveTo>
                <a:lnTo>
                  <a:pt x="36" y="6"/>
                </a:lnTo>
                <a:lnTo>
                  <a:pt x="35" y="6"/>
                </a:lnTo>
                <a:lnTo>
                  <a:pt x="37" y="5"/>
                </a:lnTo>
                <a:moveTo>
                  <a:pt x="32" y="9"/>
                </a:moveTo>
                <a:lnTo>
                  <a:pt x="31" y="10"/>
                </a:lnTo>
                <a:lnTo>
                  <a:pt x="32" y="9"/>
                </a:lnTo>
                <a:moveTo>
                  <a:pt x="27" y="13"/>
                </a:moveTo>
                <a:lnTo>
                  <a:pt x="26" y="14"/>
                </a:lnTo>
                <a:lnTo>
                  <a:pt x="27" y="13"/>
                </a:lnTo>
                <a:moveTo>
                  <a:pt x="21" y="17"/>
                </a:moveTo>
                <a:lnTo>
                  <a:pt x="20" y="18"/>
                </a:lnTo>
                <a:lnTo>
                  <a:pt x="21" y="17"/>
                </a:lnTo>
                <a:moveTo>
                  <a:pt x="17" y="21"/>
                </a:moveTo>
                <a:lnTo>
                  <a:pt x="15" y="22"/>
                </a:lnTo>
                <a:lnTo>
                  <a:pt x="16" y="21"/>
                </a:lnTo>
                <a:lnTo>
                  <a:pt x="17" y="21"/>
                </a:lnTo>
                <a:moveTo>
                  <a:pt x="12" y="25"/>
                </a:moveTo>
                <a:lnTo>
                  <a:pt x="10" y="26"/>
                </a:lnTo>
                <a:lnTo>
                  <a:pt x="11" y="25"/>
                </a:lnTo>
                <a:lnTo>
                  <a:pt x="12" y="25"/>
                </a:lnTo>
                <a:moveTo>
                  <a:pt x="7" y="29"/>
                </a:moveTo>
                <a:lnTo>
                  <a:pt x="5" y="30"/>
                </a:lnTo>
                <a:lnTo>
                  <a:pt x="6" y="29"/>
                </a:lnTo>
                <a:lnTo>
                  <a:pt x="7" y="29"/>
                </a:lnTo>
                <a:moveTo>
                  <a:pt x="2" y="33"/>
                </a:moveTo>
                <a:lnTo>
                  <a:pt x="1" y="34"/>
                </a:lnTo>
                <a:lnTo>
                  <a:pt x="0" y="34"/>
                </a:lnTo>
                <a:lnTo>
                  <a:pt x="1" y="33"/>
                </a:lnTo>
                <a:lnTo>
                  <a:pt x="2" y="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2322000" y="3648960"/>
            <a:ext cx="360" cy="9360"/>
          </a:xfrm>
          <a:custGeom>
            <a:avLst/>
            <a:gdLst/>
            <a:ahLst/>
            <a:rect l="0" t="0" r="r" b="b"/>
            <a:pathLst>
              <a:path w="1" h="26">
                <a:moveTo>
                  <a:pt x="1" y="0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moveTo>
                  <a:pt x="1" y="7"/>
                </a:move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moveTo>
                  <a:pt x="1" y="13"/>
                </a:move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1" y="13"/>
                </a:lnTo>
                <a:moveTo>
                  <a:pt x="1" y="19"/>
                </a:moveTo>
                <a:lnTo>
                  <a:pt x="1" y="21"/>
                </a:lnTo>
                <a:lnTo>
                  <a:pt x="0" y="21"/>
                </a:lnTo>
                <a:lnTo>
                  <a:pt x="0" y="19"/>
                </a:lnTo>
                <a:lnTo>
                  <a:pt x="1" y="19"/>
                </a:lnTo>
                <a:moveTo>
                  <a:pt x="1" y="26"/>
                </a:moveTo>
                <a:lnTo>
                  <a:pt x="0" y="26"/>
                </a:lnTo>
                <a:lnTo>
                  <a:pt x="1" y="2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2071440" y="3649320"/>
            <a:ext cx="0" cy="2880"/>
          </a:xfrm>
          <a:custGeom>
            <a:avLst/>
            <a:gdLst/>
            <a:ahLst/>
            <a:rect l="0" t="0" r="r" b="b"/>
            <a:pathLst>
              <a:path w="0" h="8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moveTo>
                  <a:pt x="0" y="6"/>
                </a:moveTo>
                <a:lnTo>
                  <a:pt x="0" y="8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2009880" y="3510000"/>
            <a:ext cx="360" cy="7200"/>
          </a:xfrm>
          <a:custGeom>
            <a:avLst/>
            <a:gdLst/>
            <a:ahLst/>
            <a:rect l="0" t="0" r="r" b="b"/>
            <a:pathLst>
              <a:path w="1" h="20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moveTo>
                  <a:pt x="1" y="6"/>
                </a:move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moveTo>
                  <a:pt x="1" y="12"/>
                </a:moveTo>
                <a:lnTo>
                  <a:pt x="1" y="14"/>
                </a:lnTo>
                <a:lnTo>
                  <a:pt x="0" y="14"/>
                </a:lnTo>
                <a:lnTo>
                  <a:pt x="0" y="12"/>
                </a:lnTo>
                <a:lnTo>
                  <a:pt x="1" y="12"/>
                </a:lnTo>
                <a:moveTo>
                  <a:pt x="1" y="19"/>
                </a:moveTo>
                <a:lnTo>
                  <a:pt x="1" y="20"/>
                </a:lnTo>
                <a:lnTo>
                  <a:pt x="0" y="20"/>
                </a:lnTo>
                <a:lnTo>
                  <a:pt x="0" y="19"/>
                </a:lnTo>
                <a:lnTo>
                  <a:pt x="1" y="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1814040" y="3511440"/>
            <a:ext cx="720" cy="45720"/>
          </a:xfrm>
          <a:custGeom>
            <a:avLst/>
            <a:gdLst/>
            <a:ahLst/>
            <a:rect l="0" t="0" r="r" b="b"/>
            <a:pathLst>
              <a:path w="2" h="127">
                <a:moveTo>
                  <a:pt x="2" y="0"/>
                </a:moveTo>
                <a:lnTo>
                  <a:pt x="2" y="1"/>
                </a:lnTo>
                <a:lnTo>
                  <a:pt x="2" y="0"/>
                </a:lnTo>
                <a:moveTo>
                  <a:pt x="2" y="6"/>
                </a:moveTo>
                <a:lnTo>
                  <a:pt x="2" y="8"/>
                </a:lnTo>
                <a:lnTo>
                  <a:pt x="2" y="6"/>
                </a:lnTo>
                <a:moveTo>
                  <a:pt x="2" y="13"/>
                </a:moveTo>
                <a:lnTo>
                  <a:pt x="2" y="15"/>
                </a:lnTo>
                <a:lnTo>
                  <a:pt x="2" y="13"/>
                </a:lnTo>
                <a:moveTo>
                  <a:pt x="2" y="20"/>
                </a:moveTo>
                <a:lnTo>
                  <a:pt x="2" y="21"/>
                </a:lnTo>
                <a:lnTo>
                  <a:pt x="2" y="20"/>
                </a:lnTo>
                <a:moveTo>
                  <a:pt x="2" y="26"/>
                </a:moveTo>
                <a:lnTo>
                  <a:pt x="2" y="28"/>
                </a:lnTo>
                <a:lnTo>
                  <a:pt x="2" y="26"/>
                </a:lnTo>
                <a:moveTo>
                  <a:pt x="2" y="32"/>
                </a:moveTo>
                <a:lnTo>
                  <a:pt x="2" y="34"/>
                </a:lnTo>
                <a:lnTo>
                  <a:pt x="0" y="34"/>
                </a:lnTo>
                <a:lnTo>
                  <a:pt x="0" y="32"/>
                </a:lnTo>
                <a:lnTo>
                  <a:pt x="2" y="32"/>
                </a:lnTo>
                <a:moveTo>
                  <a:pt x="2" y="39"/>
                </a:moveTo>
                <a:lnTo>
                  <a:pt x="2" y="40"/>
                </a:lnTo>
                <a:lnTo>
                  <a:pt x="0" y="40"/>
                </a:lnTo>
                <a:lnTo>
                  <a:pt x="0" y="39"/>
                </a:lnTo>
                <a:lnTo>
                  <a:pt x="2" y="39"/>
                </a:lnTo>
                <a:moveTo>
                  <a:pt x="2" y="45"/>
                </a:moveTo>
                <a:lnTo>
                  <a:pt x="2" y="46"/>
                </a:lnTo>
                <a:lnTo>
                  <a:pt x="0" y="46"/>
                </a:lnTo>
                <a:lnTo>
                  <a:pt x="0" y="45"/>
                </a:lnTo>
                <a:lnTo>
                  <a:pt x="2" y="45"/>
                </a:lnTo>
                <a:moveTo>
                  <a:pt x="2" y="51"/>
                </a:moveTo>
                <a:lnTo>
                  <a:pt x="2" y="53"/>
                </a:lnTo>
                <a:lnTo>
                  <a:pt x="0" y="53"/>
                </a:lnTo>
                <a:lnTo>
                  <a:pt x="0" y="51"/>
                </a:lnTo>
                <a:lnTo>
                  <a:pt x="2" y="51"/>
                </a:lnTo>
                <a:moveTo>
                  <a:pt x="2" y="57"/>
                </a:moveTo>
                <a:lnTo>
                  <a:pt x="2" y="59"/>
                </a:lnTo>
                <a:lnTo>
                  <a:pt x="0" y="59"/>
                </a:lnTo>
                <a:lnTo>
                  <a:pt x="0" y="57"/>
                </a:lnTo>
                <a:lnTo>
                  <a:pt x="2" y="57"/>
                </a:lnTo>
                <a:moveTo>
                  <a:pt x="2" y="64"/>
                </a:moveTo>
                <a:lnTo>
                  <a:pt x="2" y="65"/>
                </a:lnTo>
                <a:lnTo>
                  <a:pt x="0" y="65"/>
                </a:lnTo>
                <a:lnTo>
                  <a:pt x="0" y="64"/>
                </a:lnTo>
                <a:lnTo>
                  <a:pt x="2" y="64"/>
                </a:lnTo>
                <a:moveTo>
                  <a:pt x="2" y="70"/>
                </a:moveTo>
                <a:lnTo>
                  <a:pt x="2" y="72"/>
                </a:lnTo>
                <a:lnTo>
                  <a:pt x="0" y="72"/>
                </a:lnTo>
                <a:lnTo>
                  <a:pt x="0" y="70"/>
                </a:lnTo>
                <a:lnTo>
                  <a:pt x="2" y="70"/>
                </a:lnTo>
                <a:moveTo>
                  <a:pt x="2" y="76"/>
                </a:moveTo>
                <a:lnTo>
                  <a:pt x="2" y="78"/>
                </a:lnTo>
                <a:lnTo>
                  <a:pt x="0" y="78"/>
                </a:lnTo>
                <a:lnTo>
                  <a:pt x="0" y="76"/>
                </a:lnTo>
                <a:lnTo>
                  <a:pt x="2" y="76"/>
                </a:lnTo>
                <a:moveTo>
                  <a:pt x="2" y="83"/>
                </a:moveTo>
                <a:lnTo>
                  <a:pt x="2" y="84"/>
                </a:lnTo>
                <a:lnTo>
                  <a:pt x="0" y="84"/>
                </a:lnTo>
                <a:lnTo>
                  <a:pt x="0" y="83"/>
                </a:lnTo>
                <a:lnTo>
                  <a:pt x="2" y="83"/>
                </a:lnTo>
                <a:moveTo>
                  <a:pt x="2" y="89"/>
                </a:moveTo>
                <a:lnTo>
                  <a:pt x="2" y="91"/>
                </a:lnTo>
                <a:lnTo>
                  <a:pt x="0" y="91"/>
                </a:lnTo>
                <a:lnTo>
                  <a:pt x="0" y="89"/>
                </a:lnTo>
                <a:lnTo>
                  <a:pt x="2" y="89"/>
                </a:lnTo>
                <a:moveTo>
                  <a:pt x="2" y="95"/>
                </a:moveTo>
                <a:lnTo>
                  <a:pt x="2" y="97"/>
                </a:lnTo>
                <a:lnTo>
                  <a:pt x="0" y="97"/>
                </a:lnTo>
                <a:lnTo>
                  <a:pt x="0" y="95"/>
                </a:lnTo>
                <a:lnTo>
                  <a:pt x="2" y="95"/>
                </a:lnTo>
                <a:moveTo>
                  <a:pt x="2" y="102"/>
                </a:moveTo>
                <a:lnTo>
                  <a:pt x="2" y="103"/>
                </a:lnTo>
                <a:lnTo>
                  <a:pt x="0" y="103"/>
                </a:lnTo>
                <a:lnTo>
                  <a:pt x="0" y="102"/>
                </a:lnTo>
                <a:lnTo>
                  <a:pt x="2" y="102"/>
                </a:lnTo>
                <a:moveTo>
                  <a:pt x="2" y="108"/>
                </a:moveTo>
                <a:lnTo>
                  <a:pt x="2" y="110"/>
                </a:lnTo>
                <a:lnTo>
                  <a:pt x="0" y="110"/>
                </a:lnTo>
                <a:lnTo>
                  <a:pt x="0" y="108"/>
                </a:lnTo>
                <a:lnTo>
                  <a:pt x="2" y="108"/>
                </a:lnTo>
                <a:moveTo>
                  <a:pt x="2" y="114"/>
                </a:moveTo>
                <a:lnTo>
                  <a:pt x="2" y="116"/>
                </a:lnTo>
                <a:lnTo>
                  <a:pt x="0" y="116"/>
                </a:lnTo>
                <a:lnTo>
                  <a:pt x="0" y="114"/>
                </a:lnTo>
                <a:lnTo>
                  <a:pt x="2" y="114"/>
                </a:lnTo>
                <a:moveTo>
                  <a:pt x="2" y="121"/>
                </a:moveTo>
                <a:lnTo>
                  <a:pt x="2" y="122"/>
                </a:lnTo>
                <a:lnTo>
                  <a:pt x="0" y="122"/>
                </a:lnTo>
                <a:lnTo>
                  <a:pt x="0" y="121"/>
                </a:lnTo>
                <a:lnTo>
                  <a:pt x="2" y="121"/>
                </a:lnTo>
                <a:moveTo>
                  <a:pt x="2" y="127"/>
                </a:moveTo>
                <a:lnTo>
                  <a:pt x="0" y="127"/>
                </a:lnTo>
                <a:lnTo>
                  <a:pt x="2" y="12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0" name=""/>
          <p:cNvSpPr/>
          <p:nvPr/>
        </p:nvSpPr>
        <p:spPr>
          <a:xfrm>
            <a:off x="1614960" y="3511800"/>
            <a:ext cx="360" cy="45720"/>
          </a:xfrm>
          <a:custGeom>
            <a:avLst/>
            <a:gdLst/>
            <a:ahLst/>
            <a:rect l="0" t="0" r="r" b="b"/>
            <a:pathLst>
              <a:path w="1" h="127">
                <a:moveTo>
                  <a:pt x="1" y="0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moveTo>
                  <a:pt x="1" y="6"/>
                </a:move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moveTo>
                  <a:pt x="1" y="13"/>
                </a:move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1" y="13"/>
                </a:lnTo>
                <a:moveTo>
                  <a:pt x="1" y="19"/>
                </a:moveTo>
                <a:lnTo>
                  <a:pt x="1" y="20"/>
                </a:lnTo>
                <a:lnTo>
                  <a:pt x="0" y="20"/>
                </a:lnTo>
                <a:lnTo>
                  <a:pt x="0" y="19"/>
                </a:lnTo>
                <a:lnTo>
                  <a:pt x="1" y="19"/>
                </a:lnTo>
                <a:moveTo>
                  <a:pt x="1" y="25"/>
                </a:moveTo>
                <a:lnTo>
                  <a:pt x="1" y="27"/>
                </a:lnTo>
                <a:lnTo>
                  <a:pt x="0" y="27"/>
                </a:lnTo>
                <a:lnTo>
                  <a:pt x="0" y="25"/>
                </a:lnTo>
                <a:lnTo>
                  <a:pt x="1" y="25"/>
                </a:lnTo>
                <a:moveTo>
                  <a:pt x="1" y="31"/>
                </a:moveTo>
                <a:lnTo>
                  <a:pt x="1" y="33"/>
                </a:lnTo>
                <a:lnTo>
                  <a:pt x="0" y="33"/>
                </a:lnTo>
                <a:lnTo>
                  <a:pt x="0" y="31"/>
                </a:lnTo>
                <a:lnTo>
                  <a:pt x="1" y="31"/>
                </a:lnTo>
                <a:moveTo>
                  <a:pt x="1" y="38"/>
                </a:moveTo>
                <a:lnTo>
                  <a:pt x="1" y="39"/>
                </a:lnTo>
                <a:lnTo>
                  <a:pt x="0" y="39"/>
                </a:lnTo>
                <a:lnTo>
                  <a:pt x="0" y="38"/>
                </a:lnTo>
                <a:lnTo>
                  <a:pt x="1" y="38"/>
                </a:lnTo>
                <a:moveTo>
                  <a:pt x="1" y="44"/>
                </a:moveTo>
                <a:lnTo>
                  <a:pt x="1" y="46"/>
                </a:lnTo>
                <a:lnTo>
                  <a:pt x="0" y="46"/>
                </a:lnTo>
                <a:lnTo>
                  <a:pt x="0" y="44"/>
                </a:lnTo>
                <a:lnTo>
                  <a:pt x="1" y="44"/>
                </a:lnTo>
                <a:moveTo>
                  <a:pt x="1" y="50"/>
                </a:moveTo>
                <a:lnTo>
                  <a:pt x="1" y="52"/>
                </a:lnTo>
                <a:lnTo>
                  <a:pt x="0" y="52"/>
                </a:lnTo>
                <a:lnTo>
                  <a:pt x="0" y="50"/>
                </a:lnTo>
                <a:lnTo>
                  <a:pt x="1" y="50"/>
                </a:lnTo>
                <a:moveTo>
                  <a:pt x="1" y="57"/>
                </a:moveTo>
                <a:lnTo>
                  <a:pt x="1" y="58"/>
                </a:lnTo>
                <a:lnTo>
                  <a:pt x="0" y="58"/>
                </a:lnTo>
                <a:lnTo>
                  <a:pt x="0" y="57"/>
                </a:lnTo>
                <a:lnTo>
                  <a:pt x="1" y="57"/>
                </a:lnTo>
                <a:moveTo>
                  <a:pt x="1" y="63"/>
                </a:moveTo>
                <a:lnTo>
                  <a:pt x="1" y="65"/>
                </a:lnTo>
                <a:lnTo>
                  <a:pt x="0" y="65"/>
                </a:lnTo>
                <a:lnTo>
                  <a:pt x="0" y="63"/>
                </a:lnTo>
                <a:lnTo>
                  <a:pt x="1" y="63"/>
                </a:lnTo>
                <a:moveTo>
                  <a:pt x="1" y="69"/>
                </a:moveTo>
                <a:lnTo>
                  <a:pt x="1" y="71"/>
                </a:lnTo>
                <a:lnTo>
                  <a:pt x="0" y="71"/>
                </a:lnTo>
                <a:lnTo>
                  <a:pt x="0" y="69"/>
                </a:lnTo>
                <a:lnTo>
                  <a:pt x="1" y="69"/>
                </a:lnTo>
                <a:moveTo>
                  <a:pt x="1" y="76"/>
                </a:moveTo>
                <a:lnTo>
                  <a:pt x="1" y="77"/>
                </a:lnTo>
                <a:lnTo>
                  <a:pt x="0" y="77"/>
                </a:lnTo>
                <a:lnTo>
                  <a:pt x="0" y="76"/>
                </a:lnTo>
                <a:lnTo>
                  <a:pt x="1" y="76"/>
                </a:lnTo>
                <a:moveTo>
                  <a:pt x="1" y="82"/>
                </a:moveTo>
                <a:lnTo>
                  <a:pt x="1" y="84"/>
                </a:lnTo>
                <a:lnTo>
                  <a:pt x="0" y="84"/>
                </a:lnTo>
                <a:lnTo>
                  <a:pt x="0" y="82"/>
                </a:lnTo>
                <a:lnTo>
                  <a:pt x="1" y="82"/>
                </a:lnTo>
                <a:moveTo>
                  <a:pt x="1" y="88"/>
                </a:moveTo>
                <a:lnTo>
                  <a:pt x="1" y="90"/>
                </a:lnTo>
                <a:lnTo>
                  <a:pt x="0" y="90"/>
                </a:lnTo>
                <a:lnTo>
                  <a:pt x="0" y="88"/>
                </a:lnTo>
                <a:lnTo>
                  <a:pt x="1" y="88"/>
                </a:lnTo>
                <a:moveTo>
                  <a:pt x="1" y="95"/>
                </a:moveTo>
                <a:lnTo>
                  <a:pt x="1" y="96"/>
                </a:lnTo>
                <a:lnTo>
                  <a:pt x="0" y="96"/>
                </a:lnTo>
                <a:lnTo>
                  <a:pt x="0" y="95"/>
                </a:lnTo>
                <a:lnTo>
                  <a:pt x="1" y="95"/>
                </a:lnTo>
                <a:moveTo>
                  <a:pt x="1" y="101"/>
                </a:moveTo>
                <a:lnTo>
                  <a:pt x="1" y="102"/>
                </a:lnTo>
                <a:lnTo>
                  <a:pt x="0" y="102"/>
                </a:lnTo>
                <a:lnTo>
                  <a:pt x="0" y="101"/>
                </a:lnTo>
                <a:lnTo>
                  <a:pt x="1" y="101"/>
                </a:lnTo>
                <a:moveTo>
                  <a:pt x="1" y="107"/>
                </a:moveTo>
                <a:lnTo>
                  <a:pt x="1" y="109"/>
                </a:lnTo>
                <a:lnTo>
                  <a:pt x="0" y="109"/>
                </a:lnTo>
                <a:lnTo>
                  <a:pt x="0" y="107"/>
                </a:lnTo>
                <a:lnTo>
                  <a:pt x="1" y="107"/>
                </a:lnTo>
                <a:moveTo>
                  <a:pt x="1" y="113"/>
                </a:moveTo>
                <a:lnTo>
                  <a:pt x="1" y="115"/>
                </a:lnTo>
                <a:lnTo>
                  <a:pt x="0" y="115"/>
                </a:lnTo>
                <a:lnTo>
                  <a:pt x="0" y="113"/>
                </a:lnTo>
                <a:lnTo>
                  <a:pt x="1" y="113"/>
                </a:lnTo>
                <a:moveTo>
                  <a:pt x="1" y="120"/>
                </a:moveTo>
                <a:lnTo>
                  <a:pt x="1" y="121"/>
                </a:lnTo>
                <a:lnTo>
                  <a:pt x="0" y="121"/>
                </a:lnTo>
                <a:lnTo>
                  <a:pt x="0" y="120"/>
                </a:lnTo>
                <a:lnTo>
                  <a:pt x="1" y="120"/>
                </a:lnTo>
                <a:moveTo>
                  <a:pt x="1" y="126"/>
                </a:moveTo>
                <a:lnTo>
                  <a:pt x="1" y="127"/>
                </a:lnTo>
                <a:lnTo>
                  <a:pt x="0" y="127"/>
                </a:lnTo>
                <a:lnTo>
                  <a:pt x="0" y="126"/>
                </a:lnTo>
                <a:lnTo>
                  <a:pt x="1" y="12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 flipV="1">
            <a:off x="1268280" y="3503880"/>
            <a:ext cx="151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>
            <a:off x="1283400" y="35024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4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1312200" y="3517560"/>
            <a:ext cx="0" cy="68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1310760" y="3524400"/>
            <a:ext cx="3240" cy="4680"/>
          </a:xfrm>
          <a:custGeom>
            <a:avLst/>
            <a:gdLst/>
            <a:ahLst/>
            <a:rect l="0" t="0" r="r" b="b"/>
            <a:pathLst>
              <a:path w="9" h="13">
                <a:moveTo>
                  <a:pt x="0" y="0"/>
                </a:moveTo>
                <a:lnTo>
                  <a:pt x="9" y="0"/>
                </a:lnTo>
                <a:lnTo>
                  <a:pt x="5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5" name=""/>
          <p:cNvSpPr/>
          <p:nvPr/>
        </p:nvSpPr>
        <p:spPr>
          <a:xfrm>
            <a:off x="1303920" y="3536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6" name=""/>
          <p:cNvSpPr/>
          <p:nvPr/>
        </p:nvSpPr>
        <p:spPr>
          <a:xfrm>
            <a:off x="1336320" y="3503520"/>
            <a:ext cx="2052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/>
          <p:nvPr/>
        </p:nvSpPr>
        <p:spPr>
          <a:xfrm>
            <a:off x="1356840" y="35024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4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1414080" y="3503520"/>
            <a:ext cx="205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/>
          <p:nvPr/>
        </p:nvSpPr>
        <p:spPr>
          <a:xfrm>
            <a:off x="1434600" y="350208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0" y="8"/>
                </a:moveTo>
                <a:lnTo>
                  <a:pt x="0" y="0"/>
                </a:lnTo>
                <a:lnTo>
                  <a:pt x="13" y="3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0" name=""/>
          <p:cNvSpPr/>
          <p:nvPr/>
        </p:nvSpPr>
        <p:spPr>
          <a:xfrm>
            <a:off x="1200600" y="3507480"/>
            <a:ext cx="1080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1211400" y="3506040"/>
            <a:ext cx="4680" cy="3240"/>
          </a:xfrm>
          <a:custGeom>
            <a:avLst/>
            <a:gdLst/>
            <a:ahLst/>
            <a:rect l="0" t="0" r="r" b="b"/>
            <a:pathLst>
              <a:path w="13" h="9">
                <a:moveTo>
                  <a:pt x="0" y="9"/>
                </a:moveTo>
                <a:lnTo>
                  <a:pt x="0" y="0"/>
                </a:lnTo>
                <a:lnTo>
                  <a:pt x="13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2" name=""/>
          <p:cNvSpPr/>
          <p:nvPr/>
        </p:nvSpPr>
        <p:spPr>
          <a:xfrm>
            <a:off x="1613520" y="3725280"/>
            <a:ext cx="1287000" cy="95400"/>
          </a:xfrm>
          <a:custGeom>
            <a:avLst/>
            <a:gdLst/>
            <a:ahLst/>
            <a:rect l="0" t="0" r="r" b="b"/>
            <a:pathLst>
              <a:path w="3575" h="265">
                <a:moveTo>
                  <a:pt x="0" y="0"/>
                </a:moveTo>
                <a:lnTo>
                  <a:pt x="3575" y="0"/>
                </a:lnTo>
                <a:lnTo>
                  <a:pt x="3575" y="265"/>
                </a:lnTo>
                <a:lnTo>
                  <a:pt x="0" y="265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/>
          <p:nvPr/>
        </p:nvSpPr>
        <p:spPr>
          <a:xfrm>
            <a:off x="1613520" y="3725280"/>
            <a:ext cx="1287000" cy="95400"/>
          </a:xfrm>
          <a:custGeom>
            <a:avLst/>
            <a:gdLst/>
            <a:ahLst/>
            <a:rect l="0" t="0" r="r" b="b"/>
            <a:pathLst>
              <a:path w="3575" h="265">
                <a:moveTo>
                  <a:pt x="0" y="0"/>
                </a:moveTo>
                <a:lnTo>
                  <a:pt x="3575" y="0"/>
                </a:lnTo>
                <a:lnTo>
                  <a:pt x="3575" y="265"/>
                </a:lnTo>
                <a:lnTo>
                  <a:pt x="0" y="26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1613520" y="3725280"/>
            <a:ext cx="1287000" cy="95400"/>
          </a:xfrm>
          <a:custGeom>
            <a:avLst/>
            <a:gdLst/>
            <a:ahLst/>
            <a:rect l="0" t="0" r="r" b="b"/>
            <a:pathLst>
              <a:path w="3575" h="265">
                <a:moveTo>
                  <a:pt x="0" y="0"/>
                </a:moveTo>
                <a:lnTo>
                  <a:pt x="3575" y="0"/>
                </a:lnTo>
                <a:lnTo>
                  <a:pt x="3575" y="265"/>
                </a:lnTo>
                <a:lnTo>
                  <a:pt x="0" y="26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/>
          <p:nvPr/>
        </p:nvSpPr>
        <p:spPr>
          <a:xfrm>
            <a:off x="2759400" y="37591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6"/>
                  <a:pt x="43" y="30"/>
                  <a:pt x="41" y="34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3"/>
                  <a:pt x="26" y="44"/>
                  <a:pt x="22" y="44"/>
                </a:cubicBezTo>
                <a:cubicBezTo>
                  <a:pt x="19" y="44"/>
                  <a:pt x="15" y="43"/>
                  <a:pt x="12" y="42"/>
                </a:cubicBezTo>
                <a:cubicBezTo>
                  <a:pt x="7" y="40"/>
                  <a:pt x="5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7" y="5"/>
                  <a:pt x="12" y="3"/>
                </a:cubicBezTo>
                <a:cubicBezTo>
                  <a:pt x="15" y="1"/>
                  <a:pt x="19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6" name=""/>
          <p:cNvSpPr/>
          <p:nvPr/>
        </p:nvSpPr>
        <p:spPr>
          <a:xfrm>
            <a:off x="2759400" y="375912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2"/>
                </a:moveTo>
                <a:cubicBezTo>
                  <a:pt x="44" y="26"/>
                  <a:pt x="43" y="30"/>
                  <a:pt x="41" y="34"/>
                </a:cubicBezTo>
                <a:cubicBezTo>
                  <a:pt x="39" y="37"/>
                  <a:pt x="37" y="40"/>
                  <a:pt x="33" y="42"/>
                </a:cubicBezTo>
                <a:cubicBezTo>
                  <a:pt x="30" y="43"/>
                  <a:pt x="26" y="44"/>
                  <a:pt x="22" y="44"/>
                </a:cubicBezTo>
                <a:cubicBezTo>
                  <a:pt x="19" y="44"/>
                  <a:pt x="15" y="43"/>
                  <a:pt x="12" y="42"/>
                </a:cubicBezTo>
                <a:cubicBezTo>
                  <a:pt x="7" y="40"/>
                  <a:pt x="5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7" y="5"/>
                  <a:pt x="12" y="3"/>
                </a:cubicBezTo>
                <a:cubicBezTo>
                  <a:pt x="15" y="1"/>
                  <a:pt x="19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2759040" y="3759120"/>
            <a:ext cx="16560" cy="16200"/>
          </a:xfrm>
          <a:custGeom>
            <a:avLst/>
            <a:gdLst/>
            <a:ahLst/>
            <a:rect l="0" t="0" r="r" b="b"/>
            <a:pathLst>
              <a:path w="46" h="45">
                <a:moveTo>
                  <a:pt x="23" y="41"/>
                </a:moveTo>
                <a:cubicBezTo>
                  <a:pt x="12" y="41"/>
                  <a:pt x="4" y="33"/>
                  <a:pt x="4" y="23"/>
                </a:cubicBezTo>
                <a:cubicBezTo>
                  <a:pt x="4" y="13"/>
                  <a:pt x="12" y="4"/>
                  <a:pt x="23" y="4"/>
                </a:cubicBezTo>
                <a:cubicBezTo>
                  <a:pt x="34" y="4"/>
                  <a:pt x="42" y="13"/>
                  <a:pt x="42" y="23"/>
                </a:cubicBezTo>
                <a:cubicBezTo>
                  <a:pt x="42" y="33"/>
                  <a:pt x="34" y="41"/>
                  <a:pt x="23" y="41"/>
                </a:cubicBezTo>
                <a:moveTo>
                  <a:pt x="23" y="5"/>
                </a:moveTo>
                <a:cubicBezTo>
                  <a:pt x="13" y="5"/>
                  <a:pt x="6" y="14"/>
                  <a:pt x="6" y="23"/>
                </a:cubicBezTo>
                <a:cubicBezTo>
                  <a:pt x="6" y="32"/>
                  <a:pt x="13" y="39"/>
                  <a:pt x="23" y="39"/>
                </a:cubicBezTo>
                <a:cubicBezTo>
                  <a:pt x="33" y="39"/>
                  <a:pt x="40" y="32"/>
                  <a:pt x="40" y="23"/>
                </a:cubicBezTo>
                <a:cubicBezTo>
                  <a:pt x="40" y="14"/>
                  <a:pt x="33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10"/>
                  <a:pt x="41" y="12"/>
                  <a:pt x="42" y="15"/>
                </a:cubicBezTo>
                <a:cubicBezTo>
                  <a:pt x="43" y="17"/>
                  <a:pt x="44" y="20"/>
                  <a:pt x="44" y="23"/>
                </a:cubicBezTo>
                <a:cubicBezTo>
                  <a:pt x="44" y="26"/>
                  <a:pt x="43" y="28"/>
                  <a:pt x="42" y="31"/>
                </a:cubicBezTo>
                <a:cubicBezTo>
                  <a:pt x="41" y="33"/>
                  <a:pt x="40" y="35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1" y="43"/>
                  <a:pt x="18" y="43"/>
                  <a:pt x="15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5"/>
                  <a:pt x="5" y="33"/>
                  <a:pt x="4" y="31"/>
                </a:cubicBezTo>
                <a:cubicBezTo>
                  <a:pt x="2" y="28"/>
                  <a:pt x="2" y="26"/>
                  <a:pt x="2" y="23"/>
                </a:cubicBezTo>
                <a:cubicBezTo>
                  <a:pt x="2" y="20"/>
                  <a:pt x="2" y="17"/>
                  <a:pt x="4" y="15"/>
                </a:cubicBezTo>
                <a:cubicBezTo>
                  <a:pt x="5" y="12"/>
                  <a:pt x="6" y="10"/>
                  <a:pt x="8" y="7"/>
                </a:cubicBezTo>
                <a:cubicBezTo>
                  <a:pt x="10" y="5"/>
                  <a:pt x="12" y="4"/>
                  <a:pt x="15" y="3"/>
                </a:cubicBezTo>
                <a:cubicBezTo>
                  <a:pt x="18" y="2"/>
                  <a:pt x="21" y="1"/>
                  <a:pt x="23" y="1"/>
                </a:cubicBezTo>
                <a:moveTo>
                  <a:pt x="23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3" y="45"/>
                </a:cubicBezTo>
                <a:cubicBezTo>
                  <a:pt x="36" y="45"/>
                  <a:pt x="46" y="35"/>
                  <a:pt x="46" y="23"/>
                </a:cubicBezTo>
                <a:cubicBezTo>
                  <a:pt x="46" y="11"/>
                  <a:pt x="36" y="0"/>
                  <a:pt x="23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/>
          <p:nvPr/>
        </p:nvSpPr>
        <p:spPr>
          <a:xfrm>
            <a:off x="2763720" y="376344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11" y="5"/>
                </a:moveTo>
                <a:lnTo>
                  <a:pt x="11" y="11"/>
                </a:lnTo>
                <a:lnTo>
                  <a:pt x="7" y="11"/>
                </a:lnTo>
                <a:lnTo>
                  <a:pt x="6" y="11"/>
                </a:lnTo>
                <a:lnTo>
                  <a:pt x="6" y="10"/>
                </a:lnTo>
                <a:cubicBezTo>
                  <a:pt x="7" y="9"/>
                  <a:pt x="7" y="9"/>
                  <a:pt x="7" y="9"/>
                </a:cubicBezTo>
                <a:lnTo>
                  <a:pt x="10" y="9"/>
                </a:lnTo>
                <a:lnTo>
                  <a:pt x="10" y="5"/>
                </a:lnTo>
                <a:lnTo>
                  <a:pt x="11" y="5"/>
                </a:lnTo>
                <a:moveTo>
                  <a:pt x="17" y="9"/>
                </a:moveTo>
                <a:cubicBezTo>
                  <a:pt x="17" y="8"/>
                  <a:pt x="17" y="7"/>
                  <a:pt x="16" y="6"/>
                </a:cubicBezTo>
                <a:cubicBezTo>
                  <a:pt x="15" y="5"/>
                  <a:pt x="14" y="4"/>
                  <a:pt x="13" y="3"/>
                </a:cubicBezTo>
                <a:cubicBezTo>
                  <a:pt x="12" y="2"/>
                  <a:pt x="11" y="2"/>
                  <a:pt x="10" y="2"/>
                </a:cubicBezTo>
                <a:cubicBezTo>
                  <a:pt x="8" y="2"/>
                  <a:pt x="7" y="2"/>
                  <a:pt x="6" y="3"/>
                </a:cubicBezTo>
                <a:cubicBezTo>
                  <a:pt x="5" y="4"/>
                  <a:pt x="4" y="5"/>
                  <a:pt x="3" y="6"/>
                </a:cubicBezTo>
                <a:cubicBezTo>
                  <a:pt x="2" y="7"/>
                  <a:pt x="2" y="8"/>
                  <a:pt x="2" y="9"/>
                </a:cubicBezTo>
                <a:cubicBezTo>
                  <a:pt x="2" y="11"/>
                  <a:pt x="2" y="12"/>
                  <a:pt x="3" y="14"/>
                </a:cubicBezTo>
                <a:cubicBezTo>
                  <a:pt x="4" y="15"/>
                  <a:pt x="5" y="16"/>
                  <a:pt x="6" y="17"/>
                </a:cubicBezTo>
                <a:cubicBezTo>
                  <a:pt x="7" y="18"/>
                  <a:pt x="8" y="18"/>
                  <a:pt x="10" y="18"/>
                </a:cubicBezTo>
                <a:cubicBezTo>
                  <a:pt x="11" y="18"/>
                  <a:pt x="12" y="18"/>
                  <a:pt x="13" y="17"/>
                </a:cubicBezTo>
                <a:cubicBezTo>
                  <a:pt x="14" y="16"/>
                  <a:pt x="15" y="15"/>
                  <a:pt x="16" y="14"/>
                </a:cubicBezTo>
                <a:cubicBezTo>
                  <a:pt x="17" y="12"/>
                  <a:pt x="17" y="11"/>
                  <a:pt x="17" y="9"/>
                </a:cubicBezTo>
                <a:moveTo>
                  <a:pt x="20" y="9"/>
                </a:moveTo>
                <a:cubicBezTo>
                  <a:pt x="20" y="11"/>
                  <a:pt x="20" y="14"/>
                  <a:pt x="19" y="15"/>
                </a:cubicBezTo>
                <a:cubicBezTo>
                  <a:pt x="17" y="17"/>
                  <a:pt x="16" y="18"/>
                  <a:pt x="14" y="19"/>
                </a:cubicBezTo>
                <a:cubicBezTo>
                  <a:pt x="13" y="19"/>
                  <a:pt x="11" y="20"/>
                  <a:pt x="10" y="20"/>
                </a:cubicBezTo>
                <a:cubicBezTo>
                  <a:pt x="8" y="20"/>
                  <a:pt x="6" y="19"/>
                  <a:pt x="5" y="19"/>
                </a:cubicBezTo>
                <a:cubicBezTo>
                  <a:pt x="3" y="18"/>
                  <a:pt x="2" y="17"/>
                  <a:pt x="1" y="15"/>
                </a:cubicBezTo>
                <a:cubicBezTo>
                  <a:pt x="0" y="14"/>
                  <a:pt x="0" y="11"/>
                  <a:pt x="0" y="9"/>
                </a:cubicBezTo>
                <a:cubicBezTo>
                  <a:pt x="0" y="8"/>
                  <a:pt x="0" y="6"/>
                  <a:pt x="1" y="5"/>
                </a:cubicBezTo>
                <a:cubicBezTo>
                  <a:pt x="2" y="3"/>
                  <a:pt x="3" y="2"/>
                  <a:pt x="5" y="1"/>
                </a:cubicBezTo>
                <a:cubicBezTo>
                  <a:pt x="6" y="0"/>
                  <a:pt x="8" y="0"/>
                  <a:pt x="10" y="0"/>
                </a:cubicBezTo>
                <a:cubicBezTo>
                  <a:pt x="11" y="0"/>
                  <a:pt x="13" y="0"/>
                  <a:pt x="14" y="1"/>
                </a:cubicBezTo>
                <a:cubicBezTo>
                  <a:pt x="16" y="2"/>
                  <a:pt x="17" y="3"/>
                  <a:pt x="19" y="5"/>
                </a:cubicBezTo>
                <a:cubicBezTo>
                  <a:pt x="20" y="6"/>
                  <a:pt x="20" y="8"/>
                  <a:pt x="20" y="9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2763720" y="376344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11" y="5"/>
                </a:moveTo>
                <a:lnTo>
                  <a:pt x="11" y="11"/>
                </a:lnTo>
                <a:lnTo>
                  <a:pt x="7" y="11"/>
                </a:lnTo>
                <a:lnTo>
                  <a:pt x="6" y="11"/>
                </a:lnTo>
                <a:lnTo>
                  <a:pt x="6" y="10"/>
                </a:lnTo>
                <a:cubicBezTo>
                  <a:pt x="7" y="9"/>
                  <a:pt x="7" y="9"/>
                  <a:pt x="7" y="9"/>
                </a:cubicBezTo>
                <a:lnTo>
                  <a:pt x="10" y="9"/>
                </a:lnTo>
                <a:lnTo>
                  <a:pt x="10" y="5"/>
                </a:lnTo>
                <a:lnTo>
                  <a:pt x="11" y="5"/>
                </a:lnTo>
                <a:moveTo>
                  <a:pt x="17" y="9"/>
                </a:moveTo>
                <a:cubicBezTo>
                  <a:pt x="17" y="8"/>
                  <a:pt x="17" y="7"/>
                  <a:pt x="16" y="6"/>
                </a:cubicBezTo>
                <a:cubicBezTo>
                  <a:pt x="15" y="5"/>
                  <a:pt x="14" y="4"/>
                  <a:pt x="13" y="3"/>
                </a:cubicBezTo>
                <a:cubicBezTo>
                  <a:pt x="12" y="2"/>
                  <a:pt x="11" y="2"/>
                  <a:pt x="10" y="2"/>
                </a:cubicBezTo>
                <a:cubicBezTo>
                  <a:pt x="8" y="2"/>
                  <a:pt x="7" y="2"/>
                  <a:pt x="6" y="3"/>
                </a:cubicBezTo>
                <a:cubicBezTo>
                  <a:pt x="5" y="4"/>
                  <a:pt x="4" y="5"/>
                  <a:pt x="3" y="6"/>
                </a:cubicBezTo>
                <a:cubicBezTo>
                  <a:pt x="2" y="7"/>
                  <a:pt x="2" y="8"/>
                  <a:pt x="2" y="9"/>
                </a:cubicBezTo>
                <a:cubicBezTo>
                  <a:pt x="2" y="11"/>
                  <a:pt x="2" y="12"/>
                  <a:pt x="3" y="14"/>
                </a:cubicBezTo>
                <a:cubicBezTo>
                  <a:pt x="4" y="15"/>
                  <a:pt x="5" y="16"/>
                  <a:pt x="6" y="17"/>
                </a:cubicBezTo>
                <a:cubicBezTo>
                  <a:pt x="7" y="18"/>
                  <a:pt x="8" y="18"/>
                  <a:pt x="10" y="18"/>
                </a:cubicBezTo>
                <a:cubicBezTo>
                  <a:pt x="11" y="18"/>
                  <a:pt x="12" y="18"/>
                  <a:pt x="13" y="17"/>
                </a:cubicBezTo>
                <a:cubicBezTo>
                  <a:pt x="14" y="16"/>
                  <a:pt x="15" y="15"/>
                  <a:pt x="16" y="14"/>
                </a:cubicBezTo>
                <a:cubicBezTo>
                  <a:pt x="17" y="12"/>
                  <a:pt x="17" y="11"/>
                  <a:pt x="17" y="9"/>
                </a:cubicBezTo>
                <a:moveTo>
                  <a:pt x="20" y="9"/>
                </a:moveTo>
                <a:cubicBezTo>
                  <a:pt x="20" y="11"/>
                  <a:pt x="20" y="14"/>
                  <a:pt x="19" y="15"/>
                </a:cubicBezTo>
                <a:cubicBezTo>
                  <a:pt x="17" y="17"/>
                  <a:pt x="16" y="18"/>
                  <a:pt x="14" y="19"/>
                </a:cubicBezTo>
                <a:cubicBezTo>
                  <a:pt x="13" y="19"/>
                  <a:pt x="11" y="20"/>
                  <a:pt x="10" y="20"/>
                </a:cubicBezTo>
                <a:cubicBezTo>
                  <a:pt x="8" y="20"/>
                  <a:pt x="6" y="19"/>
                  <a:pt x="5" y="19"/>
                </a:cubicBezTo>
                <a:cubicBezTo>
                  <a:pt x="3" y="18"/>
                  <a:pt x="2" y="17"/>
                  <a:pt x="1" y="15"/>
                </a:cubicBezTo>
                <a:cubicBezTo>
                  <a:pt x="0" y="14"/>
                  <a:pt x="0" y="11"/>
                  <a:pt x="0" y="9"/>
                </a:cubicBezTo>
                <a:cubicBezTo>
                  <a:pt x="0" y="8"/>
                  <a:pt x="0" y="6"/>
                  <a:pt x="1" y="5"/>
                </a:cubicBezTo>
                <a:cubicBezTo>
                  <a:pt x="2" y="3"/>
                  <a:pt x="3" y="2"/>
                  <a:pt x="5" y="1"/>
                </a:cubicBezTo>
                <a:cubicBezTo>
                  <a:pt x="6" y="0"/>
                  <a:pt x="8" y="0"/>
                  <a:pt x="10" y="0"/>
                </a:cubicBezTo>
                <a:cubicBezTo>
                  <a:pt x="11" y="0"/>
                  <a:pt x="13" y="0"/>
                  <a:pt x="14" y="1"/>
                </a:cubicBezTo>
                <a:cubicBezTo>
                  <a:pt x="16" y="2"/>
                  <a:pt x="17" y="3"/>
                  <a:pt x="19" y="5"/>
                </a:cubicBezTo>
                <a:cubicBezTo>
                  <a:pt x="20" y="6"/>
                  <a:pt x="20" y="8"/>
                  <a:pt x="20" y="9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0" name=""/>
          <p:cNvSpPr/>
          <p:nvPr/>
        </p:nvSpPr>
        <p:spPr>
          <a:xfrm>
            <a:off x="2753640" y="3783600"/>
            <a:ext cx="1800" cy="16560"/>
          </a:xfrm>
          <a:custGeom>
            <a:avLst/>
            <a:gdLst/>
            <a:ahLst/>
            <a:rect l="0" t="0" r="r" b="b"/>
            <a:pathLst>
              <a:path fill="none" w="5" h="46">
                <a:moveTo>
                  <a:pt x="5" y="46"/>
                </a:moveTo>
                <a:lnTo>
                  <a:pt x="0" y="46"/>
                </a:lnTo>
                <a:lnTo>
                  <a:pt x="0" y="0"/>
                </a:lnTo>
                <a:lnTo>
                  <a:pt x="5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/>
          <p:nvPr/>
        </p:nvSpPr>
        <p:spPr>
          <a:xfrm>
            <a:off x="2712240" y="375912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22"/>
                </a:moveTo>
                <a:cubicBezTo>
                  <a:pt x="45" y="26"/>
                  <a:pt x="44" y="30"/>
                  <a:pt x="42" y="34"/>
                </a:cubicBezTo>
                <a:cubicBezTo>
                  <a:pt x="40" y="37"/>
                  <a:pt x="37" y="40"/>
                  <a:pt x="34" y="42"/>
                </a:cubicBezTo>
                <a:cubicBezTo>
                  <a:pt x="31" y="43"/>
                  <a:pt x="27" y="44"/>
                  <a:pt x="23" y="44"/>
                </a:cubicBezTo>
                <a:cubicBezTo>
                  <a:pt x="19" y="44"/>
                  <a:pt x="16" y="43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6" y="1"/>
                  <a:pt x="19" y="0"/>
                  <a:pt x="23" y="0"/>
                </a:cubicBezTo>
                <a:cubicBezTo>
                  <a:pt x="27" y="0"/>
                  <a:pt x="31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4" y="14"/>
                  <a:pt x="45" y="18"/>
                  <a:pt x="45" y="22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2" name=""/>
          <p:cNvSpPr/>
          <p:nvPr/>
        </p:nvSpPr>
        <p:spPr>
          <a:xfrm>
            <a:off x="2712240" y="375912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22"/>
                </a:moveTo>
                <a:cubicBezTo>
                  <a:pt x="45" y="26"/>
                  <a:pt x="44" y="30"/>
                  <a:pt x="42" y="34"/>
                </a:cubicBezTo>
                <a:cubicBezTo>
                  <a:pt x="40" y="37"/>
                  <a:pt x="37" y="40"/>
                  <a:pt x="34" y="42"/>
                </a:cubicBezTo>
                <a:cubicBezTo>
                  <a:pt x="31" y="43"/>
                  <a:pt x="27" y="44"/>
                  <a:pt x="23" y="44"/>
                </a:cubicBezTo>
                <a:cubicBezTo>
                  <a:pt x="19" y="44"/>
                  <a:pt x="16" y="43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0"/>
                  <a:pt x="0" y="26"/>
                  <a:pt x="0" y="22"/>
                </a:cubicBezTo>
                <a:cubicBezTo>
                  <a:pt x="0" y="18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6" y="1"/>
                  <a:pt x="19" y="0"/>
                  <a:pt x="23" y="0"/>
                </a:cubicBezTo>
                <a:cubicBezTo>
                  <a:pt x="27" y="0"/>
                  <a:pt x="31" y="1"/>
                  <a:pt x="34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4" y="14"/>
                  <a:pt x="45" y="18"/>
                  <a:pt x="45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3" name=""/>
          <p:cNvSpPr/>
          <p:nvPr/>
        </p:nvSpPr>
        <p:spPr>
          <a:xfrm>
            <a:off x="2712240" y="37591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3" y="41"/>
                  <a:pt x="4" y="33"/>
                  <a:pt x="4" y="23"/>
                </a:cubicBezTo>
                <a:cubicBezTo>
                  <a:pt x="4" y="13"/>
                  <a:pt x="13" y="4"/>
                  <a:pt x="23" y="4"/>
                </a:cubicBezTo>
                <a:cubicBezTo>
                  <a:pt x="33" y="4"/>
                  <a:pt x="41" y="13"/>
                  <a:pt x="41" y="23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6" y="14"/>
                  <a:pt x="6" y="23"/>
                </a:cubicBezTo>
                <a:cubicBezTo>
                  <a:pt x="6" y="32"/>
                  <a:pt x="14" y="39"/>
                  <a:pt x="23" y="39"/>
                </a:cubicBezTo>
                <a:cubicBezTo>
                  <a:pt x="32" y="39"/>
                  <a:pt x="40" y="32"/>
                  <a:pt x="40" y="23"/>
                </a:cubicBezTo>
                <a:cubicBezTo>
                  <a:pt x="40" y="14"/>
                  <a:pt x="32" y="5"/>
                  <a:pt x="23" y="5"/>
                </a:cubicBezTo>
                <a:moveTo>
                  <a:pt x="23" y="1"/>
                </a:moveTo>
                <a:cubicBezTo>
                  <a:pt x="26" y="1"/>
                  <a:pt x="29" y="2"/>
                  <a:pt x="31" y="3"/>
                </a:cubicBezTo>
                <a:cubicBezTo>
                  <a:pt x="34" y="4"/>
                  <a:pt x="36" y="5"/>
                  <a:pt x="38" y="7"/>
                </a:cubicBezTo>
                <a:cubicBezTo>
                  <a:pt x="40" y="10"/>
                  <a:pt x="41" y="12"/>
                  <a:pt x="42" y="15"/>
                </a:cubicBezTo>
                <a:cubicBezTo>
                  <a:pt x="43" y="17"/>
                  <a:pt x="44" y="20"/>
                  <a:pt x="44" y="23"/>
                </a:cubicBezTo>
                <a:cubicBezTo>
                  <a:pt x="44" y="26"/>
                  <a:pt x="43" y="28"/>
                  <a:pt x="42" y="31"/>
                </a:cubicBezTo>
                <a:cubicBezTo>
                  <a:pt x="41" y="33"/>
                  <a:pt x="40" y="35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0" y="43"/>
                  <a:pt x="18" y="43"/>
                  <a:pt x="15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5"/>
                  <a:pt x="4" y="33"/>
                  <a:pt x="3" y="31"/>
                </a:cubicBezTo>
                <a:cubicBezTo>
                  <a:pt x="2" y="28"/>
                  <a:pt x="2" y="26"/>
                  <a:pt x="2" y="23"/>
                </a:cubicBezTo>
                <a:cubicBezTo>
                  <a:pt x="2" y="20"/>
                  <a:pt x="2" y="17"/>
                  <a:pt x="3" y="15"/>
                </a:cubicBezTo>
                <a:cubicBezTo>
                  <a:pt x="4" y="12"/>
                  <a:pt x="6" y="10"/>
                  <a:pt x="8" y="7"/>
                </a:cubicBezTo>
                <a:cubicBezTo>
                  <a:pt x="10" y="5"/>
                  <a:pt x="12" y="4"/>
                  <a:pt x="15" y="3"/>
                </a:cubicBezTo>
                <a:cubicBezTo>
                  <a:pt x="18" y="2"/>
                  <a:pt x="20" y="1"/>
                  <a:pt x="23" y="1"/>
                </a:cubicBezTo>
                <a:moveTo>
                  <a:pt x="23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3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1"/>
                  <a:pt x="35" y="0"/>
                  <a:pt x="23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4" name=""/>
          <p:cNvSpPr/>
          <p:nvPr/>
        </p:nvSpPr>
        <p:spPr>
          <a:xfrm>
            <a:off x="2716200" y="376272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11" y="2"/>
                </a:moveTo>
                <a:lnTo>
                  <a:pt x="22" y="20"/>
                </a:lnTo>
                <a:lnTo>
                  <a:pt x="2" y="20"/>
                </a:lnTo>
                <a:lnTo>
                  <a:pt x="11" y="2"/>
                </a:lnTo>
                <a:moveTo>
                  <a:pt x="11" y="0"/>
                </a:moveTo>
                <a:lnTo>
                  <a:pt x="10" y="1"/>
                </a:lnTo>
                <a:lnTo>
                  <a:pt x="0" y="20"/>
                </a:lnTo>
                <a:lnTo>
                  <a:pt x="0" y="21"/>
                </a:lnTo>
                <a:cubicBezTo>
                  <a:pt x="1" y="21"/>
                  <a:pt x="1" y="22"/>
                  <a:pt x="1" y="22"/>
                </a:cubicBezTo>
                <a:lnTo>
                  <a:pt x="2" y="22"/>
                </a:lnTo>
                <a:lnTo>
                  <a:pt x="22" y="22"/>
                </a:lnTo>
                <a:cubicBezTo>
                  <a:pt x="23" y="22"/>
                  <a:pt x="23" y="21"/>
                  <a:pt x="23" y="21"/>
                </a:cubicBezTo>
                <a:lnTo>
                  <a:pt x="23" y="20"/>
                </a:lnTo>
                <a:lnTo>
                  <a:pt x="14" y="1"/>
                </a:lnTo>
                <a:cubicBezTo>
                  <a:pt x="12" y="1"/>
                  <a:pt x="13" y="1"/>
                  <a:pt x="13" y="1"/>
                </a:cubicBezTo>
                <a:cubicBezTo>
                  <a:pt x="13" y="0"/>
                  <a:pt x="13" y="0"/>
                  <a:pt x="11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5" name=""/>
          <p:cNvSpPr/>
          <p:nvPr/>
        </p:nvSpPr>
        <p:spPr>
          <a:xfrm>
            <a:off x="2716200" y="3762720"/>
            <a:ext cx="8280" cy="7920"/>
          </a:xfrm>
          <a:custGeom>
            <a:avLst/>
            <a:gdLst/>
            <a:ahLst/>
            <a:rect l="0" t="0" r="r" b="b"/>
            <a:pathLst>
              <a:path fill="none" w="23" h="22">
                <a:moveTo>
                  <a:pt x="11" y="2"/>
                </a:moveTo>
                <a:lnTo>
                  <a:pt x="22" y="20"/>
                </a:lnTo>
                <a:lnTo>
                  <a:pt x="2" y="20"/>
                </a:lnTo>
                <a:lnTo>
                  <a:pt x="11" y="2"/>
                </a:lnTo>
                <a:moveTo>
                  <a:pt x="11" y="0"/>
                </a:moveTo>
                <a:lnTo>
                  <a:pt x="10" y="1"/>
                </a:lnTo>
                <a:lnTo>
                  <a:pt x="0" y="20"/>
                </a:lnTo>
                <a:lnTo>
                  <a:pt x="0" y="21"/>
                </a:lnTo>
                <a:cubicBezTo>
                  <a:pt x="1" y="21"/>
                  <a:pt x="1" y="22"/>
                  <a:pt x="1" y="22"/>
                </a:cubicBezTo>
                <a:lnTo>
                  <a:pt x="2" y="22"/>
                </a:lnTo>
                <a:lnTo>
                  <a:pt x="22" y="22"/>
                </a:lnTo>
                <a:cubicBezTo>
                  <a:pt x="23" y="22"/>
                  <a:pt x="23" y="21"/>
                  <a:pt x="23" y="21"/>
                </a:cubicBezTo>
                <a:lnTo>
                  <a:pt x="23" y="20"/>
                </a:lnTo>
                <a:lnTo>
                  <a:pt x="14" y="1"/>
                </a:lnTo>
                <a:cubicBezTo>
                  <a:pt x="12" y="1"/>
                  <a:pt x="13" y="1"/>
                  <a:pt x="13" y="1"/>
                </a:cubicBezTo>
                <a:cubicBezTo>
                  <a:pt x="13" y="0"/>
                  <a:pt x="13" y="0"/>
                  <a:pt x="11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2864520" y="375912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44" y="22"/>
                </a:moveTo>
                <a:cubicBezTo>
                  <a:pt x="44" y="26"/>
                  <a:pt x="43" y="31"/>
                  <a:pt x="41" y="34"/>
                </a:cubicBezTo>
                <a:cubicBezTo>
                  <a:pt x="39" y="37"/>
                  <a:pt x="36" y="40"/>
                  <a:pt x="33" y="42"/>
                </a:cubicBezTo>
                <a:cubicBezTo>
                  <a:pt x="30" y="44"/>
                  <a:pt x="26" y="45"/>
                  <a:pt x="22" y="45"/>
                </a:cubicBezTo>
                <a:cubicBezTo>
                  <a:pt x="17" y="45"/>
                  <a:pt x="14" y="44"/>
                  <a:pt x="10" y="42"/>
                </a:cubicBezTo>
                <a:cubicBezTo>
                  <a:pt x="7" y="40"/>
                  <a:pt x="4" y="37"/>
                  <a:pt x="2" y="34"/>
                </a:cubicBezTo>
                <a:cubicBezTo>
                  <a:pt x="1" y="31"/>
                  <a:pt x="0" y="26"/>
                  <a:pt x="0" y="22"/>
                </a:cubicBezTo>
                <a:cubicBezTo>
                  <a:pt x="0" y="18"/>
                  <a:pt x="0" y="15"/>
                  <a:pt x="2" y="11"/>
                </a:cubicBezTo>
                <a:cubicBezTo>
                  <a:pt x="4" y="8"/>
                  <a:pt x="7" y="5"/>
                  <a:pt x="10" y="3"/>
                </a:cubicBezTo>
                <a:cubicBezTo>
                  <a:pt x="14" y="1"/>
                  <a:pt x="17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6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solidFill>
            <a:srgbClr val="fce7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/>
          <p:nvPr/>
        </p:nvSpPr>
        <p:spPr>
          <a:xfrm>
            <a:off x="2864520" y="375912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44" y="22"/>
                </a:moveTo>
                <a:cubicBezTo>
                  <a:pt x="44" y="26"/>
                  <a:pt x="43" y="31"/>
                  <a:pt x="41" y="34"/>
                </a:cubicBezTo>
                <a:cubicBezTo>
                  <a:pt x="39" y="37"/>
                  <a:pt x="36" y="40"/>
                  <a:pt x="33" y="42"/>
                </a:cubicBezTo>
                <a:cubicBezTo>
                  <a:pt x="30" y="44"/>
                  <a:pt x="26" y="45"/>
                  <a:pt x="22" y="45"/>
                </a:cubicBezTo>
                <a:cubicBezTo>
                  <a:pt x="17" y="45"/>
                  <a:pt x="14" y="44"/>
                  <a:pt x="10" y="42"/>
                </a:cubicBezTo>
                <a:cubicBezTo>
                  <a:pt x="7" y="40"/>
                  <a:pt x="4" y="37"/>
                  <a:pt x="2" y="34"/>
                </a:cubicBezTo>
                <a:cubicBezTo>
                  <a:pt x="1" y="31"/>
                  <a:pt x="0" y="26"/>
                  <a:pt x="0" y="22"/>
                </a:cubicBezTo>
                <a:cubicBezTo>
                  <a:pt x="0" y="18"/>
                  <a:pt x="0" y="15"/>
                  <a:pt x="2" y="11"/>
                </a:cubicBezTo>
                <a:cubicBezTo>
                  <a:pt x="4" y="8"/>
                  <a:pt x="7" y="5"/>
                  <a:pt x="10" y="3"/>
                </a:cubicBezTo>
                <a:cubicBezTo>
                  <a:pt x="14" y="1"/>
                  <a:pt x="17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6" y="5"/>
                  <a:pt x="39" y="8"/>
                  <a:pt x="41" y="11"/>
                </a:cubicBezTo>
                <a:cubicBezTo>
                  <a:pt x="43" y="14"/>
                  <a:pt x="44" y="18"/>
                  <a:pt x="44" y="22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8" name=""/>
          <p:cNvSpPr/>
          <p:nvPr/>
        </p:nvSpPr>
        <p:spPr>
          <a:xfrm>
            <a:off x="2864160" y="37591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2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2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1"/>
                  <a:pt x="35" y="0"/>
                  <a:pt x="22" y="0"/>
                </a:cubicBezTo>
                <a:moveTo>
                  <a:pt x="22" y="40"/>
                </a:moveTo>
                <a:cubicBezTo>
                  <a:pt x="13" y="40"/>
                  <a:pt x="5" y="33"/>
                  <a:pt x="5" y="23"/>
                </a:cubicBezTo>
                <a:cubicBezTo>
                  <a:pt x="5" y="13"/>
                  <a:pt x="13" y="5"/>
                  <a:pt x="22" y="5"/>
                </a:cubicBezTo>
                <a:cubicBezTo>
                  <a:pt x="33" y="5"/>
                  <a:pt x="41" y="13"/>
                  <a:pt x="41" y="23"/>
                </a:cubicBezTo>
                <a:cubicBezTo>
                  <a:pt x="41" y="33"/>
                  <a:pt x="33" y="40"/>
                  <a:pt x="22" y="40"/>
                </a:cubicBezTo>
                <a:close/>
              </a:path>
            </a:pathLst>
          </a:custGeom>
          <a:solidFill>
            <a:srgbClr val="a3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2864160" y="37591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2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2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1"/>
                  <a:pt x="35" y="0"/>
                  <a:pt x="22" y="0"/>
                </a:cubicBezTo>
                <a:moveTo>
                  <a:pt x="22" y="40"/>
                </a:moveTo>
                <a:cubicBezTo>
                  <a:pt x="13" y="40"/>
                  <a:pt x="5" y="33"/>
                  <a:pt x="5" y="23"/>
                </a:cubicBezTo>
                <a:cubicBezTo>
                  <a:pt x="5" y="13"/>
                  <a:pt x="13" y="5"/>
                  <a:pt x="22" y="5"/>
                </a:cubicBezTo>
                <a:cubicBezTo>
                  <a:pt x="33" y="5"/>
                  <a:pt x="41" y="13"/>
                  <a:pt x="41" y="23"/>
                </a:cubicBezTo>
                <a:cubicBezTo>
                  <a:pt x="41" y="33"/>
                  <a:pt x="33" y="40"/>
                  <a:pt x="22" y="4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/>
          <p:nvPr/>
        </p:nvSpPr>
        <p:spPr>
          <a:xfrm>
            <a:off x="2799720" y="3753360"/>
            <a:ext cx="43920" cy="29160"/>
          </a:xfrm>
          <a:custGeom>
            <a:avLst/>
            <a:gdLst/>
            <a:ahLst/>
            <a:rect l="0" t="0" r="r" b="b"/>
            <a:pathLst>
              <a:path w="122" h="81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0"/>
                  <a:pt x="122" y="1"/>
                </a:cubicBezTo>
                <a:lnTo>
                  <a:pt x="122" y="80"/>
                </a:lnTo>
                <a:cubicBezTo>
                  <a:pt x="122" y="81"/>
                  <a:pt x="122" y="81"/>
                  <a:pt x="121" y="81"/>
                </a:cubicBezTo>
                <a:lnTo>
                  <a:pt x="1" y="81"/>
                </a:lnTo>
                <a:cubicBezTo>
                  <a:pt x="0" y="81"/>
                  <a:pt x="0" y="81"/>
                  <a:pt x="0" y="80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1" name=""/>
          <p:cNvSpPr/>
          <p:nvPr/>
        </p:nvSpPr>
        <p:spPr>
          <a:xfrm>
            <a:off x="2799720" y="3753360"/>
            <a:ext cx="43920" cy="29160"/>
          </a:xfrm>
          <a:custGeom>
            <a:avLst/>
            <a:gdLst/>
            <a:ahLst/>
            <a:rect l="0" t="0" r="r" b="b"/>
            <a:pathLst>
              <a:path w="122" h="81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0"/>
                  <a:pt x="122" y="1"/>
                </a:cubicBezTo>
                <a:lnTo>
                  <a:pt x="122" y="80"/>
                </a:lnTo>
                <a:cubicBezTo>
                  <a:pt x="122" y="81"/>
                  <a:pt x="122" y="81"/>
                  <a:pt x="121" y="81"/>
                </a:cubicBezTo>
                <a:lnTo>
                  <a:pt x="1" y="81"/>
                </a:lnTo>
                <a:cubicBezTo>
                  <a:pt x="0" y="81"/>
                  <a:pt x="0" y="81"/>
                  <a:pt x="0" y="80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2" name=""/>
          <p:cNvSpPr/>
          <p:nvPr/>
        </p:nvSpPr>
        <p:spPr>
          <a:xfrm>
            <a:off x="1857240" y="3769200"/>
            <a:ext cx="15840" cy="16560"/>
          </a:xfrm>
          <a:custGeom>
            <a:avLst/>
            <a:gdLst/>
            <a:ahLst/>
            <a:rect l="0" t="0" r="r" b="b"/>
            <a:pathLst>
              <a:path w="44" h="46">
                <a:moveTo>
                  <a:pt x="44" y="23"/>
                </a:moveTo>
                <a:cubicBezTo>
                  <a:pt x="44" y="27"/>
                  <a:pt x="44" y="31"/>
                  <a:pt x="42" y="34"/>
                </a:cubicBezTo>
                <a:cubicBezTo>
                  <a:pt x="40" y="37"/>
                  <a:pt x="37" y="40"/>
                  <a:pt x="34" y="42"/>
                </a:cubicBezTo>
                <a:cubicBezTo>
                  <a:pt x="30" y="44"/>
                  <a:pt x="27" y="46"/>
                  <a:pt x="22" y="46"/>
                </a:cubicBezTo>
                <a:cubicBezTo>
                  <a:pt x="18" y="46"/>
                  <a:pt x="14" y="44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1"/>
                  <a:pt x="0" y="27"/>
                  <a:pt x="0" y="23"/>
                </a:cubicBezTo>
                <a:cubicBezTo>
                  <a:pt x="0" y="19"/>
                  <a:pt x="1" y="15"/>
                  <a:pt x="3" y="12"/>
                </a:cubicBezTo>
                <a:cubicBezTo>
                  <a:pt x="5" y="9"/>
                  <a:pt x="8" y="6"/>
                  <a:pt x="11" y="4"/>
                </a:cubicBezTo>
                <a:cubicBezTo>
                  <a:pt x="14" y="2"/>
                  <a:pt x="18" y="0"/>
                  <a:pt x="22" y="0"/>
                </a:cubicBezTo>
                <a:cubicBezTo>
                  <a:pt x="27" y="0"/>
                  <a:pt x="30" y="2"/>
                  <a:pt x="34" y="4"/>
                </a:cubicBezTo>
                <a:cubicBezTo>
                  <a:pt x="37" y="6"/>
                  <a:pt x="40" y="9"/>
                  <a:pt x="42" y="12"/>
                </a:cubicBezTo>
                <a:cubicBezTo>
                  <a:pt x="44" y="15"/>
                  <a:pt x="44" y="19"/>
                  <a:pt x="44" y="23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1857240" y="3769200"/>
            <a:ext cx="15840" cy="16560"/>
          </a:xfrm>
          <a:custGeom>
            <a:avLst/>
            <a:gdLst/>
            <a:ahLst/>
            <a:rect l="0" t="0" r="r" b="b"/>
            <a:pathLst>
              <a:path w="44" h="46">
                <a:moveTo>
                  <a:pt x="44" y="23"/>
                </a:moveTo>
                <a:cubicBezTo>
                  <a:pt x="44" y="27"/>
                  <a:pt x="44" y="31"/>
                  <a:pt x="42" y="34"/>
                </a:cubicBezTo>
                <a:cubicBezTo>
                  <a:pt x="40" y="37"/>
                  <a:pt x="37" y="40"/>
                  <a:pt x="34" y="42"/>
                </a:cubicBezTo>
                <a:cubicBezTo>
                  <a:pt x="30" y="44"/>
                  <a:pt x="27" y="46"/>
                  <a:pt x="22" y="46"/>
                </a:cubicBezTo>
                <a:cubicBezTo>
                  <a:pt x="18" y="46"/>
                  <a:pt x="14" y="44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1"/>
                  <a:pt x="0" y="27"/>
                  <a:pt x="0" y="23"/>
                </a:cubicBezTo>
                <a:cubicBezTo>
                  <a:pt x="0" y="19"/>
                  <a:pt x="1" y="15"/>
                  <a:pt x="3" y="12"/>
                </a:cubicBezTo>
                <a:cubicBezTo>
                  <a:pt x="5" y="9"/>
                  <a:pt x="8" y="6"/>
                  <a:pt x="11" y="4"/>
                </a:cubicBezTo>
                <a:cubicBezTo>
                  <a:pt x="14" y="2"/>
                  <a:pt x="18" y="0"/>
                  <a:pt x="22" y="0"/>
                </a:cubicBezTo>
                <a:cubicBezTo>
                  <a:pt x="27" y="0"/>
                  <a:pt x="30" y="2"/>
                  <a:pt x="34" y="4"/>
                </a:cubicBezTo>
                <a:cubicBezTo>
                  <a:pt x="37" y="6"/>
                  <a:pt x="40" y="9"/>
                  <a:pt x="42" y="12"/>
                </a:cubicBezTo>
                <a:cubicBezTo>
                  <a:pt x="44" y="15"/>
                  <a:pt x="44" y="19"/>
                  <a:pt x="44" y="23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4" name=""/>
          <p:cNvSpPr/>
          <p:nvPr/>
        </p:nvSpPr>
        <p:spPr>
          <a:xfrm>
            <a:off x="1857240" y="376920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3" y="41"/>
                  <a:pt x="4" y="33"/>
                  <a:pt x="4" y="22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1" y="12"/>
                  <a:pt x="41" y="22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5"/>
                </a:moveTo>
                <a:cubicBezTo>
                  <a:pt x="14" y="5"/>
                  <a:pt x="5" y="13"/>
                  <a:pt x="5" y="22"/>
                </a:cubicBezTo>
                <a:cubicBezTo>
                  <a:pt x="5" y="32"/>
                  <a:pt x="14" y="40"/>
                  <a:pt x="23" y="40"/>
                </a:cubicBezTo>
                <a:cubicBezTo>
                  <a:pt x="32" y="40"/>
                  <a:pt x="39" y="32"/>
                  <a:pt x="39" y="22"/>
                </a:cubicBezTo>
                <a:cubicBezTo>
                  <a:pt x="39" y="13"/>
                  <a:pt x="32" y="5"/>
                  <a:pt x="23" y="5"/>
                </a:cubicBezTo>
                <a:moveTo>
                  <a:pt x="23" y="1"/>
                </a:moveTo>
                <a:cubicBezTo>
                  <a:pt x="26" y="1"/>
                  <a:pt x="28" y="2"/>
                  <a:pt x="31" y="3"/>
                </a:cubicBezTo>
                <a:cubicBezTo>
                  <a:pt x="33" y="4"/>
                  <a:pt x="35" y="6"/>
                  <a:pt x="37" y="7"/>
                </a:cubicBezTo>
                <a:cubicBezTo>
                  <a:pt x="39" y="9"/>
                  <a:pt x="41" y="12"/>
                  <a:pt x="42" y="14"/>
                </a:cubicBezTo>
                <a:cubicBezTo>
                  <a:pt x="43" y="16"/>
                  <a:pt x="43" y="19"/>
                  <a:pt x="43" y="22"/>
                </a:cubicBezTo>
                <a:cubicBezTo>
                  <a:pt x="43" y="26"/>
                  <a:pt x="43" y="28"/>
                  <a:pt x="42" y="31"/>
                </a:cubicBezTo>
                <a:cubicBezTo>
                  <a:pt x="41" y="33"/>
                  <a:pt x="39" y="36"/>
                  <a:pt x="37" y="37"/>
                </a:cubicBezTo>
                <a:cubicBezTo>
                  <a:pt x="35" y="39"/>
                  <a:pt x="33" y="41"/>
                  <a:pt x="31" y="42"/>
                </a:cubicBezTo>
                <a:cubicBezTo>
                  <a:pt x="28" y="43"/>
                  <a:pt x="26" y="43"/>
                  <a:pt x="23" y="43"/>
                </a:cubicBezTo>
                <a:cubicBezTo>
                  <a:pt x="20" y="43"/>
                  <a:pt x="17" y="43"/>
                  <a:pt x="15" y="42"/>
                </a:cubicBezTo>
                <a:cubicBezTo>
                  <a:pt x="12" y="41"/>
                  <a:pt x="9" y="39"/>
                  <a:pt x="7" y="37"/>
                </a:cubicBezTo>
                <a:cubicBezTo>
                  <a:pt x="5" y="36"/>
                  <a:pt x="4" y="33"/>
                  <a:pt x="3" y="31"/>
                </a:cubicBezTo>
                <a:cubicBezTo>
                  <a:pt x="2" y="28"/>
                  <a:pt x="1" y="26"/>
                  <a:pt x="1" y="22"/>
                </a:cubicBezTo>
                <a:cubicBezTo>
                  <a:pt x="1" y="19"/>
                  <a:pt x="2" y="16"/>
                  <a:pt x="3" y="14"/>
                </a:cubicBezTo>
                <a:cubicBezTo>
                  <a:pt x="4" y="12"/>
                  <a:pt x="5" y="9"/>
                  <a:pt x="7" y="7"/>
                </a:cubicBezTo>
                <a:cubicBezTo>
                  <a:pt x="9" y="6"/>
                  <a:pt x="12" y="4"/>
                  <a:pt x="15" y="3"/>
                </a:cubicBezTo>
                <a:cubicBezTo>
                  <a:pt x="17" y="2"/>
                  <a:pt x="20" y="1"/>
                  <a:pt x="23" y="1"/>
                </a:cubicBezTo>
                <a:moveTo>
                  <a:pt x="23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5"/>
                  <a:pt x="10" y="45"/>
                  <a:pt x="23" y="45"/>
                </a:cubicBezTo>
                <a:cubicBezTo>
                  <a:pt x="35" y="45"/>
                  <a:pt x="45" y="35"/>
                  <a:pt x="45" y="22"/>
                </a:cubicBezTo>
                <a:cubicBezTo>
                  <a:pt x="45" y="10"/>
                  <a:pt x="35" y="0"/>
                  <a:pt x="23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1861200" y="377316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2" y="1"/>
                </a:moveTo>
                <a:lnTo>
                  <a:pt x="21" y="20"/>
                </a:lnTo>
                <a:lnTo>
                  <a:pt x="1" y="20"/>
                </a:lnTo>
                <a:lnTo>
                  <a:pt x="12" y="1"/>
                </a:lnTo>
                <a:moveTo>
                  <a:pt x="12" y="0"/>
                </a:moveTo>
                <a:lnTo>
                  <a:pt x="10" y="0"/>
                </a:lnTo>
                <a:lnTo>
                  <a:pt x="9" y="0"/>
                </a:lnTo>
                <a:lnTo>
                  <a:pt x="0" y="19"/>
                </a:lnTo>
                <a:lnTo>
                  <a:pt x="0" y="20"/>
                </a:lnTo>
                <a:cubicBezTo>
                  <a:pt x="0" y="21"/>
                  <a:pt x="0" y="21"/>
                  <a:pt x="1" y="21"/>
                </a:cubicBezTo>
                <a:lnTo>
                  <a:pt x="21" y="21"/>
                </a:lnTo>
                <a:cubicBezTo>
                  <a:pt x="22" y="21"/>
                  <a:pt x="22" y="21"/>
                  <a:pt x="22" y="21"/>
                </a:cubicBezTo>
                <a:cubicBezTo>
                  <a:pt x="22" y="21"/>
                  <a:pt x="23" y="21"/>
                  <a:pt x="23" y="20"/>
                </a:cubicBezTo>
                <a:lnTo>
                  <a:pt x="23" y="19"/>
                </a:lnTo>
                <a:lnTo>
                  <a:pt x="13" y="0"/>
                </a:lnTo>
                <a:cubicBezTo>
                  <a:pt x="11" y="0"/>
                  <a:pt x="12" y="0"/>
                  <a:pt x="12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6" name=""/>
          <p:cNvSpPr/>
          <p:nvPr/>
        </p:nvSpPr>
        <p:spPr>
          <a:xfrm>
            <a:off x="1861200" y="3773160"/>
            <a:ext cx="8280" cy="7560"/>
          </a:xfrm>
          <a:custGeom>
            <a:avLst/>
            <a:gdLst/>
            <a:ahLst/>
            <a:rect l="0" t="0" r="r" b="b"/>
            <a:pathLst>
              <a:path fill="none" w="23" h="21">
                <a:moveTo>
                  <a:pt x="12" y="1"/>
                </a:moveTo>
                <a:lnTo>
                  <a:pt x="21" y="20"/>
                </a:lnTo>
                <a:lnTo>
                  <a:pt x="1" y="20"/>
                </a:lnTo>
                <a:lnTo>
                  <a:pt x="12" y="1"/>
                </a:lnTo>
                <a:moveTo>
                  <a:pt x="12" y="0"/>
                </a:moveTo>
                <a:lnTo>
                  <a:pt x="10" y="0"/>
                </a:lnTo>
                <a:lnTo>
                  <a:pt x="9" y="0"/>
                </a:lnTo>
                <a:lnTo>
                  <a:pt x="0" y="19"/>
                </a:lnTo>
                <a:lnTo>
                  <a:pt x="0" y="20"/>
                </a:lnTo>
                <a:cubicBezTo>
                  <a:pt x="0" y="21"/>
                  <a:pt x="0" y="21"/>
                  <a:pt x="1" y="21"/>
                </a:cubicBezTo>
                <a:lnTo>
                  <a:pt x="21" y="21"/>
                </a:lnTo>
                <a:cubicBezTo>
                  <a:pt x="22" y="21"/>
                  <a:pt x="22" y="21"/>
                  <a:pt x="22" y="21"/>
                </a:cubicBezTo>
                <a:cubicBezTo>
                  <a:pt x="22" y="21"/>
                  <a:pt x="23" y="21"/>
                  <a:pt x="23" y="20"/>
                </a:cubicBezTo>
                <a:lnTo>
                  <a:pt x="23" y="19"/>
                </a:lnTo>
                <a:lnTo>
                  <a:pt x="13" y="0"/>
                </a:lnTo>
                <a:cubicBezTo>
                  <a:pt x="11" y="0"/>
                  <a:pt x="12" y="0"/>
                  <a:pt x="12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1888560" y="3758400"/>
            <a:ext cx="2160" cy="36720"/>
          </a:xfrm>
          <a:custGeom>
            <a:avLst/>
            <a:gdLst/>
            <a:ahLst/>
            <a:rect l="0" t="0" r="r" b="b"/>
            <a:pathLst>
              <a:path fill="none" w="6" h="102">
                <a:moveTo>
                  <a:pt x="6" y="102"/>
                </a:moveTo>
                <a:lnTo>
                  <a:pt x="0" y="102"/>
                </a:lnTo>
                <a:lnTo>
                  <a:pt x="0" y="0"/>
                </a:lnTo>
                <a:lnTo>
                  <a:pt x="6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2707200" y="3783600"/>
            <a:ext cx="1440" cy="16920"/>
          </a:xfrm>
          <a:custGeom>
            <a:avLst/>
            <a:gdLst/>
            <a:ahLst/>
            <a:rect l="0" t="0" r="r" b="b"/>
            <a:pathLst>
              <a:path fill="none" w="4" h="47">
                <a:moveTo>
                  <a:pt x="4" y="47"/>
                </a:moveTo>
                <a:lnTo>
                  <a:pt x="0" y="47"/>
                </a:lnTo>
                <a:lnTo>
                  <a:pt x="0" y="0"/>
                </a:lnTo>
                <a:lnTo>
                  <a:pt x="4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2728080" y="3767040"/>
            <a:ext cx="2700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0" name=""/>
          <p:cNvSpPr/>
          <p:nvPr/>
        </p:nvSpPr>
        <p:spPr>
          <a:xfrm>
            <a:off x="2755080" y="3765600"/>
            <a:ext cx="4320" cy="3240"/>
          </a:xfrm>
          <a:custGeom>
            <a:avLst/>
            <a:gdLst/>
            <a:ahLst/>
            <a:rect l="0" t="0" r="r" b="b"/>
            <a:pathLst>
              <a:path w="12" h="9">
                <a:moveTo>
                  <a:pt x="0" y="9"/>
                </a:moveTo>
                <a:lnTo>
                  <a:pt x="0" y="0"/>
                </a:lnTo>
                <a:lnTo>
                  <a:pt x="12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2775240" y="3767040"/>
            <a:ext cx="2016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2795400" y="376596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0" y="10"/>
                </a:moveTo>
                <a:lnTo>
                  <a:pt x="0" y="0"/>
                </a:lnTo>
                <a:lnTo>
                  <a:pt x="13" y="5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2766960" y="3774960"/>
            <a:ext cx="360" cy="7200"/>
          </a:xfrm>
          <a:custGeom>
            <a:avLst/>
            <a:gdLst/>
            <a:ahLst/>
            <a:rect l="0" t="0" r="r" b="b"/>
            <a:pathLst>
              <a:path w="1" h="20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moveTo>
                  <a:pt x="1" y="6"/>
                </a:move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6"/>
                </a:lnTo>
                <a:moveTo>
                  <a:pt x="1" y="12"/>
                </a:moveTo>
                <a:lnTo>
                  <a:pt x="1" y="14"/>
                </a:lnTo>
                <a:lnTo>
                  <a:pt x="0" y="14"/>
                </a:lnTo>
                <a:lnTo>
                  <a:pt x="0" y="12"/>
                </a:lnTo>
                <a:lnTo>
                  <a:pt x="1" y="12"/>
                </a:lnTo>
                <a:moveTo>
                  <a:pt x="1" y="19"/>
                </a:moveTo>
                <a:lnTo>
                  <a:pt x="1" y="20"/>
                </a:lnTo>
                <a:lnTo>
                  <a:pt x="0" y="20"/>
                </a:lnTo>
                <a:lnTo>
                  <a:pt x="0" y="19"/>
                </a:lnTo>
                <a:lnTo>
                  <a:pt x="1" y="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4" name=""/>
          <p:cNvSpPr/>
          <p:nvPr/>
        </p:nvSpPr>
        <p:spPr>
          <a:xfrm>
            <a:off x="2670120" y="3640680"/>
            <a:ext cx="50400" cy="114480"/>
          </a:xfrm>
          <a:custGeom>
            <a:avLst/>
            <a:gdLst/>
            <a:ahLst/>
            <a:rect l="0" t="0" r="r" b="b"/>
            <a:pathLst>
              <a:path fill="none" w="140" h="318">
                <a:moveTo>
                  <a:pt x="0" y="0"/>
                </a:moveTo>
                <a:lnTo>
                  <a:pt x="136" y="0"/>
                </a:lnTo>
                <a:lnTo>
                  <a:pt x="140" y="318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2718720" y="3754800"/>
            <a:ext cx="3240" cy="4680"/>
          </a:xfrm>
          <a:custGeom>
            <a:avLst/>
            <a:gdLst/>
            <a:ahLst/>
            <a:rect l="0" t="0" r="r" b="b"/>
            <a:pathLst>
              <a:path w="9" h="13">
                <a:moveTo>
                  <a:pt x="0" y="0"/>
                </a:moveTo>
                <a:lnTo>
                  <a:pt x="9" y="0"/>
                </a:lnTo>
                <a:lnTo>
                  <a:pt x="4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2843280" y="3767400"/>
            <a:ext cx="165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2859840" y="37659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0" y="8"/>
                </a:moveTo>
                <a:lnTo>
                  <a:pt x="0" y="0"/>
                </a:lnTo>
                <a:lnTo>
                  <a:pt x="13" y="4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2809800" y="3501720"/>
            <a:ext cx="62640" cy="253440"/>
          </a:xfrm>
          <a:custGeom>
            <a:avLst/>
            <a:gdLst/>
            <a:ahLst/>
            <a:rect l="0" t="0" r="r" b="b"/>
            <a:pathLst>
              <a:path fill="none" w="174" h="704">
                <a:moveTo>
                  <a:pt x="0" y="1"/>
                </a:moveTo>
                <a:lnTo>
                  <a:pt x="170" y="0"/>
                </a:lnTo>
                <a:lnTo>
                  <a:pt x="174" y="704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9" name=""/>
          <p:cNvSpPr/>
          <p:nvPr/>
        </p:nvSpPr>
        <p:spPr>
          <a:xfrm>
            <a:off x="2870640" y="3754800"/>
            <a:ext cx="3240" cy="4680"/>
          </a:xfrm>
          <a:custGeom>
            <a:avLst/>
            <a:gdLst/>
            <a:ahLst/>
            <a:rect l="0" t="0" r="r" b="b"/>
            <a:pathLst>
              <a:path w="9" h="13">
                <a:moveTo>
                  <a:pt x="0" y="0"/>
                </a:moveTo>
                <a:lnTo>
                  <a:pt x="9" y="0"/>
                </a:lnTo>
                <a:lnTo>
                  <a:pt x="5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1873080" y="3776760"/>
            <a:ext cx="14400" cy="720"/>
          </a:xfrm>
          <a:custGeom>
            <a:avLst/>
            <a:gdLst/>
            <a:ahLst/>
            <a:rect l="0" t="0" r="r" b="b"/>
            <a:pathLst>
              <a:path w="40" h="2"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moveTo>
                  <a:pt x="7" y="0"/>
                </a:moveTo>
                <a:lnTo>
                  <a:pt x="9" y="0"/>
                </a:lnTo>
                <a:lnTo>
                  <a:pt x="9" y="2"/>
                </a:lnTo>
                <a:lnTo>
                  <a:pt x="7" y="2"/>
                </a:lnTo>
                <a:lnTo>
                  <a:pt x="7" y="0"/>
                </a:lnTo>
                <a:moveTo>
                  <a:pt x="14" y="0"/>
                </a:moveTo>
                <a:lnTo>
                  <a:pt x="15" y="0"/>
                </a:lnTo>
                <a:lnTo>
                  <a:pt x="15" y="2"/>
                </a:lnTo>
                <a:lnTo>
                  <a:pt x="14" y="2"/>
                </a:lnTo>
                <a:lnTo>
                  <a:pt x="14" y="0"/>
                </a:lnTo>
                <a:moveTo>
                  <a:pt x="20" y="0"/>
                </a:moveTo>
                <a:lnTo>
                  <a:pt x="21" y="0"/>
                </a:lnTo>
                <a:lnTo>
                  <a:pt x="21" y="2"/>
                </a:lnTo>
                <a:lnTo>
                  <a:pt x="20" y="2"/>
                </a:lnTo>
                <a:lnTo>
                  <a:pt x="20" y="0"/>
                </a:lnTo>
                <a:moveTo>
                  <a:pt x="26" y="0"/>
                </a:moveTo>
                <a:lnTo>
                  <a:pt x="28" y="0"/>
                </a:lnTo>
                <a:lnTo>
                  <a:pt x="28" y="2"/>
                </a:lnTo>
                <a:lnTo>
                  <a:pt x="26" y="2"/>
                </a:lnTo>
                <a:lnTo>
                  <a:pt x="26" y="0"/>
                </a:lnTo>
                <a:moveTo>
                  <a:pt x="32" y="0"/>
                </a:moveTo>
                <a:lnTo>
                  <a:pt x="34" y="0"/>
                </a:lnTo>
                <a:lnTo>
                  <a:pt x="34" y="2"/>
                </a:lnTo>
                <a:lnTo>
                  <a:pt x="32" y="2"/>
                </a:lnTo>
                <a:lnTo>
                  <a:pt x="32" y="0"/>
                </a:lnTo>
                <a:moveTo>
                  <a:pt x="39" y="0"/>
                </a:moveTo>
                <a:lnTo>
                  <a:pt x="40" y="0"/>
                </a:lnTo>
                <a:lnTo>
                  <a:pt x="40" y="2"/>
                </a:lnTo>
                <a:lnTo>
                  <a:pt x="39" y="2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 flipV="1">
            <a:off x="2230560" y="3640680"/>
            <a:ext cx="12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2" name=""/>
          <p:cNvSpPr/>
          <p:nvPr/>
        </p:nvSpPr>
        <p:spPr>
          <a:xfrm>
            <a:off x="2243160" y="3639240"/>
            <a:ext cx="5040" cy="3240"/>
          </a:xfrm>
          <a:custGeom>
            <a:avLst/>
            <a:gdLst/>
            <a:ahLst/>
            <a:rect l="0" t="0" r="r" b="b"/>
            <a:pathLst>
              <a:path w="14" h="9">
                <a:moveTo>
                  <a:pt x="0" y="9"/>
                </a:moveTo>
                <a:lnTo>
                  <a:pt x="0" y="0"/>
                </a:lnTo>
                <a:lnTo>
                  <a:pt x="14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2291400" y="3641040"/>
            <a:ext cx="187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4" name=""/>
          <p:cNvSpPr/>
          <p:nvPr/>
        </p:nvSpPr>
        <p:spPr>
          <a:xfrm>
            <a:off x="2310120" y="3639600"/>
            <a:ext cx="4320" cy="3240"/>
          </a:xfrm>
          <a:custGeom>
            <a:avLst/>
            <a:gdLst/>
            <a:ahLst/>
            <a:rect l="0" t="0" r="r" b="b"/>
            <a:pathLst>
              <a:path w="12" h="9">
                <a:moveTo>
                  <a:pt x="0" y="9"/>
                </a:moveTo>
                <a:lnTo>
                  <a:pt x="0" y="0"/>
                </a:lnTo>
                <a:lnTo>
                  <a:pt x="12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2441520" y="3503520"/>
            <a:ext cx="21240" cy="720"/>
          </a:xfrm>
          <a:custGeom>
            <a:avLst/>
            <a:gdLst/>
            <a:ahLst/>
            <a:rect l="0" t="0" r="r" b="b"/>
            <a:pathLst>
              <a:path w="59" h="2"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moveTo>
                  <a:pt x="6" y="0"/>
                </a:moveTo>
                <a:lnTo>
                  <a:pt x="7" y="0"/>
                </a:lnTo>
                <a:lnTo>
                  <a:pt x="7" y="2"/>
                </a:lnTo>
                <a:lnTo>
                  <a:pt x="6" y="2"/>
                </a:lnTo>
                <a:lnTo>
                  <a:pt x="6" y="0"/>
                </a:lnTo>
                <a:moveTo>
                  <a:pt x="12" y="0"/>
                </a:moveTo>
                <a:lnTo>
                  <a:pt x="14" y="0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moveTo>
                  <a:pt x="18" y="0"/>
                </a:moveTo>
                <a:lnTo>
                  <a:pt x="20" y="0"/>
                </a:lnTo>
                <a:lnTo>
                  <a:pt x="20" y="2"/>
                </a:lnTo>
                <a:lnTo>
                  <a:pt x="18" y="2"/>
                </a:lnTo>
                <a:lnTo>
                  <a:pt x="18" y="0"/>
                </a:lnTo>
                <a:moveTo>
                  <a:pt x="25" y="0"/>
                </a:moveTo>
                <a:lnTo>
                  <a:pt x="26" y="0"/>
                </a:lnTo>
                <a:lnTo>
                  <a:pt x="26" y="2"/>
                </a:lnTo>
                <a:lnTo>
                  <a:pt x="25" y="2"/>
                </a:lnTo>
                <a:lnTo>
                  <a:pt x="25" y="0"/>
                </a:lnTo>
                <a:moveTo>
                  <a:pt x="31" y="0"/>
                </a:moveTo>
                <a:lnTo>
                  <a:pt x="33" y="0"/>
                </a:lnTo>
                <a:lnTo>
                  <a:pt x="33" y="2"/>
                </a:lnTo>
                <a:lnTo>
                  <a:pt x="31" y="2"/>
                </a:lnTo>
                <a:lnTo>
                  <a:pt x="31" y="0"/>
                </a:lnTo>
                <a:moveTo>
                  <a:pt x="38" y="0"/>
                </a:moveTo>
                <a:lnTo>
                  <a:pt x="40" y="0"/>
                </a:lnTo>
                <a:lnTo>
                  <a:pt x="40" y="2"/>
                </a:lnTo>
                <a:lnTo>
                  <a:pt x="38" y="2"/>
                </a:lnTo>
                <a:lnTo>
                  <a:pt x="38" y="0"/>
                </a:lnTo>
                <a:moveTo>
                  <a:pt x="45" y="0"/>
                </a:moveTo>
                <a:lnTo>
                  <a:pt x="46" y="0"/>
                </a:lnTo>
                <a:lnTo>
                  <a:pt x="46" y="2"/>
                </a:lnTo>
                <a:lnTo>
                  <a:pt x="45" y="2"/>
                </a:lnTo>
                <a:lnTo>
                  <a:pt x="45" y="0"/>
                </a:lnTo>
                <a:moveTo>
                  <a:pt x="51" y="0"/>
                </a:moveTo>
                <a:lnTo>
                  <a:pt x="53" y="0"/>
                </a:lnTo>
                <a:lnTo>
                  <a:pt x="53" y="2"/>
                </a:lnTo>
                <a:lnTo>
                  <a:pt x="51" y="2"/>
                </a:lnTo>
                <a:lnTo>
                  <a:pt x="51" y="0"/>
                </a:lnTo>
                <a:moveTo>
                  <a:pt x="57" y="0"/>
                </a:moveTo>
                <a:lnTo>
                  <a:pt x="59" y="0"/>
                </a:lnTo>
                <a:lnTo>
                  <a:pt x="59" y="2"/>
                </a:lnTo>
                <a:lnTo>
                  <a:pt x="57" y="2"/>
                </a:lnTo>
                <a:lnTo>
                  <a:pt x="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2720160" y="3774960"/>
            <a:ext cx="720" cy="7560"/>
          </a:xfrm>
          <a:custGeom>
            <a:avLst/>
            <a:gdLst/>
            <a:ahLst/>
            <a:rect l="0" t="0" r="r" b="b"/>
            <a:pathLst>
              <a:path w="2" h="21">
                <a:moveTo>
                  <a:pt x="2" y="0"/>
                </a:move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moveTo>
                  <a:pt x="2" y="7"/>
                </a:moveTo>
                <a:lnTo>
                  <a:pt x="2" y="9"/>
                </a:lnTo>
                <a:lnTo>
                  <a:pt x="0" y="9"/>
                </a:lnTo>
                <a:lnTo>
                  <a:pt x="0" y="7"/>
                </a:lnTo>
                <a:lnTo>
                  <a:pt x="2" y="7"/>
                </a:lnTo>
                <a:moveTo>
                  <a:pt x="2" y="13"/>
                </a:moveTo>
                <a:lnTo>
                  <a:pt x="2" y="15"/>
                </a:lnTo>
                <a:lnTo>
                  <a:pt x="0" y="15"/>
                </a:lnTo>
                <a:lnTo>
                  <a:pt x="0" y="13"/>
                </a:lnTo>
                <a:lnTo>
                  <a:pt x="2" y="13"/>
                </a:lnTo>
                <a:moveTo>
                  <a:pt x="2" y="20"/>
                </a:moveTo>
                <a:lnTo>
                  <a:pt x="2" y="21"/>
                </a:lnTo>
                <a:lnTo>
                  <a:pt x="0" y="21"/>
                </a:lnTo>
                <a:lnTo>
                  <a:pt x="0" y="20"/>
                </a:lnTo>
                <a:lnTo>
                  <a:pt x="2" y="2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1484640" y="3832560"/>
            <a:ext cx="1317600" cy="88200"/>
          </a:xfrm>
          <a:custGeom>
            <a:avLst/>
            <a:gdLst/>
            <a:ahLst/>
            <a:rect l="0" t="0" r="r" b="b"/>
            <a:pathLst>
              <a:path w="3660" h="245">
                <a:moveTo>
                  <a:pt x="0" y="0"/>
                </a:moveTo>
                <a:lnTo>
                  <a:pt x="3660" y="0"/>
                </a:lnTo>
                <a:lnTo>
                  <a:pt x="3660" y="245"/>
                </a:lnTo>
                <a:lnTo>
                  <a:pt x="0" y="245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8" name=""/>
          <p:cNvSpPr/>
          <p:nvPr/>
        </p:nvSpPr>
        <p:spPr>
          <a:xfrm>
            <a:off x="1484640" y="3832560"/>
            <a:ext cx="1317600" cy="88200"/>
          </a:xfrm>
          <a:custGeom>
            <a:avLst/>
            <a:gdLst/>
            <a:ahLst/>
            <a:rect l="0" t="0" r="r" b="b"/>
            <a:pathLst>
              <a:path w="3660" h="245">
                <a:moveTo>
                  <a:pt x="0" y="0"/>
                </a:moveTo>
                <a:lnTo>
                  <a:pt x="3660" y="0"/>
                </a:lnTo>
                <a:lnTo>
                  <a:pt x="3660" y="245"/>
                </a:lnTo>
                <a:lnTo>
                  <a:pt x="0" y="2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9" name=""/>
          <p:cNvSpPr/>
          <p:nvPr/>
        </p:nvSpPr>
        <p:spPr>
          <a:xfrm>
            <a:off x="1484640" y="3832560"/>
            <a:ext cx="1317600" cy="88200"/>
          </a:xfrm>
          <a:custGeom>
            <a:avLst/>
            <a:gdLst/>
            <a:ahLst/>
            <a:rect l="0" t="0" r="r" b="b"/>
            <a:pathLst>
              <a:path w="3660" h="245">
                <a:moveTo>
                  <a:pt x="0" y="0"/>
                </a:moveTo>
                <a:lnTo>
                  <a:pt x="3660" y="0"/>
                </a:lnTo>
                <a:lnTo>
                  <a:pt x="3660" y="245"/>
                </a:lnTo>
                <a:lnTo>
                  <a:pt x="0" y="2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0" name=""/>
          <p:cNvSpPr/>
          <p:nvPr/>
        </p:nvSpPr>
        <p:spPr>
          <a:xfrm>
            <a:off x="1564920" y="38656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1"/>
                </a:moveTo>
                <a:cubicBezTo>
                  <a:pt x="44" y="25"/>
                  <a:pt x="43" y="29"/>
                  <a:pt x="41" y="32"/>
                </a:cubicBezTo>
                <a:cubicBezTo>
                  <a:pt x="39" y="36"/>
                  <a:pt x="37" y="39"/>
                  <a:pt x="33" y="41"/>
                </a:cubicBezTo>
                <a:cubicBezTo>
                  <a:pt x="30" y="43"/>
                  <a:pt x="26" y="44"/>
                  <a:pt x="22" y="44"/>
                </a:cubicBezTo>
                <a:cubicBezTo>
                  <a:pt x="17" y="44"/>
                  <a:pt x="14" y="43"/>
                  <a:pt x="10" y="41"/>
                </a:cubicBezTo>
                <a:cubicBezTo>
                  <a:pt x="7" y="39"/>
                  <a:pt x="4" y="36"/>
                  <a:pt x="3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3" y="10"/>
                </a:cubicBezTo>
                <a:cubicBezTo>
                  <a:pt x="5" y="7"/>
                  <a:pt x="7" y="4"/>
                  <a:pt x="10" y="3"/>
                </a:cubicBezTo>
                <a:cubicBezTo>
                  <a:pt x="14" y="1"/>
                  <a:pt x="17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4"/>
                  <a:pt x="39" y="7"/>
                  <a:pt x="41" y="10"/>
                </a:cubicBezTo>
                <a:cubicBezTo>
                  <a:pt x="43" y="14"/>
                  <a:pt x="44" y="17"/>
                  <a:pt x="44" y="21"/>
                </a:cubicBezTo>
                <a:close/>
              </a:path>
            </a:pathLst>
          </a:custGeom>
          <a:solidFill>
            <a:srgbClr val="fbe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1" name=""/>
          <p:cNvSpPr/>
          <p:nvPr/>
        </p:nvSpPr>
        <p:spPr>
          <a:xfrm>
            <a:off x="1564920" y="38656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21"/>
                </a:moveTo>
                <a:cubicBezTo>
                  <a:pt x="44" y="25"/>
                  <a:pt x="43" y="29"/>
                  <a:pt x="41" y="32"/>
                </a:cubicBezTo>
                <a:cubicBezTo>
                  <a:pt x="39" y="36"/>
                  <a:pt x="37" y="39"/>
                  <a:pt x="33" y="41"/>
                </a:cubicBezTo>
                <a:cubicBezTo>
                  <a:pt x="30" y="43"/>
                  <a:pt x="26" y="44"/>
                  <a:pt x="22" y="44"/>
                </a:cubicBezTo>
                <a:cubicBezTo>
                  <a:pt x="17" y="44"/>
                  <a:pt x="14" y="43"/>
                  <a:pt x="10" y="41"/>
                </a:cubicBezTo>
                <a:cubicBezTo>
                  <a:pt x="7" y="39"/>
                  <a:pt x="4" y="36"/>
                  <a:pt x="3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3" y="10"/>
                </a:cubicBezTo>
                <a:cubicBezTo>
                  <a:pt x="5" y="7"/>
                  <a:pt x="7" y="4"/>
                  <a:pt x="10" y="3"/>
                </a:cubicBezTo>
                <a:cubicBezTo>
                  <a:pt x="14" y="1"/>
                  <a:pt x="17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4"/>
                  <a:pt x="39" y="7"/>
                  <a:pt x="41" y="10"/>
                </a:cubicBezTo>
                <a:cubicBezTo>
                  <a:pt x="43" y="14"/>
                  <a:pt x="44" y="17"/>
                  <a:pt x="44" y="21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/>
          <p:nvPr/>
        </p:nvSpPr>
        <p:spPr>
          <a:xfrm>
            <a:off x="1564560" y="38653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2" y="41"/>
                </a:moveTo>
                <a:cubicBezTo>
                  <a:pt x="12" y="41"/>
                  <a:pt x="4" y="33"/>
                  <a:pt x="4" y="23"/>
                </a:cubicBezTo>
                <a:cubicBezTo>
                  <a:pt x="4" y="12"/>
                  <a:pt x="12" y="4"/>
                  <a:pt x="22" y="4"/>
                </a:cubicBezTo>
                <a:cubicBezTo>
                  <a:pt x="33" y="4"/>
                  <a:pt x="42" y="12"/>
                  <a:pt x="42" y="23"/>
                </a:cubicBezTo>
                <a:cubicBezTo>
                  <a:pt x="42" y="33"/>
                  <a:pt x="33" y="41"/>
                  <a:pt x="22" y="41"/>
                </a:cubicBezTo>
                <a:moveTo>
                  <a:pt x="22" y="6"/>
                </a:moveTo>
                <a:cubicBezTo>
                  <a:pt x="13" y="6"/>
                  <a:pt x="6" y="13"/>
                  <a:pt x="6" y="23"/>
                </a:cubicBezTo>
                <a:cubicBezTo>
                  <a:pt x="6" y="32"/>
                  <a:pt x="13" y="40"/>
                  <a:pt x="22" y="40"/>
                </a:cubicBezTo>
                <a:cubicBezTo>
                  <a:pt x="31" y="40"/>
                  <a:pt x="40" y="32"/>
                  <a:pt x="40" y="23"/>
                </a:cubicBezTo>
                <a:cubicBezTo>
                  <a:pt x="40" y="13"/>
                  <a:pt x="31" y="6"/>
                  <a:pt x="22" y="6"/>
                </a:cubicBezTo>
                <a:moveTo>
                  <a:pt x="22" y="2"/>
                </a:moveTo>
                <a:cubicBezTo>
                  <a:pt x="25" y="2"/>
                  <a:pt x="28" y="2"/>
                  <a:pt x="30" y="3"/>
                </a:cubicBezTo>
                <a:cubicBezTo>
                  <a:pt x="34" y="4"/>
                  <a:pt x="36" y="6"/>
                  <a:pt x="38" y="8"/>
                </a:cubicBezTo>
                <a:cubicBezTo>
                  <a:pt x="40" y="10"/>
                  <a:pt x="41" y="12"/>
                  <a:pt x="42" y="14"/>
                </a:cubicBezTo>
                <a:cubicBezTo>
                  <a:pt x="43" y="17"/>
                  <a:pt x="44" y="20"/>
                  <a:pt x="44" y="23"/>
                </a:cubicBezTo>
                <a:cubicBezTo>
                  <a:pt x="44" y="26"/>
                  <a:pt x="43" y="29"/>
                  <a:pt x="42" y="31"/>
                </a:cubicBezTo>
                <a:cubicBezTo>
                  <a:pt x="41" y="34"/>
                  <a:pt x="40" y="36"/>
                  <a:pt x="38" y="38"/>
                </a:cubicBezTo>
                <a:cubicBezTo>
                  <a:pt x="36" y="40"/>
                  <a:pt x="34" y="41"/>
                  <a:pt x="30" y="42"/>
                </a:cubicBezTo>
                <a:cubicBezTo>
                  <a:pt x="28" y="43"/>
                  <a:pt x="25" y="44"/>
                  <a:pt x="22" y="44"/>
                </a:cubicBezTo>
                <a:cubicBezTo>
                  <a:pt x="20" y="44"/>
                  <a:pt x="17" y="43"/>
                  <a:pt x="14" y="42"/>
                </a:cubicBezTo>
                <a:cubicBezTo>
                  <a:pt x="12" y="41"/>
                  <a:pt x="10" y="40"/>
                  <a:pt x="8" y="38"/>
                </a:cubicBezTo>
                <a:cubicBezTo>
                  <a:pt x="6" y="36"/>
                  <a:pt x="4" y="34"/>
                  <a:pt x="3" y="31"/>
                </a:cubicBezTo>
                <a:cubicBezTo>
                  <a:pt x="2" y="29"/>
                  <a:pt x="2" y="26"/>
                  <a:pt x="2" y="23"/>
                </a:cubicBezTo>
                <a:cubicBezTo>
                  <a:pt x="2" y="20"/>
                  <a:pt x="2" y="17"/>
                  <a:pt x="3" y="14"/>
                </a:cubicBezTo>
                <a:cubicBezTo>
                  <a:pt x="4" y="12"/>
                  <a:pt x="6" y="10"/>
                  <a:pt x="8" y="8"/>
                </a:cubicBezTo>
                <a:cubicBezTo>
                  <a:pt x="10" y="6"/>
                  <a:pt x="12" y="4"/>
                  <a:pt x="14" y="3"/>
                </a:cubicBezTo>
                <a:cubicBezTo>
                  <a:pt x="17" y="2"/>
                  <a:pt x="20" y="2"/>
                  <a:pt x="22" y="2"/>
                </a:cubicBezTo>
                <a:moveTo>
                  <a:pt x="22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5"/>
                  <a:pt x="10" y="45"/>
                  <a:pt x="22" y="45"/>
                </a:cubicBezTo>
                <a:cubicBezTo>
                  <a:pt x="36" y="45"/>
                  <a:pt x="45" y="35"/>
                  <a:pt x="45" y="23"/>
                </a:cubicBezTo>
                <a:cubicBezTo>
                  <a:pt x="45" y="10"/>
                  <a:pt x="36" y="0"/>
                  <a:pt x="22" y="0"/>
                </a:cubicBez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/>
          <p:nvPr/>
        </p:nvSpPr>
        <p:spPr>
          <a:xfrm>
            <a:off x="1568520" y="3869280"/>
            <a:ext cx="8640" cy="7560"/>
          </a:xfrm>
          <a:custGeom>
            <a:avLst/>
            <a:gdLst/>
            <a:ahLst/>
            <a:rect l="0" t="0" r="r" b="b"/>
            <a:pathLst>
              <a:path w="24" h="21">
                <a:moveTo>
                  <a:pt x="12" y="3"/>
                </a:moveTo>
                <a:lnTo>
                  <a:pt x="22" y="20"/>
                </a:lnTo>
                <a:lnTo>
                  <a:pt x="2" y="20"/>
                </a:lnTo>
                <a:lnTo>
                  <a:pt x="12" y="3"/>
                </a:lnTo>
                <a:moveTo>
                  <a:pt x="12" y="0"/>
                </a:moveTo>
                <a:cubicBezTo>
                  <a:pt x="10" y="0"/>
                  <a:pt x="11" y="0"/>
                  <a:pt x="11" y="1"/>
                </a:cubicBezTo>
                <a:lnTo>
                  <a:pt x="1" y="19"/>
                </a:lnTo>
                <a:cubicBezTo>
                  <a:pt x="0" y="20"/>
                  <a:pt x="0" y="20"/>
                  <a:pt x="1" y="21"/>
                </a:cubicBezTo>
                <a:lnTo>
                  <a:pt x="2" y="21"/>
                </a:lnTo>
                <a:lnTo>
                  <a:pt x="22" y="21"/>
                </a:lnTo>
                <a:lnTo>
                  <a:pt x="23" y="21"/>
                </a:lnTo>
                <a:cubicBezTo>
                  <a:pt x="24" y="20"/>
                  <a:pt x="24" y="20"/>
                  <a:pt x="23" y="19"/>
                </a:cubicBezTo>
                <a:lnTo>
                  <a:pt x="14" y="1"/>
                </a:lnTo>
                <a:cubicBezTo>
                  <a:pt x="14" y="0"/>
                  <a:pt x="13" y="0"/>
                  <a:pt x="13" y="0"/>
                </a:cubicBezTo>
                <a:lnTo>
                  <a:pt x="12" y="0"/>
                </a:lnTo>
                <a:close/>
              </a:path>
            </a:pathLst>
          </a:custGeom>
          <a:solidFill>
            <a:srgbClr val="e5a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4" name=""/>
          <p:cNvSpPr/>
          <p:nvPr/>
        </p:nvSpPr>
        <p:spPr>
          <a:xfrm>
            <a:off x="1568520" y="3869280"/>
            <a:ext cx="8640" cy="7560"/>
          </a:xfrm>
          <a:custGeom>
            <a:avLst/>
            <a:gdLst/>
            <a:ahLst/>
            <a:rect l="0" t="0" r="r" b="b"/>
            <a:pathLst>
              <a:path fill="none" w="24" h="21">
                <a:moveTo>
                  <a:pt x="12" y="3"/>
                </a:moveTo>
                <a:lnTo>
                  <a:pt x="22" y="20"/>
                </a:lnTo>
                <a:lnTo>
                  <a:pt x="2" y="20"/>
                </a:lnTo>
                <a:lnTo>
                  <a:pt x="12" y="3"/>
                </a:lnTo>
                <a:moveTo>
                  <a:pt x="12" y="0"/>
                </a:moveTo>
                <a:cubicBezTo>
                  <a:pt x="10" y="0"/>
                  <a:pt x="11" y="0"/>
                  <a:pt x="11" y="1"/>
                </a:cubicBezTo>
                <a:lnTo>
                  <a:pt x="1" y="19"/>
                </a:lnTo>
                <a:cubicBezTo>
                  <a:pt x="0" y="20"/>
                  <a:pt x="0" y="20"/>
                  <a:pt x="1" y="21"/>
                </a:cubicBezTo>
                <a:lnTo>
                  <a:pt x="2" y="21"/>
                </a:lnTo>
                <a:lnTo>
                  <a:pt x="22" y="21"/>
                </a:lnTo>
                <a:lnTo>
                  <a:pt x="23" y="21"/>
                </a:lnTo>
                <a:cubicBezTo>
                  <a:pt x="24" y="20"/>
                  <a:pt x="24" y="20"/>
                  <a:pt x="23" y="19"/>
                </a:cubicBezTo>
                <a:lnTo>
                  <a:pt x="14" y="1"/>
                </a:lnTo>
                <a:cubicBezTo>
                  <a:pt x="14" y="0"/>
                  <a:pt x="13" y="0"/>
                  <a:pt x="13" y="0"/>
                </a:cubicBezTo>
                <a:lnTo>
                  <a:pt x="12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5" name=""/>
          <p:cNvSpPr/>
          <p:nvPr/>
        </p:nvSpPr>
        <p:spPr>
          <a:xfrm>
            <a:off x="1625040" y="3859200"/>
            <a:ext cx="114120" cy="28800"/>
          </a:xfrm>
          <a:custGeom>
            <a:avLst/>
            <a:gdLst/>
            <a:ahLst/>
            <a:rect l="0" t="0" r="r" b="b"/>
            <a:pathLst>
              <a:path w="317" h="80">
                <a:moveTo>
                  <a:pt x="1" y="0"/>
                </a:moveTo>
                <a:lnTo>
                  <a:pt x="315" y="0"/>
                </a:lnTo>
                <a:cubicBezTo>
                  <a:pt x="316" y="0"/>
                  <a:pt x="317" y="0"/>
                  <a:pt x="317" y="1"/>
                </a:cubicBezTo>
                <a:lnTo>
                  <a:pt x="317" y="79"/>
                </a:lnTo>
                <a:cubicBezTo>
                  <a:pt x="317" y="80"/>
                  <a:pt x="316" y="80"/>
                  <a:pt x="315" y="80"/>
                </a:cubicBezTo>
                <a:lnTo>
                  <a:pt x="1" y="80"/>
                </a:lnTo>
                <a:cubicBezTo>
                  <a:pt x="0" y="80"/>
                  <a:pt x="0" y="80"/>
                  <a:pt x="0" y="79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/>
          <p:nvPr/>
        </p:nvSpPr>
        <p:spPr>
          <a:xfrm>
            <a:off x="1625040" y="3859200"/>
            <a:ext cx="114120" cy="28800"/>
          </a:xfrm>
          <a:custGeom>
            <a:avLst/>
            <a:gdLst/>
            <a:ahLst/>
            <a:rect l="0" t="0" r="r" b="b"/>
            <a:pathLst>
              <a:path w="317" h="80">
                <a:moveTo>
                  <a:pt x="1" y="0"/>
                </a:moveTo>
                <a:lnTo>
                  <a:pt x="315" y="0"/>
                </a:lnTo>
                <a:cubicBezTo>
                  <a:pt x="316" y="0"/>
                  <a:pt x="317" y="0"/>
                  <a:pt x="317" y="1"/>
                </a:cubicBezTo>
                <a:lnTo>
                  <a:pt x="317" y="79"/>
                </a:lnTo>
                <a:cubicBezTo>
                  <a:pt x="317" y="80"/>
                  <a:pt x="316" y="80"/>
                  <a:pt x="315" y="80"/>
                </a:cubicBezTo>
                <a:lnTo>
                  <a:pt x="1" y="80"/>
                </a:lnTo>
                <a:cubicBezTo>
                  <a:pt x="0" y="80"/>
                  <a:pt x="0" y="80"/>
                  <a:pt x="0" y="79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/>
          <p:nvPr/>
        </p:nvSpPr>
        <p:spPr>
          <a:xfrm>
            <a:off x="1543320" y="3894480"/>
            <a:ext cx="3600" cy="18360"/>
          </a:xfrm>
          <a:custGeom>
            <a:avLst/>
            <a:gdLst/>
            <a:ahLst/>
            <a:rect l="0" t="0" r="r" b="b"/>
            <a:pathLst>
              <a:path fill="none" w="10" h="51">
                <a:moveTo>
                  <a:pt x="10" y="51"/>
                </a:moveTo>
                <a:lnTo>
                  <a:pt x="0" y="51"/>
                </a:lnTo>
                <a:lnTo>
                  <a:pt x="0" y="0"/>
                </a:lnTo>
                <a:lnTo>
                  <a:pt x="10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/>
          <p:nvPr/>
        </p:nvSpPr>
        <p:spPr>
          <a:xfrm>
            <a:off x="2346120" y="3866040"/>
            <a:ext cx="43920" cy="29160"/>
          </a:xfrm>
          <a:custGeom>
            <a:avLst/>
            <a:gdLst/>
            <a:ahLst/>
            <a:rect l="0" t="0" r="r" b="b"/>
            <a:pathLst>
              <a:path w="122" h="81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0"/>
                  <a:pt x="122" y="1"/>
                </a:cubicBezTo>
                <a:lnTo>
                  <a:pt x="122" y="80"/>
                </a:lnTo>
                <a:cubicBezTo>
                  <a:pt x="122" y="81"/>
                  <a:pt x="122" y="81"/>
                  <a:pt x="121" y="81"/>
                </a:cubicBezTo>
                <a:lnTo>
                  <a:pt x="1" y="81"/>
                </a:lnTo>
                <a:cubicBezTo>
                  <a:pt x="0" y="81"/>
                  <a:pt x="0" y="81"/>
                  <a:pt x="0" y="80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9" name=""/>
          <p:cNvSpPr/>
          <p:nvPr/>
        </p:nvSpPr>
        <p:spPr>
          <a:xfrm>
            <a:off x="2346120" y="3866040"/>
            <a:ext cx="43920" cy="29160"/>
          </a:xfrm>
          <a:custGeom>
            <a:avLst/>
            <a:gdLst/>
            <a:ahLst/>
            <a:rect l="0" t="0" r="r" b="b"/>
            <a:pathLst>
              <a:path w="122" h="81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0"/>
                  <a:pt x="122" y="1"/>
                </a:cubicBezTo>
                <a:lnTo>
                  <a:pt x="122" y="80"/>
                </a:lnTo>
                <a:cubicBezTo>
                  <a:pt x="122" y="81"/>
                  <a:pt x="122" y="81"/>
                  <a:pt x="121" y="81"/>
                </a:cubicBezTo>
                <a:lnTo>
                  <a:pt x="1" y="81"/>
                </a:lnTo>
                <a:cubicBezTo>
                  <a:pt x="0" y="81"/>
                  <a:pt x="0" y="81"/>
                  <a:pt x="0" y="80"/>
                </a:cubicBezTo>
                <a:lnTo>
                  <a:pt x="0" y="1"/>
                </a:ln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0" name=""/>
          <p:cNvSpPr/>
          <p:nvPr/>
        </p:nvSpPr>
        <p:spPr>
          <a:xfrm>
            <a:off x="2350800" y="387072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4" y="0"/>
                </a:moveTo>
                <a:lnTo>
                  <a:pt x="0" y="4"/>
                </a:lnTo>
                <a:lnTo>
                  <a:pt x="0" y="5"/>
                </a:lnTo>
                <a:lnTo>
                  <a:pt x="4" y="7"/>
                </a:lnTo>
                <a:cubicBezTo>
                  <a:pt x="5" y="7"/>
                  <a:pt x="5" y="7"/>
                  <a:pt x="4" y="7"/>
                </a:cubicBezTo>
                <a:lnTo>
                  <a:pt x="1" y="4"/>
                </a:lnTo>
                <a:lnTo>
                  <a:pt x="4" y="1"/>
                </a:lnTo>
                <a:cubicBezTo>
                  <a:pt x="5" y="1"/>
                  <a:pt x="5" y="0"/>
                  <a:pt x="4" y="0"/>
                </a:cubicBezTo>
                <a:close/>
              </a:path>
            </a:pathLst>
          </a:custGeom>
          <a:solidFill>
            <a:srgbClr val="393f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1" name=""/>
          <p:cNvSpPr/>
          <p:nvPr/>
        </p:nvSpPr>
        <p:spPr>
          <a:xfrm>
            <a:off x="2350800" y="387072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4" y="0"/>
                </a:moveTo>
                <a:lnTo>
                  <a:pt x="0" y="4"/>
                </a:lnTo>
                <a:lnTo>
                  <a:pt x="0" y="5"/>
                </a:lnTo>
                <a:lnTo>
                  <a:pt x="4" y="7"/>
                </a:lnTo>
                <a:cubicBezTo>
                  <a:pt x="5" y="7"/>
                  <a:pt x="5" y="7"/>
                  <a:pt x="4" y="7"/>
                </a:cubicBezTo>
                <a:lnTo>
                  <a:pt x="1" y="4"/>
                </a:lnTo>
                <a:lnTo>
                  <a:pt x="4" y="1"/>
                </a:lnTo>
                <a:cubicBezTo>
                  <a:pt x="5" y="1"/>
                  <a:pt x="5" y="0"/>
                  <a:pt x="4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2" name=""/>
          <p:cNvSpPr/>
          <p:nvPr/>
        </p:nvSpPr>
        <p:spPr>
          <a:xfrm>
            <a:off x="2352960" y="387072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0"/>
                </a:moveTo>
                <a:lnTo>
                  <a:pt x="0" y="1"/>
                </a:lnTo>
                <a:lnTo>
                  <a:pt x="2" y="4"/>
                </a:lnTo>
                <a:lnTo>
                  <a:pt x="0" y="7"/>
                </a:lnTo>
                <a:lnTo>
                  <a:pt x="4" y="5"/>
                </a:lnTo>
                <a:cubicBezTo>
                  <a:pt x="4" y="4"/>
                  <a:pt x="4" y="4"/>
                  <a:pt x="4" y="4"/>
                </a:cubicBezTo>
                <a:lnTo>
                  <a:pt x="0" y="0"/>
                </a:lnTo>
                <a:close/>
              </a:path>
            </a:pathLst>
          </a:custGeom>
          <a:solidFill>
            <a:srgbClr val="393f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3" name=""/>
          <p:cNvSpPr/>
          <p:nvPr/>
        </p:nvSpPr>
        <p:spPr>
          <a:xfrm>
            <a:off x="2352960" y="387072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0" y="0"/>
                </a:moveTo>
                <a:lnTo>
                  <a:pt x="0" y="1"/>
                </a:lnTo>
                <a:lnTo>
                  <a:pt x="2" y="4"/>
                </a:lnTo>
                <a:lnTo>
                  <a:pt x="0" y="7"/>
                </a:lnTo>
                <a:lnTo>
                  <a:pt x="4" y="5"/>
                </a:lnTo>
                <a:cubicBezTo>
                  <a:pt x="4" y="4"/>
                  <a:pt x="4" y="4"/>
                  <a:pt x="4" y="4"/>
                </a:cubicBez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/>
          <p:nvPr/>
        </p:nvSpPr>
        <p:spPr>
          <a:xfrm>
            <a:off x="2348640" y="3869280"/>
            <a:ext cx="7920" cy="6840"/>
          </a:xfrm>
          <a:custGeom>
            <a:avLst/>
            <a:gdLst/>
            <a:ahLst/>
            <a:rect l="0" t="0" r="r" b="b"/>
            <a:pathLst>
              <a:path w="22" h="19">
                <a:moveTo>
                  <a:pt x="20" y="0"/>
                </a:moveTo>
                <a:cubicBezTo>
                  <a:pt x="20" y="0"/>
                  <a:pt x="7" y="0"/>
                  <a:pt x="6" y="0"/>
                </a:cubicBezTo>
                <a:cubicBezTo>
                  <a:pt x="3" y="0"/>
                  <a:pt x="3" y="3"/>
                  <a:pt x="3" y="3"/>
                </a:cubicBezTo>
                <a:lnTo>
                  <a:pt x="3" y="13"/>
                </a:lnTo>
                <a:lnTo>
                  <a:pt x="0" y="13"/>
                </a:lnTo>
                <a:cubicBezTo>
                  <a:pt x="0" y="13"/>
                  <a:pt x="0" y="19"/>
                  <a:pt x="4" y="19"/>
                </a:cubicBezTo>
                <a:lnTo>
                  <a:pt x="15" y="19"/>
                </a:lnTo>
                <a:cubicBezTo>
                  <a:pt x="17" y="19"/>
                  <a:pt x="19" y="17"/>
                  <a:pt x="19" y="15"/>
                </a:cubicBezTo>
                <a:cubicBezTo>
                  <a:pt x="19" y="14"/>
                  <a:pt x="19" y="10"/>
                  <a:pt x="19" y="6"/>
                </a:cubicBezTo>
                <a:lnTo>
                  <a:pt x="22" y="6"/>
                </a:lnTo>
                <a:lnTo>
                  <a:pt x="22" y="3"/>
                </a:lnTo>
                <a:cubicBezTo>
                  <a:pt x="22" y="3"/>
                  <a:pt x="22" y="0"/>
                  <a:pt x="20" y="0"/>
                </a:cubicBezTo>
                <a:moveTo>
                  <a:pt x="4" y="17"/>
                </a:moveTo>
                <a:cubicBezTo>
                  <a:pt x="3" y="17"/>
                  <a:pt x="3" y="17"/>
                  <a:pt x="3" y="17"/>
                </a:cubicBezTo>
                <a:cubicBezTo>
                  <a:pt x="2" y="16"/>
                  <a:pt x="2" y="15"/>
                  <a:pt x="2" y="14"/>
                </a:cubicBezTo>
                <a:lnTo>
                  <a:pt x="12" y="14"/>
                </a:lnTo>
                <a:lnTo>
                  <a:pt x="12" y="15"/>
                </a:lnTo>
                <a:cubicBezTo>
                  <a:pt x="12" y="16"/>
                  <a:pt x="13" y="17"/>
                  <a:pt x="13" y="17"/>
                </a:cubicBezTo>
                <a:lnTo>
                  <a:pt x="4" y="17"/>
                </a:lnTo>
                <a:moveTo>
                  <a:pt x="17" y="15"/>
                </a:moveTo>
                <a:cubicBezTo>
                  <a:pt x="17" y="16"/>
                  <a:pt x="17" y="16"/>
                  <a:pt x="16" y="17"/>
                </a:cubicBezTo>
                <a:lnTo>
                  <a:pt x="15" y="17"/>
                </a:lnTo>
                <a:cubicBezTo>
                  <a:pt x="14" y="17"/>
                  <a:pt x="14" y="13"/>
                  <a:pt x="14" y="13"/>
                </a:cubicBezTo>
                <a:lnTo>
                  <a:pt x="5" y="13"/>
                </a:lnTo>
                <a:lnTo>
                  <a:pt x="5" y="3"/>
                </a:lnTo>
                <a:cubicBezTo>
                  <a:pt x="5" y="2"/>
                  <a:pt x="5" y="2"/>
                  <a:pt x="5" y="2"/>
                </a:cubicBezTo>
                <a:cubicBezTo>
                  <a:pt x="5" y="1"/>
                  <a:pt x="5" y="1"/>
                  <a:pt x="6" y="1"/>
                </a:cubicBezTo>
                <a:lnTo>
                  <a:pt x="17" y="1"/>
                </a:lnTo>
                <a:cubicBezTo>
                  <a:pt x="17" y="2"/>
                  <a:pt x="17" y="2"/>
                  <a:pt x="17" y="2"/>
                </a:cubicBezTo>
                <a:lnTo>
                  <a:pt x="17" y="3"/>
                </a:lnTo>
                <a:lnTo>
                  <a:pt x="17" y="6"/>
                </a:lnTo>
                <a:lnTo>
                  <a:pt x="17" y="15"/>
                </a:lnTo>
                <a:close/>
              </a:path>
            </a:pathLst>
          </a:custGeom>
          <a:solidFill>
            <a:srgbClr val="393f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5" name=""/>
          <p:cNvSpPr/>
          <p:nvPr/>
        </p:nvSpPr>
        <p:spPr>
          <a:xfrm>
            <a:off x="2348640" y="3869280"/>
            <a:ext cx="7920" cy="6840"/>
          </a:xfrm>
          <a:custGeom>
            <a:avLst/>
            <a:gdLst/>
            <a:ahLst/>
            <a:rect l="0" t="0" r="r" b="b"/>
            <a:pathLst>
              <a:path w="22" h="19">
                <a:moveTo>
                  <a:pt x="20" y="0"/>
                </a:moveTo>
                <a:cubicBezTo>
                  <a:pt x="20" y="0"/>
                  <a:pt x="7" y="0"/>
                  <a:pt x="6" y="0"/>
                </a:cubicBezTo>
                <a:cubicBezTo>
                  <a:pt x="3" y="0"/>
                  <a:pt x="3" y="3"/>
                  <a:pt x="3" y="3"/>
                </a:cubicBezTo>
                <a:lnTo>
                  <a:pt x="3" y="13"/>
                </a:lnTo>
                <a:lnTo>
                  <a:pt x="0" y="13"/>
                </a:lnTo>
                <a:cubicBezTo>
                  <a:pt x="0" y="13"/>
                  <a:pt x="0" y="19"/>
                  <a:pt x="4" y="19"/>
                </a:cubicBezTo>
                <a:lnTo>
                  <a:pt x="15" y="19"/>
                </a:lnTo>
                <a:cubicBezTo>
                  <a:pt x="17" y="19"/>
                  <a:pt x="19" y="17"/>
                  <a:pt x="19" y="15"/>
                </a:cubicBezTo>
                <a:cubicBezTo>
                  <a:pt x="19" y="14"/>
                  <a:pt x="19" y="10"/>
                  <a:pt x="19" y="6"/>
                </a:cubicBezTo>
                <a:lnTo>
                  <a:pt x="22" y="6"/>
                </a:lnTo>
                <a:lnTo>
                  <a:pt x="22" y="3"/>
                </a:lnTo>
                <a:cubicBezTo>
                  <a:pt x="22" y="3"/>
                  <a:pt x="22" y="0"/>
                  <a:pt x="20" y="0"/>
                </a:cubicBezTo>
                <a:moveTo>
                  <a:pt x="4" y="17"/>
                </a:moveTo>
                <a:cubicBezTo>
                  <a:pt x="3" y="17"/>
                  <a:pt x="3" y="17"/>
                  <a:pt x="3" y="17"/>
                </a:cubicBezTo>
                <a:cubicBezTo>
                  <a:pt x="2" y="16"/>
                  <a:pt x="2" y="15"/>
                  <a:pt x="2" y="14"/>
                </a:cubicBezTo>
                <a:lnTo>
                  <a:pt x="12" y="14"/>
                </a:lnTo>
                <a:lnTo>
                  <a:pt x="12" y="15"/>
                </a:lnTo>
                <a:cubicBezTo>
                  <a:pt x="12" y="16"/>
                  <a:pt x="13" y="17"/>
                  <a:pt x="13" y="17"/>
                </a:cubicBezTo>
                <a:lnTo>
                  <a:pt x="4" y="17"/>
                </a:lnTo>
                <a:moveTo>
                  <a:pt x="17" y="15"/>
                </a:moveTo>
                <a:cubicBezTo>
                  <a:pt x="17" y="16"/>
                  <a:pt x="17" y="16"/>
                  <a:pt x="16" y="17"/>
                </a:cubicBezTo>
                <a:lnTo>
                  <a:pt x="15" y="17"/>
                </a:lnTo>
                <a:cubicBezTo>
                  <a:pt x="14" y="17"/>
                  <a:pt x="14" y="13"/>
                  <a:pt x="14" y="13"/>
                </a:cubicBezTo>
                <a:lnTo>
                  <a:pt x="5" y="13"/>
                </a:lnTo>
                <a:lnTo>
                  <a:pt x="5" y="3"/>
                </a:lnTo>
                <a:cubicBezTo>
                  <a:pt x="5" y="2"/>
                  <a:pt x="5" y="2"/>
                  <a:pt x="5" y="2"/>
                </a:cubicBezTo>
                <a:cubicBezTo>
                  <a:pt x="5" y="1"/>
                  <a:pt x="5" y="1"/>
                  <a:pt x="6" y="1"/>
                </a:cubicBezTo>
                <a:lnTo>
                  <a:pt x="17" y="1"/>
                </a:lnTo>
                <a:cubicBezTo>
                  <a:pt x="17" y="2"/>
                  <a:pt x="17" y="2"/>
                  <a:pt x="17" y="2"/>
                </a:cubicBezTo>
                <a:lnTo>
                  <a:pt x="17" y="3"/>
                </a:lnTo>
                <a:lnTo>
                  <a:pt x="17" y="6"/>
                </a:lnTo>
                <a:lnTo>
                  <a:pt x="17" y="15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/>
          <p:nvPr/>
        </p:nvSpPr>
        <p:spPr>
          <a:xfrm>
            <a:off x="1761480" y="3858840"/>
            <a:ext cx="43920" cy="29520"/>
          </a:xfrm>
          <a:custGeom>
            <a:avLst/>
            <a:gdLst/>
            <a:ahLst/>
            <a:rect l="0" t="0" r="r" b="b"/>
            <a:pathLst>
              <a:path w="122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1"/>
                  <a:pt x="122" y="2"/>
                </a:cubicBezTo>
                <a:lnTo>
                  <a:pt x="122" y="80"/>
                </a:lnTo>
                <a:cubicBezTo>
                  <a:pt x="122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7" name=""/>
          <p:cNvSpPr/>
          <p:nvPr/>
        </p:nvSpPr>
        <p:spPr>
          <a:xfrm>
            <a:off x="1761480" y="3858840"/>
            <a:ext cx="43920" cy="29520"/>
          </a:xfrm>
          <a:custGeom>
            <a:avLst/>
            <a:gdLst/>
            <a:ahLst/>
            <a:rect l="0" t="0" r="r" b="b"/>
            <a:pathLst>
              <a:path w="122" h="82">
                <a:moveTo>
                  <a:pt x="1" y="0"/>
                </a:moveTo>
                <a:lnTo>
                  <a:pt x="121" y="0"/>
                </a:lnTo>
                <a:cubicBezTo>
                  <a:pt x="122" y="0"/>
                  <a:pt x="122" y="1"/>
                  <a:pt x="122" y="2"/>
                </a:cubicBezTo>
                <a:lnTo>
                  <a:pt x="122" y="80"/>
                </a:lnTo>
                <a:cubicBezTo>
                  <a:pt x="122" y="81"/>
                  <a:pt x="122" y="82"/>
                  <a:pt x="121" y="82"/>
                </a:cubicBezTo>
                <a:lnTo>
                  <a:pt x="1" y="82"/>
                </a:lnTo>
                <a:cubicBezTo>
                  <a:pt x="0" y="82"/>
                  <a:pt x="0" y="81"/>
                  <a:pt x="0" y="80"/>
                </a:cubicBezTo>
                <a:lnTo>
                  <a:pt x="0" y="2"/>
                </a:ln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/>
          <p:nvPr/>
        </p:nvSpPr>
        <p:spPr>
          <a:xfrm>
            <a:off x="2414880" y="3896640"/>
            <a:ext cx="2160" cy="19800"/>
          </a:xfrm>
          <a:custGeom>
            <a:avLst/>
            <a:gdLst/>
            <a:ahLst/>
            <a:rect l="0" t="0" r="r" b="b"/>
            <a:pathLst>
              <a:path fill="none" w="6" h="55">
                <a:moveTo>
                  <a:pt x="6" y="55"/>
                </a:moveTo>
                <a:lnTo>
                  <a:pt x="0" y="55"/>
                </a:lnTo>
                <a:lnTo>
                  <a:pt x="0" y="0"/>
                </a:lnTo>
                <a:lnTo>
                  <a:pt x="6" y="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/>
          <p:nvPr/>
        </p:nvSpPr>
        <p:spPr>
          <a:xfrm>
            <a:off x="1839240" y="3889440"/>
            <a:ext cx="3240" cy="18000"/>
          </a:xfrm>
          <a:custGeom>
            <a:avLst/>
            <a:gdLst/>
            <a:ahLst/>
            <a:rect l="0" t="0" r="r" b="b"/>
            <a:pathLst>
              <a:path fill="none" w="9" h="50">
                <a:moveTo>
                  <a:pt x="9" y="50"/>
                </a:moveTo>
                <a:lnTo>
                  <a:pt x="0" y="50"/>
                </a:lnTo>
                <a:lnTo>
                  <a:pt x="0" y="0"/>
                </a:lnTo>
                <a:lnTo>
                  <a:pt x="9" y="0"/>
                </a:lnTo>
              </a:path>
            </a:pathLst>
          </a:custGeom>
          <a:ln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/>
          <p:nvPr/>
        </p:nvSpPr>
        <p:spPr>
          <a:xfrm>
            <a:off x="1856880" y="386568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21"/>
                </a:moveTo>
                <a:cubicBezTo>
                  <a:pt x="45" y="25"/>
                  <a:pt x="44" y="29"/>
                  <a:pt x="42" y="32"/>
                </a:cubicBezTo>
                <a:cubicBezTo>
                  <a:pt x="40" y="36"/>
                  <a:pt x="37" y="39"/>
                  <a:pt x="34" y="41"/>
                </a:cubicBezTo>
                <a:cubicBezTo>
                  <a:pt x="30" y="43"/>
                  <a:pt x="27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8" y="39"/>
                  <a:pt x="5" y="36"/>
                  <a:pt x="3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3" y="10"/>
                </a:cubicBezTo>
                <a:cubicBezTo>
                  <a:pt x="5" y="7"/>
                  <a:pt x="8" y="4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7" y="0"/>
                  <a:pt x="30" y="1"/>
                  <a:pt x="34" y="3"/>
                </a:cubicBezTo>
                <a:cubicBezTo>
                  <a:pt x="37" y="4"/>
                  <a:pt x="40" y="7"/>
                  <a:pt x="42" y="10"/>
                </a:cubicBezTo>
                <a:cubicBezTo>
                  <a:pt x="44" y="14"/>
                  <a:pt x="45" y="17"/>
                  <a:pt x="45" y="21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/>
          <p:nvPr/>
        </p:nvSpPr>
        <p:spPr>
          <a:xfrm>
            <a:off x="1856880" y="3865680"/>
            <a:ext cx="16200" cy="15840"/>
          </a:xfrm>
          <a:custGeom>
            <a:avLst/>
            <a:gdLst/>
            <a:ahLst/>
            <a:rect l="0" t="0" r="r" b="b"/>
            <a:pathLst>
              <a:path w="45" h="44">
                <a:moveTo>
                  <a:pt x="45" y="21"/>
                </a:moveTo>
                <a:cubicBezTo>
                  <a:pt x="45" y="25"/>
                  <a:pt x="44" y="29"/>
                  <a:pt x="42" y="32"/>
                </a:cubicBezTo>
                <a:cubicBezTo>
                  <a:pt x="40" y="36"/>
                  <a:pt x="37" y="39"/>
                  <a:pt x="34" y="41"/>
                </a:cubicBezTo>
                <a:cubicBezTo>
                  <a:pt x="30" y="43"/>
                  <a:pt x="27" y="44"/>
                  <a:pt x="22" y="44"/>
                </a:cubicBezTo>
                <a:cubicBezTo>
                  <a:pt x="18" y="44"/>
                  <a:pt x="14" y="43"/>
                  <a:pt x="11" y="41"/>
                </a:cubicBezTo>
                <a:cubicBezTo>
                  <a:pt x="8" y="39"/>
                  <a:pt x="5" y="36"/>
                  <a:pt x="3" y="32"/>
                </a:cubicBezTo>
                <a:cubicBezTo>
                  <a:pt x="1" y="29"/>
                  <a:pt x="0" y="25"/>
                  <a:pt x="0" y="21"/>
                </a:cubicBezTo>
                <a:cubicBezTo>
                  <a:pt x="0" y="17"/>
                  <a:pt x="1" y="14"/>
                  <a:pt x="3" y="10"/>
                </a:cubicBezTo>
                <a:cubicBezTo>
                  <a:pt x="5" y="7"/>
                  <a:pt x="8" y="4"/>
                  <a:pt x="11" y="3"/>
                </a:cubicBezTo>
                <a:cubicBezTo>
                  <a:pt x="14" y="1"/>
                  <a:pt x="18" y="0"/>
                  <a:pt x="22" y="0"/>
                </a:cubicBezTo>
                <a:cubicBezTo>
                  <a:pt x="27" y="0"/>
                  <a:pt x="30" y="1"/>
                  <a:pt x="34" y="3"/>
                </a:cubicBezTo>
                <a:cubicBezTo>
                  <a:pt x="37" y="4"/>
                  <a:pt x="40" y="7"/>
                  <a:pt x="42" y="10"/>
                </a:cubicBezTo>
                <a:cubicBezTo>
                  <a:pt x="44" y="14"/>
                  <a:pt x="45" y="17"/>
                  <a:pt x="45" y="21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/>
          <p:nvPr/>
        </p:nvSpPr>
        <p:spPr>
          <a:xfrm>
            <a:off x="1856880" y="38653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3" y="41"/>
                  <a:pt x="4" y="33"/>
                  <a:pt x="4" y="23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1" y="12"/>
                  <a:pt x="41" y="23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6"/>
                </a:moveTo>
                <a:cubicBezTo>
                  <a:pt x="14" y="6"/>
                  <a:pt x="5" y="13"/>
                  <a:pt x="5" y="23"/>
                </a:cubicBezTo>
                <a:cubicBezTo>
                  <a:pt x="5" y="32"/>
                  <a:pt x="14" y="40"/>
                  <a:pt x="23" y="40"/>
                </a:cubicBezTo>
                <a:cubicBezTo>
                  <a:pt x="32" y="40"/>
                  <a:pt x="39" y="32"/>
                  <a:pt x="39" y="23"/>
                </a:cubicBezTo>
                <a:cubicBezTo>
                  <a:pt x="39" y="13"/>
                  <a:pt x="32" y="6"/>
                  <a:pt x="23" y="6"/>
                </a:cubicBezTo>
                <a:moveTo>
                  <a:pt x="23" y="2"/>
                </a:moveTo>
                <a:cubicBezTo>
                  <a:pt x="26" y="2"/>
                  <a:pt x="28" y="2"/>
                  <a:pt x="31" y="3"/>
                </a:cubicBezTo>
                <a:cubicBezTo>
                  <a:pt x="33" y="4"/>
                  <a:pt x="35" y="6"/>
                  <a:pt x="37" y="8"/>
                </a:cubicBezTo>
                <a:cubicBezTo>
                  <a:pt x="39" y="10"/>
                  <a:pt x="41" y="12"/>
                  <a:pt x="42" y="14"/>
                </a:cubicBezTo>
                <a:cubicBezTo>
                  <a:pt x="43" y="17"/>
                  <a:pt x="43" y="20"/>
                  <a:pt x="43" y="23"/>
                </a:cubicBezTo>
                <a:cubicBezTo>
                  <a:pt x="43" y="26"/>
                  <a:pt x="43" y="29"/>
                  <a:pt x="42" y="31"/>
                </a:cubicBezTo>
                <a:cubicBezTo>
                  <a:pt x="41" y="34"/>
                  <a:pt x="39" y="36"/>
                  <a:pt x="37" y="38"/>
                </a:cubicBezTo>
                <a:cubicBezTo>
                  <a:pt x="35" y="40"/>
                  <a:pt x="33" y="41"/>
                  <a:pt x="31" y="42"/>
                </a:cubicBezTo>
                <a:cubicBezTo>
                  <a:pt x="28" y="43"/>
                  <a:pt x="26" y="44"/>
                  <a:pt x="23" y="44"/>
                </a:cubicBezTo>
                <a:cubicBezTo>
                  <a:pt x="20" y="44"/>
                  <a:pt x="17" y="43"/>
                  <a:pt x="15" y="42"/>
                </a:cubicBezTo>
                <a:cubicBezTo>
                  <a:pt x="11" y="41"/>
                  <a:pt x="9" y="40"/>
                  <a:pt x="7" y="38"/>
                </a:cubicBezTo>
                <a:cubicBezTo>
                  <a:pt x="5" y="36"/>
                  <a:pt x="4" y="34"/>
                  <a:pt x="3" y="31"/>
                </a:cubicBezTo>
                <a:cubicBezTo>
                  <a:pt x="2" y="29"/>
                  <a:pt x="1" y="26"/>
                  <a:pt x="1" y="23"/>
                </a:cubicBezTo>
                <a:cubicBezTo>
                  <a:pt x="1" y="20"/>
                  <a:pt x="2" y="17"/>
                  <a:pt x="3" y="14"/>
                </a:cubicBezTo>
                <a:cubicBezTo>
                  <a:pt x="4" y="12"/>
                  <a:pt x="5" y="10"/>
                  <a:pt x="7" y="8"/>
                </a:cubicBezTo>
                <a:cubicBezTo>
                  <a:pt x="9" y="6"/>
                  <a:pt x="11" y="4"/>
                  <a:pt x="15" y="3"/>
                </a:cubicBezTo>
                <a:cubicBezTo>
                  <a:pt x="17" y="2"/>
                  <a:pt x="20" y="2"/>
                  <a:pt x="23" y="2"/>
                </a:cubicBezTo>
                <a:moveTo>
                  <a:pt x="23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5"/>
                  <a:pt x="10" y="45"/>
                  <a:pt x="23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0"/>
                  <a:pt x="35" y="0"/>
                  <a:pt x="2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3" name=""/>
          <p:cNvSpPr/>
          <p:nvPr/>
        </p:nvSpPr>
        <p:spPr>
          <a:xfrm>
            <a:off x="1856880" y="3865320"/>
            <a:ext cx="16200" cy="16200"/>
          </a:xfrm>
          <a:custGeom>
            <a:avLst/>
            <a:gdLst/>
            <a:ahLst/>
            <a:rect l="0" t="0" r="r" b="b"/>
            <a:pathLst>
              <a:path fill="none" w="45" h="45">
                <a:moveTo>
                  <a:pt x="23" y="41"/>
                </a:moveTo>
                <a:cubicBezTo>
                  <a:pt x="13" y="41"/>
                  <a:pt x="4" y="33"/>
                  <a:pt x="4" y="23"/>
                </a:cubicBezTo>
                <a:cubicBezTo>
                  <a:pt x="4" y="12"/>
                  <a:pt x="13" y="4"/>
                  <a:pt x="23" y="4"/>
                </a:cubicBezTo>
                <a:cubicBezTo>
                  <a:pt x="33" y="4"/>
                  <a:pt x="41" y="12"/>
                  <a:pt x="41" y="23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6"/>
                </a:moveTo>
                <a:cubicBezTo>
                  <a:pt x="14" y="6"/>
                  <a:pt x="5" y="13"/>
                  <a:pt x="5" y="23"/>
                </a:cubicBezTo>
                <a:cubicBezTo>
                  <a:pt x="5" y="32"/>
                  <a:pt x="14" y="40"/>
                  <a:pt x="23" y="40"/>
                </a:cubicBezTo>
                <a:cubicBezTo>
                  <a:pt x="32" y="40"/>
                  <a:pt x="39" y="32"/>
                  <a:pt x="39" y="23"/>
                </a:cubicBezTo>
                <a:cubicBezTo>
                  <a:pt x="39" y="13"/>
                  <a:pt x="32" y="6"/>
                  <a:pt x="23" y="6"/>
                </a:cubicBezTo>
                <a:moveTo>
                  <a:pt x="23" y="2"/>
                </a:moveTo>
                <a:cubicBezTo>
                  <a:pt x="26" y="2"/>
                  <a:pt x="28" y="2"/>
                  <a:pt x="31" y="3"/>
                </a:cubicBezTo>
                <a:cubicBezTo>
                  <a:pt x="33" y="4"/>
                  <a:pt x="35" y="6"/>
                  <a:pt x="37" y="8"/>
                </a:cubicBezTo>
                <a:cubicBezTo>
                  <a:pt x="39" y="10"/>
                  <a:pt x="41" y="12"/>
                  <a:pt x="42" y="14"/>
                </a:cubicBezTo>
                <a:cubicBezTo>
                  <a:pt x="43" y="17"/>
                  <a:pt x="43" y="20"/>
                  <a:pt x="43" y="23"/>
                </a:cubicBezTo>
                <a:cubicBezTo>
                  <a:pt x="43" y="26"/>
                  <a:pt x="43" y="29"/>
                  <a:pt x="42" y="31"/>
                </a:cubicBezTo>
                <a:cubicBezTo>
                  <a:pt x="41" y="34"/>
                  <a:pt x="39" y="36"/>
                  <a:pt x="37" y="38"/>
                </a:cubicBezTo>
                <a:cubicBezTo>
                  <a:pt x="35" y="40"/>
                  <a:pt x="33" y="41"/>
                  <a:pt x="31" y="42"/>
                </a:cubicBezTo>
                <a:cubicBezTo>
                  <a:pt x="28" y="43"/>
                  <a:pt x="26" y="44"/>
                  <a:pt x="23" y="44"/>
                </a:cubicBezTo>
                <a:cubicBezTo>
                  <a:pt x="20" y="44"/>
                  <a:pt x="17" y="43"/>
                  <a:pt x="15" y="42"/>
                </a:cubicBezTo>
                <a:cubicBezTo>
                  <a:pt x="11" y="41"/>
                  <a:pt x="9" y="40"/>
                  <a:pt x="7" y="38"/>
                </a:cubicBezTo>
                <a:cubicBezTo>
                  <a:pt x="5" y="36"/>
                  <a:pt x="4" y="34"/>
                  <a:pt x="3" y="31"/>
                </a:cubicBezTo>
                <a:cubicBezTo>
                  <a:pt x="2" y="29"/>
                  <a:pt x="1" y="26"/>
                  <a:pt x="1" y="23"/>
                </a:cubicBezTo>
                <a:cubicBezTo>
                  <a:pt x="1" y="20"/>
                  <a:pt x="2" y="17"/>
                  <a:pt x="3" y="14"/>
                </a:cubicBezTo>
                <a:cubicBezTo>
                  <a:pt x="4" y="12"/>
                  <a:pt x="5" y="10"/>
                  <a:pt x="7" y="8"/>
                </a:cubicBezTo>
                <a:cubicBezTo>
                  <a:pt x="9" y="6"/>
                  <a:pt x="11" y="4"/>
                  <a:pt x="15" y="3"/>
                </a:cubicBezTo>
                <a:cubicBezTo>
                  <a:pt x="17" y="2"/>
                  <a:pt x="20" y="2"/>
                  <a:pt x="23" y="2"/>
                </a:cubicBezTo>
                <a:moveTo>
                  <a:pt x="23" y="0"/>
                </a:moveTo>
                <a:cubicBezTo>
                  <a:pt x="10" y="0"/>
                  <a:pt x="0" y="10"/>
                  <a:pt x="0" y="23"/>
                </a:cubicBezTo>
                <a:cubicBezTo>
                  <a:pt x="0" y="35"/>
                  <a:pt x="10" y="45"/>
                  <a:pt x="23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0"/>
                  <a:pt x="35" y="0"/>
                  <a:pt x="23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/>
          <p:nvPr/>
        </p:nvSpPr>
        <p:spPr>
          <a:xfrm>
            <a:off x="1860840" y="38692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0"/>
                </a:moveTo>
                <a:lnTo>
                  <a:pt x="10" y="0"/>
                </a:lnTo>
                <a:lnTo>
                  <a:pt x="9" y="1"/>
                </a:lnTo>
                <a:lnTo>
                  <a:pt x="0" y="19"/>
                </a:lnTo>
                <a:cubicBezTo>
                  <a:pt x="0" y="20"/>
                  <a:pt x="0" y="20"/>
                  <a:pt x="0" y="21"/>
                </a:cubicBezTo>
                <a:lnTo>
                  <a:pt x="1" y="21"/>
                </a:lnTo>
                <a:lnTo>
                  <a:pt x="21" y="21"/>
                </a:lnTo>
                <a:cubicBezTo>
                  <a:pt x="22" y="21"/>
                  <a:pt x="22" y="21"/>
                  <a:pt x="22" y="21"/>
                </a:cubicBezTo>
                <a:lnTo>
                  <a:pt x="23" y="21"/>
                </a:lnTo>
                <a:cubicBezTo>
                  <a:pt x="23" y="20"/>
                  <a:pt x="23" y="20"/>
                  <a:pt x="23" y="19"/>
                </a:cubicBezTo>
                <a:lnTo>
                  <a:pt x="13" y="1"/>
                </a:ln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1860840" y="38692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0"/>
                </a:moveTo>
                <a:lnTo>
                  <a:pt x="10" y="0"/>
                </a:lnTo>
                <a:lnTo>
                  <a:pt x="9" y="1"/>
                </a:lnTo>
                <a:lnTo>
                  <a:pt x="0" y="19"/>
                </a:lnTo>
                <a:cubicBezTo>
                  <a:pt x="0" y="20"/>
                  <a:pt x="0" y="20"/>
                  <a:pt x="0" y="21"/>
                </a:cubicBezTo>
                <a:lnTo>
                  <a:pt x="1" y="21"/>
                </a:lnTo>
                <a:lnTo>
                  <a:pt x="21" y="21"/>
                </a:lnTo>
                <a:cubicBezTo>
                  <a:pt x="22" y="21"/>
                  <a:pt x="22" y="21"/>
                  <a:pt x="22" y="21"/>
                </a:cubicBezTo>
                <a:lnTo>
                  <a:pt x="23" y="21"/>
                </a:lnTo>
                <a:cubicBezTo>
                  <a:pt x="23" y="20"/>
                  <a:pt x="23" y="20"/>
                  <a:pt x="23" y="19"/>
                </a:cubicBezTo>
                <a:lnTo>
                  <a:pt x="13" y="1"/>
                </a:ln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/>
          <p:nvPr/>
        </p:nvSpPr>
        <p:spPr>
          <a:xfrm>
            <a:off x="2425680" y="38725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3"/>
                </a:moveTo>
                <a:cubicBezTo>
                  <a:pt x="45" y="27"/>
                  <a:pt x="44" y="31"/>
                  <a:pt x="42" y="34"/>
                </a:cubicBezTo>
                <a:cubicBezTo>
                  <a:pt x="40" y="37"/>
                  <a:pt x="37" y="40"/>
                  <a:pt x="33" y="42"/>
                </a:cubicBezTo>
                <a:cubicBezTo>
                  <a:pt x="30" y="44"/>
                  <a:pt x="26" y="45"/>
                  <a:pt x="22" y="45"/>
                </a:cubicBezTo>
                <a:cubicBezTo>
                  <a:pt x="18" y="45"/>
                  <a:pt x="15" y="44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1"/>
                  <a:pt x="0" y="27"/>
                  <a:pt x="0" y="23"/>
                </a:cubicBezTo>
                <a:cubicBezTo>
                  <a:pt x="0" y="19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4" y="14"/>
                  <a:pt x="45" y="19"/>
                  <a:pt x="45" y="23"/>
                </a:cubicBezTo>
                <a:close/>
              </a:path>
            </a:pathLst>
          </a:custGeom>
          <a:solidFill>
            <a:srgbClr val="bed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7" name=""/>
          <p:cNvSpPr/>
          <p:nvPr/>
        </p:nvSpPr>
        <p:spPr>
          <a:xfrm>
            <a:off x="2425680" y="38725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3"/>
                </a:moveTo>
                <a:cubicBezTo>
                  <a:pt x="45" y="27"/>
                  <a:pt x="44" y="31"/>
                  <a:pt x="42" y="34"/>
                </a:cubicBezTo>
                <a:cubicBezTo>
                  <a:pt x="40" y="37"/>
                  <a:pt x="37" y="40"/>
                  <a:pt x="33" y="42"/>
                </a:cubicBezTo>
                <a:cubicBezTo>
                  <a:pt x="30" y="44"/>
                  <a:pt x="26" y="45"/>
                  <a:pt x="22" y="45"/>
                </a:cubicBezTo>
                <a:cubicBezTo>
                  <a:pt x="18" y="45"/>
                  <a:pt x="15" y="44"/>
                  <a:pt x="11" y="42"/>
                </a:cubicBezTo>
                <a:cubicBezTo>
                  <a:pt x="8" y="40"/>
                  <a:pt x="5" y="37"/>
                  <a:pt x="3" y="34"/>
                </a:cubicBezTo>
                <a:cubicBezTo>
                  <a:pt x="1" y="31"/>
                  <a:pt x="0" y="27"/>
                  <a:pt x="0" y="23"/>
                </a:cubicBezTo>
                <a:cubicBezTo>
                  <a:pt x="0" y="19"/>
                  <a:pt x="1" y="14"/>
                  <a:pt x="3" y="11"/>
                </a:cubicBezTo>
                <a:cubicBezTo>
                  <a:pt x="5" y="8"/>
                  <a:pt x="8" y="5"/>
                  <a:pt x="11" y="3"/>
                </a:cubicBezTo>
                <a:cubicBezTo>
                  <a:pt x="15" y="1"/>
                  <a:pt x="18" y="0"/>
                  <a:pt x="22" y="0"/>
                </a:cubicBezTo>
                <a:cubicBezTo>
                  <a:pt x="26" y="0"/>
                  <a:pt x="30" y="1"/>
                  <a:pt x="33" y="3"/>
                </a:cubicBezTo>
                <a:cubicBezTo>
                  <a:pt x="37" y="5"/>
                  <a:pt x="40" y="8"/>
                  <a:pt x="42" y="11"/>
                </a:cubicBezTo>
                <a:cubicBezTo>
                  <a:pt x="44" y="14"/>
                  <a:pt x="45" y="19"/>
                  <a:pt x="45" y="23"/>
                </a:cubicBez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/>
          <p:nvPr/>
        </p:nvSpPr>
        <p:spPr>
          <a:xfrm>
            <a:off x="2425680" y="387252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23" y="41"/>
                </a:moveTo>
                <a:cubicBezTo>
                  <a:pt x="12" y="41"/>
                  <a:pt x="4" y="33"/>
                  <a:pt x="4" y="23"/>
                </a:cubicBezTo>
                <a:cubicBezTo>
                  <a:pt x="4" y="13"/>
                  <a:pt x="12" y="5"/>
                  <a:pt x="23" y="5"/>
                </a:cubicBezTo>
                <a:cubicBezTo>
                  <a:pt x="33" y="5"/>
                  <a:pt x="41" y="13"/>
                  <a:pt x="41" y="23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6"/>
                </a:moveTo>
                <a:cubicBezTo>
                  <a:pt x="13" y="6"/>
                  <a:pt x="6" y="14"/>
                  <a:pt x="6" y="23"/>
                </a:cubicBezTo>
                <a:cubicBezTo>
                  <a:pt x="6" y="32"/>
                  <a:pt x="13" y="40"/>
                  <a:pt x="23" y="40"/>
                </a:cubicBezTo>
                <a:cubicBezTo>
                  <a:pt x="32" y="40"/>
                  <a:pt x="40" y="32"/>
                  <a:pt x="40" y="23"/>
                </a:cubicBezTo>
                <a:cubicBezTo>
                  <a:pt x="40" y="14"/>
                  <a:pt x="32" y="6"/>
                  <a:pt x="23" y="6"/>
                </a:cubicBezTo>
                <a:moveTo>
                  <a:pt x="23" y="2"/>
                </a:moveTo>
                <a:cubicBezTo>
                  <a:pt x="26" y="2"/>
                  <a:pt x="29" y="3"/>
                  <a:pt x="31" y="4"/>
                </a:cubicBezTo>
                <a:cubicBezTo>
                  <a:pt x="34" y="5"/>
                  <a:pt x="36" y="7"/>
                  <a:pt x="38" y="8"/>
                </a:cubicBezTo>
                <a:cubicBezTo>
                  <a:pt x="40" y="10"/>
                  <a:pt x="41" y="13"/>
                  <a:pt x="42" y="15"/>
                </a:cubicBezTo>
                <a:cubicBezTo>
                  <a:pt x="43" y="18"/>
                  <a:pt x="44" y="20"/>
                  <a:pt x="44" y="23"/>
                </a:cubicBezTo>
                <a:cubicBezTo>
                  <a:pt x="44" y="26"/>
                  <a:pt x="43" y="28"/>
                  <a:pt x="42" y="31"/>
                </a:cubicBezTo>
                <a:cubicBezTo>
                  <a:pt x="41" y="33"/>
                  <a:pt x="40" y="36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0" y="43"/>
                  <a:pt x="18" y="43"/>
                  <a:pt x="14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6"/>
                  <a:pt x="4" y="33"/>
                  <a:pt x="3" y="31"/>
                </a:cubicBezTo>
                <a:cubicBezTo>
                  <a:pt x="2" y="28"/>
                  <a:pt x="2" y="26"/>
                  <a:pt x="2" y="23"/>
                </a:cubicBezTo>
                <a:cubicBezTo>
                  <a:pt x="2" y="20"/>
                  <a:pt x="2" y="18"/>
                  <a:pt x="3" y="15"/>
                </a:cubicBezTo>
                <a:cubicBezTo>
                  <a:pt x="4" y="13"/>
                  <a:pt x="6" y="10"/>
                  <a:pt x="8" y="8"/>
                </a:cubicBezTo>
                <a:cubicBezTo>
                  <a:pt x="10" y="7"/>
                  <a:pt x="12" y="5"/>
                  <a:pt x="14" y="4"/>
                </a:cubicBezTo>
                <a:cubicBezTo>
                  <a:pt x="18" y="3"/>
                  <a:pt x="20" y="2"/>
                  <a:pt x="23" y="2"/>
                </a:cubicBezTo>
                <a:moveTo>
                  <a:pt x="23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3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1"/>
                  <a:pt x="35" y="0"/>
                  <a:pt x="23" y="0"/>
                </a:cubicBez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9" name=""/>
          <p:cNvSpPr/>
          <p:nvPr/>
        </p:nvSpPr>
        <p:spPr>
          <a:xfrm>
            <a:off x="2425680" y="3872520"/>
            <a:ext cx="16200" cy="16200"/>
          </a:xfrm>
          <a:custGeom>
            <a:avLst/>
            <a:gdLst/>
            <a:ahLst/>
            <a:rect l="0" t="0" r="r" b="b"/>
            <a:pathLst>
              <a:path fill="none" w="45" h="45">
                <a:moveTo>
                  <a:pt x="23" y="41"/>
                </a:moveTo>
                <a:cubicBezTo>
                  <a:pt x="12" y="41"/>
                  <a:pt x="4" y="33"/>
                  <a:pt x="4" y="23"/>
                </a:cubicBezTo>
                <a:cubicBezTo>
                  <a:pt x="4" y="13"/>
                  <a:pt x="12" y="5"/>
                  <a:pt x="23" y="5"/>
                </a:cubicBezTo>
                <a:cubicBezTo>
                  <a:pt x="33" y="5"/>
                  <a:pt x="41" y="13"/>
                  <a:pt x="41" y="23"/>
                </a:cubicBezTo>
                <a:cubicBezTo>
                  <a:pt x="41" y="33"/>
                  <a:pt x="33" y="41"/>
                  <a:pt x="23" y="41"/>
                </a:cubicBezTo>
                <a:moveTo>
                  <a:pt x="23" y="6"/>
                </a:moveTo>
                <a:cubicBezTo>
                  <a:pt x="13" y="6"/>
                  <a:pt x="6" y="14"/>
                  <a:pt x="6" y="23"/>
                </a:cubicBezTo>
                <a:cubicBezTo>
                  <a:pt x="6" y="32"/>
                  <a:pt x="13" y="40"/>
                  <a:pt x="23" y="40"/>
                </a:cubicBezTo>
                <a:cubicBezTo>
                  <a:pt x="32" y="40"/>
                  <a:pt x="40" y="32"/>
                  <a:pt x="40" y="23"/>
                </a:cubicBezTo>
                <a:cubicBezTo>
                  <a:pt x="40" y="14"/>
                  <a:pt x="32" y="6"/>
                  <a:pt x="23" y="6"/>
                </a:cubicBezTo>
                <a:moveTo>
                  <a:pt x="23" y="2"/>
                </a:moveTo>
                <a:cubicBezTo>
                  <a:pt x="26" y="2"/>
                  <a:pt x="29" y="3"/>
                  <a:pt x="31" y="4"/>
                </a:cubicBezTo>
                <a:cubicBezTo>
                  <a:pt x="34" y="5"/>
                  <a:pt x="36" y="7"/>
                  <a:pt x="38" y="8"/>
                </a:cubicBezTo>
                <a:cubicBezTo>
                  <a:pt x="40" y="10"/>
                  <a:pt x="41" y="13"/>
                  <a:pt x="42" y="15"/>
                </a:cubicBezTo>
                <a:cubicBezTo>
                  <a:pt x="43" y="18"/>
                  <a:pt x="44" y="20"/>
                  <a:pt x="44" y="23"/>
                </a:cubicBezTo>
                <a:cubicBezTo>
                  <a:pt x="44" y="26"/>
                  <a:pt x="43" y="28"/>
                  <a:pt x="42" y="31"/>
                </a:cubicBezTo>
                <a:cubicBezTo>
                  <a:pt x="41" y="33"/>
                  <a:pt x="40" y="36"/>
                  <a:pt x="38" y="37"/>
                </a:cubicBezTo>
                <a:cubicBezTo>
                  <a:pt x="36" y="39"/>
                  <a:pt x="34" y="41"/>
                  <a:pt x="31" y="42"/>
                </a:cubicBezTo>
                <a:cubicBezTo>
                  <a:pt x="29" y="43"/>
                  <a:pt x="26" y="43"/>
                  <a:pt x="23" y="43"/>
                </a:cubicBezTo>
                <a:cubicBezTo>
                  <a:pt x="20" y="43"/>
                  <a:pt x="18" y="43"/>
                  <a:pt x="14" y="42"/>
                </a:cubicBezTo>
                <a:cubicBezTo>
                  <a:pt x="12" y="41"/>
                  <a:pt x="10" y="39"/>
                  <a:pt x="8" y="37"/>
                </a:cubicBezTo>
                <a:cubicBezTo>
                  <a:pt x="6" y="36"/>
                  <a:pt x="4" y="33"/>
                  <a:pt x="3" y="31"/>
                </a:cubicBezTo>
                <a:cubicBezTo>
                  <a:pt x="2" y="28"/>
                  <a:pt x="2" y="26"/>
                  <a:pt x="2" y="23"/>
                </a:cubicBezTo>
                <a:cubicBezTo>
                  <a:pt x="2" y="20"/>
                  <a:pt x="2" y="18"/>
                  <a:pt x="3" y="15"/>
                </a:cubicBezTo>
                <a:cubicBezTo>
                  <a:pt x="4" y="13"/>
                  <a:pt x="6" y="10"/>
                  <a:pt x="8" y="8"/>
                </a:cubicBezTo>
                <a:cubicBezTo>
                  <a:pt x="10" y="7"/>
                  <a:pt x="12" y="5"/>
                  <a:pt x="14" y="4"/>
                </a:cubicBezTo>
                <a:cubicBezTo>
                  <a:pt x="18" y="3"/>
                  <a:pt x="20" y="2"/>
                  <a:pt x="23" y="2"/>
                </a:cubicBezTo>
                <a:moveTo>
                  <a:pt x="23" y="0"/>
                </a:moveTo>
                <a:cubicBezTo>
                  <a:pt x="10" y="0"/>
                  <a:pt x="0" y="11"/>
                  <a:pt x="0" y="23"/>
                </a:cubicBezTo>
                <a:cubicBezTo>
                  <a:pt x="0" y="35"/>
                  <a:pt x="10" y="45"/>
                  <a:pt x="23" y="45"/>
                </a:cubicBezTo>
                <a:cubicBezTo>
                  <a:pt x="35" y="45"/>
                  <a:pt x="45" y="35"/>
                  <a:pt x="45" y="23"/>
                </a:cubicBezTo>
                <a:cubicBezTo>
                  <a:pt x="45" y="11"/>
                  <a:pt x="35" y="0"/>
                  <a:pt x="23" y="0"/>
                </a:cubicBezTo>
              </a:path>
            </a:pathLst>
          </a:custGeom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0" name=""/>
          <p:cNvSpPr/>
          <p:nvPr/>
        </p:nvSpPr>
        <p:spPr>
          <a:xfrm>
            <a:off x="2429640" y="38764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0"/>
                </a:moveTo>
                <a:lnTo>
                  <a:pt x="10" y="0"/>
                </a:lnTo>
                <a:lnTo>
                  <a:pt x="0" y="19"/>
                </a:lnTo>
                <a:lnTo>
                  <a:pt x="0" y="20"/>
                </a:lnTo>
                <a:cubicBezTo>
                  <a:pt x="1" y="21"/>
                  <a:pt x="1" y="21"/>
                  <a:pt x="1" y="21"/>
                </a:cubicBezTo>
                <a:lnTo>
                  <a:pt x="2" y="21"/>
                </a:lnTo>
                <a:lnTo>
                  <a:pt x="22" y="21"/>
                </a:lnTo>
                <a:lnTo>
                  <a:pt x="23" y="21"/>
                </a:lnTo>
                <a:lnTo>
                  <a:pt x="23" y="20"/>
                </a:lnTo>
                <a:lnTo>
                  <a:pt x="23" y="19"/>
                </a:lnTo>
                <a:lnTo>
                  <a:pt x="13" y="0"/>
                </a:lnTo>
                <a:cubicBezTo>
                  <a:pt x="12" y="0"/>
                  <a:pt x="12" y="0"/>
                  <a:pt x="12" y="0"/>
                </a:cubicBezTo>
                <a:lnTo>
                  <a:pt x="11" y="0"/>
                </a:lnTo>
                <a:close/>
              </a:path>
            </a:pathLst>
          </a:custGeom>
          <a:solidFill>
            <a:srgbClr val="007a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/>
          <p:nvPr/>
        </p:nvSpPr>
        <p:spPr>
          <a:xfrm>
            <a:off x="2429640" y="3876480"/>
            <a:ext cx="8280" cy="7560"/>
          </a:xfrm>
          <a:custGeom>
            <a:avLst/>
            <a:gdLst/>
            <a:ahLst/>
            <a:rect l="0" t="0" r="r" b="b"/>
            <a:pathLst>
              <a:path w="23" h="21">
                <a:moveTo>
                  <a:pt x="11" y="0"/>
                </a:moveTo>
                <a:lnTo>
                  <a:pt x="10" y="0"/>
                </a:lnTo>
                <a:lnTo>
                  <a:pt x="0" y="19"/>
                </a:lnTo>
                <a:lnTo>
                  <a:pt x="0" y="20"/>
                </a:lnTo>
                <a:cubicBezTo>
                  <a:pt x="1" y="21"/>
                  <a:pt x="1" y="21"/>
                  <a:pt x="1" y="21"/>
                </a:cubicBezTo>
                <a:lnTo>
                  <a:pt x="2" y="21"/>
                </a:lnTo>
                <a:lnTo>
                  <a:pt x="22" y="21"/>
                </a:lnTo>
                <a:lnTo>
                  <a:pt x="23" y="21"/>
                </a:lnTo>
                <a:lnTo>
                  <a:pt x="23" y="20"/>
                </a:lnTo>
                <a:lnTo>
                  <a:pt x="23" y="19"/>
                </a:lnTo>
                <a:lnTo>
                  <a:pt x="13" y="0"/>
                </a:lnTo>
                <a:cubicBezTo>
                  <a:pt x="12" y="0"/>
                  <a:pt x="12" y="0"/>
                  <a:pt x="12" y="0"/>
                </a:cubicBezTo>
                <a:lnTo>
                  <a:pt x="11" y="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2" name=""/>
          <p:cNvSpPr/>
          <p:nvPr/>
        </p:nvSpPr>
        <p:spPr>
          <a:xfrm flipH="1">
            <a:off x="1572480" y="3544920"/>
            <a:ext cx="720" cy="316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3" name=""/>
          <p:cNvSpPr/>
          <p:nvPr/>
        </p:nvSpPr>
        <p:spPr>
          <a:xfrm>
            <a:off x="1571040" y="3861000"/>
            <a:ext cx="3600" cy="4680"/>
          </a:xfrm>
          <a:custGeom>
            <a:avLst/>
            <a:gdLst/>
            <a:ahLst/>
            <a:rect l="0" t="0" r="r" b="b"/>
            <a:pathLst>
              <a:path w="10" h="13">
                <a:moveTo>
                  <a:pt x="0" y="0"/>
                </a:moveTo>
                <a:lnTo>
                  <a:pt x="10" y="0"/>
                </a:lnTo>
                <a:lnTo>
                  <a:pt x="5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1580400" y="3873240"/>
            <a:ext cx="403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/>
          <p:nvPr/>
        </p:nvSpPr>
        <p:spPr>
          <a:xfrm>
            <a:off x="1620720" y="387180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0" y="10"/>
                </a:moveTo>
                <a:lnTo>
                  <a:pt x="0" y="0"/>
                </a:lnTo>
                <a:lnTo>
                  <a:pt x="13" y="5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6" name=""/>
          <p:cNvSpPr/>
          <p:nvPr/>
        </p:nvSpPr>
        <p:spPr>
          <a:xfrm>
            <a:off x="1571400" y="3881160"/>
            <a:ext cx="1440" cy="12240"/>
          </a:xfrm>
          <a:custGeom>
            <a:avLst/>
            <a:gdLst/>
            <a:ahLst/>
            <a:rect l="0" t="0" r="r" b="b"/>
            <a:pathLst>
              <a:path w="4" h="34">
                <a:moveTo>
                  <a:pt x="4" y="0"/>
                </a:move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moveTo>
                  <a:pt x="3" y="7"/>
                </a:moveTo>
                <a:lnTo>
                  <a:pt x="3" y="8"/>
                </a:lnTo>
                <a:lnTo>
                  <a:pt x="1" y="8"/>
                </a:lnTo>
                <a:lnTo>
                  <a:pt x="1" y="7"/>
                </a:lnTo>
                <a:lnTo>
                  <a:pt x="3" y="7"/>
                </a:lnTo>
                <a:moveTo>
                  <a:pt x="3" y="13"/>
                </a:moveTo>
                <a:lnTo>
                  <a:pt x="3" y="15"/>
                </a:lnTo>
                <a:lnTo>
                  <a:pt x="1" y="15"/>
                </a:lnTo>
                <a:lnTo>
                  <a:pt x="1" y="13"/>
                </a:lnTo>
                <a:lnTo>
                  <a:pt x="3" y="13"/>
                </a:lnTo>
                <a:moveTo>
                  <a:pt x="3" y="19"/>
                </a:moveTo>
                <a:lnTo>
                  <a:pt x="1" y="21"/>
                </a:lnTo>
                <a:lnTo>
                  <a:pt x="1" y="19"/>
                </a:lnTo>
                <a:lnTo>
                  <a:pt x="3" y="19"/>
                </a:lnTo>
                <a:moveTo>
                  <a:pt x="1" y="26"/>
                </a:moveTo>
                <a:lnTo>
                  <a:pt x="1" y="28"/>
                </a:lnTo>
                <a:lnTo>
                  <a:pt x="0" y="28"/>
                </a:lnTo>
                <a:lnTo>
                  <a:pt x="0" y="26"/>
                </a:lnTo>
                <a:lnTo>
                  <a:pt x="1" y="26"/>
                </a:lnTo>
                <a:moveTo>
                  <a:pt x="1" y="33"/>
                </a:moveTo>
                <a:lnTo>
                  <a:pt x="1" y="34"/>
                </a:lnTo>
                <a:lnTo>
                  <a:pt x="0" y="34"/>
                </a:lnTo>
                <a:lnTo>
                  <a:pt x="0" y="33"/>
                </a:lnTo>
                <a:lnTo>
                  <a:pt x="1" y="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7" name=""/>
          <p:cNvSpPr/>
          <p:nvPr/>
        </p:nvSpPr>
        <p:spPr>
          <a:xfrm>
            <a:off x="1738800" y="3873240"/>
            <a:ext cx="183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/>
          <p:nvPr/>
        </p:nvSpPr>
        <p:spPr>
          <a:xfrm>
            <a:off x="1757160" y="38721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0" y="8"/>
                </a:moveTo>
                <a:lnTo>
                  <a:pt x="0" y="0"/>
                </a:lnTo>
                <a:lnTo>
                  <a:pt x="13" y="3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9" name=""/>
          <p:cNvSpPr/>
          <p:nvPr/>
        </p:nvSpPr>
        <p:spPr>
          <a:xfrm flipH="1">
            <a:off x="2367720" y="3648600"/>
            <a:ext cx="1440" cy="213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0" name=""/>
          <p:cNvSpPr/>
          <p:nvPr/>
        </p:nvSpPr>
        <p:spPr>
          <a:xfrm>
            <a:off x="2366280" y="3861720"/>
            <a:ext cx="3240" cy="4680"/>
          </a:xfrm>
          <a:custGeom>
            <a:avLst/>
            <a:gdLst/>
            <a:ahLst/>
            <a:rect l="0" t="0" r="r" b="b"/>
            <a:pathLst>
              <a:path w="9" h="13">
                <a:moveTo>
                  <a:pt x="0" y="0"/>
                </a:moveTo>
                <a:lnTo>
                  <a:pt x="9" y="0"/>
                </a:lnTo>
                <a:lnTo>
                  <a:pt x="5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1" name=""/>
          <p:cNvSpPr/>
          <p:nvPr/>
        </p:nvSpPr>
        <p:spPr>
          <a:xfrm>
            <a:off x="2389680" y="3880440"/>
            <a:ext cx="3168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2421360" y="3879000"/>
            <a:ext cx="5040" cy="3240"/>
          </a:xfrm>
          <a:custGeom>
            <a:avLst/>
            <a:gdLst/>
            <a:ahLst/>
            <a:rect l="0" t="0" r="r" b="b"/>
            <a:pathLst>
              <a:path w="14" h="9">
                <a:moveTo>
                  <a:pt x="0" y="9"/>
                </a:moveTo>
                <a:lnTo>
                  <a:pt x="0" y="0"/>
                </a:lnTo>
                <a:lnTo>
                  <a:pt x="14" y="5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3" name=""/>
          <p:cNvSpPr/>
          <p:nvPr/>
        </p:nvSpPr>
        <p:spPr>
          <a:xfrm>
            <a:off x="1805040" y="3873240"/>
            <a:ext cx="475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/>
          <p:nvPr/>
        </p:nvSpPr>
        <p:spPr>
          <a:xfrm>
            <a:off x="1852560" y="387180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0" y="10"/>
                </a:moveTo>
                <a:lnTo>
                  <a:pt x="0" y="0"/>
                </a:lnTo>
                <a:lnTo>
                  <a:pt x="13" y="5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5" name=""/>
          <p:cNvSpPr/>
          <p:nvPr/>
        </p:nvSpPr>
        <p:spPr>
          <a:xfrm>
            <a:off x="2432880" y="3888360"/>
            <a:ext cx="720" cy="7920"/>
          </a:xfrm>
          <a:custGeom>
            <a:avLst/>
            <a:gdLst/>
            <a:ahLst/>
            <a:rect l="0" t="0" r="r" b="b"/>
            <a:pathLst>
              <a:path w="2" h="2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moveTo>
                  <a:pt x="2" y="6"/>
                </a:moveTo>
                <a:lnTo>
                  <a:pt x="2" y="8"/>
                </a:lnTo>
                <a:lnTo>
                  <a:pt x="0" y="8"/>
                </a:lnTo>
                <a:lnTo>
                  <a:pt x="0" y="6"/>
                </a:lnTo>
                <a:lnTo>
                  <a:pt x="2" y="6"/>
                </a:lnTo>
                <a:moveTo>
                  <a:pt x="2" y="14"/>
                </a:moveTo>
                <a:lnTo>
                  <a:pt x="2" y="15"/>
                </a:lnTo>
                <a:lnTo>
                  <a:pt x="0" y="15"/>
                </a:lnTo>
                <a:lnTo>
                  <a:pt x="0" y="14"/>
                </a:lnTo>
                <a:lnTo>
                  <a:pt x="2" y="14"/>
                </a:lnTo>
                <a:moveTo>
                  <a:pt x="2" y="20"/>
                </a:moveTo>
                <a:lnTo>
                  <a:pt x="0" y="22"/>
                </a:lnTo>
                <a:lnTo>
                  <a:pt x="0" y="20"/>
                </a:lnTo>
                <a:lnTo>
                  <a:pt x="2" y="2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6" name=""/>
          <p:cNvSpPr/>
          <p:nvPr/>
        </p:nvSpPr>
        <p:spPr>
          <a:xfrm>
            <a:off x="1864440" y="3881160"/>
            <a:ext cx="360" cy="7560"/>
          </a:xfrm>
          <a:custGeom>
            <a:avLst/>
            <a:gdLst/>
            <a:ahLst/>
            <a:rect l="0" t="0" r="r" b="b"/>
            <a:pathLst>
              <a:path w="1" h="21">
                <a:moveTo>
                  <a:pt x="1" y="0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moveTo>
                  <a:pt x="1" y="7"/>
                </a:move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moveTo>
                  <a:pt x="1" y="13"/>
                </a:moveTo>
                <a:lnTo>
                  <a:pt x="1" y="15"/>
                </a:lnTo>
                <a:lnTo>
                  <a:pt x="0" y="15"/>
                </a:lnTo>
                <a:lnTo>
                  <a:pt x="0" y="13"/>
                </a:lnTo>
                <a:lnTo>
                  <a:pt x="1" y="13"/>
                </a:lnTo>
                <a:moveTo>
                  <a:pt x="1" y="19"/>
                </a:moveTo>
                <a:lnTo>
                  <a:pt x="1" y="21"/>
                </a:lnTo>
                <a:lnTo>
                  <a:pt x="0" y="21"/>
                </a:lnTo>
                <a:lnTo>
                  <a:pt x="0" y="19"/>
                </a:lnTo>
                <a:lnTo>
                  <a:pt x="1" y="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1864800" y="3789360"/>
            <a:ext cx="360" cy="759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/>
          <p:nvPr/>
        </p:nvSpPr>
        <p:spPr>
          <a:xfrm>
            <a:off x="1863720" y="3785040"/>
            <a:ext cx="3240" cy="4680"/>
          </a:xfrm>
          <a:custGeom>
            <a:avLst/>
            <a:gdLst/>
            <a:ahLst/>
            <a:rect l="0" t="0" r="r" b="b"/>
            <a:pathLst>
              <a:path w="9" h="13">
                <a:moveTo>
                  <a:pt x="9" y="13"/>
                </a:moveTo>
                <a:lnTo>
                  <a:pt x="0" y="13"/>
                </a:lnTo>
                <a:lnTo>
                  <a:pt x="4" y="0"/>
                </a:lnTo>
                <a:lnTo>
                  <a:pt x="9" y="1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9" name=""/>
          <p:cNvSpPr/>
          <p:nvPr/>
        </p:nvSpPr>
        <p:spPr>
          <a:xfrm flipH="1" flipV="1">
            <a:off x="2433240" y="3515760"/>
            <a:ext cx="360" cy="3567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/>
          <p:nvPr/>
        </p:nvSpPr>
        <p:spPr>
          <a:xfrm>
            <a:off x="2431800" y="3511800"/>
            <a:ext cx="3240" cy="4320"/>
          </a:xfrm>
          <a:custGeom>
            <a:avLst/>
            <a:gdLst/>
            <a:ahLst/>
            <a:rect l="0" t="0" r="r" b="b"/>
            <a:pathLst>
              <a:path w="9" h="12">
                <a:moveTo>
                  <a:pt x="9" y="12"/>
                </a:moveTo>
                <a:lnTo>
                  <a:pt x="0" y="12"/>
                </a:lnTo>
                <a:lnTo>
                  <a:pt x="5" y="0"/>
                </a:lnTo>
                <a:lnTo>
                  <a:pt x="9" y="1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1400400" y="2994840"/>
            <a:ext cx="15721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Leerroute 1, acht fasen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919440" y="4014000"/>
            <a:ext cx="2681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Procesbeeld: rollen en stappen per fase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/>
          <p:nvPr/>
        </p:nvSpPr>
        <p:spPr>
          <a:xfrm>
            <a:off x="4167000" y="1633320"/>
            <a:ext cx="4705560" cy="2210040"/>
          </a:xfrm>
          <a:custGeom>
            <a:avLst/>
            <a:gdLst/>
            <a:ahLst/>
            <a:rect l="0" t="0" r="r" b="b"/>
            <a:pathLst>
              <a:path w="13071" h="6139">
                <a:moveTo>
                  <a:pt x="0" y="5888"/>
                </a:moveTo>
                <a:lnTo>
                  <a:pt x="0" y="251"/>
                </a:lnTo>
                <a:cubicBezTo>
                  <a:pt x="0" y="235"/>
                  <a:pt x="2" y="219"/>
                  <a:pt x="5" y="202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2" y="98"/>
                  <a:pt x="62" y="85"/>
                  <a:pt x="74" y="74"/>
                </a:cubicBezTo>
                <a:cubicBezTo>
                  <a:pt x="85" y="62"/>
                  <a:pt x="98" y="52"/>
                  <a:pt x="112" y="42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2"/>
                  <a:pt x="235" y="0"/>
                  <a:pt x="251" y="0"/>
                </a:cubicBezTo>
                <a:lnTo>
                  <a:pt x="12820" y="0"/>
                </a:lnTo>
                <a:cubicBezTo>
                  <a:pt x="12837" y="0"/>
                  <a:pt x="12853" y="2"/>
                  <a:pt x="12869" y="5"/>
                </a:cubicBezTo>
                <a:cubicBezTo>
                  <a:pt x="12885" y="8"/>
                  <a:pt x="12901" y="13"/>
                  <a:pt x="12916" y="19"/>
                </a:cubicBezTo>
                <a:cubicBezTo>
                  <a:pt x="12932" y="26"/>
                  <a:pt x="12946" y="33"/>
                  <a:pt x="12960" y="42"/>
                </a:cubicBezTo>
                <a:cubicBezTo>
                  <a:pt x="12973" y="52"/>
                  <a:pt x="12986" y="62"/>
                  <a:pt x="12998" y="74"/>
                </a:cubicBezTo>
                <a:cubicBezTo>
                  <a:pt x="13009" y="85"/>
                  <a:pt x="13020" y="98"/>
                  <a:pt x="13029" y="112"/>
                </a:cubicBezTo>
                <a:cubicBezTo>
                  <a:pt x="13038" y="126"/>
                  <a:pt x="13046" y="140"/>
                  <a:pt x="13052" y="155"/>
                </a:cubicBezTo>
                <a:cubicBezTo>
                  <a:pt x="13059" y="171"/>
                  <a:pt x="13063" y="186"/>
                  <a:pt x="13067" y="202"/>
                </a:cubicBezTo>
                <a:cubicBezTo>
                  <a:pt x="13070" y="219"/>
                  <a:pt x="13071" y="235"/>
                  <a:pt x="13071" y="251"/>
                </a:cubicBezTo>
                <a:lnTo>
                  <a:pt x="13071" y="5888"/>
                </a:lnTo>
                <a:cubicBezTo>
                  <a:pt x="13071" y="5905"/>
                  <a:pt x="13070" y="5921"/>
                  <a:pt x="13067" y="5937"/>
                </a:cubicBezTo>
                <a:cubicBezTo>
                  <a:pt x="13063" y="5953"/>
                  <a:pt x="13059" y="5969"/>
                  <a:pt x="13052" y="5984"/>
                </a:cubicBezTo>
                <a:cubicBezTo>
                  <a:pt x="13046" y="6000"/>
                  <a:pt x="13038" y="6014"/>
                  <a:pt x="13029" y="6028"/>
                </a:cubicBezTo>
                <a:cubicBezTo>
                  <a:pt x="13020" y="6041"/>
                  <a:pt x="13009" y="6054"/>
                  <a:pt x="12998" y="6066"/>
                </a:cubicBezTo>
                <a:cubicBezTo>
                  <a:pt x="12986" y="6077"/>
                  <a:pt x="12973" y="6088"/>
                  <a:pt x="12960" y="6097"/>
                </a:cubicBezTo>
                <a:cubicBezTo>
                  <a:pt x="12946" y="6106"/>
                  <a:pt x="12932" y="6114"/>
                  <a:pt x="12916" y="6120"/>
                </a:cubicBezTo>
                <a:cubicBezTo>
                  <a:pt x="12901" y="6127"/>
                  <a:pt x="12885" y="6131"/>
                  <a:pt x="12869" y="6135"/>
                </a:cubicBezTo>
                <a:cubicBezTo>
                  <a:pt x="12853" y="6138"/>
                  <a:pt x="12837" y="6139"/>
                  <a:pt x="12820" y="6139"/>
                </a:cubicBezTo>
                <a:lnTo>
                  <a:pt x="251" y="6139"/>
                </a:lnTo>
                <a:cubicBezTo>
                  <a:pt x="235" y="6139"/>
                  <a:pt x="219" y="6138"/>
                  <a:pt x="202" y="6135"/>
                </a:cubicBezTo>
                <a:cubicBezTo>
                  <a:pt x="186" y="6131"/>
                  <a:pt x="170" y="6127"/>
                  <a:pt x="155" y="6120"/>
                </a:cubicBezTo>
                <a:cubicBezTo>
                  <a:pt x="140" y="6114"/>
                  <a:pt x="125" y="6106"/>
                  <a:pt x="112" y="6097"/>
                </a:cubicBezTo>
                <a:cubicBezTo>
                  <a:pt x="98" y="6088"/>
                  <a:pt x="85" y="6077"/>
                  <a:pt x="74" y="6066"/>
                </a:cubicBezTo>
                <a:cubicBezTo>
                  <a:pt x="62" y="6054"/>
                  <a:pt x="52" y="6041"/>
                  <a:pt x="42" y="6028"/>
                </a:cubicBezTo>
                <a:cubicBezTo>
                  <a:pt x="33" y="6014"/>
                  <a:pt x="25" y="6000"/>
                  <a:pt x="19" y="5984"/>
                </a:cubicBezTo>
                <a:cubicBezTo>
                  <a:pt x="13" y="5969"/>
                  <a:pt x="8" y="5953"/>
                  <a:pt x="5" y="5937"/>
                </a:cubicBezTo>
                <a:cubicBezTo>
                  <a:pt x="2" y="5921"/>
                  <a:pt x="0" y="5905"/>
                  <a:pt x="0" y="58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4167000" y="1633320"/>
            <a:ext cx="4705560" cy="2210040"/>
          </a:xfrm>
          <a:custGeom>
            <a:avLst/>
            <a:gdLst/>
            <a:ahLst/>
            <a:rect l="0" t="0" r="r" b="b"/>
            <a:pathLst>
              <a:path w="13071" h="6139">
                <a:moveTo>
                  <a:pt x="0" y="5888"/>
                </a:moveTo>
                <a:lnTo>
                  <a:pt x="0" y="251"/>
                </a:lnTo>
                <a:cubicBezTo>
                  <a:pt x="0" y="235"/>
                  <a:pt x="2" y="219"/>
                  <a:pt x="5" y="202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2" y="98"/>
                  <a:pt x="62" y="85"/>
                  <a:pt x="74" y="74"/>
                </a:cubicBezTo>
                <a:cubicBezTo>
                  <a:pt x="85" y="62"/>
                  <a:pt x="98" y="52"/>
                  <a:pt x="112" y="42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2"/>
                  <a:pt x="235" y="0"/>
                  <a:pt x="251" y="0"/>
                </a:cubicBezTo>
                <a:lnTo>
                  <a:pt x="12820" y="0"/>
                </a:lnTo>
                <a:cubicBezTo>
                  <a:pt x="12837" y="0"/>
                  <a:pt x="12853" y="2"/>
                  <a:pt x="12869" y="5"/>
                </a:cubicBezTo>
                <a:cubicBezTo>
                  <a:pt x="12885" y="8"/>
                  <a:pt x="12901" y="13"/>
                  <a:pt x="12916" y="19"/>
                </a:cubicBezTo>
                <a:cubicBezTo>
                  <a:pt x="12932" y="26"/>
                  <a:pt x="12946" y="33"/>
                  <a:pt x="12960" y="42"/>
                </a:cubicBezTo>
                <a:cubicBezTo>
                  <a:pt x="12973" y="52"/>
                  <a:pt x="12986" y="62"/>
                  <a:pt x="12998" y="74"/>
                </a:cubicBezTo>
                <a:cubicBezTo>
                  <a:pt x="13009" y="85"/>
                  <a:pt x="13020" y="98"/>
                  <a:pt x="13029" y="112"/>
                </a:cubicBezTo>
                <a:cubicBezTo>
                  <a:pt x="13038" y="126"/>
                  <a:pt x="13046" y="140"/>
                  <a:pt x="13052" y="155"/>
                </a:cubicBezTo>
                <a:cubicBezTo>
                  <a:pt x="13059" y="171"/>
                  <a:pt x="13063" y="186"/>
                  <a:pt x="13067" y="202"/>
                </a:cubicBezTo>
                <a:cubicBezTo>
                  <a:pt x="13070" y="219"/>
                  <a:pt x="13071" y="235"/>
                  <a:pt x="13071" y="251"/>
                </a:cubicBezTo>
                <a:lnTo>
                  <a:pt x="13071" y="5888"/>
                </a:lnTo>
                <a:cubicBezTo>
                  <a:pt x="13071" y="5905"/>
                  <a:pt x="13070" y="5921"/>
                  <a:pt x="13067" y="5937"/>
                </a:cubicBezTo>
                <a:cubicBezTo>
                  <a:pt x="13063" y="5953"/>
                  <a:pt x="13059" y="5969"/>
                  <a:pt x="13052" y="5984"/>
                </a:cubicBezTo>
                <a:cubicBezTo>
                  <a:pt x="13046" y="6000"/>
                  <a:pt x="13038" y="6014"/>
                  <a:pt x="13029" y="6028"/>
                </a:cubicBezTo>
                <a:cubicBezTo>
                  <a:pt x="13020" y="6041"/>
                  <a:pt x="13009" y="6054"/>
                  <a:pt x="12998" y="6066"/>
                </a:cubicBezTo>
                <a:cubicBezTo>
                  <a:pt x="12986" y="6077"/>
                  <a:pt x="12973" y="6088"/>
                  <a:pt x="12960" y="6097"/>
                </a:cubicBezTo>
                <a:cubicBezTo>
                  <a:pt x="12946" y="6106"/>
                  <a:pt x="12932" y="6114"/>
                  <a:pt x="12916" y="6120"/>
                </a:cubicBezTo>
                <a:cubicBezTo>
                  <a:pt x="12901" y="6127"/>
                  <a:pt x="12885" y="6131"/>
                  <a:pt x="12869" y="6135"/>
                </a:cubicBezTo>
                <a:cubicBezTo>
                  <a:pt x="12853" y="6138"/>
                  <a:pt x="12837" y="6139"/>
                  <a:pt x="12820" y="6139"/>
                </a:cubicBezTo>
                <a:lnTo>
                  <a:pt x="251" y="6139"/>
                </a:lnTo>
                <a:cubicBezTo>
                  <a:pt x="235" y="6139"/>
                  <a:pt x="219" y="6138"/>
                  <a:pt x="202" y="6135"/>
                </a:cubicBezTo>
                <a:cubicBezTo>
                  <a:pt x="186" y="6131"/>
                  <a:pt x="170" y="6127"/>
                  <a:pt x="155" y="6120"/>
                </a:cubicBezTo>
                <a:cubicBezTo>
                  <a:pt x="140" y="6114"/>
                  <a:pt x="125" y="6106"/>
                  <a:pt x="112" y="6097"/>
                </a:cubicBezTo>
                <a:cubicBezTo>
                  <a:pt x="98" y="6088"/>
                  <a:pt x="85" y="6077"/>
                  <a:pt x="74" y="6066"/>
                </a:cubicBezTo>
                <a:cubicBezTo>
                  <a:pt x="62" y="6054"/>
                  <a:pt x="52" y="6041"/>
                  <a:pt x="42" y="6028"/>
                </a:cubicBezTo>
                <a:cubicBezTo>
                  <a:pt x="33" y="6014"/>
                  <a:pt x="25" y="6000"/>
                  <a:pt x="19" y="5984"/>
                </a:cubicBezTo>
                <a:cubicBezTo>
                  <a:pt x="13" y="5969"/>
                  <a:pt x="8" y="5953"/>
                  <a:pt x="5" y="5937"/>
                </a:cubicBezTo>
                <a:cubicBezTo>
                  <a:pt x="2" y="5921"/>
                  <a:pt x="0" y="5905"/>
                  <a:pt x="0" y="588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5" name=""/>
          <p:cNvSpPr/>
          <p:nvPr/>
        </p:nvSpPr>
        <p:spPr>
          <a:xfrm>
            <a:off x="4250880" y="1716840"/>
            <a:ext cx="4538160" cy="1852560"/>
          </a:xfrm>
          <a:custGeom>
            <a:avLst/>
            <a:gdLst/>
            <a:ahLst/>
            <a:rect l="0" t="0" r="r" b="b"/>
            <a:pathLst>
              <a:path w="12606" h="5146">
                <a:moveTo>
                  <a:pt x="147" y="0"/>
                </a:moveTo>
                <a:lnTo>
                  <a:pt x="12458" y="0"/>
                </a:lnTo>
                <a:cubicBezTo>
                  <a:pt x="12468" y="0"/>
                  <a:pt x="12478" y="1"/>
                  <a:pt x="12487" y="3"/>
                </a:cubicBezTo>
                <a:cubicBezTo>
                  <a:pt x="12497" y="5"/>
                  <a:pt x="12506" y="8"/>
                  <a:pt x="12515" y="12"/>
                </a:cubicBezTo>
                <a:cubicBezTo>
                  <a:pt x="12524" y="15"/>
                  <a:pt x="12532" y="20"/>
                  <a:pt x="12540" y="25"/>
                </a:cubicBezTo>
                <a:cubicBezTo>
                  <a:pt x="12548" y="31"/>
                  <a:pt x="12556" y="37"/>
                  <a:pt x="12563" y="44"/>
                </a:cubicBezTo>
                <a:cubicBezTo>
                  <a:pt x="12570" y="50"/>
                  <a:pt x="12576" y="58"/>
                  <a:pt x="12581" y="66"/>
                </a:cubicBezTo>
                <a:cubicBezTo>
                  <a:pt x="12586" y="74"/>
                  <a:pt x="12591" y="82"/>
                  <a:pt x="12595" y="91"/>
                </a:cubicBezTo>
                <a:cubicBezTo>
                  <a:pt x="12598" y="100"/>
                  <a:pt x="12601" y="110"/>
                  <a:pt x="12603" y="119"/>
                </a:cubicBezTo>
                <a:cubicBezTo>
                  <a:pt x="12605" y="129"/>
                  <a:pt x="12606" y="138"/>
                  <a:pt x="12606" y="148"/>
                </a:cubicBezTo>
                <a:lnTo>
                  <a:pt x="12606" y="4999"/>
                </a:lnTo>
                <a:cubicBezTo>
                  <a:pt x="12606" y="5008"/>
                  <a:pt x="12605" y="5018"/>
                  <a:pt x="12603" y="5027"/>
                </a:cubicBezTo>
                <a:cubicBezTo>
                  <a:pt x="12601" y="5037"/>
                  <a:pt x="12598" y="5046"/>
                  <a:pt x="12595" y="5055"/>
                </a:cubicBezTo>
                <a:cubicBezTo>
                  <a:pt x="12591" y="5064"/>
                  <a:pt x="12586" y="5072"/>
                  <a:pt x="12581" y="5080"/>
                </a:cubicBezTo>
                <a:cubicBezTo>
                  <a:pt x="12576" y="5089"/>
                  <a:pt x="12570" y="5096"/>
                  <a:pt x="12563" y="5103"/>
                </a:cubicBezTo>
                <a:cubicBezTo>
                  <a:pt x="12556" y="5110"/>
                  <a:pt x="12548" y="5116"/>
                  <a:pt x="12540" y="5121"/>
                </a:cubicBezTo>
                <a:cubicBezTo>
                  <a:pt x="12532" y="5127"/>
                  <a:pt x="12524" y="5131"/>
                  <a:pt x="12515" y="5135"/>
                </a:cubicBezTo>
                <a:cubicBezTo>
                  <a:pt x="12506" y="5138"/>
                  <a:pt x="12497" y="5141"/>
                  <a:pt x="12487" y="5143"/>
                </a:cubicBezTo>
                <a:cubicBezTo>
                  <a:pt x="12478" y="5145"/>
                  <a:pt x="12468" y="5146"/>
                  <a:pt x="12458" y="5146"/>
                </a:cubicBezTo>
                <a:lnTo>
                  <a:pt x="147" y="5146"/>
                </a:lnTo>
                <a:cubicBezTo>
                  <a:pt x="137" y="5146"/>
                  <a:pt x="128" y="5145"/>
                  <a:pt x="118" y="5143"/>
                </a:cubicBezTo>
                <a:cubicBezTo>
                  <a:pt x="109" y="5141"/>
                  <a:pt x="100" y="5138"/>
                  <a:pt x="91" y="5135"/>
                </a:cubicBezTo>
                <a:cubicBezTo>
                  <a:pt x="82" y="5131"/>
                  <a:pt x="73" y="5127"/>
                  <a:pt x="65" y="5121"/>
                </a:cubicBezTo>
                <a:cubicBezTo>
                  <a:pt x="57" y="5116"/>
                  <a:pt x="50" y="5110"/>
                  <a:pt x="43" y="5103"/>
                </a:cubicBezTo>
                <a:cubicBezTo>
                  <a:pt x="36" y="5096"/>
                  <a:pt x="30" y="5089"/>
                  <a:pt x="24" y="5080"/>
                </a:cubicBezTo>
                <a:cubicBezTo>
                  <a:pt x="19" y="5072"/>
                  <a:pt x="14" y="5064"/>
                  <a:pt x="11" y="5055"/>
                </a:cubicBezTo>
                <a:cubicBezTo>
                  <a:pt x="7" y="5046"/>
                  <a:pt x="4" y="5037"/>
                  <a:pt x="2" y="5027"/>
                </a:cubicBezTo>
                <a:cubicBezTo>
                  <a:pt x="0" y="5018"/>
                  <a:pt x="0" y="5008"/>
                  <a:pt x="0" y="4999"/>
                </a:cubicBezTo>
                <a:lnTo>
                  <a:pt x="0" y="148"/>
                </a:lnTo>
                <a:cubicBezTo>
                  <a:pt x="0" y="138"/>
                  <a:pt x="0" y="129"/>
                  <a:pt x="2" y="119"/>
                </a:cubicBezTo>
                <a:cubicBezTo>
                  <a:pt x="4" y="110"/>
                  <a:pt x="7" y="100"/>
                  <a:pt x="11" y="91"/>
                </a:cubicBezTo>
                <a:cubicBezTo>
                  <a:pt x="14" y="82"/>
                  <a:pt x="19" y="74"/>
                  <a:pt x="24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7"/>
                  <a:pt x="57" y="31"/>
                  <a:pt x="65" y="25"/>
                </a:cubicBezTo>
                <a:cubicBezTo>
                  <a:pt x="73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6" name=""/>
          <p:cNvSpPr/>
          <p:nvPr/>
        </p:nvSpPr>
        <p:spPr>
          <a:xfrm>
            <a:off x="4250880" y="1716840"/>
            <a:ext cx="4538160" cy="1852560"/>
          </a:xfrm>
          <a:custGeom>
            <a:avLst/>
            <a:gdLst/>
            <a:ahLst/>
            <a:rect l="0" t="0" r="r" b="b"/>
            <a:pathLst>
              <a:path w="12606" h="5146">
                <a:moveTo>
                  <a:pt x="147" y="0"/>
                </a:moveTo>
                <a:lnTo>
                  <a:pt x="12458" y="0"/>
                </a:lnTo>
                <a:cubicBezTo>
                  <a:pt x="12468" y="0"/>
                  <a:pt x="12478" y="1"/>
                  <a:pt x="12487" y="3"/>
                </a:cubicBezTo>
                <a:cubicBezTo>
                  <a:pt x="12497" y="5"/>
                  <a:pt x="12506" y="8"/>
                  <a:pt x="12515" y="12"/>
                </a:cubicBezTo>
                <a:cubicBezTo>
                  <a:pt x="12524" y="15"/>
                  <a:pt x="12532" y="20"/>
                  <a:pt x="12540" y="25"/>
                </a:cubicBezTo>
                <a:cubicBezTo>
                  <a:pt x="12548" y="31"/>
                  <a:pt x="12556" y="37"/>
                  <a:pt x="12563" y="44"/>
                </a:cubicBezTo>
                <a:cubicBezTo>
                  <a:pt x="12570" y="50"/>
                  <a:pt x="12576" y="58"/>
                  <a:pt x="12581" y="66"/>
                </a:cubicBezTo>
                <a:cubicBezTo>
                  <a:pt x="12586" y="74"/>
                  <a:pt x="12591" y="82"/>
                  <a:pt x="12595" y="91"/>
                </a:cubicBezTo>
                <a:cubicBezTo>
                  <a:pt x="12598" y="100"/>
                  <a:pt x="12601" y="110"/>
                  <a:pt x="12603" y="119"/>
                </a:cubicBezTo>
                <a:cubicBezTo>
                  <a:pt x="12605" y="129"/>
                  <a:pt x="12606" y="138"/>
                  <a:pt x="12606" y="148"/>
                </a:cubicBezTo>
                <a:lnTo>
                  <a:pt x="12606" y="4999"/>
                </a:lnTo>
                <a:cubicBezTo>
                  <a:pt x="12606" y="5008"/>
                  <a:pt x="12605" y="5018"/>
                  <a:pt x="12603" y="5027"/>
                </a:cubicBezTo>
                <a:cubicBezTo>
                  <a:pt x="12601" y="5037"/>
                  <a:pt x="12598" y="5046"/>
                  <a:pt x="12595" y="5055"/>
                </a:cubicBezTo>
                <a:cubicBezTo>
                  <a:pt x="12591" y="5064"/>
                  <a:pt x="12586" y="5072"/>
                  <a:pt x="12581" y="5080"/>
                </a:cubicBezTo>
                <a:cubicBezTo>
                  <a:pt x="12576" y="5089"/>
                  <a:pt x="12570" y="5096"/>
                  <a:pt x="12563" y="5103"/>
                </a:cubicBezTo>
                <a:cubicBezTo>
                  <a:pt x="12556" y="5110"/>
                  <a:pt x="12548" y="5116"/>
                  <a:pt x="12540" y="5121"/>
                </a:cubicBezTo>
                <a:cubicBezTo>
                  <a:pt x="12532" y="5127"/>
                  <a:pt x="12524" y="5131"/>
                  <a:pt x="12515" y="5135"/>
                </a:cubicBezTo>
                <a:cubicBezTo>
                  <a:pt x="12506" y="5138"/>
                  <a:pt x="12497" y="5141"/>
                  <a:pt x="12487" y="5143"/>
                </a:cubicBezTo>
                <a:cubicBezTo>
                  <a:pt x="12478" y="5145"/>
                  <a:pt x="12468" y="5146"/>
                  <a:pt x="12458" y="5146"/>
                </a:cubicBezTo>
                <a:lnTo>
                  <a:pt x="147" y="5146"/>
                </a:lnTo>
                <a:cubicBezTo>
                  <a:pt x="137" y="5146"/>
                  <a:pt x="128" y="5145"/>
                  <a:pt x="118" y="5143"/>
                </a:cubicBezTo>
                <a:cubicBezTo>
                  <a:pt x="109" y="5141"/>
                  <a:pt x="100" y="5138"/>
                  <a:pt x="91" y="5135"/>
                </a:cubicBezTo>
                <a:cubicBezTo>
                  <a:pt x="82" y="5131"/>
                  <a:pt x="73" y="5127"/>
                  <a:pt x="65" y="5121"/>
                </a:cubicBezTo>
                <a:cubicBezTo>
                  <a:pt x="57" y="5116"/>
                  <a:pt x="50" y="5110"/>
                  <a:pt x="43" y="5103"/>
                </a:cubicBezTo>
                <a:cubicBezTo>
                  <a:pt x="36" y="5096"/>
                  <a:pt x="30" y="5089"/>
                  <a:pt x="24" y="5080"/>
                </a:cubicBezTo>
                <a:cubicBezTo>
                  <a:pt x="19" y="5072"/>
                  <a:pt x="14" y="5064"/>
                  <a:pt x="11" y="5055"/>
                </a:cubicBezTo>
                <a:cubicBezTo>
                  <a:pt x="7" y="5046"/>
                  <a:pt x="4" y="5037"/>
                  <a:pt x="2" y="5027"/>
                </a:cubicBezTo>
                <a:cubicBezTo>
                  <a:pt x="0" y="5018"/>
                  <a:pt x="0" y="5008"/>
                  <a:pt x="0" y="4999"/>
                </a:cubicBezTo>
                <a:lnTo>
                  <a:pt x="0" y="148"/>
                </a:lnTo>
                <a:cubicBezTo>
                  <a:pt x="0" y="138"/>
                  <a:pt x="0" y="129"/>
                  <a:pt x="2" y="119"/>
                </a:cubicBezTo>
                <a:cubicBezTo>
                  <a:pt x="4" y="110"/>
                  <a:pt x="7" y="100"/>
                  <a:pt x="11" y="91"/>
                </a:cubicBezTo>
                <a:cubicBezTo>
                  <a:pt x="14" y="82"/>
                  <a:pt x="19" y="74"/>
                  <a:pt x="24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7"/>
                  <a:pt x="57" y="31"/>
                  <a:pt x="65" y="25"/>
                </a:cubicBezTo>
                <a:cubicBezTo>
                  <a:pt x="73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lose/>
              </a:path>
            </a:pathLst>
          </a:custGeom>
          <a:noFill/>
          <a:ln w="5040">
            <a:solidFill>
              <a:srgbClr val="d8ddd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3766320" y="2583720"/>
            <a:ext cx="273960" cy="3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6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21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8" name=""/>
          <p:cNvSpPr/>
          <p:nvPr/>
        </p:nvSpPr>
        <p:spPr>
          <a:xfrm>
            <a:off x="4311720" y="1926720"/>
            <a:ext cx="1104480" cy="254880"/>
          </a:xfrm>
          <a:custGeom>
            <a:avLst/>
            <a:gdLst/>
            <a:ahLst/>
            <a:rect l="0" t="0" r="r" b="b"/>
            <a:pathLst>
              <a:path w="3068" h="708">
                <a:moveTo>
                  <a:pt x="118" y="0"/>
                </a:moveTo>
                <a:lnTo>
                  <a:pt x="2950" y="0"/>
                </a:lnTo>
                <a:cubicBezTo>
                  <a:pt x="2965" y="0"/>
                  <a:pt x="2980" y="3"/>
                  <a:pt x="2995" y="9"/>
                </a:cubicBezTo>
                <a:cubicBezTo>
                  <a:pt x="3009" y="15"/>
                  <a:pt x="3022" y="23"/>
                  <a:pt x="3033" y="34"/>
                </a:cubicBezTo>
                <a:cubicBezTo>
                  <a:pt x="3044" y="45"/>
                  <a:pt x="3053" y="58"/>
                  <a:pt x="3059" y="72"/>
                </a:cubicBezTo>
                <a:cubicBezTo>
                  <a:pt x="3065" y="87"/>
                  <a:pt x="3068" y="102"/>
                  <a:pt x="3068" y="118"/>
                </a:cubicBezTo>
                <a:lnTo>
                  <a:pt x="3068" y="589"/>
                </a:lnTo>
                <a:cubicBezTo>
                  <a:pt x="3068" y="605"/>
                  <a:pt x="3065" y="620"/>
                  <a:pt x="3059" y="634"/>
                </a:cubicBezTo>
                <a:cubicBezTo>
                  <a:pt x="3053" y="649"/>
                  <a:pt x="3044" y="663"/>
                  <a:pt x="3033" y="674"/>
                </a:cubicBezTo>
                <a:cubicBezTo>
                  <a:pt x="3022" y="685"/>
                  <a:pt x="3009" y="693"/>
                  <a:pt x="2995" y="699"/>
                </a:cubicBezTo>
                <a:cubicBezTo>
                  <a:pt x="2980" y="705"/>
                  <a:pt x="2965" y="708"/>
                  <a:pt x="2950" y="708"/>
                </a:cubicBezTo>
                <a:lnTo>
                  <a:pt x="118" y="708"/>
                </a:lnTo>
                <a:cubicBezTo>
                  <a:pt x="102" y="708"/>
                  <a:pt x="87" y="705"/>
                  <a:pt x="73" y="699"/>
                </a:cubicBezTo>
                <a:cubicBezTo>
                  <a:pt x="58" y="693"/>
                  <a:pt x="46" y="685"/>
                  <a:pt x="35" y="674"/>
                </a:cubicBezTo>
                <a:cubicBezTo>
                  <a:pt x="24" y="663"/>
                  <a:pt x="15" y="649"/>
                  <a:pt x="9" y="634"/>
                </a:cubicBezTo>
                <a:cubicBezTo>
                  <a:pt x="3" y="620"/>
                  <a:pt x="0" y="605"/>
                  <a:pt x="0" y="589"/>
                </a:cubicBezTo>
                <a:lnTo>
                  <a:pt x="0" y="118"/>
                </a:lnTo>
                <a:cubicBezTo>
                  <a:pt x="0" y="102"/>
                  <a:pt x="3" y="87"/>
                  <a:pt x="9" y="72"/>
                </a:cubicBezTo>
                <a:cubicBezTo>
                  <a:pt x="15" y="58"/>
                  <a:pt x="24" y="45"/>
                  <a:pt x="35" y="34"/>
                </a:cubicBezTo>
                <a:cubicBezTo>
                  <a:pt x="46" y="23"/>
                  <a:pt x="58" y="15"/>
                  <a:pt x="73" y="9"/>
                </a:cubicBezTo>
                <a:cubicBezTo>
                  <a:pt x="87" y="3"/>
                  <a:pt x="102" y="0"/>
                  <a:pt x="118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/>
          <p:nvPr/>
        </p:nvSpPr>
        <p:spPr>
          <a:xfrm>
            <a:off x="4311720" y="1926720"/>
            <a:ext cx="1104480" cy="254880"/>
          </a:xfrm>
          <a:custGeom>
            <a:avLst/>
            <a:gdLst/>
            <a:ahLst/>
            <a:rect l="0" t="0" r="r" b="b"/>
            <a:pathLst>
              <a:path w="3068" h="708">
                <a:moveTo>
                  <a:pt x="118" y="0"/>
                </a:moveTo>
                <a:lnTo>
                  <a:pt x="2950" y="0"/>
                </a:lnTo>
                <a:cubicBezTo>
                  <a:pt x="2965" y="0"/>
                  <a:pt x="2980" y="3"/>
                  <a:pt x="2995" y="9"/>
                </a:cubicBezTo>
                <a:cubicBezTo>
                  <a:pt x="3009" y="15"/>
                  <a:pt x="3022" y="23"/>
                  <a:pt x="3033" y="34"/>
                </a:cubicBezTo>
                <a:cubicBezTo>
                  <a:pt x="3044" y="45"/>
                  <a:pt x="3053" y="58"/>
                  <a:pt x="3059" y="72"/>
                </a:cubicBezTo>
                <a:cubicBezTo>
                  <a:pt x="3065" y="87"/>
                  <a:pt x="3068" y="102"/>
                  <a:pt x="3068" y="118"/>
                </a:cubicBezTo>
                <a:lnTo>
                  <a:pt x="3068" y="589"/>
                </a:lnTo>
                <a:cubicBezTo>
                  <a:pt x="3068" y="605"/>
                  <a:pt x="3065" y="620"/>
                  <a:pt x="3059" y="634"/>
                </a:cubicBezTo>
                <a:cubicBezTo>
                  <a:pt x="3053" y="649"/>
                  <a:pt x="3044" y="663"/>
                  <a:pt x="3033" y="674"/>
                </a:cubicBezTo>
                <a:cubicBezTo>
                  <a:pt x="3022" y="685"/>
                  <a:pt x="3009" y="693"/>
                  <a:pt x="2995" y="699"/>
                </a:cubicBezTo>
                <a:cubicBezTo>
                  <a:pt x="2980" y="705"/>
                  <a:pt x="2965" y="708"/>
                  <a:pt x="2950" y="708"/>
                </a:cubicBezTo>
                <a:lnTo>
                  <a:pt x="118" y="708"/>
                </a:lnTo>
                <a:cubicBezTo>
                  <a:pt x="102" y="708"/>
                  <a:pt x="87" y="705"/>
                  <a:pt x="73" y="699"/>
                </a:cubicBezTo>
                <a:cubicBezTo>
                  <a:pt x="58" y="693"/>
                  <a:pt x="46" y="685"/>
                  <a:pt x="35" y="674"/>
                </a:cubicBezTo>
                <a:cubicBezTo>
                  <a:pt x="24" y="663"/>
                  <a:pt x="15" y="649"/>
                  <a:pt x="9" y="634"/>
                </a:cubicBezTo>
                <a:cubicBezTo>
                  <a:pt x="3" y="620"/>
                  <a:pt x="0" y="605"/>
                  <a:pt x="0" y="589"/>
                </a:cubicBezTo>
                <a:lnTo>
                  <a:pt x="0" y="118"/>
                </a:lnTo>
                <a:cubicBezTo>
                  <a:pt x="0" y="102"/>
                  <a:pt x="3" y="87"/>
                  <a:pt x="9" y="72"/>
                </a:cubicBezTo>
                <a:cubicBezTo>
                  <a:pt x="15" y="58"/>
                  <a:pt x="24" y="45"/>
                  <a:pt x="35" y="34"/>
                </a:cubicBezTo>
                <a:cubicBezTo>
                  <a:pt x="46" y="23"/>
                  <a:pt x="58" y="15"/>
                  <a:pt x="73" y="9"/>
                </a:cubicBezTo>
                <a:cubicBezTo>
                  <a:pt x="87" y="3"/>
                  <a:pt x="102" y="0"/>
                  <a:pt x="118" y="0"/>
                </a:cubicBezTo>
                <a:close/>
              </a:path>
            </a:pathLst>
          </a:custGeom>
          <a:noFill/>
          <a:ln w="5040">
            <a:solidFill>
              <a:srgbClr val="a8a85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5309640" y="1979640"/>
            <a:ext cx="53280" cy="32040"/>
          </a:xfrm>
          <a:custGeom>
            <a:avLst/>
            <a:gdLst/>
            <a:ahLst/>
            <a:rect l="0" t="0" r="r" b="b"/>
            <a:pathLst>
              <a:path w="148" h="89">
                <a:moveTo>
                  <a:pt x="45" y="0"/>
                </a:moveTo>
                <a:lnTo>
                  <a:pt x="104" y="0"/>
                </a:lnTo>
                <a:cubicBezTo>
                  <a:pt x="110" y="0"/>
                  <a:pt x="116" y="2"/>
                  <a:pt x="121" y="4"/>
                </a:cubicBezTo>
                <a:cubicBezTo>
                  <a:pt x="126" y="7"/>
                  <a:pt x="131" y="10"/>
                  <a:pt x="135" y="14"/>
                </a:cubicBezTo>
                <a:cubicBezTo>
                  <a:pt x="139" y="18"/>
                  <a:pt x="143" y="23"/>
                  <a:pt x="145" y="28"/>
                </a:cubicBezTo>
                <a:cubicBezTo>
                  <a:pt x="147" y="34"/>
                  <a:pt x="148" y="39"/>
                  <a:pt x="148" y="45"/>
                </a:cubicBezTo>
                <a:cubicBezTo>
                  <a:pt x="148" y="51"/>
                  <a:pt x="147" y="57"/>
                  <a:pt x="145" y="62"/>
                </a:cubicBezTo>
                <a:cubicBezTo>
                  <a:pt x="143" y="68"/>
                  <a:pt x="139" y="72"/>
                  <a:pt x="135" y="77"/>
                </a:cubicBezTo>
                <a:cubicBezTo>
                  <a:pt x="131" y="81"/>
                  <a:pt x="126" y="84"/>
                  <a:pt x="121" y="86"/>
                </a:cubicBezTo>
                <a:cubicBezTo>
                  <a:pt x="116" y="88"/>
                  <a:pt x="110" y="89"/>
                  <a:pt x="104" y="89"/>
                </a:cubicBezTo>
                <a:lnTo>
                  <a:pt x="45" y="89"/>
                </a:lnTo>
                <a:cubicBezTo>
                  <a:pt x="39" y="89"/>
                  <a:pt x="34" y="88"/>
                  <a:pt x="28" y="86"/>
                </a:cubicBezTo>
                <a:cubicBezTo>
                  <a:pt x="22" y="84"/>
                  <a:pt x="17" y="81"/>
                  <a:pt x="13" y="77"/>
                </a:cubicBezTo>
                <a:cubicBezTo>
                  <a:pt x="9" y="72"/>
                  <a:pt x="5" y="68"/>
                  <a:pt x="3" y="62"/>
                </a:cubicBezTo>
                <a:cubicBezTo>
                  <a:pt x="1" y="57"/>
                  <a:pt x="0" y="51"/>
                  <a:pt x="0" y="45"/>
                </a:cubicBezTo>
                <a:cubicBezTo>
                  <a:pt x="0" y="39"/>
                  <a:pt x="1" y="34"/>
                  <a:pt x="3" y="28"/>
                </a:cubicBezTo>
                <a:cubicBezTo>
                  <a:pt x="5" y="23"/>
                  <a:pt x="9" y="18"/>
                  <a:pt x="13" y="14"/>
                </a:cubicBezTo>
                <a:cubicBezTo>
                  <a:pt x="17" y="10"/>
                  <a:pt x="22" y="7"/>
                  <a:pt x="28" y="4"/>
                </a:cubicBezTo>
                <a:cubicBezTo>
                  <a:pt x="34" y="2"/>
                  <a:pt x="39" y="0"/>
                  <a:pt x="45" y="0"/>
                </a:cubicBez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5352120" y="1979640"/>
            <a:ext cx="21600" cy="32040"/>
          </a:xfrm>
          <a:custGeom>
            <a:avLst/>
            <a:gdLst/>
            <a:ahLst/>
            <a:rect l="0" t="0" r="r" b="b"/>
            <a:pathLst>
              <a:path w="60" h="89">
                <a:moveTo>
                  <a:pt x="60" y="45"/>
                </a:moveTo>
                <a:cubicBezTo>
                  <a:pt x="60" y="51"/>
                  <a:pt x="59" y="57"/>
                  <a:pt x="57" y="62"/>
                </a:cubicBezTo>
                <a:cubicBezTo>
                  <a:pt x="56" y="68"/>
                  <a:pt x="54" y="72"/>
                  <a:pt x="51" y="77"/>
                </a:cubicBezTo>
                <a:cubicBezTo>
                  <a:pt x="48" y="81"/>
                  <a:pt x="45" y="84"/>
                  <a:pt x="42" y="86"/>
                </a:cubicBezTo>
                <a:cubicBezTo>
                  <a:pt x="38" y="88"/>
                  <a:pt x="34" y="89"/>
                  <a:pt x="30" y="89"/>
                </a:cubicBezTo>
                <a:cubicBezTo>
                  <a:pt x="26" y="89"/>
                  <a:pt x="23" y="88"/>
                  <a:pt x="19" y="86"/>
                </a:cubicBezTo>
                <a:cubicBezTo>
                  <a:pt x="15" y="84"/>
                  <a:pt x="12" y="81"/>
                  <a:pt x="8" y="77"/>
                </a:cubicBezTo>
                <a:cubicBezTo>
                  <a:pt x="6" y="72"/>
                  <a:pt x="3" y="68"/>
                  <a:pt x="2" y="62"/>
                </a:cubicBezTo>
                <a:cubicBezTo>
                  <a:pt x="0" y="57"/>
                  <a:pt x="0" y="51"/>
                  <a:pt x="0" y="45"/>
                </a:cubicBezTo>
                <a:cubicBezTo>
                  <a:pt x="0" y="39"/>
                  <a:pt x="0" y="34"/>
                  <a:pt x="2" y="28"/>
                </a:cubicBezTo>
                <a:cubicBezTo>
                  <a:pt x="3" y="23"/>
                  <a:pt x="6" y="18"/>
                  <a:pt x="8" y="14"/>
                </a:cubicBezTo>
                <a:cubicBezTo>
                  <a:pt x="12" y="10"/>
                  <a:pt x="15" y="7"/>
                  <a:pt x="19" y="4"/>
                </a:cubicBezTo>
                <a:cubicBezTo>
                  <a:pt x="23" y="2"/>
                  <a:pt x="26" y="0"/>
                  <a:pt x="30" y="0"/>
                </a:cubicBezTo>
                <a:cubicBezTo>
                  <a:pt x="34" y="0"/>
                  <a:pt x="38" y="2"/>
                  <a:pt x="42" y="4"/>
                </a:cubicBezTo>
                <a:cubicBezTo>
                  <a:pt x="45" y="7"/>
                  <a:pt x="48" y="10"/>
                  <a:pt x="51" y="14"/>
                </a:cubicBezTo>
                <a:cubicBezTo>
                  <a:pt x="54" y="18"/>
                  <a:pt x="56" y="23"/>
                  <a:pt x="57" y="28"/>
                </a:cubicBezTo>
                <a:cubicBezTo>
                  <a:pt x="59" y="34"/>
                  <a:pt x="60" y="39"/>
                  <a:pt x="60" y="45"/>
                </a:cubicBez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4312080" y="1757160"/>
            <a:ext cx="173520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20" spc="-1" strike="noStrike">
                <a:solidFill>
                  <a:srgbClr val="1c1c1c"/>
                </a:solidFill>
                <a:latin typeface="DejaVuSans"/>
                <a:ea typeface="DejaVuSans"/>
              </a:rPr>
              <a:t>F1-01 - Het kwaliﬁcatiedossier ontleed</a:t>
            </a:r>
            <a:endParaRPr b="0" lang="en-US" sz="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4365000" y="1963080"/>
            <a:ext cx="8460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5468760" y="1926720"/>
            <a:ext cx="1693440" cy="254880"/>
          </a:xfrm>
          <a:custGeom>
            <a:avLst/>
            <a:gdLst/>
            <a:ahLst/>
            <a:rect l="0" t="0" r="r" b="b"/>
            <a:pathLst>
              <a:path w="4704" h="708">
                <a:moveTo>
                  <a:pt x="118" y="0"/>
                </a:moveTo>
                <a:lnTo>
                  <a:pt x="4586" y="0"/>
                </a:lnTo>
                <a:cubicBezTo>
                  <a:pt x="4602" y="0"/>
                  <a:pt x="4617" y="3"/>
                  <a:pt x="4631" y="9"/>
                </a:cubicBezTo>
                <a:cubicBezTo>
                  <a:pt x="4646" y="15"/>
                  <a:pt x="4659" y="23"/>
                  <a:pt x="4670" y="34"/>
                </a:cubicBezTo>
                <a:cubicBezTo>
                  <a:pt x="4681" y="45"/>
                  <a:pt x="4689" y="58"/>
                  <a:pt x="4695" y="72"/>
                </a:cubicBezTo>
                <a:cubicBezTo>
                  <a:pt x="4701" y="87"/>
                  <a:pt x="4704" y="102"/>
                  <a:pt x="4704" y="118"/>
                </a:cubicBezTo>
                <a:lnTo>
                  <a:pt x="4704" y="589"/>
                </a:lnTo>
                <a:cubicBezTo>
                  <a:pt x="4704" y="605"/>
                  <a:pt x="4701" y="620"/>
                  <a:pt x="4695" y="634"/>
                </a:cubicBezTo>
                <a:cubicBezTo>
                  <a:pt x="4689" y="649"/>
                  <a:pt x="4681" y="663"/>
                  <a:pt x="4670" y="674"/>
                </a:cubicBezTo>
                <a:cubicBezTo>
                  <a:pt x="4659" y="685"/>
                  <a:pt x="4646" y="693"/>
                  <a:pt x="4631" y="699"/>
                </a:cubicBezTo>
                <a:cubicBezTo>
                  <a:pt x="4617" y="705"/>
                  <a:pt x="4602" y="708"/>
                  <a:pt x="4586" y="708"/>
                </a:cubicBezTo>
                <a:lnTo>
                  <a:pt x="118" y="708"/>
                </a:lnTo>
                <a:cubicBezTo>
                  <a:pt x="102" y="708"/>
                  <a:pt x="87" y="705"/>
                  <a:pt x="73" y="699"/>
                </a:cubicBezTo>
                <a:cubicBezTo>
                  <a:pt x="58" y="693"/>
                  <a:pt x="46" y="685"/>
                  <a:pt x="35" y="674"/>
                </a:cubicBezTo>
                <a:cubicBezTo>
                  <a:pt x="24" y="663"/>
                  <a:pt x="15" y="649"/>
                  <a:pt x="9" y="634"/>
                </a:cubicBezTo>
                <a:cubicBezTo>
                  <a:pt x="3" y="620"/>
                  <a:pt x="0" y="605"/>
                  <a:pt x="0" y="589"/>
                </a:cubicBezTo>
                <a:lnTo>
                  <a:pt x="0" y="118"/>
                </a:lnTo>
                <a:cubicBezTo>
                  <a:pt x="0" y="102"/>
                  <a:pt x="3" y="87"/>
                  <a:pt x="9" y="72"/>
                </a:cubicBezTo>
                <a:cubicBezTo>
                  <a:pt x="15" y="58"/>
                  <a:pt x="24" y="45"/>
                  <a:pt x="35" y="34"/>
                </a:cubicBezTo>
                <a:cubicBezTo>
                  <a:pt x="46" y="23"/>
                  <a:pt x="58" y="15"/>
                  <a:pt x="73" y="9"/>
                </a:cubicBezTo>
                <a:cubicBezTo>
                  <a:pt x="87" y="3"/>
                  <a:pt x="102" y="0"/>
                  <a:pt x="118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/>
          <p:nvPr/>
        </p:nvSpPr>
        <p:spPr>
          <a:xfrm>
            <a:off x="5468760" y="1926720"/>
            <a:ext cx="1693440" cy="254880"/>
          </a:xfrm>
          <a:custGeom>
            <a:avLst/>
            <a:gdLst/>
            <a:ahLst/>
            <a:rect l="0" t="0" r="r" b="b"/>
            <a:pathLst>
              <a:path w="4704" h="708">
                <a:moveTo>
                  <a:pt x="118" y="0"/>
                </a:moveTo>
                <a:lnTo>
                  <a:pt x="4586" y="0"/>
                </a:lnTo>
                <a:cubicBezTo>
                  <a:pt x="4602" y="0"/>
                  <a:pt x="4617" y="3"/>
                  <a:pt x="4631" y="9"/>
                </a:cubicBezTo>
                <a:cubicBezTo>
                  <a:pt x="4646" y="15"/>
                  <a:pt x="4659" y="23"/>
                  <a:pt x="4670" y="34"/>
                </a:cubicBezTo>
                <a:cubicBezTo>
                  <a:pt x="4681" y="45"/>
                  <a:pt x="4689" y="58"/>
                  <a:pt x="4695" y="72"/>
                </a:cubicBezTo>
                <a:cubicBezTo>
                  <a:pt x="4701" y="87"/>
                  <a:pt x="4704" y="102"/>
                  <a:pt x="4704" y="118"/>
                </a:cubicBezTo>
                <a:lnTo>
                  <a:pt x="4704" y="589"/>
                </a:lnTo>
                <a:cubicBezTo>
                  <a:pt x="4704" y="605"/>
                  <a:pt x="4701" y="620"/>
                  <a:pt x="4695" y="634"/>
                </a:cubicBezTo>
                <a:cubicBezTo>
                  <a:pt x="4689" y="649"/>
                  <a:pt x="4681" y="663"/>
                  <a:pt x="4670" y="674"/>
                </a:cubicBezTo>
                <a:cubicBezTo>
                  <a:pt x="4659" y="685"/>
                  <a:pt x="4646" y="693"/>
                  <a:pt x="4631" y="699"/>
                </a:cubicBezTo>
                <a:cubicBezTo>
                  <a:pt x="4617" y="705"/>
                  <a:pt x="4602" y="708"/>
                  <a:pt x="4586" y="708"/>
                </a:cubicBezTo>
                <a:lnTo>
                  <a:pt x="118" y="708"/>
                </a:lnTo>
                <a:cubicBezTo>
                  <a:pt x="102" y="708"/>
                  <a:pt x="87" y="705"/>
                  <a:pt x="73" y="699"/>
                </a:cubicBezTo>
                <a:cubicBezTo>
                  <a:pt x="58" y="693"/>
                  <a:pt x="46" y="685"/>
                  <a:pt x="35" y="674"/>
                </a:cubicBezTo>
                <a:cubicBezTo>
                  <a:pt x="24" y="663"/>
                  <a:pt x="15" y="649"/>
                  <a:pt x="9" y="634"/>
                </a:cubicBezTo>
                <a:cubicBezTo>
                  <a:pt x="3" y="620"/>
                  <a:pt x="0" y="605"/>
                  <a:pt x="0" y="589"/>
                </a:cubicBezTo>
                <a:lnTo>
                  <a:pt x="0" y="118"/>
                </a:lnTo>
                <a:cubicBezTo>
                  <a:pt x="0" y="102"/>
                  <a:pt x="3" y="87"/>
                  <a:pt x="9" y="72"/>
                </a:cubicBezTo>
                <a:cubicBezTo>
                  <a:pt x="15" y="58"/>
                  <a:pt x="24" y="45"/>
                  <a:pt x="35" y="34"/>
                </a:cubicBezTo>
                <a:cubicBezTo>
                  <a:pt x="46" y="23"/>
                  <a:pt x="58" y="15"/>
                  <a:pt x="73" y="9"/>
                </a:cubicBezTo>
                <a:cubicBezTo>
                  <a:pt x="87" y="3"/>
                  <a:pt x="102" y="0"/>
                  <a:pt x="118" y="0"/>
                </a:cubicBezTo>
                <a:close/>
              </a:path>
            </a:pathLst>
          </a:custGeom>
          <a:noFill/>
          <a:ln w="5040">
            <a:solidFill>
              <a:srgbClr val="a8a85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/>
          <p:nvPr/>
        </p:nvSpPr>
        <p:spPr>
          <a:xfrm>
            <a:off x="7061040" y="1963800"/>
            <a:ext cx="69480" cy="64080"/>
          </a:xfrm>
          <a:custGeom>
            <a:avLst/>
            <a:gdLst/>
            <a:ahLst/>
            <a:rect l="0" t="0" r="r" b="b"/>
            <a:pathLst>
              <a:path w="193" h="178">
                <a:moveTo>
                  <a:pt x="0" y="44"/>
                </a:moveTo>
                <a:lnTo>
                  <a:pt x="118" y="44"/>
                </a:lnTo>
                <a:lnTo>
                  <a:pt x="118" y="0"/>
                </a:lnTo>
                <a:lnTo>
                  <a:pt x="193" y="88"/>
                </a:lnTo>
                <a:lnTo>
                  <a:pt x="118" y="178"/>
                </a:lnTo>
                <a:lnTo>
                  <a:pt x="118" y="133"/>
                </a:lnTo>
                <a:lnTo>
                  <a:pt x="0" y="133"/>
                </a:lnTo>
                <a:lnTo>
                  <a:pt x="0" y="44"/>
                </a:ln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4365000" y="2048760"/>
            <a:ext cx="84672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8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5522040" y="1963080"/>
            <a:ext cx="35424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9" name=""/>
          <p:cNvSpPr/>
          <p:nvPr/>
        </p:nvSpPr>
        <p:spPr>
          <a:xfrm>
            <a:off x="4583880" y="2181240"/>
            <a:ext cx="8280" cy="106560"/>
          </a:xfrm>
          <a:custGeom>
            <a:avLst/>
            <a:gdLst/>
            <a:ahLst/>
            <a:rect l="0" t="0" r="r" b="b"/>
            <a:pathLst>
              <a:path w="23" h="296">
                <a:moveTo>
                  <a:pt x="23" y="0"/>
                </a:moveTo>
                <a:lnTo>
                  <a:pt x="23" y="44"/>
                </a:lnTo>
                <a:lnTo>
                  <a:pt x="0" y="44"/>
                </a:lnTo>
                <a:lnTo>
                  <a:pt x="0" y="0"/>
                </a:lnTo>
                <a:lnTo>
                  <a:pt x="23" y="0"/>
                </a:lnTo>
                <a:moveTo>
                  <a:pt x="23" y="89"/>
                </a:moveTo>
                <a:lnTo>
                  <a:pt x="23" y="133"/>
                </a:lnTo>
                <a:lnTo>
                  <a:pt x="0" y="133"/>
                </a:lnTo>
                <a:lnTo>
                  <a:pt x="0" y="89"/>
                </a:lnTo>
                <a:lnTo>
                  <a:pt x="23" y="89"/>
                </a:lnTo>
                <a:moveTo>
                  <a:pt x="23" y="177"/>
                </a:moveTo>
                <a:lnTo>
                  <a:pt x="23" y="221"/>
                </a:lnTo>
                <a:lnTo>
                  <a:pt x="0" y="221"/>
                </a:lnTo>
                <a:lnTo>
                  <a:pt x="0" y="177"/>
                </a:lnTo>
                <a:lnTo>
                  <a:pt x="23" y="177"/>
                </a:lnTo>
                <a:moveTo>
                  <a:pt x="23" y="267"/>
                </a:moveTo>
                <a:lnTo>
                  <a:pt x="23" y="296"/>
                </a:lnTo>
                <a:lnTo>
                  <a:pt x="0" y="296"/>
                </a:lnTo>
                <a:lnTo>
                  <a:pt x="0" y="267"/>
                </a:lnTo>
                <a:lnTo>
                  <a:pt x="23" y="267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/>
          <p:nvPr/>
        </p:nvSpPr>
        <p:spPr>
          <a:xfrm>
            <a:off x="4561200" y="2255760"/>
            <a:ext cx="53280" cy="32040"/>
          </a:xfrm>
          <a:custGeom>
            <a:avLst/>
            <a:gdLst/>
            <a:ahLst/>
            <a:rect l="0" t="0" r="r" b="b"/>
            <a:pathLst>
              <a:path fill="none" w="148" h="89">
                <a:moveTo>
                  <a:pt x="0" y="0"/>
                </a:moveTo>
                <a:lnTo>
                  <a:pt x="75" y="89"/>
                </a:lnTo>
                <a:lnTo>
                  <a:pt x="148" y="0"/>
                </a:lnTo>
              </a:path>
            </a:pathLst>
          </a:custGeom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4460400" y="2308680"/>
            <a:ext cx="3057480" cy="1082880"/>
          </a:xfrm>
          <a:custGeom>
            <a:avLst/>
            <a:gdLst/>
            <a:ahLst/>
            <a:rect l="0" t="0" r="r" b="b"/>
            <a:pathLst>
              <a:path w="8493" h="3008">
                <a:moveTo>
                  <a:pt x="0" y="0"/>
                </a:moveTo>
                <a:lnTo>
                  <a:pt x="8493" y="0"/>
                </a:lnTo>
                <a:lnTo>
                  <a:pt x="8493" y="3008"/>
                </a:lnTo>
                <a:lnTo>
                  <a:pt x="0" y="300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/>
          <p:nvPr/>
        </p:nvSpPr>
        <p:spPr>
          <a:xfrm>
            <a:off x="4460400" y="2308680"/>
            <a:ext cx="3057480" cy="1082880"/>
          </a:xfrm>
          <a:custGeom>
            <a:avLst/>
            <a:gdLst/>
            <a:ahLst/>
            <a:rect l="0" t="0" r="r" b="b"/>
            <a:pathLst>
              <a:path w="8493" h="3008">
                <a:moveTo>
                  <a:pt x="0" y="0"/>
                </a:moveTo>
                <a:lnTo>
                  <a:pt x="8493" y="0"/>
                </a:lnTo>
                <a:lnTo>
                  <a:pt x="8493" y="3008"/>
                </a:lnTo>
                <a:lnTo>
                  <a:pt x="0" y="3008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a8a85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/>
          <p:nvPr/>
        </p:nvSpPr>
        <p:spPr>
          <a:xfrm>
            <a:off x="7411320" y="2351160"/>
            <a:ext cx="64080" cy="53280"/>
          </a:xfrm>
          <a:custGeom>
            <a:avLst/>
            <a:gdLst/>
            <a:ahLst/>
            <a:rect l="0" t="0" r="r" b="b"/>
            <a:pathLst>
              <a:path w="178" h="148">
                <a:moveTo>
                  <a:pt x="0" y="0"/>
                </a:moveTo>
                <a:lnTo>
                  <a:pt x="178" y="0"/>
                </a:lnTo>
                <a:lnTo>
                  <a:pt x="178" y="148"/>
                </a:lnTo>
                <a:lnTo>
                  <a:pt x="0" y="14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7411320" y="2369880"/>
            <a:ext cx="63720" cy="0"/>
          </a:xfrm>
          <a:prstGeom prst="line">
            <a:avLst/>
          </a:prstGeom>
          <a:ln w="68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5522040" y="2048760"/>
            <a:ext cx="128556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80" spc="-1" strike="noStrike">
                <a:solidFill>
                  <a:srgbClr val="1c1c1c"/>
                </a:solidFill>
                <a:latin typeface="DejaVuSans"/>
                <a:ea typeface="DejaVuSans"/>
              </a:rPr>
              <a:t>Kwaliﬁcatiedossier analyseren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4513680" y="2345400"/>
            <a:ext cx="61956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5a5a2a"/>
                </a:solidFill>
                <a:latin typeface="DejaVuSans"/>
                <a:ea typeface="DejaVuSans"/>
              </a:rPr>
              <a:t>Kwaliﬁcatie dossier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/>
          <p:nvPr/>
        </p:nvSpPr>
        <p:spPr>
          <a:xfrm>
            <a:off x="4534560" y="2531520"/>
            <a:ext cx="2930400" cy="807120"/>
          </a:xfrm>
          <a:custGeom>
            <a:avLst/>
            <a:gdLst/>
            <a:ahLst/>
            <a:rect l="0" t="0" r="r" b="b"/>
            <a:pathLst>
              <a:path w="8140" h="2242">
                <a:moveTo>
                  <a:pt x="0" y="0"/>
                </a:moveTo>
                <a:lnTo>
                  <a:pt x="8140" y="0"/>
                </a:lnTo>
                <a:lnTo>
                  <a:pt x="8140" y="2242"/>
                </a:lnTo>
                <a:lnTo>
                  <a:pt x="0" y="224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/>
          <p:nvPr/>
        </p:nvSpPr>
        <p:spPr>
          <a:xfrm>
            <a:off x="4534560" y="2531520"/>
            <a:ext cx="2930400" cy="807120"/>
          </a:xfrm>
          <a:custGeom>
            <a:avLst/>
            <a:gdLst/>
            <a:ahLst/>
            <a:rect l="0" t="0" r="r" b="b"/>
            <a:pathLst>
              <a:path w="8140" h="2242">
                <a:moveTo>
                  <a:pt x="0" y="0"/>
                </a:moveTo>
                <a:lnTo>
                  <a:pt x="8140" y="0"/>
                </a:lnTo>
                <a:lnTo>
                  <a:pt x="8140" y="2242"/>
                </a:lnTo>
                <a:lnTo>
                  <a:pt x="0" y="224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a8a85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7358400" y="2574000"/>
            <a:ext cx="64080" cy="53280"/>
          </a:xfrm>
          <a:custGeom>
            <a:avLst/>
            <a:gdLst/>
            <a:ahLst/>
            <a:rect l="0" t="0" r="r" b="b"/>
            <a:pathLst>
              <a:path w="178" h="148">
                <a:moveTo>
                  <a:pt x="0" y="0"/>
                </a:moveTo>
                <a:lnTo>
                  <a:pt x="178" y="0"/>
                </a:lnTo>
                <a:lnTo>
                  <a:pt x="178" y="148"/>
                </a:lnTo>
                <a:lnTo>
                  <a:pt x="0" y="14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7358400" y="2592720"/>
            <a:ext cx="63720" cy="0"/>
          </a:xfrm>
          <a:prstGeom prst="line">
            <a:avLst/>
          </a:prstGeom>
          <a:ln w="68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4513680" y="2431080"/>
            <a:ext cx="144252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8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Apothekersassistent, crebo 23450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4587840" y="2568240"/>
            <a:ext cx="3679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5a5a2a"/>
                </a:solidFill>
                <a:latin typeface="DejaVuSans"/>
                <a:ea typeface="DejaVuSans"/>
              </a:rPr>
              <a:t>Kwaliﬁcatie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3" name=""/>
          <p:cNvSpPr/>
          <p:nvPr/>
        </p:nvSpPr>
        <p:spPr>
          <a:xfrm>
            <a:off x="4609080" y="2754360"/>
            <a:ext cx="2802600" cy="531000"/>
          </a:xfrm>
          <a:custGeom>
            <a:avLst/>
            <a:gdLst/>
            <a:ahLst/>
            <a:rect l="0" t="0" r="r" b="b"/>
            <a:pathLst>
              <a:path w="7785" h="1475">
                <a:moveTo>
                  <a:pt x="0" y="0"/>
                </a:moveTo>
                <a:lnTo>
                  <a:pt x="7785" y="0"/>
                </a:lnTo>
                <a:lnTo>
                  <a:pt x="7785" y="1475"/>
                </a:lnTo>
                <a:lnTo>
                  <a:pt x="0" y="1475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/>
          <p:nvPr/>
        </p:nvSpPr>
        <p:spPr>
          <a:xfrm>
            <a:off x="4609080" y="2754360"/>
            <a:ext cx="2802600" cy="531000"/>
          </a:xfrm>
          <a:custGeom>
            <a:avLst/>
            <a:gdLst/>
            <a:ahLst/>
            <a:rect l="0" t="0" r="r" b="b"/>
            <a:pathLst>
              <a:path w="7785" h="1475">
                <a:moveTo>
                  <a:pt x="0" y="0"/>
                </a:moveTo>
                <a:lnTo>
                  <a:pt x="7785" y="0"/>
                </a:lnTo>
                <a:lnTo>
                  <a:pt x="7785" y="1475"/>
                </a:lnTo>
                <a:lnTo>
                  <a:pt x="0" y="1475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a8a85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7305120" y="2796840"/>
            <a:ext cx="64080" cy="53640"/>
          </a:xfrm>
          <a:custGeom>
            <a:avLst/>
            <a:gdLst/>
            <a:ahLst/>
            <a:rect l="0" t="0" r="r" b="b"/>
            <a:pathLst>
              <a:path w="178" h="149">
                <a:moveTo>
                  <a:pt x="0" y="0"/>
                </a:moveTo>
                <a:lnTo>
                  <a:pt x="178" y="0"/>
                </a:lnTo>
                <a:lnTo>
                  <a:pt x="178" y="149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7305120" y="2815560"/>
            <a:ext cx="63720" cy="0"/>
          </a:xfrm>
          <a:prstGeom prst="line">
            <a:avLst/>
          </a:prstGeom>
          <a:ln w="68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4587840" y="2653920"/>
            <a:ext cx="118044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8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Apothekersassistent, 27141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4662000" y="2791080"/>
            <a:ext cx="29016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5a5a2a"/>
                </a:solidFill>
                <a:latin typeface="DejaVuSans"/>
                <a:ea typeface="DejaVuSans"/>
              </a:rPr>
              <a:t>Kerntaak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/>
          <p:nvPr/>
        </p:nvSpPr>
        <p:spPr>
          <a:xfrm>
            <a:off x="4683240" y="2977200"/>
            <a:ext cx="2675520" cy="255240"/>
          </a:xfrm>
          <a:custGeom>
            <a:avLst/>
            <a:gdLst/>
            <a:ahLst/>
            <a:rect l="0" t="0" r="r" b="b"/>
            <a:pathLst>
              <a:path w="7432" h="709">
                <a:moveTo>
                  <a:pt x="0" y="0"/>
                </a:moveTo>
                <a:lnTo>
                  <a:pt x="7432" y="0"/>
                </a:lnTo>
                <a:lnTo>
                  <a:pt x="7432" y="709"/>
                </a:lnTo>
                <a:lnTo>
                  <a:pt x="0" y="70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0" name=""/>
          <p:cNvSpPr/>
          <p:nvPr/>
        </p:nvSpPr>
        <p:spPr>
          <a:xfrm>
            <a:off x="4683240" y="2977200"/>
            <a:ext cx="2675520" cy="255240"/>
          </a:xfrm>
          <a:custGeom>
            <a:avLst/>
            <a:gdLst/>
            <a:ahLst/>
            <a:rect l="0" t="0" r="r" b="b"/>
            <a:pathLst>
              <a:path w="7432" h="709">
                <a:moveTo>
                  <a:pt x="0" y="0"/>
                </a:moveTo>
                <a:lnTo>
                  <a:pt x="7432" y="0"/>
                </a:lnTo>
                <a:lnTo>
                  <a:pt x="7432" y="709"/>
                </a:lnTo>
                <a:lnTo>
                  <a:pt x="0" y="70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a8a85a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/>
          <p:nvPr/>
        </p:nvSpPr>
        <p:spPr>
          <a:xfrm>
            <a:off x="7252200" y="3019680"/>
            <a:ext cx="64080" cy="53640"/>
          </a:xfrm>
          <a:custGeom>
            <a:avLst/>
            <a:gdLst/>
            <a:ahLst/>
            <a:rect l="0" t="0" r="r" b="b"/>
            <a:pathLst>
              <a:path w="178" h="149">
                <a:moveTo>
                  <a:pt x="0" y="0"/>
                </a:moveTo>
                <a:lnTo>
                  <a:pt x="178" y="0"/>
                </a:lnTo>
                <a:lnTo>
                  <a:pt x="178" y="149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444444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7252200" y="3038400"/>
            <a:ext cx="63720" cy="0"/>
          </a:xfrm>
          <a:prstGeom prst="line">
            <a:avLst/>
          </a:prstGeom>
          <a:ln w="68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4662000" y="2876760"/>
            <a:ext cx="178848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80" spc="-1" strike="noStrike">
                <a:solidFill>
                  <a:srgbClr val="1c1c1c"/>
                </a:solidFill>
                <a:latin typeface="DejaVuSans"/>
                <a:ea typeface="DejaVuSans"/>
              </a:rPr>
              <a:t>B1-K1 Biedt farmaceutische patiëntenzorg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4736520" y="3013920"/>
            <a:ext cx="38160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5a5a2a"/>
                </a:solidFill>
                <a:latin typeface="DejaVuSans"/>
                <a:ea typeface="DejaVuSans"/>
              </a:rPr>
              <a:t>Werkproces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4736520" y="3099600"/>
            <a:ext cx="228060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8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 Neemt de zorg-/adviesvraag in behandeling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4312080" y="3439080"/>
            <a:ext cx="3778560" cy="8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5b6663"/>
                </a:solidFill>
                <a:latin typeface="DejaVuSans"/>
                <a:ea typeface="DejaVuSans"/>
              </a:rPr>
              <a:t>De onderwijsontwerper analyseert het kwaliﬁcatiedossier: kwaliﬁcatie, kerntaken en werkprocessen.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/>
          <p:nvPr/>
        </p:nvSpPr>
        <p:spPr>
          <a:xfrm>
            <a:off x="1842840" y="4386240"/>
            <a:ext cx="1391040" cy="285840"/>
          </a:xfrm>
          <a:custGeom>
            <a:avLst/>
            <a:gdLst/>
            <a:ahLst/>
            <a:rect l="0" t="0" r="r" b="b"/>
            <a:pathLst>
              <a:path w="3864" h="794">
                <a:moveTo>
                  <a:pt x="0" y="397"/>
                </a:moveTo>
                <a:cubicBezTo>
                  <a:pt x="0" y="371"/>
                  <a:pt x="3" y="346"/>
                  <a:pt x="8" y="320"/>
                </a:cubicBezTo>
                <a:cubicBezTo>
                  <a:pt x="13" y="294"/>
                  <a:pt x="20" y="270"/>
                  <a:pt x="30" y="246"/>
                </a:cubicBezTo>
                <a:cubicBezTo>
                  <a:pt x="40" y="221"/>
                  <a:pt x="53" y="199"/>
                  <a:pt x="67" y="177"/>
                </a:cubicBezTo>
                <a:cubicBezTo>
                  <a:pt x="82" y="155"/>
                  <a:pt x="98" y="135"/>
                  <a:pt x="116" y="117"/>
                </a:cubicBezTo>
                <a:cubicBezTo>
                  <a:pt x="135" y="97"/>
                  <a:pt x="155" y="81"/>
                  <a:pt x="177" y="66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3467" y="0"/>
                </a:lnTo>
                <a:cubicBezTo>
                  <a:pt x="3493" y="0"/>
                  <a:pt x="3519" y="2"/>
                  <a:pt x="3545" y="7"/>
                </a:cubicBezTo>
                <a:cubicBezTo>
                  <a:pt x="3570" y="12"/>
                  <a:pt x="3595" y="20"/>
                  <a:pt x="3619" y="30"/>
                </a:cubicBezTo>
                <a:cubicBezTo>
                  <a:pt x="3643" y="40"/>
                  <a:pt x="3666" y="52"/>
                  <a:pt x="3688" y="66"/>
                </a:cubicBezTo>
                <a:cubicBezTo>
                  <a:pt x="3709" y="81"/>
                  <a:pt x="3729" y="97"/>
                  <a:pt x="3748" y="117"/>
                </a:cubicBezTo>
                <a:cubicBezTo>
                  <a:pt x="3766" y="135"/>
                  <a:pt x="3783" y="155"/>
                  <a:pt x="3797" y="177"/>
                </a:cubicBezTo>
                <a:cubicBezTo>
                  <a:pt x="3812" y="199"/>
                  <a:pt x="3824" y="221"/>
                  <a:pt x="3834" y="246"/>
                </a:cubicBezTo>
                <a:cubicBezTo>
                  <a:pt x="3844" y="270"/>
                  <a:pt x="3851" y="294"/>
                  <a:pt x="3856" y="320"/>
                </a:cubicBezTo>
                <a:cubicBezTo>
                  <a:pt x="3862" y="346"/>
                  <a:pt x="3864" y="371"/>
                  <a:pt x="3864" y="397"/>
                </a:cubicBezTo>
                <a:cubicBezTo>
                  <a:pt x="3864" y="423"/>
                  <a:pt x="3862" y="449"/>
                  <a:pt x="3856" y="475"/>
                </a:cubicBezTo>
                <a:cubicBezTo>
                  <a:pt x="3851" y="500"/>
                  <a:pt x="3844" y="525"/>
                  <a:pt x="3834" y="549"/>
                </a:cubicBezTo>
                <a:cubicBezTo>
                  <a:pt x="3824" y="573"/>
                  <a:pt x="3812" y="596"/>
                  <a:pt x="3797" y="618"/>
                </a:cubicBezTo>
                <a:cubicBezTo>
                  <a:pt x="3783" y="640"/>
                  <a:pt x="3766" y="660"/>
                  <a:pt x="3748" y="678"/>
                </a:cubicBezTo>
                <a:cubicBezTo>
                  <a:pt x="3729" y="696"/>
                  <a:pt x="3709" y="713"/>
                  <a:pt x="3688" y="727"/>
                </a:cubicBezTo>
                <a:cubicBezTo>
                  <a:pt x="3666" y="742"/>
                  <a:pt x="3643" y="754"/>
                  <a:pt x="3619" y="764"/>
                </a:cubicBezTo>
                <a:cubicBezTo>
                  <a:pt x="3595" y="774"/>
                  <a:pt x="3570" y="782"/>
                  <a:pt x="3545" y="787"/>
                </a:cubicBezTo>
                <a:cubicBezTo>
                  <a:pt x="3519" y="792"/>
                  <a:pt x="3493" y="794"/>
                  <a:pt x="3467" y="794"/>
                </a:cubicBezTo>
                <a:lnTo>
                  <a:pt x="397" y="794"/>
                </a:lnTo>
                <a:cubicBezTo>
                  <a:pt x="371" y="794"/>
                  <a:pt x="345" y="792"/>
                  <a:pt x="320" y="787"/>
                </a:cubicBezTo>
                <a:cubicBezTo>
                  <a:pt x="294" y="782"/>
                  <a:pt x="269" y="774"/>
                  <a:pt x="245" y="764"/>
                </a:cubicBezTo>
                <a:cubicBezTo>
                  <a:pt x="221" y="754"/>
                  <a:pt x="198" y="742"/>
                  <a:pt x="177" y="727"/>
                </a:cubicBezTo>
                <a:cubicBezTo>
                  <a:pt x="155" y="713"/>
                  <a:pt x="135" y="696"/>
                  <a:pt x="116" y="678"/>
                </a:cubicBezTo>
                <a:cubicBezTo>
                  <a:pt x="98" y="660"/>
                  <a:pt x="82" y="640"/>
                  <a:pt x="67" y="618"/>
                </a:cubicBezTo>
                <a:cubicBezTo>
                  <a:pt x="53" y="596"/>
                  <a:pt x="40" y="573"/>
                  <a:pt x="30" y="549"/>
                </a:cubicBezTo>
                <a:cubicBezTo>
                  <a:pt x="20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/>
          <p:nvPr/>
        </p:nvSpPr>
        <p:spPr>
          <a:xfrm>
            <a:off x="1842840" y="4386240"/>
            <a:ext cx="1391040" cy="285840"/>
          </a:xfrm>
          <a:custGeom>
            <a:avLst/>
            <a:gdLst/>
            <a:ahLst/>
            <a:rect l="0" t="0" r="r" b="b"/>
            <a:pathLst>
              <a:path w="3864" h="794">
                <a:moveTo>
                  <a:pt x="0" y="397"/>
                </a:moveTo>
                <a:cubicBezTo>
                  <a:pt x="0" y="371"/>
                  <a:pt x="3" y="346"/>
                  <a:pt x="8" y="320"/>
                </a:cubicBezTo>
                <a:cubicBezTo>
                  <a:pt x="13" y="294"/>
                  <a:pt x="20" y="270"/>
                  <a:pt x="30" y="246"/>
                </a:cubicBezTo>
                <a:cubicBezTo>
                  <a:pt x="40" y="221"/>
                  <a:pt x="53" y="199"/>
                  <a:pt x="67" y="177"/>
                </a:cubicBezTo>
                <a:cubicBezTo>
                  <a:pt x="82" y="155"/>
                  <a:pt x="98" y="135"/>
                  <a:pt x="116" y="117"/>
                </a:cubicBezTo>
                <a:cubicBezTo>
                  <a:pt x="135" y="97"/>
                  <a:pt x="155" y="81"/>
                  <a:pt x="177" y="66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3467" y="0"/>
                </a:lnTo>
                <a:cubicBezTo>
                  <a:pt x="3493" y="0"/>
                  <a:pt x="3519" y="2"/>
                  <a:pt x="3545" y="7"/>
                </a:cubicBezTo>
                <a:cubicBezTo>
                  <a:pt x="3570" y="12"/>
                  <a:pt x="3595" y="20"/>
                  <a:pt x="3619" y="30"/>
                </a:cubicBezTo>
                <a:cubicBezTo>
                  <a:pt x="3643" y="40"/>
                  <a:pt x="3666" y="52"/>
                  <a:pt x="3688" y="66"/>
                </a:cubicBezTo>
                <a:cubicBezTo>
                  <a:pt x="3709" y="81"/>
                  <a:pt x="3729" y="97"/>
                  <a:pt x="3748" y="117"/>
                </a:cubicBezTo>
                <a:cubicBezTo>
                  <a:pt x="3766" y="135"/>
                  <a:pt x="3783" y="155"/>
                  <a:pt x="3797" y="177"/>
                </a:cubicBezTo>
                <a:cubicBezTo>
                  <a:pt x="3812" y="199"/>
                  <a:pt x="3824" y="221"/>
                  <a:pt x="3834" y="246"/>
                </a:cubicBezTo>
                <a:cubicBezTo>
                  <a:pt x="3844" y="270"/>
                  <a:pt x="3851" y="294"/>
                  <a:pt x="3856" y="320"/>
                </a:cubicBezTo>
                <a:cubicBezTo>
                  <a:pt x="3862" y="346"/>
                  <a:pt x="3864" y="371"/>
                  <a:pt x="3864" y="397"/>
                </a:cubicBezTo>
                <a:cubicBezTo>
                  <a:pt x="3864" y="423"/>
                  <a:pt x="3862" y="449"/>
                  <a:pt x="3856" y="475"/>
                </a:cubicBezTo>
                <a:cubicBezTo>
                  <a:pt x="3851" y="500"/>
                  <a:pt x="3844" y="525"/>
                  <a:pt x="3834" y="549"/>
                </a:cubicBezTo>
                <a:cubicBezTo>
                  <a:pt x="3824" y="573"/>
                  <a:pt x="3812" y="596"/>
                  <a:pt x="3797" y="618"/>
                </a:cubicBezTo>
                <a:cubicBezTo>
                  <a:pt x="3783" y="640"/>
                  <a:pt x="3766" y="660"/>
                  <a:pt x="3748" y="678"/>
                </a:cubicBezTo>
                <a:cubicBezTo>
                  <a:pt x="3729" y="696"/>
                  <a:pt x="3709" y="713"/>
                  <a:pt x="3688" y="727"/>
                </a:cubicBezTo>
                <a:cubicBezTo>
                  <a:pt x="3666" y="742"/>
                  <a:pt x="3643" y="754"/>
                  <a:pt x="3619" y="764"/>
                </a:cubicBezTo>
                <a:cubicBezTo>
                  <a:pt x="3595" y="774"/>
                  <a:pt x="3570" y="782"/>
                  <a:pt x="3545" y="787"/>
                </a:cubicBezTo>
                <a:cubicBezTo>
                  <a:pt x="3519" y="792"/>
                  <a:pt x="3493" y="794"/>
                  <a:pt x="3467" y="794"/>
                </a:cubicBezTo>
                <a:lnTo>
                  <a:pt x="397" y="794"/>
                </a:lnTo>
                <a:cubicBezTo>
                  <a:pt x="371" y="794"/>
                  <a:pt x="345" y="792"/>
                  <a:pt x="320" y="787"/>
                </a:cubicBezTo>
                <a:cubicBezTo>
                  <a:pt x="294" y="782"/>
                  <a:pt x="269" y="774"/>
                  <a:pt x="245" y="764"/>
                </a:cubicBezTo>
                <a:cubicBezTo>
                  <a:pt x="221" y="754"/>
                  <a:pt x="198" y="742"/>
                  <a:pt x="177" y="727"/>
                </a:cubicBezTo>
                <a:cubicBezTo>
                  <a:pt x="155" y="713"/>
                  <a:pt x="135" y="696"/>
                  <a:pt x="116" y="678"/>
                </a:cubicBezTo>
                <a:cubicBezTo>
                  <a:pt x="98" y="660"/>
                  <a:pt x="82" y="640"/>
                  <a:pt x="67" y="618"/>
                </a:cubicBezTo>
                <a:cubicBezTo>
                  <a:pt x="53" y="596"/>
                  <a:pt x="40" y="573"/>
                  <a:pt x="30" y="549"/>
                </a:cubicBezTo>
                <a:cubicBezTo>
                  <a:pt x="20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5162040" y="3623400"/>
            <a:ext cx="3243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Per stap een beeld, met Jochems eigen waarden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/>
          <p:nvPr/>
        </p:nvSpPr>
        <p:spPr>
          <a:xfrm>
            <a:off x="3319200" y="4386240"/>
            <a:ext cx="1619640" cy="285840"/>
          </a:xfrm>
          <a:custGeom>
            <a:avLst/>
            <a:gdLst/>
            <a:ahLst/>
            <a:rect l="0" t="0" r="r" b="b"/>
            <a:pathLst>
              <a:path w="4499" h="794">
                <a:moveTo>
                  <a:pt x="0" y="397"/>
                </a:moveTo>
                <a:cubicBezTo>
                  <a:pt x="0" y="371"/>
                  <a:pt x="3" y="346"/>
                  <a:pt x="8" y="320"/>
                </a:cubicBezTo>
                <a:cubicBezTo>
                  <a:pt x="13" y="294"/>
                  <a:pt x="20" y="270"/>
                  <a:pt x="30" y="246"/>
                </a:cubicBezTo>
                <a:cubicBezTo>
                  <a:pt x="40" y="221"/>
                  <a:pt x="53" y="199"/>
                  <a:pt x="67" y="177"/>
                </a:cubicBezTo>
                <a:cubicBezTo>
                  <a:pt x="82" y="155"/>
                  <a:pt x="98" y="135"/>
                  <a:pt x="116" y="117"/>
                </a:cubicBezTo>
                <a:cubicBezTo>
                  <a:pt x="135" y="97"/>
                  <a:pt x="155" y="81"/>
                  <a:pt x="177" y="66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4102" y="0"/>
                </a:lnTo>
                <a:cubicBezTo>
                  <a:pt x="4128" y="0"/>
                  <a:pt x="4154" y="2"/>
                  <a:pt x="4180" y="7"/>
                </a:cubicBezTo>
                <a:cubicBezTo>
                  <a:pt x="4205" y="12"/>
                  <a:pt x="4230" y="20"/>
                  <a:pt x="4254" y="30"/>
                </a:cubicBezTo>
                <a:cubicBezTo>
                  <a:pt x="4278" y="40"/>
                  <a:pt x="4301" y="52"/>
                  <a:pt x="4323" y="66"/>
                </a:cubicBezTo>
                <a:cubicBezTo>
                  <a:pt x="4344" y="81"/>
                  <a:pt x="4364" y="97"/>
                  <a:pt x="4383" y="117"/>
                </a:cubicBezTo>
                <a:cubicBezTo>
                  <a:pt x="4401" y="135"/>
                  <a:pt x="4418" y="155"/>
                  <a:pt x="4432" y="177"/>
                </a:cubicBezTo>
                <a:cubicBezTo>
                  <a:pt x="4447" y="199"/>
                  <a:pt x="4459" y="221"/>
                  <a:pt x="4469" y="246"/>
                </a:cubicBezTo>
                <a:cubicBezTo>
                  <a:pt x="4479" y="270"/>
                  <a:pt x="4486" y="294"/>
                  <a:pt x="4492" y="320"/>
                </a:cubicBezTo>
                <a:cubicBezTo>
                  <a:pt x="4497" y="346"/>
                  <a:pt x="4499" y="371"/>
                  <a:pt x="4499" y="397"/>
                </a:cubicBezTo>
                <a:cubicBezTo>
                  <a:pt x="4499" y="423"/>
                  <a:pt x="4497" y="449"/>
                  <a:pt x="4492" y="475"/>
                </a:cubicBezTo>
                <a:cubicBezTo>
                  <a:pt x="4486" y="500"/>
                  <a:pt x="4479" y="525"/>
                  <a:pt x="4469" y="549"/>
                </a:cubicBezTo>
                <a:cubicBezTo>
                  <a:pt x="4459" y="573"/>
                  <a:pt x="4447" y="596"/>
                  <a:pt x="4432" y="618"/>
                </a:cubicBezTo>
                <a:cubicBezTo>
                  <a:pt x="4418" y="640"/>
                  <a:pt x="4401" y="660"/>
                  <a:pt x="4383" y="678"/>
                </a:cubicBezTo>
                <a:cubicBezTo>
                  <a:pt x="4364" y="696"/>
                  <a:pt x="4344" y="713"/>
                  <a:pt x="4323" y="727"/>
                </a:cubicBezTo>
                <a:cubicBezTo>
                  <a:pt x="4301" y="742"/>
                  <a:pt x="4278" y="754"/>
                  <a:pt x="4254" y="764"/>
                </a:cubicBezTo>
                <a:cubicBezTo>
                  <a:pt x="4230" y="774"/>
                  <a:pt x="4205" y="782"/>
                  <a:pt x="4180" y="787"/>
                </a:cubicBezTo>
                <a:cubicBezTo>
                  <a:pt x="4154" y="792"/>
                  <a:pt x="4128" y="794"/>
                  <a:pt x="4102" y="794"/>
                </a:cubicBezTo>
                <a:lnTo>
                  <a:pt x="397" y="794"/>
                </a:lnTo>
                <a:cubicBezTo>
                  <a:pt x="371" y="794"/>
                  <a:pt x="345" y="792"/>
                  <a:pt x="320" y="787"/>
                </a:cubicBezTo>
                <a:cubicBezTo>
                  <a:pt x="294" y="782"/>
                  <a:pt x="269" y="774"/>
                  <a:pt x="245" y="764"/>
                </a:cubicBezTo>
                <a:cubicBezTo>
                  <a:pt x="221" y="754"/>
                  <a:pt x="198" y="742"/>
                  <a:pt x="177" y="727"/>
                </a:cubicBezTo>
                <a:cubicBezTo>
                  <a:pt x="155" y="713"/>
                  <a:pt x="135" y="696"/>
                  <a:pt x="116" y="678"/>
                </a:cubicBezTo>
                <a:cubicBezTo>
                  <a:pt x="98" y="660"/>
                  <a:pt x="82" y="640"/>
                  <a:pt x="67" y="618"/>
                </a:cubicBezTo>
                <a:cubicBezTo>
                  <a:pt x="53" y="596"/>
                  <a:pt x="40" y="573"/>
                  <a:pt x="30" y="549"/>
                </a:cubicBezTo>
                <a:cubicBezTo>
                  <a:pt x="20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/>
          <p:nvPr/>
        </p:nvSpPr>
        <p:spPr>
          <a:xfrm>
            <a:off x="3319200" y="4386240"/>
            <a:ext cx="1619640" cy="285840"/>
          </a:xfrm>
          <a:custGeom>
            <a:avLst/>
            <a:gdLst/>
            <a:ahLst/>
            <a:rect l="0" t="0" r="r" b="b"/>
            <a:pathLst>
              <a:path w="4499" h="794">
                <a:moveTo>
                  <a:pt x="0" y="397"/>
                </a:moveTo>
                <a:cubicBezTo>
                  <a:pt x="0" y="371"/>
                  <a:pt x="3" y="346"/>
                  <a:pt x="8" y="320"/>
                </a:cubicBezTo>
                <a:cubicBezTo>
                  <a:pt x="13" y="294"/>
                  <a:pt x="20" y="270"/>
                  <a:pt x="30" y="246"/>
                </a:cubicBezTo>
                <a:cubicBezTo>
                  <a:pt x="40" y="221"/>
                  <a:pt x="53" y="199"/>
                  <a:pt x="67" y="177"/>
                </a:cubicBezTo>
                <a:cubicBezTo>
                  <a:pt x="82" y="155"/>
                  <a:pt x="98" y="135"/>
                  <a:pt x="116" y="117"/>
                </a:cubicBezTo>
                <a:cubicBezTo>
                  <a:pt x="135" y="97"/>
                  <a:pt x="155" y="81"/>
                  <a:pt x="177" y="66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4102" y="0"/>
                </a:lnTo>
                <a:cubicBezTo>
                  <a:pt x="4128" y="0"/>
                  <a:pt x="4154" y="2"/>
                  <a:pt x="4180" y="7"/>
                </a:cubicBezTo>
                <a:cubicBezTo>
                  <a:pt x="4205" y="12"/>
                  <a:pt x="4230" y="20"/>
                  <a:pt x="4254" y="30"/>
                </a:cubicBezTo>
                <a:cubicBezTo>
                  <a:pt x="4278" y="40"/>
                  <a:pt x="4301" y="52"/>
                  <a:pt x="4323" y="66"/>
                </a:cubicBezTo>
                <a:cubicBezTo>
                  <a:pt x="4344" y="81"/>
                  <a:pt x="4364" y="97"/>
                  <a:pt x="4383" y="117"/>
                </a:cubicBezTo>
                <a:cubicBezTo>
                  <a:pt x="4401" y="135"/>
                  <a:pt x="4418" y="155"/>
                  <a:pt x="4432" y="177"/>
                </a:cubicBezTo>
                <a:cubicBezTo>
                  <a:pt x="4447" y="199"/>
                  <a:pt x="4459" y="221"/>
                  <a:pt x="4469" y="246"/>
                </a:cubicBezTo>
                <a:cubicBezTo>
                  <a:pt x="4479" y="270"/>
                  <a:pt x="4486" y="294"/>
                  <a:pt x="4492" y="320"/>
                </a:cubicBezTo>
                <a:cubicBezTo>
                  <a:pt x="4497" y="346"/>
                  <a:pt x="4499" y="371"/>
                  <a:pt x="4499" y="397"/>
                </a:cubicBezTo>
                <a:cubicBezTo>
                  <a:pt x="4499" y="423"/>
                  <a:pt x="4497" y="449"/>
                  <a:pt x="4492" y="475"/>
                </a:cubicBezTo>
                <a:cubicBezTo>
                  <a:pt x="4486" y="500"/>
                  <a:pt x="4479" y="525"/>
                  <a:pt x="4469" y="549"/>
                </a:cubicBezTo>
                <a:cubicBezTo>
                  <a:pt x="4459" y="573"/>
                  <a:pt x="4447" y="596"/>
                  <a:pt x="4432" y="618"/>
                </a:cubicBezTo>
                <a:cubicBezTo>
                  <a:pt x="4418" y="640"/>
                  <a:pt x="4401" y="660"/>
                  <a:pt x="4383" y="678"/>
                </a:cubicBezTo>
                <a:cubicBezTo>
                  <a:pt x="4364" y="696"/>
                  <a:pt x="4344" y="713"/>
                  <a:pt x="4323" y="727"/>
                </a:cubicBezTo>
                <a:cubicBezTo>
                  <a:pt x="4301" y="742"/>
                  <a:pt x="4278" y="754"/>
                  <a:pt x="4254" y="764"/>
                </a:cubicBezTo>
                <a:cubicBezTo>
                  <a:pt x="4230" y="774"/>
                  <a:pt x="4205" y="782"/>
                  <a:pt x="4180" y="787"/>
                </a:cubicBezTo>
                <a:cubicBezTo>
                  <a:pt x="4154" y="792"/>
                  <a:pt x="4128" y="794"/>
                  <a:pt x="4102" y="794"/>
                </a:cubicBezTo>
                <a:lnTo>
                  <a:pt x="397" y="794"/>
                </a:lnTo>
                <a:cubicBezTo>
                  <a:pt x="371" y="794"/>
                  <a:pt x="345" y="792"/>
                  <a:pt x="320" y="787"/>
                </a:cubicBezTo>
                <a:cubicBezTo>
                  <a:pt x="294" y="782"/>
                  <a:pt x="269" y="774"/>
                  <a:pt x="245" y="764"/>
                </a:cubicBezTo>
                <a:cubicBezTo>
                  <a:pt x="221" y="754"/>
                  <a:pt x="198" y="742"/>
                  <a:pt x="177" y="727"/>
                </a:cubicBezTo>
                <a:cubicBezTo>
                  <a:pt x="155" y="713"/>
                  <a:pt x="135" y="696"/>
                  <a:pt x="116" y="678"/>
                </a:cubicBezTo>
                <a:cubicBezTo>
                  <a:pt x="98" y="660"/>
                  <a:pt x="82" y="640"/>
                  <a:pt x="67" y="618"/>
                </a:cubicBezTo>
                <a:cubicBezTo>
                  <a:pt x="53" y="596"/>
                  <a:pt x="40" y="573"/>
                  <a:pt x="30" y="549"/>
                </a:cubicBezTo>
                <a:cubicBezTo>
                  <a:pt x="20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989000" y="4456080"/>
            <a:ext cx="12153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1</a:t>
            </a:r>
            <a:r>
              <a:rPr b="0" lang="en-US" sz="980" spc="-1" strike="noStrike">
                <a:solidFill>
                  <a:srgbClr val="1b2a6b"/>
                </a:solidFill>
                <a:latin typeface="Arial"/>
                <a:ea typeface="Arial"/>
              </a:rPr>
              <a:t> samen doorlopen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5024160" y="4386240"/>
            <a:ext cx="2467440" cy="285840"/>
          </a:xfrm>
          <a:custGeom>
            <a:avLst/>
            <a:gdLst/>
            <a:ahLst/>
            <a:rect l="0" t="0" r="r" b="b"/>
            <a:pathLst>
              <a:path w="6854" h="794">
                <a:moveTo>
                  <a:pt x="0" y="397"/>
                </a:moveTo>
                <a:cubicBezTo>
                  <a:pt x="0" y="371"/>
                  <a:pt x="3" y="346"/>
                  <a:pt x="8" y="320"/>
                </a:cubicBezTo>
                <a:cubicBezTo>
                  <a:pt x="13" y="294"/>
                  <a:pt x="21" y="270"/>
                  <a:pt x="30" y="246"/>
                </a:cubicBezTo>
                <a:cubicBezTo>
                  <a:pt x="40" y="221"/>
                  <a:pt x="53" y="199"/>
                  <a:pt x="67" y="177"/>
                </a:cubicBezTo>
                <a:cubicBezTo>
                  <a:pt x="82" y="155"/>
                  <a:pt x="98" y="135"/>
                  <a:pt x="117" y="117"/>
                </a:cubicBezTo>
                <a:cubicBezTo>
                  <a:pt x="135" y="97"/>
                  <a:pt x="155" y="81"/>
                  <a:pt x="177" y="66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6457" y="0"/>
                </a:lnTo>
                <a:cubicBezTo>
                  <a:pt x="6483" y="0"/>
                  <a:pt x="6509" y="2"/>
                  <a:pt x="6535" y="7"/>
                </a:cubicBezTo>
                <a:cubicBezTo>
                  <a:pt x="6560" y="12"/>
                  <a:pt x="6585" y="20"/>
                  <a:pt x="6609" y="30"/>
                </a:cubicBezTo>
                <a:cubicBezTo>
                  <a:pt x="6633" y="40"/>
                  <a:pt x="6656" y="52"/>
                  <a:pt x="6678" y="66"/>
                </a:cubicBezTo>
                <a:cubicBezTo>
                  <a:pt x="6699" y="81"/>
                  <a:pt x="6719" y="97"/>
                  <a:pt x="6738" y="117"/>
                </a:cubicBezTo>
                <a:cubicBezTo>
                  <a:pt x="6756" y="135"/>
                  <a:pt x="6773" y="155"/>
                  <a:pt x="6787" y="177"/>
                </a:cubicBezTo>
                <a:cubicBezTo>
                  <a:pt x="6802" y="199"/>
                  <a:pt x="6814" y="221"/>
                  <a:pt x="6824" y="246"/>
                </a:cubicBezTo>
                <a:cubicBezTo>
                  <a:pt x="6834" y="270"/>
                  <a:pt x="6841" y="294"/>
                  <a:pt x="6846" y="320"/>
                </a:cubicBezTo>
                <a:cubicBezTo>
                  <a:pt x="6851" y="346"/>
                  <a:pt x="6854" y="371"/>
                  <a:pt x="6854" y="397"/>
                </a:cubicBezTo>
                <a:cubicBezTo>
                  <a:pt x="6854" y="423"/>
                  <a:pt x="6851" y="449"/>
                  <a:pt x="6846" y="475"/>
                </a:cubicBezTo>
                <a:cubicBezTo>
                  <a:pt x="6841" y="500"/>
                  <a:pt x="6834" y="525"/>
                  <a:pt x="6824" y="549"/>
                </a:cubicBezTo>
                <a:cubicBezTo>
                  <a:pt x="6814" y="573"/>
                  <a:pt x="6802" y="596"/>
                  <a:pt x="6787" y="618"/>
                </a:cubicBezTo>
                <a:cubicBezTo>
                  <a:pt x="6773" y="640"/>
                  <a:pt x="6756" y="660"/>
                  <a:pt x="6738" y="678"/>
                </a:cubicBezTo>
                <a:cubicBezTo>
                  <a:pt x="6719" y="696"/>
                  <a:pt x="6699" y="713"/>
                  <a:pt x="6678" y="727"/>
                </a:cubicBezTo>
                <a:cubicBezTo>
                  <a:pt x="6656" y="742"/>
                  <a:pt x="6633" y="754"/>
                  <a:pt x="6609" y="764"/>
                </a:cubicBezTo>
                <a:cubicBezTo>
                  <a:pt x="6585" y="774"/>
                  <a:pt x="6560" y="782"/>
                  <a:pt x="6535" y="787"/>
                </a:cubicBezTo>
                <a:cubicBezTo>
                  <a:pt x="6509" y="792"/>
                  <a:pt x="6483" y="794"/>
                  <a:pt x="6457" y="794"/>
                </a:cubicBezTo>
                <a:lnTo>
                  <a:pt x="397" y="794"/>
                </a:lnTo>
                <a:cubicBezTo>
                  <a:pt x="371" y="794"/>
                  <a:pt x="345" y="792"/>
                  <a:pt x="320" y="787"/>
                </a:cubicBezTo>
                <a:cubicBezTo>
                  <a:pt x="294" y="782"/>
                  <a:pt x="269" y="774"/>
                  <a:pt x="245" y="764"/>
                </a:cubicBezTo>
                <a:cubicBezTo>
                  <a:pt x="221" y="754"/>
                  <a:pt x="198" y="742"/>
                  <a:pt x="177" y="727"/>
                </a:cubicBezTo>
                <a:cubicBezTo>
                  <a:pt x="155" y="713"/>
                  <a:pt x="135" y="696"/>
                  <a:pt x="117" y="678"/>
                </a:cubicBezTo>
                <a:cubicBezTo>
                  <a:pt x="98" y="660"/>
                  <a:pt x="82" y="640"/>
                  <a:pt x="67" y="618"/>
                </a:cubicBezTo>
                <a:cubicBezTo>
                  <a:pt x="53" y="596"/>
                  <a:pt x="40" y="573"/>
                  <a:pt x="30" y="549"/>
                </a:cubicBezTo>
                <a:cubicBezTo>
                  <a:pt x="21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/>
          <p:nvPr/>
        </p:nvSpPr>
        <p:spPr>
          <a:xfrm>
            <a:off x="5024160" y="4386240"/>
            <a:ext cx="2467440" cy="285840"/>
          </a:xfrm>
          <a:custGeom>
            <a:avLst/>
            <a:gdLst/>
            <a:ahLst/>
            <a:rect l="0" t="0" r="r" b="b"/>
            <a:pathLst>
              <a:path w="6854" h="794">
                <a:moveTo>
                  <a:pt x="0" y="397"/>
                </a:moveTo>
                <a:cubicBezTo>
                  <a:pt x="0" y="371"/>
                  <a:pt x="3" y="346"/>
                  <a:pt x="8" y="320"/>
                </a:cubicBezTo>
                <a:cubicBezTo>
                  <a:pt x="13" y="294"/>
                  <a:pt x="21" y="270"/>
                  <a:pt x="30" y="246"/>
                </a:cubicBezTo>
                <a:cubicBezTo>
                  <a:pt x="40" y="221"/>
                  <a:pt x="53" y="199"/>
                  <a:pt x="67" y="177"/>
                </a:cubicBezTo>
                <a:cubicBezTo>
                  <a:pt x="82" y="155"/>
                  <a:pt x="98" y="135"/>
                  <a:pt x="117" y="117"/>
                </a:cubicBezTo>
                <a:cubicBezTo>
                  <a:pt x="135" y="97"/>
                  <a:pt x="155" y="81"/>
                  <a:pt x="177" y="66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6457" y="0"/>
                </a:lnTo>
                <a:cubicBezTo>
                  <a:pt x="6483" y="0"/>
                  <a:pt x="6509" y="2"/>
                  <a:pt x="6535" y="7"/>
                </a:cubicBezTo>
                <a:cubicBezTo>
                  <a:pt x="6560" y="12"/>
                  <a:pt x="6585" y="20"/>
                  <a:pt x="6609" y="30"/>
                </a:cubicBezTo>
                <a:cubicBezTo>
                  <a:pt x="6633" y="40"/>
                  <a:pt x="6656" y="52"/>
                  <a:pt x="6678" y="66"/>
                </a:cubicBezTo>
                <a:cubicBezTo>
                  <a:pt x="6699" y="81"/>
                  <a:pt x="6719" y="97"/>
                  <a:pt x="6738" y="117"/>
                </a:cubicBezTo>
                <a:cubicBezTo>
                  <a:pt x="6756" y="135"/>
                  <a:pt x="6773" y="155"/>
                  <a:pt x="6787" y="177"/>
                </a:cubicBezTo>
                <a:cubicBezTo>
                  <a:pt x="6802" y="199"/>
                  <a:pt x="6814" y="221"/>
                  <a:pt x="6824" y="246"/>
                </a:cubicBezTo>
                <a:cubicBezTo>
                  <a:pt x="6834" y="270"/>
                  <a:pt x="6841" y="294"/>
                  <a:pt x="6846" y="320"/>
                </a:cubicBezTo>
                <a:cubicBezTo>
                  <a:pt x="6851" y="346"/>
                  <a:pt x="6854" y="371"/>
                  <a:pt x="6854" y="397"/>
                </a:cubicBezTo>
                <a:cubicBezTo>
                  <a:pt x="6854" y="423"/>
                  <a:pt x="6851" y="449"/>
                  <a:pt x="6846" y="475"/>
                </a:cubicBezTo>
                <a:cubicBezTo>
                  <a:pt x="6841" y="500"/>
                  <a:pt x="6834" y="525"/>
                  <a:pt x="6824" y="549"/>
                </a:cubicBezTo>
                <a:cubicBezTo>
                  <a:pt x="6814" y="573"/>
                  <a:pt x="6802" y="596"/>
                  <a:pt x="6787" y="618"/>
                </a:cubicBezTo>
                <a:cubicBezTo>
                  <a:pt x="6773" y="640"/>
                  <a:pt x="6756" y="660"/>
                  <a:pt x="6738" y="678"/>
                </a:cubicBezTo>
                <a:cubicBezTo>
                  <a:pt x="6719" y="696"/>
                  <a:pt x="6699" y="713"/>
                  <a:pt x="6678" y="727"/>
                </a:cubicBezTo>
                <a:cubicBezTo>
                  <a:pt x="6656" y="742"/>
                  <a:pt x="6633" y="754"/>
                  <a:pt x="6609" y="764"/>
                </a:cubicBezTo>
                <a:cubicBezTo>
                  <a:pt x="6585" y="774"/>
                  <a:pt x="6560" y="782"/>
                  <a:pt x="6535" y="787"/>
                </a:cubicBezTo>
                <a:cubicBezTo>
                  <a:pt x="6509" y="792"/>
                  <a:pt x="6483" y="794"/>
                  <a:pt x="6457" y="794"/>
                </a:cubicBezTo>
                <a:lnTo>
                  <a:pt x="397" y="794"/>
                </a:lnTo>
                <a:cubicBezTo>
                  <a:pt x="371" y="794"/>
                  <a:pt x="345" y="792"/>
                  <a:pt x="320" y="787"/>
                </a:cubicBezTo>
                <a:cubicBezTo>
                  <a:pt x="294" y="782"/>
                  <a:pt x="269" y="774"/>
                  <a:pt x="245" y="764"/>
                </a:cubicBezTo>
                <a:cubicBezTo>
                  <a:pt x="221" y="754"/>
                  <a:pt x="198" y="742"/>
                  <a:pt x="177" y="727"/>
                </a:cubicBezTo>
                <a:cubicBezTo>
                  <a:pt x="155" y="713"/>
                  <a:pt x="135" y="696"/>
                  <a:pt x="117" y="678"/>
                </a:cubicBezTo>
                <a:cubicBezTo>
                  <a:pt x="98" y="660"/>
                  <a:pt x="82" y="640"/>
                  <a:pt x="67" y="618"/>
                </a:cubicBezTo>
                <a:cubicBezTo>
                  <a:pt x="53" y="596"/>
                  <a:pt x="40" y="573"/>
                  <a:pt x="30" y="549"/>
                </a:cubicBezTo>
                <a:cubicBezTo>
                  <a:pt x="21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3459600" y="4456080"/>
            <a:ext cx="1480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2</a:t>
            </a:r>
            <a:r>
              <a:rPr b="0" lang="en-US" sz="980" spc="-1" strike="noStrike">
                <a:solidFill>
                  <a:srgbClr val="1b2a6b"/>
                </a:solidFill>
                <a:latin typeface="Arial"/>
                <a:ea typeface="Arial"/>
              </a:rPr>
              <a:t> opmerkingen noteren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5168160" y="4456080"/>
            <a:ext cx="2410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3</a:t>
            </a:r>
            <a:r>
              <a:rPr b="0" lang="en-US" sz="980" spc="-1" strike="noStrike">
                <a:solidFill>
                  <a:srgbClr val="1b2a6b"/>
                </a:solidFill>
                <a:latin typeface="Arial"/>
                <a:ea typeface="Arial"/>
              </a:rPr>
              <a:t> discussie over vorm, detail en scope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8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85" name=""/>
          <p:cNvSpPr/>
          <p:nvPr/>
        </p:nvSpPr>
        <p:spPr>
          <a:xfrm>
            <a:off x="461880" y="1185840"/>
            <a:ext cx="4105440" cy="3210120"/>
          </a:xfrm>
          <a:custGeom>
            <a:avLst/>
            <a:gdLst/>
            <a:ahLst/>
            <a:rect l="0" t="0" r="r" b="b"/>
            <a:pathLst>
              <a:path w="11404" h="8917">
                <a:moveTo>
                  <a:pt x="0" y="8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11259" y="0"/>
                </a:lnTo>
                <a:cubicBezTo>
                  <a:pt x="11268" y="0"/>
                  <a:pt x="11278" y="0"/>
                  <a:pt x="11287" y="2"/>
                </a:cubicBezTo>
                <a:cubicBezTo>
                  <a:pt x="11297" y="4"/>
                  <a:pt x="11306" y="7"/>
                  <a:pt x="11314" y="11"/>
                </a:cubicBezTo>
                <a:cubicBezTo>
                  <a:pt x="11323" y="14"/>
                  <a:pt x="11332" y="19"/>
                  <a:pt x="11340" y="24"/>
                </a:cubicBezTo>
                <a:cubicBezTo>
                  <a:pt x="11348" y="29"/>
                  <a:pt x="11355" y="35"/>
                  <a:pt x="11362" y="42"/>
                </a:cubicBezTo>
                <a:cubicBezTo>
                  <a:pt x="11368" y="49"/>
                  <a:pt x="11374" y="56"/>
                  <a:pt x="11380" y="64"/>
                </a:cubicBezTo>
                <a:cubicBezTo>
                  <a:pt x="11385" y="72"/>
                  <a:pt x="11390" y="81"/>
                  <a:pt x="11393" y="89"/>
                </a:cubicBezTo>
                <a:cubicBezTo>
                  <a:pt x="11397" y="98"/>
                  <a:pt x="11400" y="107"/>
                  <a:pt x="11401" y="117"/>
                </a:cubicBezTo>
                <a:cubicBezTo>
                  <a:pt x="11403" y="126"/>
                  <a:pt x="11404" y="136"/>
                  <a:pt x="11404" y="145"/>
                </a:cubicBezTo>
                <a:lnTo>
                  <a:pt x="11404" y="8771"/>
                </a:lnTo>
                <a:cubicBezTo>
                  <a:pt x="11404" y="8781"/>
                  <a:pt x="11403" y="8791"/>
                  <a:pt x="11401" y="8800"/>
                </a:cubicBezTo>
                <a:cubicBezTo>
                  <a:pt x="11400" y="8809"/>
                  <a:pt x="11397" y="8818"/>
                  <a:pt x="11393" y="8827"/>
                </a:cubicBezTo>
                <a:cubicBezTo>
                  <a:pt x="11390" y="8836"/>
                  <a:pt x="11385" y="8844"/>
                  <a:pt x="11380" y="8852"/>
                </a:cubicBezTo>
                <a:cubicBezTo>
                  <a:pt x="11374" y="8860"/>
                  <a:pt x="11368" y="8868"/>
                  <a:pt x="11362" y="8874"/>
                </a:cubicBezTo>
                <a:cubicBezTo>
                  <a:pt x="11355" y="8881"/>
                  <a:pt x="11348" y="8887"/>
                  <a:pt x="11340" y="8892"/>
                </a:cubicBezTo>
                <a:cubicBezTo>
                  <a:pt x="11332" y="8898"/>
                  <a:pt x="11323" y="8902"/>
                  <a:pt x="11314" y="8906"/>
                </a:cubicBezTo>
                <a:cubicBezTo>
                  <a:pt x="11306" y="8910"/>
                  <a:pt x="11297" y="8912"/>
                  <a:pt x="11287" y="8914"/>
                </a:cubicBezTo>
                <a:cubicBezTo>
                  <a:pt x="11278" y="8916"/>
                  <a:pt x="11268" y="8917"/>
                  <a:pt x="11259" y="8917"/>
                </a:cubicBezTo>
                <a:lnTo>
                  <a:pt x="145" y="8917"/>
                </a:lnTo>
                <a:cubicBezTo>
                  <a:pt x="136" y="8917"/>
                  <a:pt x="126" y="8916"/>
                  <a:pt x="117" y="8914"/>
                </a:cubicBezTo>
                <a:cubicBezTo>
                  <a:pt x="107" y="8912"/>
                  <a:pt x="98" y="8910"/>
                  <a:pt x="90" y="8906"/>
                </a:cubicBezTo>
                <a:cubicBezTo>
                  <a:pt x="81" y="8902"/>
                  <a:pt x="72" y="8898"/>
                  <a:pt x="64" y="8892"/>
                </a:cubicBezTo>
                <a:cubicBezTo>
                  <a:pt x="56" y="8887"/>
                  <a:pt x="49" y="8881"/>
                  <a:pt x="42" y="8874"/>
                </a:cubicBezTo>
                <a:cubicBezTo>
                  <a:pt x="36" y="8868"/>
                  <a:pt x="30" y="8860"/>
                  <a:pt x="24" y="8852"/>
                </a:cubicBezTo>
                <a:cubicBezTo>
                  <a:pt x="19" y="8844"/>
                  <a:pt x="14" y="8836"/>
                  <a:pt x="11" y="8827"/>
                </a:cubicBezTo>
                <a:cubicBezTo>
                  <a:pt x="7" y="8818"/>
                  <a:pt x="4" y="8809"/>
                  <a:pt x="3" y="8800"/>
                </a:cubicBezTo>
                <a:cubicBezTo>
                  <a:pt x="1" y="8791"/>
                  <a:pt x="0" y="8781"/>
                  <a:pt x="0" y="87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/>
          <p:nvPr/>
        </p:nvSpPr>
        <p:spPr>
          <a:xfrm>
            <a:off x="461880" y="1185840"/>
            <a:ext cx="4105440" cy="3210120"/>
          </a:xfrm>
          <a:custGeom>
            <a:avLst/>
            <a:gdLst/>
            <a:ahLst/>
            <a:rect l="0" t="0" r="r" b="b"/>
            <a:pathLst>
              <a:path w="11404" h="8917">
                <a:moveTo>
                  <a:pt x="0" y="877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11259" y="0"/>
                </a:lnTo>
                <a:cubicBezTo>
                  <a:pt x="11268" y="0"/>
                  <a:pt x="11278" y="0"/>
                  <a:pt x="11287" y="2"/>
                </a:cubicBezTo>
                <a:cubicBezTo>
                  <a:pt x="11297" y="4"/>
                  <a:pt x="11306" y="7"/>
                  <a:pt x="11314" y="11"/>
                </a:cubicBezTo>
                <a:cubicBezTo>
                  <a:pt x="11323" y="14"/>
                  <a:pt x="11332" y="19"/>
                  <a:pt x="11340" y="24"/>
                </a:cubicBezTo>
                <a:cubicBezTo>
                  <a:pt x="11348" y="29"/>
                  <a:pt x="11355" y="35"/>
                  <a:pt x="11362" y="42"/>
                </a:cubicBezTo>
                <a:cubicBezTo>
                  <a:pt x="11368" y="49"/>
                  <a:pt x="11374" y="56"/>
                  <a:pt x="11380" y="64"/>
                </a:cubicBezTo>
                <a:cubicBezTo>
                  <a:pt x="11385" y="72"/>
                  <a:pt x="11390" y="81"/>
                  <a:pt x="11393" y="89"/>
                </a:cubicBezTo>
                <a:cubicBezTo>
                  <a:pt x="11397" y="98"/>
                  <a:pt x="11400" y="107"/>
                  <a:pt x="11401" y="117"/>
                </a:cubicBezTo>
                <a:cubicBezTo>
                  <a:pt x="11403" y="126"/>
                  <a:pt x="11404" y="136"/>
                  <a:pt x="11404" y="145"/>
                </a:cubicBezTo>
                <a:lnTo>
                  <a:pt x="11404" y="8771"/>
                </a:lnTo>
                <a:cubicBezTo>
                  <a:pt x="11404" y="8781"/>
                  <a:pt x="11403" y="8791"/>
                  <a:pt x="11401" y="8800"/>
                </a:cubicBezTo>
                <a:cubicBezTo>
                  <a:pt x="11400" y="8809"/>
                  <a:pt x="11397" y="8818"/>
                  <a:pt x="11393" y="8827"/>
                </a:cubicBezTo>
                <a:cubicBezTo>
                  <a:pt x="11390" y="8836"/>
                  <a:pt x="11385" y="8844"/>
                  <a:pt x="11380" y="8852"/>
                </a:cubicBezTo>
                <a:cubicBezTo>
                  <a:pt x="11374" y="8860"/>
                  <a:pt x="11368" y="8868"/>
                  <a:pt x="11362" y="8874"/>
                </a:cubicBezTo>
                <a:cubicBezTo>
                  <a:pt x="11355" y="8881"/>
                  <a:pt x="11348" y="8887"/>
                  <a:pt x="11340" y="8892"/>
                </a:cubicBezTo>
                <a:cubicBezTo>
                  <a:pt x="11332" y="8898"/>
                  <a:pt x="11323" y="8902"/>
                  <a:pt x="11314" y="8906"/>
                </a:cubicBezTo>
                <a:cubicBezTo>
                  <a:pt x="11306" y="8910"/>
                  <a:pt x="11297" y="8912"/>
                  <a:pt x="11287" y="8914"/>
                </a:cubicBezTo>
                <a:cubicBezTo>
                  <a:pt x="11278" y="8916"/>
                  <a:pt x="11268" y="8917"/>
                  <a:pt x="11259" y="8917"/>
                </a:cubicBezTo>
                <a:lnTo>
                  <a:pt x="145" y="8917"/>
                </a:lnTo>
                <a:cubicBezTo>
                  <a:pt x="136" y="8917"/>
                  <a:pt x="126" y="8916"/>
                  <a:pt x="117" y="8914"/>
                </a:cubicBezTo>
                <a:cubicBezTo>
                  <a:pt x="107" y="8912"/>
                  <a:pt x="98" y="8910"/>
                  <a:pt x="90" y="8906"/>
                </a:cubicBezTo>
                <a:cubicBezTo>
                  <a:pt x="81" y="8902"/>
                  <a:pt x="72" y="8898"/>
                  <a:pt x="64" y="8892"/>
                </a:cubicBezTo>
                <a:cubicBezTo>
                  <a:pt x="56" y="8887"/>
                  <a:pt x="49" y="8881"/>
                  <a:pt x="42" y="8874"/>
                </a:cubicBezTo>
                <a:cubicBezTo>
                  <a:pt x="36" y="8868"/>
                  <a:pt x="30" y="8860"/>
                  <a:pt x="24" y="8852"/>
                </a:cubicBezTo>
                <a:cubicBezTo>
                  <a:pt x="19" y="8844"/>
                  <a:pt x="14" y="8836"/>
                  <a:pt x="11" y="8827"/>
                </a:cubicBezTo>
                <a:cubicBezTo>
                  <a:pt x="7" y="8818"/>
                  <a:pt x="4" y="8809"/>
                  <a:pt x="3" y="8800"/>
                </a:cubicBezTo>
                <a:cubicBezTo>
                  <a:pt x="1" y="8791"/>
                  <a:pt x="0" y="8781"/>
                  <a:pt x="0" y="8771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7" name=""/>
          <p:cNvSpPr/>
          <p:nvPr/>
        </p:nvSpPr>
        <p:spPr>
          <a:xfrm>
            <a:off x="468720" y="1192320"/>
            <a:ext cx="4091760" cy="3196800"/>
          </a:xfrm>
          <a:custGeom>
            <a:avLst/>
            <a:gdLst/>
            <a:ahLst/>
            <a:rect l="0" t="0" r="r" b="b"/>
            <a:pathLst>
              <a:path w="11366" h="8880">
                <a:moveTo>
                  <a:pt x="111" y="0"/>
                </a:moveTo>
                <a:lnTo>
                  <a:pt x="11255" y="0"/>
                </a:lnTo>
                <a:cubicBezTo>
                  <a:pt x="11270" y="0"/>
                  <a:pt x="11284" y="3"/>
                  <a:pt x="11298" y="9"/>
                </a:cubicBezTo>
                <a:cubicBezTo>
                  <a:pt x="11311" y="14"/>
                  <a:pt x="11323" y="23"/>
                  <a:pt x="11334" y="33"/>
                </a:cubicBezTo>
                <a:cubicBezTo>
                  <a:pt x="11344" y="43"/>
                  <a:pt x="11352" y="55"/>
                  <a:pt x="11358" y="69"/>
                </a:cubicBezTo>
                <a:cubicBezTo>
                  <a:pt x="11364" y="83"/>
                  <a:pt x="11366" y="97"/>
                  <a:pt x="11366" y="112"/>
                </a:cubicBezTo>
                <a:lnTo>
                  <a:pt x="11366" y="8769"/>
                </a:lnTo>
                <a:cubicBezTo>
                  <a:pt x="11366" y="8784"/>
                  <a:pt x="11364" y="8798"/>
                  <a:pt x="11358" y="8811"/>
                </a:cubicBezTo>
                <a:cubicBezTo>
                  <a:pt x="11352" y="8825"/>
                  <a:pt x="11344" y="8837"/>
                  <a:pt x="11334" y="8848"/>
                </a:cubicBezTo>
                <a:cubicBezTo>
                  <a:pt x="11323" y="8858"/>
                  <a:pt x="11311" y="8866"/>
                  <a:pt x="11298" y="8872"/>
                </a:cubicBezTo>
                <a:cubicBezTo>
                  <a:pt x="11284" y="8877"/>
                  <a:pt x="11270" y="8880"/>
                  <a:pt x="11255" y="8880"/>
                </a:cubicBezTo>
                <a:lnTo>
                  <a:pt x="111" y="8880"/>
                </a:lnTo>
                <a:cubicBezTo>
                  <a:pt x="96" y="8880"/>
                  <a:pt x="82" y="8877"/>
                  <a:pt x="68" y="8872"/>
                </a:cubicBezTo>
                <a:cubicBezTo>
                  <a:pt x="55" y="8866"/>
                  <a:pt x="43" y="8858"/>
                  <a:pt x="32" y="8848"/>
                </a:cubicBezTo>
                <a:cubicBezTo>
                  <a:pt x="22" y="8837"/>
                  <a:pt x="14" y="8825"/>
                  <a:pt x="8" y="8811"/>
                </a:cubicBezTo>
                <a:cubicBezTo>
                  <a:pt x="2" y="8798"/>
                  <a:pt x="0" y="8784"/>
                  <a:pt x="0" y="8769"/>
                </a:cubicBezTo>
                <a:lnTo>
                  <a:pt x="0" y="112"/>
                </a:lnTo>
                <a:cubicBezTo>
                  <a:pt x="0" y="97"/>
                  <a:pt x="2" y="83"/>
                  <a:pt x="8" y="69"/>
                </a:cubicBezTo>
                <a:cubicBezTo>
                  <a:pt x="14" y="55"/>
                  <a:pt x="22" y="43"/>
                  <a:pt x="32" y="33"/>
                </a:cubicBezTo>
                <a:cubicBezTo>
                  <a:pt x="43" y="23"/>
                  <a:pt x="55" y="14"/>
                  <a:pt x="68" y="9"/>
                </a:cubicBezTo>
                <a:cubicBezTo>
                  <a:pt x="82" y="3"/>
                  <a:pt x="96" y="0"/>
                  <a:pt x="1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/>
          <p:nvPr/>
        </p:nvSpPr>
        <p:spPr>
          <a:xfrm>
            <a:off x="468720" y="1192320"/>
            <a:ext cx="4091760" cy="3196800"/>
          </a:xfrm>
          <a:custGeom>
            <a:avLst/>
            <a:gdLst/>
            <a:ahLst/>
            <a:rect l="0" t="0" r="r" b="b"/>
            <a:pathLst>
              <a:path w="11366" h="8880">
                <a:moveTo>
                  <a:pt x="111" y="0"/>
                </a:moveTo>
                <a:lnTo>
                  <a:pt x="11255" y="0"/>
                </a:lnTo>
                <a:cubicBezTo>
                  <a:pt x="11270" y="0"/>
                  <a:pt x="11284" y="3"/>
                  <a:pt x="11298" y="9"/>
                </a:cubicBezTo>
                <a:cubicBezTo>
                  <a:pt x="11311" y="14"/>
                  <a:pt x="11323" y="23"/>
                  <a:pt x="11334" y="33"/>
                </a:cubicBezTo>
                <a:cubicBezTo>
                  <a:pt x="11344" y="43"/>
                  <a:pt x="11352" y="55"/>
                  <a:pt x="11358" y="69"/>
                </a:cubicBezTo>
                <a:cubicBezTo>
                  <a:pt x="11364" y="83"/>
                  <a:pt x="11366" y="97"/>
                  <a:pt x="11366" y="112"/>
                </a:cubicBezTo>
                <a:lnTo>
                  <a:pt x="11366" y="8769"/>
                </a:lnTo>
                <a:cubicBezTo>
                  <a:pt x="11366" y="8784"/>
                  <a:pt x="11364" y="8798"/>
                  <a:pt x="11358" y="8811"/>
                </a:cubicBezTo>
                <a:cubicBezTo>
                  <a:pt x="11352" y="8825"/>
                  <a:pt x="11344" y="8837"/>
                  <a:pt x="11334" y="8848"/>
                </a:cubicBezTo>
                <a:cubicBezTo>
                  <a:pt x="11323" y="8858"/>
                  <a:pt x="11311" y="8866"/>
                  <a:pt x="11298" y="8872"/>
                </a:cubicBezTo>
                <a:cubicBezTo>
                  <a:pt x="11284" y="8877"/>
                  <a:pt x="11270" y="8880"/>
                  <a:pt x="11255" y="8880"/>
                </a:cubicBezTo>
                <a:lnTo>
                  <a:pt x="111" y="8880"/>
                </a:lnTo>
                <a:cubicBezTo>
                  <a:pt x="96" y="8880"/>
                  <a:pt x="82" y="8877"/>
                  <a:pt x="68" y="8872"/>
                </a:cubicBezTo>
                <a:cubicBezTo>
                  <a:pt x="55" y="8866"/>
                  <a:pt x="43" y="8858"/>
                  <a:pt x="32" y="8848"/>
                </a:cubicBezTo>
                <a:cubicBezTo>
                  <a:pt x="22" y="8837"/>
                  <a:pt x="14" y="8825"/>
                  <a:pt x="8" y="8811"/>
                </a:cubicBezTo>
                <a:cubicBezTo>
                  <a:pt x="2" y="8798"/>
                  <a:pt x="0" y="8784"/>
                  <a:pt x="0" y="8769"/>
                </a:cubicBezTo>
                <a:lnTo>
                  <a:pt x="0" y="112"/>
                </a:lnTo>
                <a:cubicBezTo>
                  <a:pt x="0" y="97"/>
                  <a:pt x="2" y="83"/>
                  <a:pt x="8" y="69"/>
                </a:cubicBezTo>
                <a:cubicBezTo>
                  <a:pt x="14" y="55"/>
                  <a:pt x="22" y="43"/>
                  <a:pt x="32" y="33"/>
                </a:cubicBezTo>
                <a:cubicBezTo>
                  <a:pt x="43" y="23"/>
                  <a:pt x="55" y="14"/>
                  <a:pt x="68" y="9"/>
                </a:cubicBezTo>
                <a:cubicBezTo>
                  <a:pt x="82" y="3"/>
                  <a:pt x="96" y="0"/>
                  <a:pt x="111" y="0"/>
                </a:cubicBezTo>
                <a:close/>
              </a:path>
            </a:pathLst>
          </a:custGeom>
          <a:noFill/>
          <a:ln w="3960">
            <a:solidFill>
              <a:srgbClr val="d8ddd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439920" y="558000"/>
            <a:ext cx="3850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een beeld leest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/>
          <p:nvPr/>
        </p:nvSpPr>
        <p:spPr>
          <a:xfrm>
            <a:off x="466560" y="1190520"/>
            <a:ext cx="16560" cy="3200760"/>
          </a:xfrm>
          <a:custGeom>
            <a:avLst/>
            <a:gdLst/>
            <a:ahLst/>
            <a:rect l="0" t="0" r="r" b="b"/>
            <a:pathLst>
              <a:path w="46" h="8891">
                <a:moveTo>
                  <a:pt x="0" y="0"/>
                </a:moveTo>
                <a:lnTo>
                  <a:pt x="46" y="0"/>
                </a:lnTo>
                <a:lnTo>
                  <a:pt x="46" y="8891"/>
                </a:lnTo>
                <a:lnTo>
                  <a:pt x="0" y="8891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/>
          <p:nvPr/>
        </p:nvSpPr>
        <p:spPr>
          <a:xfrm>
            <a:off x="514440" y="1406880"/>
            <a:ext cx="236520" cy="76680"/>
          </a:xfrm>
          <a:custGeom>
            <a:avLst/>
            <a:gdLst/>
            <a:ahLst/>
            <a:rect l="0" t="0" r="r" b="b"/>
            <a:pathLst>
              <a:path w="657" h="213">
                <a:moveTo>
                  <a:pt x="45" y="0"/>
                </a:moveTo>
                <a:lnTo>
                  <a:pt x="612" y="0"/>
                </a:lnTo>
                <a:cubicBezTo>
                  <a:pt x="618" y="0"/>
                  <a:pt x="624" y="2"/>
                  <a:pt x="629" y="4"/>
                </a:cubicBezTo>
                <a:cubicBezTo>
                  <a:pt x="635" y="6"/>
                  <a:pt x="640" y="9"/>
                  <a:pt x="644" y="13"/>
                </a:cubicBezTo>
                <a:cubicBezTo>
                  <a:pt x="648" y="18"/>
                  <a:pt x="651" y="22"/>
                  <a:pt x="654" y="28"/>
                </a:cubicBezTo>
                <a:cubicBezTo>
                  <a:pt x="656" y="33"/>
                  <a:pt x="657" y="39"/>
                  <a:pt x="657" y="45"/>
                </a:cubicBezTo>
                <a:lnTo>
                  <a:pt x="657" y="167"/>
                </a:lnTo>
                <a:cubicBezTo>
                  <a:pt x="657" y="173"/>
                  <a:pt x="656" y="179"/>
                  <a:pt x="654" y="185"/>
                </a:cubicBezTo>
                <a:cubicBezTo>
                  <a:pt x="651" y="190"/>
                  <a:pt x="648" y="195"/>
                  <a:pt x="644" y="199"/>
                </a:cubicBezTo>
                <a:cubicBezTo>
                  <a:pt x="640" y="203"/>
                  <a:pt x="635" y="206"/>
                  <a:pt x="629" y="210"/>
                </a:cubicBezTo>
                <a:cubicBezTo>
                  <a:pt x="624" y="212"/>
                  <a:pt x="618" y="213"/>
                  <a:pt x="612" y="213"/>
                </a:cubicBezTo>
                <a:lnTo>
                  <a:pt x="45" y="213"/>
                </a:lnTo>
                <a:cubicBezTo>
                  <a:pt x="39" y="213"/>
                  <a:pt x="33" y="212"/>
                  <a:pt x="28" y="210"/>
                </a:cubicBezTo>
                <a:cubicBezTo>
                  <a:pt x="22" y="206"/>
                  <a:pt x="18" y="203"/>
                  <a:pt x="13" y="199"/>
                </a:cubicBezTo>
                <a:cubicBezTo>
                  <a:pt x="9" y="195"/>
                  <a:pt x="6" y="190"/>
                  <a:pt x="4" y="185"/>
                </a:cubicBezTo>
                <a:cubicBezTo>
                  <a:pt x="2" y="179"/>
                  <a:pt x="0" y="173"/>
                  <a:pt x="0" y="167"/>
                </a:cubicBezTo>
                <a:lnTo>
                  <a:pt x="0" y="45"/>
                </a:lnTo>
                <a:cubicBezTo>
                  <a:pt x="0" y="39"/>
                  <a:pt x="2" y="33"/>
                  <a:pt x="4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8" y="9"/>
                  <a:pt x="22" y="6"/>
                  <a:pt x="28" y="4"/>
                </a:cubicBezTo>
                <a:cubicBezTo>
                  <a:pt x="33" y="2"/>
                  <a:pt x="39" y="0"/>
                  <a:pt x="4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/>
          <p:nvPr/>
        </p:nvSpPr>
        <p:spPr>
          <a:xfrm>
            <a:off x="514440" y="1406880"/>
            <a:ext cx="236520" cy="76680"/>
          </a:xfrm>
          <a:custGeom>
            <a:avLst/>
            <a:gdLst/>
            <a:ahLst/>
            <a:rect l="0" t="0" r="r" b="b"/>
            <a:pathLst>
              <a:path w="657" h="213">
                <a:moveTo>
                  <a:pt x="45" y="0"/>
                </a:moveTo>
                <a:lnTo>
                  <a:pt x="612" y="0"/>
                </a:lnTo>
                <a:cubicBezTo>
                  <a:pt x="618" y="0"/>
                  <a:pt x="624" y="2"/>
                  <a:pt x="629" y="4"/>
                </a:cubicBezTo>
                <a:cubicBezTo>
                  <a:pt x="635" y="6"/>
                  <a:pt x="640" y="9"/>
                  <a:pt x="644" y="13"/>
                </a:cubicBezTo>
                <a:cubicBezTo>
                  <a:pt x="648" y="18"/>
                  <a:pt x="651" y="22"/>
                  <a:pt x="654" y="28"/>
                </a:cubicBezTo>
                <a:cubicBezTo>
                  <a:pt x="656" y="33"/>
                  <a:pt x="657" y="39"/>
                  <a:pt x="657" y="45"/>
                </a:cubicBezTo>
                <a:lnTo>
                  <a:pt x="657" y="167"/>
                </a:lnTo>
                <a:cubicBezTo>
                  <a:pt x="657" y="173"/>
                  <a:pt x="656" y="179"/>
                  <a:pt x="654" y="185"/>
                </a:cubicBezTo>
                <a:cubicBezTo>
                  <a:pt x="651" y="190"/>
                  <a:pt x="648" y="195"/>
                  <a:pt x="644" y="199"/>
                </a:cubicBezTo>
                <a:cubicBezTo>
                  <a:pt x="640" y="203"/>
                  <a:pt x="635" y="206"/>
                  <a:pt x="629" y="210"/>
                </a:cubicBezTo>
                <a:cubicBezTo>
                  <a:pt x="624" y="212"/>
                  <a:pt x="618" y="213"/>
                  <a:pt x="612" y="213"/>
                </a:cubicBezTo>
                <a:lnTo>
                  <a:pt x="45" y="213"/>
                </a:lnTo>
                <a:cubicBezTo>
                  <a:pt x="39" y="213"/>
                  <a:pt x="33" y="212"/>
                  <a:pt x="28" y="210"/>
                </a:cubicBezTo>
                <a:cubicBezTo>
                  <a:pt x="22" y="206"/>
                  <a:pt x="18" y="203"/>
                  <a:pt x="13" y="199"/>
                </a:cubicBezTo>
                <a:cubicBezTo>
                  <a:pt x="9" y="195"/>
                  <a:pt x="6" y="190"/>
                  <a:pt x="4" y="185"/>
                </a:cubicBezTo>
                <a:cubicBezTo>
                  <a:pt x="2" y="179"/>
                  <a:pt x="0" y="173"/>
                  <a:pt x="0" y="167"/>
                </a:cubicBezTo>
                <a:lnTo>
                  <a:pt x="0" y="45"/>
                </a:lnTo>
                <a:cubicBezTo>
                  <a:pt x="0" y="39"/>
                  <a:pt x="2" y="33"/>
                  <a:pt x="4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8" y="9"/>
                  <a:pt x="22" y="6"/>
                  <a:pt x="28" y="4"/>
                </a:cubicBezTo>
                <a:cubicBezTo>
                  <a:pt x="33" y="2"/>
                  <a:pt x="39" y="0"/>
                  <a:pt x="45" y="0"/>
                </a:cubicBezTo>
                <a:close/>
              </a:path>
            </a:pathLst>
          </a:custGeom>
          <a:noFill/>
          <a:ln w="3960">
            <a:solidFill>
              <a:srgbClr val="c8ccc9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514800" y="1222920"/>
            <a:ext cx="1849320" cy="7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" spc="-1" strike="noStrike">
                <a:solidFill>
                  <a:srgbClr val="1c1c1c"/>
                </a:solidFill>
                <a:latin typeface="DejaVuSans"/>
                <a:ea typeface="DejaVuSans"/>
              </a:rPr>
              <a:t>F2-07 - Het geplande aanbod terug naar de catalogus</a:t>
            </a:r>
            <a:endParaRPr b="0" lang="en-US" sz="4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/>
          <p:nvPr/>
        </p:nvSpPr>
        <p:spPr>
          <a:xfrm>
            <a:off x="798480" y="1350720"/>
            <a:ext cx="760320" cy="192960"/>
          </a:xfrm>
          <a:custGeom>
            <a:avLst/>
            <a:gdLst/>
            <a:ahLst/>
            <a:rect l="0" t="0" r="r" b="b"/>
            <a:pathLst>
              <a:path w="2112" h="536">
                <a:moveTo>
                  <a:pt x="0" y="0"/>
                </a:moveTo>
                <a:lnTo>
                  <a:pt x="2112" y="0"/>
                </a:lnTo>
                <a:lnTo>
                  <a:pt x="2112" y="536"/>
                </a:lnTo>
                <a:lnTo>
                  <a:pt x="0" y="536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/>
          <p:nvPr/>
        </p:nvSpPr>
        <p:spPr>
          <a:xfrm>
            <a:off x="798480" y="1350720"/>
            <a:ext cx="760320" cy="192960"/>
          </a:xfrm>
          <a:custGeom>
            <a:avLst/>
            <a:gdLst/>
            <a:ahLst/>
            <a:rect l="0" t="0" r="r" b="b"/>
            <a:pathLst>
              <a:path w="2112" h="536">
                <a:moveTo>
                  <a:pt x="0" y="0"/>
                </a:moveTo>
                <a:lnTo>
                  <a:pt x="2112" y="0"/>
                </a:lnTo>
                <a:lnTo>
                  <a:pt x="2112" y="536"/>
                </a:lnTo>
                <a:lnTo>
                  <a:pt x="0" y="536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/>
          <p:nvPr/>
        </p:nvSpPr>
        <p:spPr>
          <a:xfrm>
            <a:off x="1486440" y="1378800"/>
            <a:ext cx="40320" cy="48600"/>
          </a:xfrm>
          <a:custGeom>
            <a:avLst/>
            <a:gdLst/>
            <a:ahLst/>
            <a:rect l="0" t="0" r="r" b="b"/>
            <a:pathLst>
              <a:path w="112" h="135">
                <a:moveTo>
                  <a:pt x="0" y="0"/>
                </a:moveTo>
                <a:lnTo>
                  <a:pt x="112" y="0"/>
                </a:lnTo>
                <a:lnTo>
                  <a:pt x="112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/>
          <p:nvPr/>
        </p:nvSpPr>
        <p:spPr>
          <a:xfrm>
            <a:off x="1478520" y="1387080"/>
            <a:ext cx="16200" cy="10440"/>
          </a:xfrm>
          <a:custGeom>
            <a:avLst/>
            <a:gdLst/>
            <a:ahLst/>
            <a:rect l="0" t="0" r="r" b="b"/>
            <a:pathLst>
              <a:path w="45" h="29">
                <a:moveTo>
                  <a:pt x="0" y="0"/>
                </a:moveTo>
                <a:lnTo>
                  <a:pt x="45" y="0"/>
                </a:lnTo>
                <a:lnTo>
                  <a:pt x="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1478520" y="1405080"/>
            <a:ext cx="16200" cy="10440"/>
          </a:xfrm>
          <a:custGeom>
            <a:avLst/>
            <a:gdLst/>
            <a:ahLst/>
            <a:rect l="0" t="0" r="r" b="b"/>
            <a:pathLst>
              <a:path w="45" h="29">
                <a:moveTo>
                  <a:pt x="0" y="0"/>
                </a:moveTo>
                <a:lnTo>
                  <a:pt x="45" y="0"/>
                </a:lnTo>
                <a:lnTo>
                  <a:pt x="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46480" y="1414800"/>
            <a:ext cx="19116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OC-P&amp;R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838800" y="1378440"/>
            <a:ext cx="9072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2a5a5a"/>
                </a:solidFill>
                <a:latin typeface="DejaVuSans"/>
                <a:ea typeface="DejaVuSans"/>
              </a:rPr>
              <a:t>van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/>
          <p:nvPr/>
        </p:nvSpPr>
        <p:spPr>
          <a:xfrm>
            <a:off x="1582560" y="1443240"/>
            <a:ext cx="1660320" cy="8280"/>
          </a:xfrm>
          <a:custGeom>
            <a:avLst/>
            <a:gdLst/>
            <a:ahLst/>
            <a:rect l="0" t="0" r="r" b="b"/>
            <a:pathLst>
              <a:path w="4612" h="23">
                <a:moveTo>
                  <a:pt x="0" y="0"/>
                </a:moveTo>
                <a:lnTo>
                  <a:pt x="56" y="0"/>
                </a:lnTo>
                <a:lnTo>
                  <a:pt x="56" y="23"/>
                </a:lnTo>
                <a:lnTo>
                  <a:pt x="0" y="23"/>
                </a:lnTo>
                <a:lnTo>
                  <a:pt x="0" y="0"/>
                </a:lnTo>
                <a:moveTo>
                  <a:pt x="100" y="0"/>
                </a:moveTo>
                <a:lnTo>
                  <a:pt x="156" y="0"/>
                </a:lnTo>
                <a:lnTo>
                  <a:pt x="156" y="23"/>
                </a:lnTo>
                <a:lnTo>
                  <a:pt x="100" y="23"/>
                </a:lnTo>
                <a:lnTo>
                  <a:pt x="100" y="0"/>
                </a:lnTo>
                <a:moveTo>
                  <a:pt x="200" y="0"/>
                </a:moveTo>
                <a:lnTo>
                  <a:pt x="256" y="0"/>
                </a:lnTo>
                <a:lnTo>
                  <a:pt x="256" y="23"/>
                </a:lnTo>
                <a:lnTo>
                  <a:pt x="200" y="23"/>
                </a:lnTo>
                <a:lnTo>
                  <a:pt x="200" y="0"/>
                </a:lnTo>
                <a:moveTo>
                  <a:pt x="300" y="0"/>
                </a:moveTo>
                <a:lnTo>
                  <a:pt x="356" y="0"/>
                </a:lnTo>
                <a:lnTo>
                  <a:pt x="356" y="23"/>
                </a:lnTo>
                <a:lnTo>
                  <a:pt x="300" y="23"/>
                </a:lnTo>
                <a:lnTo>
                  <a:pt x="300" y="0"/>
                </a:lnTo>
                <a:moveTo>
                  <a:pt x="400" y="0"/>
                </a:moveTo>
                <a:lnTo>
                  <a:pt x="456" y="0"/>
                </a:lnTo>
                <a:lnTo>
                  <a:pt x="456" y="23"/>
                </a:lnTo>
                <a:lnTo>
                  <a:pt x="400" y="23"/>
                </a:lnTo>
                <a:lnTo>
                  <a:pt x="400" y="0"/>
                </a:lnTo>
                <a:moveTo>
                  <a:pt x="500" y="0"/>
                </a:moveTo>
                <a:lnTo>
                  <a:pt x="556" y="0"/>
                </a:lnTo>
                <a:lnTo>
                  <a:pt x="556" y="23"/>
                </a:lnTo>
                <a:lnTo>
                  <a:pt x="500" y="23"/>
                </a:lnTo>
                <a:lnTo>
                  <a:pt x="500" y="0"/>
                </a:lnTo>
                <a:moveTo>
                  <a:pt x="600" y="0"/>
                </a:moveTo>
                <a:lnTo>
                  <a:pt x="656" y="0"/>
                </a:lnTo>
                <a:lnTo>
                  <a:pt x="656" y="23"/>
                </a:lnTo>
                <a:lnTo>
                  <a:pt x="600" y="23"/>
                </a:lnTo>
                <a:lnTo>
                  <a:pt x="600" y="0"/>
                </a:lnTo>
                <a:moveTo>
                  <a:pt x="700" y="0"/>
                </a:moveTo>
                <a:lnTo>
                  <a:pt x="756" y="0"/>
                </a:lnTo>
                <a:lnTo>
                  <a:pt x="756" y="23"/>
                </a:lnTo>
                <a:lnTo>
                  <a:pt x="700" y="23"/>
                </a:lnTo>
                <a:lnTo>
                  <a:pt x="700" y="0"/>
                </a:lnTo>
                <a:moveTo>
                  <a:pt x="800" y="0"/>
                </a:moveTo>
                <a:lnTo>
                  <a:pt x="856" y="0"/>
                </a:lnTo>
                <a:lnTo>
                  <a:pt x="856" y="23"/>
                </a:lnTo>
                <a:lnTo>
                  <a:pt x="800" y="23"/>
                </a:lnTo>
                <a:lnTo>
                  <a:pt x="800" y="0"/>
                </a:lnTo>
                <a:moveTo>
                  <a:pt x="900" y="0"/>
                </a:moveTo>
                <a:lnTo>
                  <a:pt x="956" y="0"/>
                </a:lnTo>
                <a:lnTo>
                  <a:pt x="956" y="23"/>
                </a:lnTo>
                <a:lnTo>
                  <a:pt x="900" y="23"/>
                </a:lnTo>
                <a:lnTo>
                  <a:pt x="900" y="0"/>
                </a:lnTo>
                <a:moveTo>
                  <a:pt x="1000" y="0"/>
                </a:moveTo>
                <a:lnTo>
                  <a:pt x="1056" y="0"/>
                </a:lnTo>
                <a:lnTo>
                  <a:pt x="1056" y="23"/>
                </a:lnTo>
                <a:lnTo>
                  <a:pt x="1000" y="23"/>
                </a:lnTo>
                <a:lnTo>
                  <a:pt x="1000" y="0"/>
                </a:lnTo>
                <a:moveTo>
                  <a:pt x="1100" y="0"/>
                </a:moveTo>
                <a:lnTo>
                  <a:pt x="1156" y="0"/>
                </a:lnTo>
                <a:lnTo>
                  <a:pt x="1156" y="23"/>
                </a:lnTo>
                <a:lnTo>
                  <a:pt x="1100" y="23"/>
                </a:lnTo>
                <a:lnTo>
                  <a:pt x="1100" y="0"/>
                </a:lnTo>
                <a:moveTo>
                  <a:pt x="1200" y="0"/>
                </a:moveTo>
                <a:lnTo>
                  <a:pt x="1256" y="0"/>
                </a:lnTo>
                <a:lnTo>
                  <a:pt x="1256" y="23"/>
                </a:lnTo>
                <a:lnTo>
                  <a:pt x="1200" y="23"/>
                </a:lnTo>
                <a:lnTo>
                  <a:pt x="1200" y="0"/>
                </a:lnTo>
                <a:moveTo>
                  <a:pt x="1300" y="0"/>
                </a:moveTo>
                <a:lnTo>
                  <a:pt x="1356" y="0"/>
                </a:lnTo>
                <a:lnTo>
                  <a:pt x="1356" y="23"/>
                </a:lnTo>
                <a:lnTo>
                  <a:pt x="1300" y="23"/>
                </a:lnTo>
                <a:lnTo>
                  <a:pt x="1300" y="0"/>
                </a:lnTo>
                <a:moveTo>
                  <a:pt x="1400" y="0"/>
                </a:moveTo>
                <a:lnTo>
                  <a:pt x="1456" y="0"/>
                </a:lnTo>
                <a:lnTo>
                  <a:pt x="1456" y="23"/>
                </a:lnTo>
                <a:lnTo>
                  <a:pt x="1400" y="23"/>
                </a:lnTo>
                <a:lnTo>
                  <a:pt x="1400" y="0"/>
                </a:lnTo>
                <a:moveTo>
                  <a:pt x="1500" y="0"/>
                </a:moveTo>
                <a:lnTo>
                  <a:pt x="1556" y="0"/>
                </a:lnTo>
                <a:lnTo>
                  <a:pt x="1556" y="23"/>
                </a:lnTo>
                <a:lnTo>
                  <a:pt x="1500" y="23"/>
                </a:lnTo>
                <a:lnTo>
                  <a:pt x="1500" y="0"/>
                </a:lnTo>
                <a:moveTo>
                  <a:pt x="1600" y="0"/>
                </a:moveTo>
                <a:lnTo>
                  <a:pt x="1656" y="0"/>
                </a:lnTo>
                <a:lnTo>
                  <a:pt x="1656" y="23"/>
                </a:lnTo>
                <a:lnTo>
                  <a:pt x="1600" y="23"/>
                </a:lnTo>
                <a:lnTo>
                  <a:pt x="1600" y="0"/>
                </a:lnTo>
                <a:moveTo>
                  <a:pt x="1700" y="0"/>
                </a:moveTo>
                <a:lnTo>
                  <a:pt x="1756" y="0"/>
                </a:lnTo>
                <a:lnTo>
                  <a:pt x="1756" y="23"/>
                </a:lnTo>
                <a:lnTo>
                  <a:pt x="1700" y="23"/>
                </a:lnTo>
                <a:lnTo>
                  <a:pt x="1700" y="0"/>
                </a:lnTo>
                <a:moveTo>
                  <a:pt x="1800" y="0"/>
                </a:moveTo>
                <a:lnTo>
                  <a:pt x="1856" y="0"/>
                </a:lnTo>
                <a:lnTo>
                  <a:pt x="1856" y="23"/>
                </a:lnTo>
                <a:lnTo>
                  <a:pt x="1800" y="23"/>
                </a:lnTo>
                <a:lnTo>
                  <a:pt x="1800" y="0"/>
                </a:lnTo>
                <a:moveTo>
                  <a:pt x="1900" y="0"/>
                </a:moveTo>
                <a:lnTo>
                  <a:pt x="1956" y="0"/>
                </a:lnTo>
                <a:lnTo>
                  <a:pt x="1956" y="23"/>
                </a:lnTo>
                <a:lnTo>
                  <a:pt x="1900" y="23"/>
                </a:lnTo>
                <a:lnTo>
                  <a:pt x="1900" y="0"/>
                </a:lnTo>
                <a:moveTo>
                  <a:pt x="2000" y="0"/>
                </a:moveTo>
                <a:lnTo>
                  <a:pt x="2056" y="0"/>
                </a:lnTo>
                <a:lnTo>
                  <a:pt x="2056" y="23"/>
                </a:lnTo>
                <a:lnTo>
                  <a:pt x="2000" y="23"/>
                </a:lnTo>
                <a:lnTo>
                  <a:pt x="2000" y="0"/>
                </a:lnTo>
                <a:moveTo>
                  <a:pt x="2100" y="0"/>
                </a:moveTo>
                <a:lnTo>
                  <a:pt x="2156" y="0"/>
                </a:lnTo>
                <a:lnTo>
                  <a:pt x="2156" y="23"/>
                </a:lnTo>
                <a:lnTo>
                  <a:pt x="2100" y="23"/>
                </a:lnTo>
                <a:lnTo>
                  <a:pt x="2100" y="0"/>
                </a:lnTo>
                <a:moveTo>
                  <a:pt x="2200" y="0"/>
                </a:moveTo>
                <a:lnTo>
                  <a:pt x="2256" y="0"/>
                </a:lnTo>
                <a:lnTo>
                  <a:pt x="2256" y="23"/>
                </a:lnTo>
                <a:lnTo>
                  <a:pt x="2200" y="23"/>
                </a:lnTo>
                <a:lnTo>
                  <a:pt x="2200" y="0"/>
                </a:lnTo>
                <a:moveTo>
                  <a:pt x="2300" y="0"/>
                </a:moveTo>
                <a:lnTo>
                  <a:pt x="2356" y="0"/>
                </a:lnTo>
                <a:lnTo>
                  <a:pt x="2356" y="23"/>
                </a:lnTo>
                <a:lnTo>
                  <a:pt x="2300" y="23"/>
                </a:lnTo>
                <a:lnTo>
                  <a:pt x="2300" y="0"/>
                </a:lnTo>
                <a:moveTo>
                  <a:pt x="2400" y="0"/>
                </a:moveTo>
                <a:lnTo>
                  <a:pt x="2456" y="0"/>
                </a:lnTo>
                <a:lnTo>
                  <a:pt x="2456" y="23"/>
                </a:lnTo>
                <a:lnTo>
                  <a:pt x="2400" y="23"/>
                </a:lnTo>
                <a:lnTo>
                  <a:pt x="2400" y="0"/>
                </a:lnTo>
                <a:moveTo>
                  <a:pt x="2500" y="0"/>
                </a:moveTo>
                <a:lnTo>
                  <a:pt x="2557" y="0"/>
                </a:lnTo>
                <a:lnTo>
                  <a:pt x="2557" y="23"/>
                </a:lnTo>
                <a:lnTo>
                  <a:pt x="2500" y="23"/>
                </a:lnTo>
                <a:lnTo>
                  <a:pt x="2500" y="0"/>
                </a:lnTo>
                <a:moveTo>
                  <a:pt x="2601" y="0"/>
                </a:moveTo>
                <a:lnTo>
                  <a:pt x="2657" y="0"/>
                </a:lnTo>
                <a:lnTo>
                  <a:pt x="2657" y="23"/>
                </a:lnTo>
                <a:lnTo>
                  <a:pt x="2601" y="23"/>
                </a:lnTo>
                <a:lnTo>
                  <a:pt x="2601" y="0"/>
                </a:lnTo>
                <a:moveTo>
                  <a:pt x="2701" y="0"/>
                </a:moveTo>
                <a:lnTo>
                  <a:pt x="2757" y="0"/>
                </a:lnTo>
                <a:lnTo>
                  <a:pt x="2757" y="23"/>
                </a:lnTo>
                <a:lnTo>
                  <a:pt x="2701" y="23"/>
                </a:lnTo>
                <a:lnTo>
                  <a:pt x="2701" y="0"/>
                </a:lnTo>
                <a:moveTo>
                  <a:pt x="2801" y="0"/>
                </a:moveTo>
                <a:lnTo>
                  <a:pt x="2857" y="0"/>
                </a:lnTo>
                <a:lnTo>
                  <a:pt x="2857" y="23"/>
                </a:lnTo>
                <a:lnTo>
                  <a:pt x="2801" y="23"/>
                </a:lnTo>
                <a:lnTo>
                  <a:pt x="2801" y="0"/>
                </a:lnTo>
                <a:moveTo>
                  <a:pt x="2901" y="0"/>
                </a:moveTo>
                <a:lnTo>
                  <a:pt x="2957" y="0"/>
                </a:lnTo>
                <a:lnTo>
                  <a:pt x="2957" y="23"/>
                </a:lnTo>
                <a:lnTo>
                  <a:pt x="2901" y="23"/>
                </a:lnTo>
                <a:lnTo>
                  <a:pt x="2901" y="0"/>
                </a:lnTo>
                <a:moveTo>
                  <a:pt x="3001" y="0"/>
                </a:moveTo>
                <a:lnTo>
                  <a:pt x="3057" y="0"/>
                </a:lnTo>
                <a:lnTo>
                  <a:pt x="3057" y="23"/>
                </a:lnTo>
                <a:lnTo>
                  <a:pt x="3001" y="23"/>
                </a:lnTo>
                <a:lnTo>
                  <a:pt x="3001" y="0"/>
                </a:lnTo>
                <a:moveTo>
                  <a:pt x="3101" y="0"/>
                </a:moveTo>
                <a:lnTo>
                  <a:pt x="3157" y="0"/>
                </a:lnTo>
                <a:lnTo>
                  <a:pt x="3157" y="23"/>
                </a:lnTo>
                <a:lnTo>
                  <a:pt x="3101" y="23"/>
                </a:lnTo>
                <a:lnTo>
                  <a:pt x="3101" y="0"/>
                </a:lnTo>
                <a:moveTo>
                  <a:pt x="3201" y="0"/>
                </a:moveTo>
                <a:lnTo>
                  <a:pt x="3257" y="0"/>
                </a:lnTo>
                <a:lnTo>
                  <a:pt x="3257" y="23"/>
                </a:lnTo>
                <a:lnTo>
                  <a:pt x="3201" y="23"/>
                </a:lnTo>
                <a:lnTo>
                  <a:pt x="3201" y="0"/>
                </a:lnTo>
                <a:moveTo>
                  <a:pt x="3301" y="0"/>
                </a:moveTo>
                <a:lnTo>
                  <a:pt x="3357" y="0"/>
                </a:lnTo>
                <a:lnTo>
                  <a:pt x="3357" y="23"/>
                </a:lnTo>
                <a:lnTo>
                  <a:pt x="3301" y="23"/>
                </a:lnTo>
                <a:lnTo>
                  <a:pt x="3301" y="0"/>
                </a:lnTo>
                <a:moveTo>
                  <a:pt x="3401" y="0"/>
                </a:moveTo>
                <a:lnTo>
                  <a:pt x="3457" y="0"/>
                </a:lnTo>
                <a:lnTo>
                  <a:pt x="3457" y="23"/>
                </a:lnTo>
                <a:lnTo>
                  <a:pt x="3401" y="23"/>
                </a:lnTo>
                <a:lnTo>
                  <a:pt x="3401" y="0"/>
                </a:lnTo>
                <a:moveTo>
                  <a:pt x="3501" y="0"/>
                </a:moveTo>
                <a:lnTo>
                  <a:pt x="3557" y="0"/>
                </a:lnTo>
                <a:lnTo>
                  <a:pt x="3557" y="23"/>
                </a:lnTo>
                <a:lnTo>
                  <a:pt x="3501" y="23"/>
                </a:lnTo>
                <a:lnTo>
                  <a:pt x="3501" y="0"/>
                </a:lnTo>
                <a:moveTo>
                  <a:pt x="3601" y="0"/>
                </a:moveTo>
                <a:lnTo>
                  <a:pt x="3657" y="0"/>
                </a:lnTo>
                <a:lnTo>
                  <a:pt x="3657" y="23"/>
                </a:lnTo>
                <a:lnTo>
                  <a:pt x="3601" y="23"/>
                </a:lnTo>
                <a:lnTo>
                  <a:pt x="3601" y="0"/>
                </a:lnTo>
                <a:moveTo>
                  <a:pt x="3701" y="0"/>
                </a:moveTo>
                <a:lnTo>
                  <a:pt x="3757" y="0"/>
                </a:lnTo>
                <a:lnTo>
                  <a:pt x="3757" y="23"/>
                </a:lnTo>
                <a:lnTo>
                  <a:pt x="3701" y="23"/>
                </a:lnTo>
                <a:lnTo>
                  <a:pt x="3701" y="0"/>
                </a:lnTo>
                <a:moveTo>
                  <a:pt x="3801" y="0"/>
                </a:moveTo>
                <a:lnTo>
                  <a:pt x="3857" y="0"/>
                </a:lnTo>
                <a:lnTo>
                  <a:pt x="3857" y="23"/>
                </a:lnTo>
                <a:lnTo>
                  <a:pt x="3801" y="23"/>
                </a:lnTo>
                <a:lnTo>
                  <a:pt x="3801" y="0"/>
                </a:lnTo>
                <a:moveTo>
                  <a:pt x="3901" y="0"/>
                </a:moveTo>
                <a:lnTo>
                  <a:pt x="3956" y="0"/>
                </a:lnTo>
                <a:lnTo>
                  <a:pt x="3956" y="23"/>
                </a:lnTo>
                <a:lnTo>
                  <a:pt x="3901" y="23"/>
                </a:lnTo>
                <a:lnTo>
                  <a:pt x="3901" y="0"/>
                </a:lnTo>
                <a:moveTo>
                  <a:pt x="4001" y="0"/>
                </a:moveTo>
                <a:lnTo>
                  <a:pt x="4056" y="0"/>
                </a:lnTo>
                <a:lnTo>
                  <a:pt x="4056" y="23"/>
                </a:lnTo>
                <a:lnTo>
                  <a:pt x="4001" y="23"/>
                </a:lnTo>
                <a:lnTo>
                  <a:pt x="4001" y="0"/>
                </a:lnTo>
                <a:moveTo>
                  <a:pt x="4101" y="0"/>
                </a:moveTo>
                <a:lnTo>
                  <a:pt x="4156" y="0"/>
                </a:lnTo>
                <a:lnTo>
                  <a:pt x="4156" y="23"/>
                </a:lnTo>
                <a:lnTo>
                  <a:pt x="4101" y="23"/>
                </a:lnTo>
                <a:lnTo>
                  <a:pt x="4101" y="0"/>
                </a:lnTo>
                <a:moveTo>
                  <a:pt x="4201" y="0"/>
                </a:moveTo>
                <a:lnTo>
                  <a:pt x="4256" y="0"/>
                </a:lnTo>
                <a:lnTo>
                  <a:pt x="4256" y="23"/>
                </a:lnTo>
                <a:lnTo>
                  <a:pt x="4201" y="23"/>
                </a:lnTo>
                <a:lnTo>
                  <a:pt x="4201" y="0"/>
                </a:lnTo>
                <a:moveTo>
                  <a:pt x="4301" y="0"/>
                </a:moveTo>
                <a:lnTo>
                  <a:pt x="4356" y="0"/>
                </a:lnTo>
                <a:lnTo>
                  <a:pt x="4356" y="23"/>
                </a:lnTo>
                <a:lnTo>
                  <a:pt x="4301" y="23"/>
                </a:lnTo>
                <a:lnTo>
                  <a:pt x="4301" y="0"/>
                </a:lnTo>
                <a:moveTo>
                  <a:pt x="4401" y="0"/>
                </a:moveTo>
                <a:lnTo>
                  <a:pt x="4456" y="0"/>
                </a:lnTo>
                <a:lnTo>
                  <a:pt x="4456" y="23"/>
                </a:lnTo>
                <a:lnTo>
                  <a:pt x="4401" y="23"/>
                </a:lnTo>
                <a:lnTo>
                  <a:pt x="4401" y="0"/>
                </a:lnTo>
                <a:moveTo>
                  <a:pt x="4501" y="0"/>
                </a:moveTo>
                <a:lnTo>
                  <a:pt x="4556" y="0"/>
                </a:lnTo>
                <a:lnTo>
                  <a:pt x="4556" y="23"/>
                </a:lnTo>
                <a:lnTo>
                  <a:pt x="4501" y="23"/>
                </a:lnTo>
                <a:lnTo>
                  <a:pt x="4501" y="0"/>
                </a:lnTo>
                <a:moveTo>
                  <a:pt x="4601" y="0"/>
                </a:moveTo>
                <a:lnTo>
                  <a:pt x="4612" y="0"/>
                </a:lnTo>
                <a:lnTo>
                  <a:pt x="4612" y="23"/>
                </a:lnTo>
                <a:lnTo>
                  <a:pt x="4601" y="23"/>
                </a:lnTo>
                <a:lnTo>
                  <a:pt x="4601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/>
          <p:nvPr/>
        </p:nvSpPr>
        <p:spPr>
          <a:xfrm>
            <a:off x="3234600" y="1423080"/>
            <a:ext cx="40320" cy="48600"/>
          </a:xfrm>
          <a:custGeom>
            <a:avLst/>
            <a:gdLst/>
            <a:ahLst/>
            <a:rect l="0" t="0" r="r" b="b"/>
            <a:pathLst>
              <a:path w="112" h="135">
                <a:moveTo>
                  <a:pt x="0" y="0"/>
                </a:moveTo>
                <a:lnTo>
                  <a:pt x="112" y="67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/>
          <p:nvPr/>
        </p:nvSpPr>
        <p:spPr>
          <a:xfrm>
            <a:off x="3282480" y="1350720"/>
            <a:ext cx="832320" cy="192960"/>
          </a:xfrm>
          <a:custGeom>
            <a:avLst/>
            <a:gdLst/>
            <a:ahLst/>
            <a:rect l="0" t="0" r="r" b="b"/>
            <a:pathLst>
              <a:path w="2312" h="536">
                <a:moveTo>
                  <a:pt x="0" y="0"/>
                </a:moveTo>
                <a:lnTo>
                  <a:pt x="2312" y="0"/>
                </a:lnTo>
                <a:lnTo>
                  <a:pt x="2312" y="536"/>
                </a:lnTo>
                <a:lnTo>
                  <a:pt x="0" y="536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/>
          <p:nvPr/>
        </p:nvSpPr>
        <p:spPr>
          <a:xfrm>
            <a:off x="3282480" y="1350720"/>
            <a:ext cx="832320" cy="192960"/>
          </a:xfrm>
          <a:custGeom>
            <a:avLst/>
            <a:gdLst/>
            <a:ahLst/>
            <a:rect l="0" t="0" r="r" b="b"/>
            <a:pathLst>
              <a:path w="2312" h="536">
                <a:moveTo>
                  <a:pt x="0" y="0"/>
                </a:moveTo>
                <a:lnTo>
                  <a:pt x="2312" y="0"/>
                </a:lnTo>
                <a:lnTo>
                  <a:pt x="2312" y="536"/>
                </a:lnTo>
                <a:lnTo>
                  <a:pt x="0" y="536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/>
          <p:nvPr/>
        </p:nvSpPr>
        <p:spPr>
          <a:xfrm>
            <a:off x="4042440" y="1378800"/>
            <a:ext cx="40320" cy="48600"/>
          </a:xfrm>
          <a:custGeom>
            <a:avLst/>
            <a:gdLst/>
            <a:ahLst/>
            <a:rect l="0" t="0" r="r" b="b"/>
            <a:pathLst>
              <a:path w="112" h="135">
                <a:moveTo>
                  <a:pt x="0" y="0"/>
                </a:moveTo>
                <a:lnTo>
                  <a:pt x="112" y="0"/>
                </a:lnTo>
                <a:lnTo>
                  <a:pt x="112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/>
          <p:nvPr/>
        </p:nvSpPr>
        <p:spPr>
          <a:xfrm>
            <a:off x="4034160" y="1387080"/>
            <a:ext cx="16560" cy="10440"/>
          </a:xfrm>
          <a:custGeom>
            <a:avLst/>
            <a:gdLst/>
            <a:ahLst/>
            <a:rect l="0" t="0" r="r" b="b"/>
            <a:pathLst>
              <a:path w="46" h="29">
                <a:moveTo>
                  <a:pt x="0" y="0"/>
                </a:moveTo>
                <a:lnTo>
                  <a:pt x="46" y="0"/>
                </a:lnTo>
                <a:lnTo>
                  <a:pt x="4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/>
          <p:nvPr/>
        </p:nvSpPr>
        <p:spPr>
          <a:xfrm>
            <a:off x="4034160" y="1405080"/>
            <a:ext cx="16560" cy="10440"/>
          </a:xfrm>
          <a:custGeom>
            <a:avLst/>
            <a:gdLst/>
            <a:ahLst/>
            <a:rect l="0" t="0" r="r" b="b"/>
            <a:pathLst>
              <a:path w="46" h="29">
                <a:moveTo>
                  <a:pt x="0" y="0"/>
                </a:moveTo>
                <a:lnTo>
                  <a:pt x="46" y="0"/>
                </a:lnTo>
                <a:lnTo>
                  <a:pt x="4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838800" y="1443240"/>
            <a:ext cx="5781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Planningssysteem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3322440" y="1378440"/>
            <a:ext cx="11196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2a5a5a"/>
                </a:solidFill>
                <a:latin typeface="DejaVuSans"/>
                <a:ea typeface="DejaVuSans"/>
              </a:rPr>
              <a:t>naar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0" name=""/>
          <p:cNvSpPr/>
          <p:nvPr/>
        </p:nvSpPr>
        <p:spPr>
          <a:xfrm>
            <a:off x="514440" y="1551240"/>
            <a:ext cx="1704240" cy="76680"/>
          </a:xfrm>
          <a:custGeom>
            <a:avLst/>
            <a:gdLst/>
            <a:ahLst/>
            <a:rect l="0" t="0" r="r" b="b"/>
            <a:pathLst>
              <a:path w="4734" h="213">
                <a:moveTo>
                  <a:pt x="100" y="0"/>
                </a:moveTo>
                <a:lnTo>
                  <a:pt x="4634" y="0"/>
                </a:lnTo>
                <a:cubicBezTo>
                  <a:pt x="4648" y="0"/>
                  <a:pt x="4660" y="3"/>
                  <a:pt x="4673" y="8"/>
                </a:cubicBezTo>
                <a:cubicBezTo>
                  <a:pt x="4685" y="13"/>
                  <a:pt x="4696" y="21"/>
                  <a:pt x="4705" y="31"/>
                </a:cubicBezTo>
                <a:cubicBezTo>
                  <a:pt x="4714" y="40"/>
                  <a:pt x="4722" y="51"/>
                  <a:pt x="4727" y="63"/>
                </a:cubicBezTo>
                <a:cubicBezTo>
                  <a:pt x="4732" y="76"/>
                  <a:pt x="4734" y="88"/>
                  <a:pt x="4734" y="102"/>
                </a:cubicBezTo>
                <a:lnTo>
                  <a:pt x="4734" y="113"/>
                </a:lnTo>
                <a:cubicBezTo>
                  <a:pt x="4734" y="126"/>
                  <a:pt x="4732" y="139"/>
                  <a:pt x="4727" y="151"/>
                </a:cubicBezTo>
                <a:cubicBezTo>
                  <a:pt x="4722" y="163"/>
                  <a:pt x="4714" y="174"/>
                  <a:pt x="4705" y="184"/>
                </a:cubicBezTo>
                <a:cubicBezTo>
                  <a:pt x="4696" y="193"/>
                  <a:pt x="4685" y="200"/>
                  <a:pt x="4673" y="205"/>
                </a:cubicBezTo>
                <a:cubicBezTo>
                  <a:pt x="4660" y="211"/>
                  <a:pt x="4648" y="213"/>
                  <a:pt x="4634" y="213"/>
                </a:cubicBezTo>
                <a:lnTo>
                  <a:pt x="100" y="213"/>
                </a:lnTo>
                <a:cubicBezTo>
                  <a:pt x="87" y="213"/>
                  <a:pt x="74" y="211"/>
                  <a:pt x="62" y="205"/>
                </a:cubicBezTo>
                <a:cubicBezTo>
                  <a:pt x="50" y="200"/>
                  <a:pt x="39" y="193"/>
                  <a:pt x="30" y="184"/>
                </a:cubicBezTo>
                <a:cubicBezTo>
                  <a:pt x="20" y="174"/>
                  <a:pt x="13" y="163"/>
                  <a:pt x="8" y="151"/>
                </a:cubicBezTo>
                <a:cubicBezTo>
                  <a:pt x="3" y="139"/>
                  <a:pt x="0" y="126"/>
                  <a:pt x="0" y="113"/>
                </a:cubicBezTo>
                <a:lnTo>
                  <a:pt x="0" y="102"/>
                </a:lnTo>
                <a:cubicBezTo>
                  <a:pt x="0" y="88"/>
                  <a:pt x="3" y="76"/>
                  <a:pt x="8" y="63"/>
                </a:cubicBezTo>
                <a:cubicBezTo>
                  <a:pt x="13" y="51"/>
                  <a:pt x="20" y="40"/>
                  <a:pt x="30" y="31"/>
                </a:cubicBezTo>
                <a:cubicBezTo>
                  <a:pt x="39" y="21"/>
                  <a:pt x="50" y="13"/>
                  <a:pt x="62" y="8"/>
                </a:cubicBezTo>
                <a:cubicBezTo>
                  <a:pt x="74" y="3"/>
                  <a:pt x="87" y="0"/>
                  <a:pt x="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512640" y="1549440"/>
            <a:ext cx="1708200" cy="80640"/>
          </a:xfrm>
          <a:custGeom>
            <a:avLst/>
            <a:gdLst/>
            <a:ahLst/>
            <a:rect l="0" t="0" r="r" b="b"/>
            <a:pathLst>
              <a:path w="4745" h="224">
                <a:moveTo>
                  <a:pt x="150" y="0"/>
                </a:moveTo>
                <a:lnTo>
                  <a:pt x="172" y="0"/>
                </a:lnTo>
                <a:lnTo>
                  <a:pt x="172" y="11"/>
                </a:lnTo>
                <a:lnTo>
                  <a:pt x="150" y="11"/>
                </a:lnTo>
                <a:lnTo>
                  <a:pt x="150" y="0"/>
                </a:lnTo>
                <a:moveTo>
                  <a:pt x="194" y="0"/>
                </a:moveTo>
                <a:lnTo>
                  <a:pt x="217" y="0"/>
                </a:lnTo>
                <a:lnTo>
                  <a:pt x="217" y="11"/>
                </a:lnTo>
                <a:lnTo>
                  <a:pt x="194" y="11"/>
                </a:lnTo>
                <a:lnTo>
                  <a:pt x="194" y="0"/>
                </a:lnTo>
                <a:moveTo>
                  <a:pt x="239" y="0"/>
                </a:moveTo>
                <a:lnTo>
                  <a:pt x="261" y="0"/>
                </a:lnTo>
                <a:lnTo>
                  <a:pt x="261" y="11"/>
                </a:lnTo>
                <a:lnTo>
                  <a:pt x="239" y="11"/>
                </a:lnTo>
                <a:lnTo>
                  <a:pt x="239" y="0"/>
                </a:lnTo>
                <a:moveTo>
                  <a:pt x="283" y="0"/>
                </a:moveTo>
                <a:lnTo>
                  <a:pt x="305" y="0"/>
                </a:lnTo>
                <a:lnTo>
                  <a:pt x="305" y="11"/>
                </a:lnTo>
                <a:lnTo>
                  <a:pt x="283" y="11"/>
                </a:lnTo>
                <a:lnTo>
                  <a:pt x="283" y="0"/>
                </a:lnTo>
                <a:moveTo>
                  <a:pt x="328" y="0"/>
                </a:moveTo>
                <a:lnTo>
                  <a:pt x="350" y="0"/>
                </a:lnTo>
                <a:lnTo>
                  <a:pt x="350" y="11"/>
                </a:lnTo>
                <a:lnTo>
                  <a:pt x="328" y="11"/>
                </a:lnTo>
                <a:lnTo>
                  <a:pt x="328" y="0"/>
                </a:lnTo>
                <a:moveTo>
                  <a:pt x="372" y="0"/>
                </a:moveTo>
                <a:lnTo>
                  <a:pt x="394" y="0"/>
                </a:lnTo>
                <a:lnTo>
                  <a:pt x="394" y="11"/>
                </a:lnTo>
                <a:lnTo>
                  <a:pt x="372" y="11"/>
                </a:lnTo>
                <a:lnTo>
                  <a:pt x="372" y="0"/>
                </a:lnTo>
                <a:moveTo>
                  <a:pt x="416" y="0"/>
                </a:moveTo>
                <a:lnTo>
                  <a:pt x="439" y="0"/>
                </a:lnTo>
                <a:lnTo>
                  <a:pt x="439" y="11"/>
                </a:lnTo>
                <a:lnTo>
                  <a:pt x="416" y="11"/>
                </a:lnTo>
                <a:lnTo>
                  <a:pt x="416" y="0"/>
                </a:lnTo>
                <a:moveTo>
                  <a:pt x="461" y="0"/>
                </a:moveTo>
                <a:lnTo>
                  <a:pt x="483" y="0"/>
                </a:lnTo>
                <a:lnTo>
                  <a:pt x="483" y="11"/>
                </a:lnTo>
                <a:lnTo>
                  <a:pt x="461" y="11"/>
                </a:lnTo>
                <a:lnTo>
                  <a:pt x="461" y="0"/>
                </a:lnTo>
                <a:moveTo>
                  <a:pt x="505" y="0"/>
                </a:moveTo>
                <a:lnTo>
                  <a:pt x="528" y="0"/>
                </a:lnTo>
                <a:lnTo>
                  <a:pt x="528" y="11"/>
                </a:lnTo>
                <a:lnTo>
                  <a:pt x="505" y="11"/>
                </a:lnTo>
                <a:lnTo>
                  <a:pt x="505" y="0"/>
                </a:lnTo>
                <a:moveTo>
                  <a:pt x="550" y="0"/>
                </a:moveTo>
                <a:lnTo>
                  <a:pt x="572" y="0"/>
                </a:lnTo>
                <a:lnTo>
                  <a:pt x="572" y="11"/>
                </a:lnTo>
                <a:lnTo>
                  <a:pt x="550" y="11"/>
                </a:lnTo>
                <a:lnTo>
                  <a:pt x="550" y="0"/>
                </a:lnTo>
                <a:moveTo>
                  <a:pt x="594" y="0"/>
                </a:moveTo>
                <a:lnTo>
                  <a:pt x="616" y="0"/>
                </a:lnTo>
                <a:lnTo>
                  <a:pt x="616" y="11"/>
                </a:lnTo>
                <a:lnTo>
                  <a:pt x="594" y="11"/>
                </a:lnTo>
                <a:lnTo>
                  <a:pt x="594" y="0"/>
                </a:lnTo>
                <a:moveTo>
                  <a:pt x="639" y="0"/>
                </a:moveTo>
                <a:lnTo>
                  <a:pt x="661" y="0"/>
                </a:lnTo>
                <a:lnTo>
                  <a:pt x="661" y="11"/>
                </a:lnTo>
                <a:lnTo>
                  <a:pt x="639" y="11"/>
                </a:lnTo>
                <a:lnTo>
                  <a:pt x="639" y="0"/>
                </a:lnTo>
                <a:moveTo>
                  <a:pt x="683" y="0"/>
                </a:moveTo>
                <a:lnTo>
                  <a:pt x="705" y="0"/>
                </a:lnTo>
                <a:lnTo>
                  <a:pt x="705" y="11"/>
                </a:lnTo>
                <a:lnTo>
                  <a:pt x="683" y="11"/>
                </a:lnTo>
                <a:lnTo>
                  <a:pt x="683" y="0"/>
                </a:lnTo>
                <a:moveTo>
                  <a:pt x="728" y="0"/>
                </a:moveTo>
                <a:lnTo>
                  <a:pt x="750" y="0"/>
                </a:lnTo>
                <a:lnTo>
                  <a:pt x="750" y="11"/>
                </a:lnTo>
                <a:lnTo>
                  <a:pt x="728" y="11"/>
                </a:lnTo>
                <a:lnTo>
                  <a:pt x="728" y="0"/>
                </a:lnTo>
                <a:moveTo>
                  <a:pt x="772" y="0"/>
                </a:moveTo>
                <a:lnTo>
                  <a:pt x="794" y="0"/>
                </a:lnTo>
                <a:lnTo>
                  <a:pt x="794" y="11"/>
                </a:lnTo>
                <a:lnTo>
                  <a:pt x="772" y="11"/>
                </a:lnTo>
                <a:lnTo>
                  <a:pt x="772" y="0"/>
                </a:lnTo>
                <a:moveTo>
                  <a:pt x="816" y="0"/>
                </a:moveTo>
                <a:lnTo>
                  <a:pt x="839" y="0"/>
                </a:lnTo>
                <a:lnTo>
                  <a:pt x="839" y="11"/>
                </a:lnTo>
                <a:lnTo>
                  <a:pt x="816" y="11"/>
                </a:lnTo>
                <a:lnTo>
                  <a:pt x="816" y="0"/>
                </a:lnTo>
                <a:moveTo>
                  <a:pt x="861" y="0"/>
                </a:moveTo>
                <a:lnTo>
                  <a:pt x="883" y="0"/>
                </a:lnTo>
                <a:lnTo>
                  <a:pt x="883" y="11"/>
                </a:lnTo>
                <a:lnTo>
                  <a:pt x="861" y="11"/>
                </a:lnTo>
                <a:lnTo>
                  <a:pt x="861" y="0"/>
                </a:lnTo>
                <a:moveTo>
                  <a:pt x="905" y="0"/>
                </a:moveTo>
                <a:lnTo>
                  <a:pt x="928" y="0"/>
                </a:lnTo>
                <a:lnTo>
                  <a:pt x="928" y="11"/>
                </a:lnTo>
                <a:lnTo>
                  <a:pt x="905" y="11"/>
                </a:lnTo>
                <a:lnTo>
                  <a:pt x="905" y="0"/>
                </a:lnTo>
                <a:moveTo>
                  <a:pt x="951" y="0"/>
                </a:moveTo>
                <a:lnTo>
                  <a:pt x="973" y="0"/>
                </a:lnTo>
                <a:lnTo>
                  <a:pt x="973" y="11"/>
                </a:lnTo>
                <a:lnTo>
                  <a:pt x="951" y="11"/>
                </a:lnTo>
                <a:lnTo>
                  <a:pt x="951" y="0"/>
                </a:lnTo>
                <a:moveTo>
                  <a:pt x="995" y="0"/>
                </a:moveTo>
                <a:lnTo>
                  <a:pt x="1017" y="0"/>
                </a:lnTo>
                <a:lnTo>
                  <a:pt x="1017" y="11"/>
                </a:lnTo>
                <a:lnTo>
                  <a:pt x="995" y="11"/>
                </a:lnTo>
                <a:lnTo>
                  <a:pt x="995" y="0"/>
                </a:lnTo>
                <a:moveTo>
                  <a:pt x="1040" y="0"/>
                </a:moveTo>
                <a:lnTo>
                  <a:pt x="1062" y="0"/>
                </a:lnTo>
                <a:lnTo>
                  <a:pt x="1062" y="11"/>
                </a:lnTo>
                <a:lnTo>
                  <a:pt x="1040" y="11"/>
                </a:lnTo>
                <a:lnTo>
                  <a:pt x="1040" y="0"/>
                </a:lnTo>
                <a:moveTo>
                  <a:pt x="1084" y="0"/>
                </a:moveTo>
                <a:lnTo>
                  <a:pt x="1106" y="0"/>
                </a:lnTo>
                <a:lnTo>
                  <a:pt x="1106" y="11"/>
                </a:lnTo>
                <a:lnTo>
                  <a:pt x="1084" y="11"/>
                </a:lnTo>
                <a:lnTo>
                  <a:pt x="1084" y="0"/>
                </a:lnTo>
                <a:moveTo>
                  <a:pt x="1129" y="0"/>
                </a:moveTo>
                <a:lnTo>
                  <a:pt x="1151" y="0"/>
                </a:lnTo>
                <a:lnTo>
                  <a:pt x="1151" y="11"/>
                </a:lnTo>
                <a:lnTo>
                  <a:pt x="1129" y="11"/>
                </a:lnTo>
                <a:lnTo>
                  <a:pt x="1129" y="0"/>
                </a:lnTo>
                <a:moveTo>
                  <a:pt x="1173" y="0"/>
                </a:moveTo>
                <a:lnTo>
                  <a:pt x="1195" y="0"/>
                </a:lnTo>
                <a:lnTo>
                  <a:pt x="1195" y="11"/>
                </a:lnTo>
                <a:lnTo>
                  <a:pt x="1173" y="11"/>
                </a:lnTo>
                <a:lnTo>
                  <a:pt x="1173" y="0"/>
                </a:lnTo>
                <a:moveTo>
                  <a:pt x="1217" y="0"/>
                </a:moveTo>
                <a:lnTo>
                  <a:pt x="1240" y="0"/>
                </a:lnTo>
                <a:lnTo>
                  <a:pt x="1240" y="11"/>
                </a:lnTo>
                <a:lnTo>
                  <a:pt x="1217" y="11"/>
                </a:lnTo>
                <a:lnTo>
                  <a:pt x="1217" y="0"/>
                </a:lnTo>
                <a:moveTo>
                  <a:pt x="1262" y="0"/>
                </a:moveTo>
                <a:lnTo>
                  <a:pt x="1284" y="0"/>
                </a:lnTo>
                <a:lnTo>
                  <a:pt x="1284" y="11"/>
                </a:lnTo>
                <a:lnTo>
                  <a:pt x="1262" y="11"/>
                </a:lnTo>
                <a:lnTo>
                  <a:pt x="1262" y="0"/>
                </a:lnTo>
                <a:moveTo>
                  <a:pt x="1306" y="0"/>
                </a:moveTo>
                <a:lnTo>
                  <a:pt x="1329" y="0"/>
                </a:lnTo>
                <a:lnTo>
                  <a:pt x="1329" y="11"/>
                </a:lnTo>
                <a:lnTo>
                  <a:pt x="1306" y="11"/>
                </a:lnTo>
                <a:lnTo>
                  <a:pt x="1306" y="0"/>
                </a:lnTo>
                <a:moveTo>
                  <a:pt x="1351" y="0"/>
                </a:moveTo>
                <a:lnTo>
                  <a:pt x="1373" y="0"/>
                </a:lnTo>
                <a:lnTo>
                  <a:pt x="1373" y="11"/>
                </a:lnTo>
                <a:lnTo>
                  <a:pt x="1351" y="11"/>
                </a:lnTo>
                <a:lnTo>
                  <a:pt x="1351" y="0"/>
                </a:lnTo>
                <a:moveTo>
                  <a:pt x="1395" y="0"/>
                </a:moveTo>
                <a:lnTo>
                  <a:pt x="1417" y="0"/>
                </a:lnTo>
                <a:lnTo>
                  <a:pt x="1417" y="11"/>
                </a:lnTo>
                <a:lnTo>
                  <a:pt x="1395" y="11"/>
                </a:lnTo>
                <a:lnTo>
                  <a:pt x="1395" y="0"/>
                </a:lnTo>
                <a:moveTo>
                  <a:pt x="1440" y="0"/>
                </a:moveTo>
                <a:lnTo>
                  <a:pt x="1462" y="0"/>
                </a:lnTo>
                <a:lnTo>
                  <a:pt x="1462" y="11"/>
                </a:lnTo>
                <a:lnTo>
                  <a:pt x="1440" y="11"/>
                </a:lnTo>
                <a:lnTo>
                  <a:pt x="1440" y="0"/>
                </a:lnTo>
                <a:moveTo>
                  <a:pt x="1484" y="0"/>
                </a:moveTo>
                <a:lnTo>
                  <a:pt x="1506" y="0"/>
                </a:lnTo>
                <a:lnTo>
                  <a:pt x="1506" y="11"/>
                </a:lnTo>
                <a:lnTo>
                  <a:pt x="1484" y="11"/>
                </a:lnTo>
                <a:lnTo>
                  <a:pt x="1484" y="0"/>
                </a:lnTo>
                <a:moveTo>
                  <a:pt x="1529" y="0"/>
                </a:moveTo>
                <a:lnTo>
                  <a:pt x="1551" y="0"/>
                </a:lnTo>
                <a:lnTo>
                  <a:pt x="1551" y="11"/>
                </a:lnTo>
                <a:lnTo>
                  <a:pt x="1529" y="11"/>
                </a:lnTo>
                <a:lnTo>
                  <a:pt x="1529" y="0"/>
                </a:lnTo>
                <a:moveTo>
                  <a:pt x="1573" y="0"/>
                </a:moveTo>
                <a:lnTo>
                  <a:pt x="1595" y="0"/>
                </a:lnTo>
                <a:lnTo>
                  <a:pt x="1595" y="11"/>
                </a:lnTo>
                <a:lnTo>
                  <a:pt x="1573" y="11"/>
                </a:lnTo>
                <a:lnTo>
                  <a:pt x="1573" y="0"/>
                </a:lnTo>
                <a:moveTo>
                  <a:pt x="1617" y="0"/>
                </a:moveTo>
                <a:lnTo>
                  <a:pt x="1640" y="0"/>
                </a:lnTo>
                <a:lnTo>
                  <a:pt x="1640" y="11"/>
                </a:lnTo>
                <a:lnTo>
                  <a:pt x="1617" y="11"/>
                </a:lnTo>
                <a:lnTo>
                  <a:pt x="1617" y="0"/>
                </a:lnTo>
                <a:moveTo>
                  <a:pt x="1662" y="0"/>
                </a:moveTo>
                <a:lnTo>
                  <a:pt x="1684" y="0"/>
                </a:lnTo>
                <a:lnTo>
                  <a:pt x="1684" y="11"/>
                </a:lnTo>
                <a:lnTo>
                  <a:pt x="1662" y="11"/>
                </a:lnTo>
                <a:lnTo>
                  <a:pt x="1662" y="0"/>
                </a:lnTo>
                <a:moveTo>
                  <a:pt x="1706" y="0"/>
                </a:moveTo>
                <a:lnTo>
                  <a:pt x="1728" y="0"/>
                </a:lnTo>
                <a:lnTo>
                  <a:pt x="1728" y="11"/>
                </a:lnTo>
                <a:lnTo>
                  <a:pt x="1706" y="11"/>
                </a:lnTo>
                <a:lnTo>
                  <a:pt x="1706" y="0"/>
                </a:lnTo>
                <a:moveTo>
                  <a:pt x="1751" y="0"/>
                </a:moveTo>
                <a:lnTo>
                  <a:pt x="1773" y="0"/>
                </a:lnTo>
                <a:lnTo>
                  <a:pt x="1773" y="11"/>
                </a:lnTo>
                <a:lnTo>
                  <a:pt x="1751" y="11"/>
                </a:lnTo>
                <a:lnTo>
                  <a:pt x="1751" y="0"/>
                </a:lnTo>
                <a:moveTo>
                  <a:pt x="1795" y="0"/>
                </a:moveTo>
                <a:lnTo>
                  <a:pt x="1817" y="0"/>
                </a:lnTo>
                <a:lnTo>
                  <a:pt x="1817" y="11"/>
                </a:lnTo>
                <a:lnTo>
                  <a:pt x="1795" y="11"/>
                </a:lnTo>
                <a:lnTo>
                  <a:pt x="1795" y="0"/>
                </a:lnTo>
                <a:moveTo>
                  <a:pt x="1840" y="0"/>
                </a:moveTo>
                <a:lnTo>
                  <a:pt x="1862" y="0"/>
                </a:lnTo>
                <a:lnTo>
                  <a:pt x="1862" y="11"/>
                </a:lnTo>
                <a:lnTo>
                  <a:pt x="1840" y="11"/>
                </a:lnTo>
                <a:lnTo>
                  <a:pt x="1840" y="0"/>
                </a:lnTo>
                <a:moveTo>
                  <a:pt x="1884" y="0"/>
                </a:moveTo>
                <a:lnTo>
                  <a:pt x="1906" y="0"/>
                </a:lnTo>
                <a:lnTo>
                  <a:pt x="1906" y="11"/>
                </a:lnTo>
                <a:lnTo>
                  <a:pt x="1884" y="11"/>
                </a:lnTo>
                <a:lnTo>
                  <a:pt x="1884" y="0"/>
                </a:lnTo>
                <a:moveTo>
                  <a:pt x="1928" y="0"/>
                </a:moveTo>
                <a:lnTo>
                  <a:pt x="1951" y="0"/>
                </a:lnTo>
                <a:lnTo>
                  <a:pt x="1951" y="11"/>
                </a:lnTo>
                <a:lnTo>
                  <a:pt x="1928" y="11"/>
                </a:lnTo>
                <a:lnTo>
                  <a:pt x="1928" y="0"/>
                </a:lnTo>
                <a:moveTo>
                  <a:pt x="1973" y="0"/>
                </a:moveTo>
                <a:lnTo>
                  <a:pt x="1995" y="0"/>
                </a:lnTo>
                <a:lnTo>
                  <a:pt x="1995" y="11"/>
                </a:lnTo>
                <a:lnTo>
                  <a:pt x="1973" y="11"/>
                </a:lnTo>
                <a:lnTo>
                  <a:pt x="1973" y="0"/>
                </a:lnTo>
                <a:moveTo>
                  <a:pt x="2017" y="0"/>
                </a:moveTo>
                <a:lnTo>
                  <a:pt x="2040" y="0"/>
                </a:lnTo>
                <a:lnTo>
                  <a:pt x="2040" y="11"/>
                </a:lnTo>
                <a:lnTo>
                  <a:pt x="2017" y="11"/>
                </a:lnTo>
                <a:lnTo>
                  <a:pt x="2017" y="0"/>
                </a:lnTo>
                <a:moveTo>
                  <a:pt x="2062" y="0"/>
                </a:moveTo>
                <a:lnTo>
                  <a:pt x="2084" y="0"/>
                </a:lnTo>
                <a:lnTo>
                  <a:pt x="2084" y="11"/>
                </a:lnTo>
                <a:lnTo>
                  <a:pt x="2062" y="11"/>
                </a:lnTo>
                <a:lnTo>
                  <a:pt x="2062" y="0"/>
                </a:lnTo>
                <a:moveTo>
                  <a:pt x="2106" y="0"/>
                </a:moveTo>
                <a:lnTo>
                  <a:pt x="2128" y="0"/>
                </a:lnTo>
                <a:lnTo>
                  <a:pt x="2128" y="11"/>
                </a:lnTo>
                <a:lnTo>
                  <a:pt x="2106" y="11"/>
                </a:lnTo>
                <a:lnTo>
                  <a:pt x="2106" y="0"/>
                </a:lnTo>
                <a:moveTo>
                  <a:pt x="2151" y="0"/>
                </a:moveTo>
                <a:lnTo>
                  <a:pt x="2173" y="0"/>
                </a:lnTo>
                <a:lnTo>
                  <a:pt x="2173" y="11"/>
                </a:lnTo>
                <a:lnTo>
                  <a:pt x="2151" y="11"/>
                </a:lnTo>
                <a:lnTo>
                  <a:pt x="2151" y="0"/>
                </a:lnTo>
                <a:moveTo>
                  <a:pt x="2195" y="0"/>
                </a:moveTo>
                <a:lnTo>
                  <a:pt x="2217" y="0"/>
                </a:lnTo>
                <a:lnTo>
                  <a:pt x="2217" y="11"/>
                </a:lnTo>
                <a:lnTo>
                  <a:pt x="2195" y="11"/>
                </a:lnTo>
                <a:lnTo>
                  <a:pt x="2195" y="0"/>
                </a:lnTo>
                <a:moveTo>
                  <a:pt x="2240" y="0"/>
                </a:moveTo>
                <a:lnTo>
                  <a:pt x="2262" y="0"/>
                </a:lnTo>
                <a:lnTo>
                  <a:pt x="2262" y="11"/>
                </a:lnTo>
                <a:lnTo>
                  <a:pt x="2240" y="11"/>
                </a:lnTo>
                <a:lnTo>
                  <a:pt x="2240" y="0"/>
                </a:lnTo>
                <a:moveTo>
                  <a:pt x="2284" y="0"/>
                </a:moveTo>
                <a:lnTo>
                  <a:pt x="2306" y="0"/>
                </a:lnTo>
                <a:lnTo>
                  <a:pt x="2306" y="11"/>
                </a:lnTo>
                <a:lnTo>
                  <a:pt x="2284" y="11"/>
                </a:lnTo>
                <a:lnTo>
                  <a:pt x="2284" y="0"/>
                </a:lnTo>
                <a:moveTo>
                  <a:pt x="2328" y="0"/>
                </a:moveTo>
                <a:lnTo>
                  <a:pt x="2351" y="0"/>
                </a:lnTo>
                <a:lnTo>
                  <a:pt x="2351" y="11"/>
                </a:lnTo>
                <a:lnTo>
                  <a:pt x="2328" y="11"/>
                </a:lnTo>
                <a:lnTo>
                  <a:pt x="2328" y="0"/>
                </a:lnTo>
                <a:moveTo>
                  <a:pt x="2373" y="0"/>
                </a:moveTo>
                <a:lnTo>
                  <a:pt x="2395" y="0"/>
                </a:lnTo>
                <a:lnTo>
                  <a:pt x="2395" y="11"/>
                </a:lnTo>
                <a:lnTo>
                  <a:pt x="2373" y="11"/>
                </a:lnTo>
                <a:lnTo>
                  <a:pt x="2373" y="0"/>
                </a:lnTo>
                <a:moveTo>
                  <a:pt x="2417" y="0"/>
                </a:moveTo>
                <a:lnTo>
                  <a:pt x="2440" y="0"/>
                </a:lnTo>
                <a:lnTo>
                  <a:pt x="2440" y="11"/>
                </a:lnTo>
                <a:lnTo>
                  <a:pt x="2417" y="11"/>
                </a:lnTo>
                <a:lnTo>
                  <a:pt x="2417" y="0"/>
                </a:lnTo>
                <a:moveTo>
                  <a:pt x="2462" y="0"/>
                </a:moveTo>
                <a:lnTo>
                  <a:pt x="2484" y="0"/>
                </a:lnTo>
                <a:lnTo>
                  <a:pt x="2484" y="11"/>
                </a:lnTo>
                <a:lnTo>
                  <a:pt x="2462" y="11"/>
                </a:lnTo>
                <a:lnTo>
                  <a:pt x="2462" y="0"/>
                </a:lnTo>
                <a:moveTo>
                  <a:pt x="2506" y="0"/>
                </a:moveTo>
                <a:lnTo>
                  <a:pt x="2528" y="0"/>
                </a:lnTo>
                <a:lnTo>
                  <a:pt x="2528" y="11"/>
                </a:lnTo>
                <a:lnTo>
                  <a:pt x="2506" y="11"/>
                </a:lnTo>
                <a:lnTo>
                  <a:pt x="2506" y="0"/>
                </a:lnTo>
                <a:moveTo>
                  <a:pt x="2551" y="0"/>
                </a:moveTo>
                <a:lnTo>
                  <a:pt x="2573" y="0"/>
                </a:lnTo>
                <a:lnTo>
                  <a:pt x="2573" y="11"/>
                </a:lnTo>
                <a:lnTo>
                  <a:pt x="2551" y="11"/>
                </a:lnTo>
                <a:lnTo>
                  <a:pt x="2551" y="0"/>
                </a:lnTo>
                <a:moveTo>
                  <a:pt x="2595" y="0"/>
                </a:moveTo>
                <a:lnTo>
                  <a:pt x="2617" y="0"/>
                </a:lnTo>
                <a:lnTo>
                  <a:pt x="2617" y="11"/>
                </a:lnTo>
                <a:lnTo>
                  <a:pt x="2595" y="11"/>
                </a:lnTo>
                <a:lnTo>
                  <a:pt x="2595" y="0"/>
                </a:lnTo>
                <a:moveTo>
                  <a:pt x="2640" y="0"/>
                </a:moveTo>
                <a:lnTo>
                  <a:pt x="2662" y="0"/>
                </a:lnTo>
                <a:lnTo>
                  <a:pt x="2662" y="11"/>
                </a:lnTo>
                <a:lnTo>
                  <a:pt x="2640" y="11"/>
                </a:lnTo>
                <a:lnTo>
                  <a:pt x="2640" y="0"/>
                </a:lnTo>
                <a:moveTo>
                  <a:pt x="2684" y="0"/>
                </a:moveTo>
                <a:lnTo>
                  <a:pt x="2706" y="0"/>
                </a:lnTo>
                <a:lnTo>
                  <a:pt x="2706" y="11"/>
                </a:lnTo>
                <a:lnTo>
                  <a:pt x="2684" y="11"/>
                </a:lnTo>
                <a:lnTo>
                  <a:pt x="2684" y="0"/>
                </a:lnTo>
                <a:moveTo>
                  <a:pt x="2728" y="0"/>
                </a:moveTo>
                <a:lnTo>
                  <a:pt x="2751" y="0"/>
                </a:lnTo>
                <a:lnTo>
                  <a:pt x="2751" y="11"/>
                </a:lnTo>
                <a:lnTo>
                  <a:pt x="2728" y="11"/>
                </a:lnTo>
                <a:lnTo>
                  <a:pt x="2728" y="0"/>
                </a:lnTo>
                <a:moveTo>
                  <a:pt x="2773" y="0"/>
                </a:moveTo>
                <a:lnTo>
                  <a:pt x="2795" y="0"/>
                </a:lnTo>
                <a:lnTo>
                  <a:pt x="2795" y="11"/>
                </a:lnTo>
                <a:lnTo>
                  <a:pt x="2773" y="11"/>
                </a:lnTo>
                <a:lnTo>
                  <a:pt x="2773" y="0"/>
                </a:lnTo>
                <a:moveTo>
                  <a:pt x="2817" y="0"/>
                </a:moveTo>
                <a:lnTo>
                  <a:pt x="2840" y="0"/>
                </a:lnTo>
                <a:lnTo>
                  <a:pt x="2840" y="11"/>
                </a:lnTo>
                <a:lnTo>
                  <a:pt x="2817" y="11"/>
                </a:lnTo>
                <a:lnTo>
                  <a:pt x="2817" y="0"/>
                </a:lnTo>
                <a:moveTo>
                  <a:pt x="2862" y="0"/>
                </a:moveTo>
                <a:lnTo>
                  <a:pt x="2884" y="0"/>
                </a:lnTo>
                <a:lnTo>
                  <a:pt x="2884" y="11"/>
                </a:lnTo>
                <a:lnTo>
                  <a:pt x="2862" y="11"/>
                </a:lnTo>
                <a:lnTo>
                  <a:pt x="2862" y="0"/>
                </a:lnTo>
                <a:moveTo>
                  <a:pt x="2906" y="0"/>
                </a:moveTo>
                <a:lnTo>
                  <a:pt x="2928" y="0"/>
                </a:lnTo>
                <a:lnTo>
                  <a:pt x="2928" y="11"/>
                </a:lnTo>
                <a:lnTo>
                  <a:pt x="2906" y="11"/>
                </a:lnTo>
                <a:lnTo>
                  <a:pt x="2906" y="0"/>
                </a:lnTo>
                <a:moveTo>
                  <a:pt x="2951" y="0"/>
                </a:moveTo>
                <a:lnTo>
                  <a:pt x="2973" y="0"/>
                </a:lnTo>
                <a:lnTo>
                  <a:pt x="2973" y="11"/>
                </a:lnTo>
                <a:lnTo>
                  <a:pt x="2951" y="11"/>
                </a:lnTo>
                <a:lnTo>
                  <a:pt x="2951" y="0"/>
                </a:lnTo>
                <a:moveTo>
                  <a:pt x="2995" y="0"/>
                </a:moveTo>
                <a:lnTo>
                  <a:pt x="3017" y="0"/>
                </a:lnTo>
                <a:lnTo>
                  <a:pt x="3017" y="11"/>
                </a:lnTo>
                <a:lnTo>
                  <a:pt x="2995" y="11"/>
                </a:lnTo>
                <a:lnTo>
                  <a:pt x="2995" y="0"/>
                </a:lnTo>
                <a:moveTo>
                  <a:pt x="3039" y="0"/>
                </a:moveTo>
                <a:lnTo>
                  <a:pt x="3062" y="0"/>
                </a:lnTo>
                <a:lnTo>
                  <a:pt x="3062" y="11"/>
                </a:lnTo>
                <a:lnTo>
                  <a:pt x="3039" y="11"/>
                </a:lnTo>
                <a:lnTo>
                  <a:pt x="3039" y="0"/>
                </a:lnTo>
                <a:moveTo>
                  <a:pt x="3084" y="0"/>
                </a:moveTo>
                <a:lnTo>
                  <a:pt x="3106" y="0"/>
                </a:lnTo>
                <a:lnTo>
                  <a:pt x="3106" y="11"/>
                </a:lnTo>
                <a:lnTo>
                  <a:pt x="3084" y="11"/>
                </a:lnTo>
                <a:lnTo>
                  <a:pt x="3084" y="0"/>
                </a:lnTo>
                <a:moveTo>
                  <a:pt x="3128" y="0"/>
                </a:moveTo>
                <a:lnTo>
                  <a:pt x="3151" y="0"/>
                </a:lnTo>
                <a:lnTo>
                  <a:pt x="3151" y="11"/>
                </a:lnTo>
                <a:lnTo>
                  <a:pt x="3128" y="11"/>
                </a:lnTo>
                <a:lnTo>
                  <a:pt x="3128" y="0"/>
                </a:lnTo>
                <a:moveTo>
                  <a:pt x="3173" y="0"/>
                </a:moveTo>
                <a:lnTo>
                  <a:pt x="3195" y="0"/>
                </a:lnTo>
                <a:lnTo>
                  <a:pt x="3195" y="11"/>
                </a:lnTo>
                <a:lnTo>
                  <a:pt x="3173" y="11"/>
                </a:lnTo>
                <a:lnTo>
                  <a:pt x="3173" y="0"/>
                </a:lnTo>
                <a:moveTo>
                  <a:pt x="3217" y="0"/>
                </a:moveTo>
                <a:lnTo>
                  <a:pt x="3239" y="0"/>
                </a:lnTo>
                <a:lnTo>
                  <a:pt x="3239" y="11"/>
                </a:lnTo>
                <a:lnTo>
                  <a:pt x="3217" y="11"/>
                </a:lnTo>
                <a:lnTo>
                  <a:pt x="3217" y="0"/>
                </a:lnTo>
                <a:moveTo>
                  <a:pt x="3262" y="0"/>
                </a:moveTo>
                <a:lnTo>
                  <a:pt x="3284" y="0"/>
                </a:lnTo>
                <a:lnTo>
                  <a:pt x="3284" y="11"/>
                </a:lnTo>
                <a:lnTo>
                  <a:pt x="3262" y="11"/>
                </a:lnTo>
                <a:lnTo>
                  <a:pt x="3262" y="0"/>
                </a:lnTo>
                <a:moveTo>
                  <a:pt x="3306" y="0"/>
                </a:moveTo>
                <a:lnTo>
                  <a:pt x="3328" y="0"/>
                </a:lnTo>
                <a:lnTo>
                  <a:pt x="3328" y="11"/>
                </a:lnTo>
                <a:lnTo>
                  <a:pt x="3306" y="11"/>
                </a:lnTo>
                <a:lnTo>
                  <a:pt x="3306" y="0"/>
                </a:lnTo>
                <a:moveTo>
                  <a:pt x="3351" y="0"/>
                </a:moveTo>
                <a:lnTo>
                  <a:pt x="3373" y="0"/>
                </a:lnTo>
                <a:lnTo>
                  <a:pt x="3373" y="11"/>
                </a:lnTo>
                <a:lnTo>
                  <a:pt x="3351" y="11"/>
                </a:lnTo>
                <a:lnTo>
                  <a:pt x="3351" y="0"/>
                </a:lnTo>
                <a:moveTo>
                  <a:pt x="3395" y="0"/>
                </a:moveTo>
                <a:lnTo>
                  <a:pt x="3417" y="0"/>
                </a:lnTo>
                <a:lnTo>
                  <a:pt x="3417" y="11"/>
                </a:lnTo>
                <a:lnTo>
                  <a:pt x="3395" y="11"/>
                </a:lnTo>
                <a:lnTo>
                  <a:pt x="3395" y="0"/>
                </a:lnTo>
                <a:moveTo>
                  <a:pt x="3439" y="0"/>
                </a:moveTo>
                <a:lnTo>
                  <a:pt x="3462" y="0"/>
                </a:lnTo>
                <a:lnTo>
                  <a:pt x="3462" y="11"/>
                </a:lnTo>
                <a:lnTo>
                  <a:pt x="3439" y="11"/>
                </a:lnTo>
                <a:lnTo>
                  <a:pt x="3439" y="0"/>
                </a:lnTo>
                <a:moveTo>
                  <a:pt x="3484" y="0"/>
                </a:moveTo>
                <a:lnTo>
                  <a:pt x="3506" y="0"/>
                </a:lnTo>
                <a:lnTo>
                  <a:pt x="3506" y="11"/>
                </a:lnTo>
                <a:lnTo>
                  <a:pt x="3484" y="11"/>
                </a:lnTo>
                <a:lnTo>
                  <a:pt x="3484" y="0"/>
                </a:lnTo>
                <a:moveTo>
                  <a:pt x="3528" y="0"/>
                </a:moveTo>
                <a:lnTo>
                  <a:pt x="3551" y="0"/>
                </a:lnTo>
                <a:lnTo>
                  <a:pt x="3551" y="11"/>
                </a:lnTo>
                <a:lnTo>
                  <a:pt x="3528" y="11"/>
                </a:lnTo>
                <a:lnTo>
                  <a:pt x="3528" y="0"/>
                </a:lnTo>
                <a:moveTo>
                  <a:pt x="3573" y="0"/>
                </a:moveTo>
                <a:lnTo>
                  <a:pt x="3595" y="0"/>
                </a:lnTo>
                <a:lnTo>
                  <a:pt x="3595" y="11"/>
                </a:lnTo>
                <a:lnTo>
                  <a:pt x="3573" y="11"/>
                </a:lnTo>
                <a:lnTo>
                  <a:pt x="3573" y="0"/>
                </a:lnTo>
                <a:moveTo>
                  <a:pt x="3617" y="0"/>
                </a:moveTo>
                <a:lnTo>
                  <a:pt x="3639" y="0"/>
                </a:lnTo>
                <a:lnTo>
                  <a:pt x="3639" y="11"/>
                </a:lnTo>
                <a:lnTo>
                  <a:pt x="3617" y="11"/>
                </a:lnTo>
                <a:lnTo>
                  <a:pt x="3617" y="0"/>
                </a:lnTo>
                <a:moveTo>
                  <a:pt x="3662" y="0"/>
                </a:moveTo>
                <a:lnTo>
                  <a:pt x="3684" y="0"/>
                </a:lnTo>
                <a:lnTo>
                  <a:pt x="3684" y="11"/>
                </a:lnTo>
                <a:lnTo>
                  <a:pt x="3662" y="11"/>
                </a:lnTo>
                <a:lnTo>
                  <a:pt x="3662" y="0"/>
                </a:lnTo>
                <a:moveTo>
                  <a:pt x="3706" y="0"/>
                </a:moveTo>
                <a:lnTo>
                  <a:pt x="3728" y="0"/>
                </a:lnTo>
                <a:lnTo>
                  <a:pt x="3728" y="11"/>
                </a:lnTo>
                <a:lnTo>
                  <a:pt x="3706" y="11"/>
                </a:lnTo>
                <a:lnTo>
                  <a:pt x="3706" y="0"/>
                </a:lnTo>
                <a:moveTo>
                  <a:pt x="3751" y="0"/>
                </a:moveTo>
                <a:lnTo>
                  <a:pt x="3773" y="0"/>
                </a:lnTo>
                <a:lnTo>
                  <a:pt x="3773" y="11"/>
                </a:lnTo>
                <a:lnTo>
                  <a:pt x="3751" y="11"/>
                </a:lnTo>
                <a:lnTo>
                  <a:pt x="3751" y="0"/>
                </a:lnTo>
                <a:moveTo>
                  <a:pt x="3795" y="0"/>
                </a:moveTo>
                <a:lnTo>
                  <a:pt x="3817" y="0"/>
                </a:lnTo>
                <a:lnTo>
                  <a:pt x="3817" y="11"/>
                </a:lnTo>
                <a:lnTo>
                  <a:pt x="3795" y="11"/>
                </a:lnTo>
                <a:lnTo>
                  <a:pt x="3795" y="0"/>
                </a:lnTo>
                <a:moveTo>
                  <a:pt x="3839" y="0"/>
                </a:moveTo>
                <a:lnTo>
                  <a:pt x="3862" y="0"/>
                </a:lnTo>
                <a:lnTo>
                  <a:pt x="3862" y="11"/>
                </a:lnTo>
                <a:lnTo>
                  <a:pt x="3839" y="11"/>
                </a:lnTo>
                <a:lnTo>
                  <a:pt x="3839" y="0"/>
                </a:lnTo>
                <a:moveTo>
                  <a:pt x="3884" y="0"/>
                </a:moveTo>
                <a:lnTo>
                  <a:pt x="3906" y="0"/>
                </a:lnTo>
                <a:lnTo>
                  <a:pt x="3906" y="11"/>
                </a:lnTo>
                <a:lnTo>
                  <a:pt x="3884" y="11"/>
                </a:lnTo>
                <a:lnTo>
                  <a:pt x="3884" y="0"/>
                </a:lnTo>
                <a:moveTo>
                  <a:pt x="3928" y="0"/>
                </a:moveTo>
                <a:lnTo>
                  <a:pt x="3951" y="0"/>
                </a:lnTo>
                <a:lnTo>
                  <a:pt x="3951" y="11"/>
                </a:lnTo>
                <a:lnTo>
                  <a:pt x="3928" y="11"/>
                </a:lnTo>
                <a:lnTo>
                  <a:pt x="3928" y="0"/>
                </a:lnTo>
                <a:moveTo>
                  <a:pt x="3973" y="0"/>
                </a:moveTo>
                <a:lnTo>
                  <a:pt x="3995" y="0"/>
                </a:lnTo>
                <a:lnTo>
                  <a:pt x="3995" y="11"/>
                </a:lnTo>
                <a:lnTo>
                  <a:pt x="3973" y="11"/>
                </a:lnTo>
                <a:lnTo>
                  <a:pt x="3973" y="0"/>
                </a:lnTo>
                <a:moveTo>
                  <a:pt x="4017" y="0"/>
                </a:moveTo>
                <a:lnTo>
                  <a:pt x="4039" y="0"/>
                </a:lnTo>
                <a:lnTo>
                  <a:pt x="4039" y="11"/>
                </a:lnTo>
                <a:lnTo>
                  <a:pt x="4017" y="11"/>
                </a:lnTo>
                <a:lnTo>
                  <a:pt x="4017" y="0"/>
                </a:lnTo>
                <a:moveTo>
                  <a:pt x="4062" y="0"/>
                </a:moveTo>
                <a:lnTo>
                  <a:pt x="4084" y="0"/>
                </a:lnTo>
                <a:lnTo>
                  <a:pt x="4084" y="11"/>
                </a:lnTo>
                <a:lnTo>
                  <a:pt x="4062" y="11"/>
                </a:lnTo>
                <a:lnTo>
                  <a:pt x="4062" y="0"/>
                </a:lnTo>
                <a:moveTo>
                  <a:pt x="4106" y="0"/>
                </a:moveTo>
                <a:lnTo>
                  <a:pt x="4128" y="0"/>
                </a:lnTo>
                <a:lnTo>
                  <a:pt x="4128" y="11"/>
                </a:lnTo>
                <a:lnTo>
                  <a:pt x="4106" y="11"/>
                </a:lnTo>
                <a:lnTo>
                  <a:pt x="4106" y="0"/>
                </a:lnTo>
                <a:moveTo>
                  <a:pt x="4151" y="0"/>
                </a:moveTo>
                <a:lnTo>
                  <a:pt x="4173" y="0"/>
                </a:lnTo>
                <a:lnTo>
                  <a:pt x="4173" y="11"/>
                </a:lnTo>
                <a:lnTo>
                  <a:pt x="4151" y="11"/>
                </a:lnTo>
                <a:lnTo>
                  <a:pt x="4151" y="0"/>
                </a:lnTo>
                <a:moveTo>
                  <a:pt x="4195" y="0"/>
                </a:moveTo>
                <a:lnTo>
                  <a:pt x="4217" y="0"/>
                </a:lnTo>
                <a:lnTo>
                  <a:pt x="4217" y="11"/>
                </a:lnTo>
                <a:lnTo>
                  <a:pt x="4195" y="11"/>
                </a:lnTo>
                <a:lnTo>
                  <a:pt x="4195" y="0"/>
                </a:lnTo>
                <a:moveTo>
                  <a:pt x="4239" y="0"/>
                </a:moveTo>
                <a:lnTo>
                  <a:pt x="4262" y="0"/>
                </a:lnTo>
                <a:lnTo>
                  <a:pt x="4262" y="11"/>
                </a:lnTo>
                <a:lnTo>
                  <a:pt x="4239" y="11"/>
                </a:lnTo>
                <a:lnTo>
                  <a:pt x="4239" y="0"/>
                </a:lnTo>
                <a:moveTo>
                  <a:pt x="4284" y="0"/>
                </a:moveTo>
                <a:lnTo>
                  <a:pt x="4306" y="0"/>
                </a:lnTo>
                <a:lnTo>
                  <a:pt x="4306" y="11"/>
                </a:lnTo>
                <a:lnTo>
                  <a:pt x="4284" y="11"/>
                </a:lnTo>
                <a:lnTo>
                  <a:pt x="4284" y="0"/>
                </a:lnTo>
                <a:moveTo>
                  <a:pt x="4328" y="0"/>
                </a:moveTo>
                <a:lnTo>
                  <a:pt x="4350" y="0"/>
                </a:lnTo>
                <a:lnTo>
                  <a:pt x="4350" y="11"/>
                </a:lnTo>
                <a:lnTo>
                  <a:pt x="4328" y="11"/>
                </a:lnTo>
                <a:lnTo>
                  <a:pt x="4328" y="0"/>
                </a:lnTo>
                <a:moveTo>
                  <a:pt x="4373" y="0"/>
                </a:moveTo>
                <a:lnTo>
                  <a:pt x="4395" y="0"/>
                </a:lnTo>
                <a:lnTo>
                  <a:pt x="4395" y="11"/>
                </a:lnTo>
                <a:lnTo>
                  <a:pt x="4373" y="11"/>
                </a:lnTo>
                <a:lnTo>
                  <a:pt x="4373" y="0"/>
                </a:lnTo>
                <a:moveTo>
                  <a:pt x="4417" y="0"/>
                </a:moveTo>
                <a:lnTo>
                  <a:pt x="4439" y="0"/>
                </a:lnTo>
                <a:lnTo>
                  <a:pt x="4439" y="11"/>
                </a:lnTo>
                <a:lnTo>
                  <a:pt x="4417" y="11"/>
                </a:lnTo>
                <a:lnTo>
                  <a:pt x="4417" y="0"/>
                </a:lnTo>
                <a:moveTo>
                  <a:pt x="4462" y="0"/>
                </a:moveTo>
                <a:lnTo>
                  <a:pt x="4484" y="0"/>
                </a:lnTo>
                <a:lnTo>
                  <a:pt x="4484" y="11"/>
                </a:lnTo>
                <a:lnTo>
                  <a:pt x="4462" y="11"/>
                </a:lnTo>
                <a:lnTo>
                  <a:pt x="4462" y="0"/>
                </a:lnTo>
                <a:moveTo>
                  <a:pt x="4506" y="0"/>
                </a:moveTo>
                <a:lnTo>
                  <a:pt x="4528" y="0"/>
                </a:lnTo>
                <a:lnTo>
                  <a:pt x="4528" y="11"/>
                </a:lnTo>
                <a:lnTo>
                  <a:pt x="4506" y="11"/>
                </a:lnTo>
                <a:lnTo>
                  <a:pt x="4506" y="0"/>
                </a:lnTo>
                <a:moveTo>
                  <a:pt x="4550" y="0"/>
                </a:moveTo>
                <a:lnTo>
                  <a:pt x="4573" y="0"/>
                </a:lnTo>
                <a:lnTo>
                  <a:pt x="4573" y="11"/>
                </a:lnTo>
                <a:lnTo>
                  <a:pt x="4550" y="11"/>
                </a:lnTo>
                <a:lnTo>
                  <a:pt x="4550" y="0"/>
                </a:lnTo>
                <a:moveTo>
                  <a:pt x="4595" y="0"/>
                </a:moveTo>
                <a:lnTo>
                  <a:pt x="4617" y="0"/>
                </a:lnTo>
                <a:lnTo>
                  <a:pt x="4617" y="11"/>
                </a:lnTo>
                <a:lnTo>
                  <a:pt x="4595" y="11"/>
                </a:lnTo>
                <a:lnTo>
                  <a:pt x="4595" y="0"/>
                </a:lnTo>
                <a:moveTo>
                  <a:pt x="4639" y="0"/>
                </a:moveTo>
                <a:cubicBezTo>
                  <a:pt x="4647" y="0"/>
                  <a:pt x="4655" y="1"/>
                  <a:pt x="4662" y="2"/>
                </a:cubicBezTo>
                <a:lnTo>
                  <a:pt x="4660" y="13"/>
                </a:lnTo>
                <a:cubicBezTo>
                  <a:pt x="4653" y="12"/>
                  <a:pt x="4646" y="11"/>
                  <a:pt x="4639" y="11"/>
                </a:cubicBezTo>
                <a:lnTo>
                  <a:pt x="4639" y="0"/>
                </a:lnTo>
                <a:moveTo>
                  <a:pt x="4685" y="10"/>
                </a:moveTo>
                <a:cubicBezTo>
                  <a:pt x="4692" y="14"/>
                  <a:pt x="4699" y="18"/>
                  <a:pt x="4705" y="23"/>
                </a:cubicBezTo>
                <a:lnTo>
                  <a:pt x="4698" y="32"/>
                </a:lnTo>
                <a:cubicBezTo>
                  <a:pt x="4692" y="28"/>
                  <a:pt x="4686" y="23"/>
                  <a:pt x="4680" y="20"/>
                </a:cubicBezTo>
                <a:lnTo>
                  <a:pt x="4685" y="10"/>
                </a:lnTo>
                <a:moveTo>
                  <a:pt x="4722" y="41"/>
                </a:moveTo>
                <a:cubicBezTo>
                  <a:pt x="4727" y="47"/>
                  <a:pt x="4731" y="53"/>
                  <a:pt x="4734" y="61"/>
                </a:cubicBezTo>
                <a:lnTo>
                  <a:pt x="4724" y="65"/>
                </a:lnTo>
                <a:cubicBezTo>
                  <a:pt x="4721" y="59"/>
                  <a:pt x="4718" y="53"/>
                  <a:pt x="4713" y="48"/>
                </a:cubicBezTo>
                <a:lnTo>
                  <a:pt x="4722" y="41"/>
                </a:lnTo>
                <a:moveTo>
                  <a:pt x="4742" y="83"/>
                </a:moveTo>
                <a:cubicBezTo>
                  <a:pt x="4744" y="91"/>
                  <a:pt x="4745" y="98"/>
                  <a:pt x="4745" y="106"/>
                </a:cubicBezTo>
                <a:lnTo>
                  <a:pt x="4734" y="106"/>
                </a:lnTo>
                <a:cubicBezTo>
                  <a:pt x="4734" y="99"/>
                  <a:pt x="4733" y="92"/>
                  <a:pt x="4731" y="86"/>
                </a:cubicBezTo>
                <a:lnTo>
                  <a:pt x="4742" y="83"/>
                </a:lnTo>
                <a:moveTo>
                  <a:pt x="4744" y="129"/>
                </a:moveTo>
                <a:cubicBezTo>
                  <a:pt x="4744" y="137"/>
                  <a:pt x="4742" y="144"/>
                  <a:pt x="4739" y="152"/>
                </a:cubicBezTo>
                <a:lnTo>
                  <a:pt x="4729" y="148"/>
                </a:lnTo>
                <a:cubicBezTo>
                  <a:pt x="4731" y="142"/>
                  <a:pt x="4733" y="135"/>
                  <a:pt x="4733" y="127"/>
                </a:cubicBezTo>
                <a:lnTo>
                  <a:pt x="4744" y="129"/>
                </a:lnTo>
                <a:moveTo>
                  <a:pt x="4729" y="173"/>
                </a:moveTo>
                <a:cubicBezTo>
                  <a:pt x="4725" y="180"/>
                  <a:pt x="4720" y="186"/>
                  <a:pt x="4715" y="192"/>
                </a:cubicBezTo>
                <a:lnTo>
                  <a:pt x="4707" y="184"/>
                </a:lnTo>
                <a:cubicBezTo>
                  <a:pt x="4712" y="179"/>
                  <a:pt x="4716" y="174"/>
                  <a:pt x="4720" y="167"/>
                </a:cubicBezTo>
                <a:lnTo>
                  <a:pt x="4729" y="173"/>
                </a:lnTo>
                <a:moveTo>
                  <a:pt x="4696" y="207"/>
                </a:moveTo>
                <a:cubicBezTo>
                  <a:pt x="4689" y="211"/>
                  <a:pt x="4682" y="215"/>
                  <a:pt x="4675" y="217"/>
                </a:cubicBezTo>
                <a:lnTo>
                  <a:pt x="4671" y="207"/>
                </a:lnTo>
                <a:cubicBezTo>
                  <a:pt x="4678" y="205"/>
                  <a:pt x="4684" y="201"/>
                  <a:pt x="4690" y="198"/>
                </a:cubicBezTo>
                <a:lnTo>
                  <a:pt x="4696" y="207"/>
                </a:lnTo>
                <a:moveTo>
                  <a:pt x="4652" y="223"/>
                </a:moveTo>
                <a:cubicBezTo>
                  <a:pt x="4648" y="223"/>
                  <a:pt x="4643" y="224"/>
                  <a:pt x="4639" y="224"/>
                </a:cubicBezTo>
                <a:lnTo>
                  <a:pt x="4629" y="224"/>
                </a:lnTo>
                <a:lnTo>
                  <a:pt x="4629" y="213"/>
                </a:lnTo>
                <a:lnTo>
                  <a:pt x="4639" y="213"/>
                </a:lnTo>
                <a:cubicBezTo>
                  <a:pt x="4643" y="213"/>
                  <a:pt x="4647" y="212"/>
                  <a:pt x="4650" y="212"/>
                </a:cubicBezTo>
                <a:lnTo>
                  <a:pt x="4652" y="223"/>
                </a:lnTo>
                <a:moveTo>
                  <a:pt x="4607" y="224"/>
                </a:moveTo>
                <a:lnTo>
                  <a:pt x="4585" y="224"/>
                </a:lnTo>
                <a:lnTo>
                  <a:pt x="4585" y="213"/>
                </a:lnTo>
                <a:lnTo>
                  <a:pt x="4607" y="213"/>
                </a:lnTo>
                <a:lnTo>
                  <a:pt x="4607" y="224"/>
                </a:lnTo>
                <a:moveTo>
                  <a:pt x="4563" y="224"/>
                </a:moveTo>
                <a:lnTo>
                  <a:pt x="4540" y="224"/>
                </a:lnTo>
                <a:lnTo>
                  <a:pt x="4540" y="213"/>
                </a:lnTo>
                <a:lnTo>
                  <a:pt x="4563" y="213"/>
                </a:lnTo>
                <a:lnTo>
                  <a:pt x="4563" y="224"/>
                </a:lnTo>
                <a:moveTo>
                  <a:pt x="4518" y="224"/>
                </a:moveTo>
                <a:lnTo>
                  <a:pt x="4496" y="224"/>
                </a:lnTo>
                <a:lnTo>
                  <a:pt x="4496" y="213"/>
                </a:lnTo>
                <a:lnTo>
                  <a:pt x="4518" y="213"/>
                </a:lnTo>
                <a:lnTo>
                  <a:pt x="4518" y="224"/>
                </a:lnTo>
                <a:moveTo>
                  <a:pt x="4474" y="224"/>
                </a:moveTo>
                <a:lnTo>
                  <a:pt x="4452" y="224"/>
                </a:lnTo>
                <a:lnTo>
                  <a:pt x="4452" y="213"/>
                </a:lnTo>
                <a:lnTo>
                  <a:pt x="4474" y="213"/>
                </a:lnTo>
                <a:lnTo>
                  <a:pt x="4474" y="224"/>
                </a:lnTo>
                <a:moveTo>
                  <a:pt x="4429" y="224"/>
                </a:moveTo>
                <a:lnTo>
                  <a:pt x="4407" y="224"/>
                </a:lnTo>
                <a:lnTo>
                  <a:pt x="4407" y="213"/>
                </a:lnTo>
                <a:lnTo>
                  <a:pt x="4429" y="213"/>
                </a:lnTo>
                <a:lnTo>
                  <a:pt x="4429" y="224"/>
                </a:lnTo>
                <a:moveTo>
                  <a:pt x="4385" y="224"/>
                </a:moveTo>
                <a:lnTo>
                  <a:pt x="4363" y="224"/>
                </a:lnTo>
                <a:lnTo>
                  <a:pt x="4363" y="213"/>
                </a:lnTo>
                <a:lnTo>
                  <a:pt x="4385" y="213"/>
                </a:lnTo>
                <a:lnTo>
                  <a:pt x="4385" y="224"/>
                </a:lnTo>
                <a:moveTo>
                  <a:pt x="4340" y="224"/>
                </a:moveTo>
                <a:lnTo>
                  <a:pt x="4318" y="224"/>
                </a:lnTo>
                <a:lnTo>
                  <a:pt x="4318" y="213"/>
                </a:lnTo>
                <a:lnTo>
                  <a:pt x="4340" y="213"/>
                </a:lnTo>
                <a:lnTo>
                  <a:pt x="4340" y="224"/>
                </a:lnTo>
                <a:moveTo>
                  <a:pt x="4296" y="224"/>
                </a:moveTo>
                <a:lnTo>
                  <a:pt x="4274" y="224"/>
                </a:lnTo>
                <a:lnTo>
                  <a:pt x="4274" y="213"/>
                </a:lnTo>
                <a:lnTo>
                  <a:pt x="4296" y="213"/>
                </a:lnTo>
                <a:lnTo>
                  <a:pt x="4296" y="224"/>
                </a:lnTo>
                <a:moveTo>
                  <a:pt x="4252" y="224"/>
                </a:moveTo>
                <a:lnTo>
                  <a:pt x="4229" y="224"/>
                </a:lnTo>
                <a:lnTo>
                  <a:pt x="4229" y="213"/>
                </a:lnTo>
                <a:lnTo>
                  <a:pt x="4252" y="213"/>
                </a:lnTo>
                <a:lnTo>
                  <a:pt x="4252" y="224"/>
                </a:lnTo>
                <a:moveTo>
                  <a:pt x="4207" y="224"/>
                </a:moveTo>
                <a:lnTo>
                  <a:pt x="4185" y="224"/>
                </a:lnTo>
                <a:lnTo>
                  <a:pt x="4185" y="213"/>
                </a:lnTo>
                <a:lnTo>
                  <a:pt x="4207" y="213"/>
                </a:lnTo>
                <a:lnTo>
                  <a:pt x="4207" y="224"/>
                </a:lnTo>
                <a:moveTo>
                  <a:pt x="4163" y="224"/>
                </a:moveTo>
                <a:lnTo>
                  <a:pt x="4140" y="224"/>
                </a:lnTo>
                <a:lnTo>
                  <a:pt x="4140" y="213"/>
                </a:lnTo>
                <a:lnTo>
                  <a:pt x="4163" y="213"/>
                </a:lnTo>
                <a:lnTo>
                  <a:pt x="4163" y="224"/>
                </a:lnTo>
                <a:moveTo>
                  <a:pt x="4118" y="224"/>
                </a:moveTo>
                <a:lnTo>
                  <a:pt x="4096" y="224"/>
                </a:lnTo>
                <a:lnTo>
                  <a:pt x="4096" y="213"/>
                </a:lnTo>
                <a:lnTo>
                  <a:pt x="4118" y="213"/>
                </a:lnTo>
                <a:lnTo>
                  <a:pt x="4118" y="224"/>
                </a:lnTo>
                <a:moveTo>
                  <a:pt x="4074" y="224"/>
                </a:moveTo>
                <a:lnTo>
                  <a:pt x="4052" y="224"/>
                </a:lnTo>
                <a:lnTo>
                  <a:pt x="4052" y="213"/>
                </a:lnTo>
                <a:lnTo>
                  <a:pt x="4074" y="213"/>
                </a:lnTo>
                <a:lnTo>
                  <a:pt x="4074" y="224"/>
                </a:lnTo>
                <a:moveTo>
                  <a:pt x="4029" y="224"/>
                </a:moveTo>
                <a:lnTo>
                  <a:pt x="4007" y="224"/>
                </a:lnTo>
                <a:lnTo>
                  <a:pt x="4007" y="213"/>
                </a:lnTo>
                <a:lnTo>
                  <a:pt x="4029" y="213"/>
                </a:lnTo>
                <a:lnTo>
                  <a:pt x="4029" y="224"/>
                </a:lnTo>
                <a:moveTo>
                  <a:pt x="3985" y="224"/>
                </a:moveTo>
                <a:lnTo>
                  <a:pt x="3963" y="224"/>
                </a:lnTo>
                <a:lnTo>
                  <a:pt x="3963" y="213"/>
                </a:lnTo>
                <a:lnTo>
                  <a:pt x="3985" y="213"/>
                </a:lnTo>
                <a:lnTo>
                  <a:pt x="3985" y="224"/>
                </a:lnTo>
                <a:moveTo>
                  <a:pt x="3940" y="224"/>
                </a:moveTo>
                <a:lnTo>
                  <a:pt x="3918" y="224"/>
                </a:lnTo>
                <a:lnTo>
                  <a:pt x="3918" y="213"/>
                </a:lnTo>
                <a:lnTo>
                  <a:pt x="3940" y="213"/>
                </a:lnTo>
                <a:lnTo>
                  <a:pt x="3940" y="224"/>
                </a:lnTo>
                <a:moveTo>
                  <a:pt x="3896" y="224"/>
                </a:moveTo>
                <a:lnTo>
                  <a:pt x="3874" y="224"/>
                </a:lnTo>
                <a:lnTo>
                  <a:pt x="3874" y="213"/>
                </a:lnTo>
                <a:lnTo>
                  <a:pt x="3896" y="213"/>
                </a:lnTo>
                <a:lnTo>
                  <a:pt x="3896" y="224"/>
                </a:lnTo>
                <a:moveTo>
                  <a:pt x="3852" y="224"/>
                </a:moveTo>
                <a:lnTo>
                  <a:pt x="3829" y="224"/>
                </a:lnTo>
                <a:lnTo>
                  <a:pt x="3829" y="213"/>
                </a:lnTo>
                <a:lnTo>
                  <a:pt x="3852" y="213"/>
                </a:lnTo>
                <a:lnTo>
                  <a:pt x="3852" y="224"/>
                </a:lnTo>
                <a:moveTo>
                  <a:pt x="3807" y="224"/>
                </a:moveTo>
                <a:lnTo>
                  <a:pt x="3785" y="224"/>
                </a:lnTo>
                <a:lnTo>
                  <a:pt x="3785" y="213"/>
                </a:lnTo>
                <a:lnTo>
                  <a:pt x="3807" y="213"/>
                </a:lnTo>
                <a:lnTo>
                  <a:pt x="3807" y="224"/>
                </a:lnTo>
                <a:moveTo>
                  <a:pt x="3763" y="224"/>
                </a:moveTo>
                <a:lnTo>
                  <a:pt x="3740" y="224"/>
                </a:lnTo>
                <a:lnTo>
                  <a:pt x="3740" y="213"/>
                </a:lnTo>
                <a:lnTo>
                  <a:pt x="3763" y="213"/>
                </a:lnTo>
                <a:lnTo>
                  <a:pt x="3763" y="224"/>
                </a:lnTo>
                <a:moveTo>
                  <a:pt x="3718" y="224"/>
                </a:moveTo>
                <a:lnTo>
                  <a:pt x="3696" y="224"/>
                </a:lnTo>
                <a:lnTo>
                  <a:pt x="3696" y="213"/>
                </a:lnTo>
                <a:lnTo>
                  <a:pt x="3718" y="213"/>
                </a:lnTo>
                <a:lnTo>
                  <a:pt x="3718" y="224"/>
                </a:lnTo>
                <a:moveTo>
                  <a:pt x="3674" y="224"/>
                </a:moveTo>
                <a:lnTo>
                  <a:pt x="3652" y="224"/>
                </a:lnTo>
                <a:lnTo>
                  <a:pt x="3652" y="213"/>
                </a:lnTo>
                <a:lnTo>
                  <a:pt x="3674" y="213"/>
                </a:lnTo>
                <a:lnTo>
                  <a:pt x="3674" y="224"/>
                </a:lnTo>
                <a:moveTo>
                  <a:pt x="3629" y="224"/>
                </a:moveTo>
                <a:lnTo>
                  <a:pt x="3607" y="224"/>
                </a:lnTo>
                <a:lnTo>
                  <a:pt x="3607" y="213"/>
                </a:lnTo>
                <a:lnTo>
                  <a:pt x="3629" y="213"/>
                </a:lnTo>
                <a:lnTo>
                  <a:pt x="3629" y="224"/>
                </a:lnTo>
                <a:moveTo>
                  <a:pt x="3585" y="224"/>
                </a:moveTo>
                <a:lnTo>
                  <a:pt x="3563" y="224"/>
                </a:lnTo>
                <a:lnTo>
                  <a:pt x="3563" y="213"/>
                </a:lnTo>
                <a:lnTo>
                  <a:pt x="3585" y="213"/>
                </a:lnTo>
                <a:lnTo>
                  <a:pt x="3585" y="224"/>
                </a:lnTo>
                <a:moveTo>
                  <a:pt x="3540" y="224"/>
                </a:moveTo>
                <a:lnTo>
                  <a:pt x="3518" y="224"/>
                </a:lnTo>
                <a:lnTo>
                  <a:pt x="3518" y="213"/>
                </a:lnTo>
                <a:lnTo>
                  <a:pt x="3540" y="213"/>
                </a:lnTo>
                <a:lnTo>
                  <a:pt x="3540" y="224"/>
                </a:lnTo>
                <a:moveTo>
                  <a:pt x="3496" y="224"/>
                </a:moveTo>
                <a:lnTo>
                  <a:pt x="3474" y="224"/>
                </a:lnTo>
                <a:lnTo>
                  <a:pt x="3474" y="213"/>
                </a:lnTo>
                <a:lnTo>
                  <a:pt x="3496" y="213"/>
                </a:lnTo>
                <a:lnTo>
                  <a:pt x="3496" y="224"/>
                </a:lnTo>
                <a:moveTo>
                  <a:pt x="3452" y="224"/>
                </a:moveTo>
                <a:lnTo>
                  <a:pt x="3429" y="224"/>
                </a:lnTo>
                <a:lnTo>
                  <a:pt x="3429" y="213"/>
                </a:lnTo>
                <a:lnTo>
                  <a:pt x="3452" y="213"/>
                </a:lnTo>
                <a:lnTo>
                  <a:pt x="3452" y="224"/>
                </a:lnTo>
                <a:moveTo>
                  <a:pt x="3407" y="224"/>
                </a:moveTo>
                <a:lnTo>
                  <a:pt x="3385" y="224"/>
                </a:lnTo>
                <a:lnTo>
                  <a:pt x="3385" y="213"/>
                </a:lnTo>
                <a:lnTo>
                  <a:pt x="3407" y="213"/>
                </a:lnTo>
                <a:lnTo>
                  <a:pt x="3407" y="224"/>
                </a:lnTo>
                <a:moveTo>
                  <a:pt x="3363" y="224"/>
                </a:moveTo>
                <a:lnTo>
                  <a:pt x="3340" y="224"/>
                </a:lnTo>
                <a:lnTo>
                  <a:pt x="3340" y="213"/>
                </a:lnTo>
                <a:lnTo>
                  <a:pt x="3363" y="213"/>
                </a:lnTo>
                <a:lnTo>
                  <a:pt x="3363" y="224"/>
                </a:lnTo>
                <a:moveTo>
                  <a:pt x="3318" y="224"/>
                </a:moveTo>
                <a:lnTo>
                  <a:pt x="3296" y="224"/>
                </a:lnTo>
                <a:lnTo>
                  <a:pt x="3296" y="213"/>
                </a:lnTo>
                <a:lnTo>
                  <a:pt x="3318" y="213"/>
                </a:lnTo>
                <a:lnTo>
                  <a:pt x="3318" y="224"/>
                </a:lnTo>
                <a:moveTo>
                  <a:pt x="3274" y="224"/>
                </a:moveTo>
                <a:lnTo>
                  <a:pt x="3252" y="224"/>
                </a:lnTo>
                <a:lnTo>
                  <a:pt x="3252" y="213"/>
                </a:lnTo>
                <a:lnTo>
                  <a:pt x="3274" y="213"/>
                </a:lnTo>
                <a:lnTo>
                  <a:pt x="3274" y="224"/>
                </a:lnTo>
                <a:moveTo>
                  <a:pt x="3229" y="224"/>
                </a:moveTo>
                <a:lnTo>
                  <a:pt x="3207" y="224"/>
                </a:lnTo>
                <a:lnTo>
                  <a:pt x="3207" y="213"/>
                </a:lnTo>
                <a:lnTo>
                  <a:pt x="3229" y="213"/>
                </a:lnTo>
                <a:lnTo>
                  <a:pt x="3229" y="224"/>
                </a:lnTo>
                <a:moveTo>
                  <a:pt x="3185" y="224"/>
                </a:moveTo>
                <a:lnTo>
                  <a:pt x="3163" y="224"/>
                </a:lnTo>
                <a:lnTo>
                  <a:pt x="3163" y="213"/>
                </a:lnTo>
                <a:lnTo>
                  <a:pt x="3185" y="213"/>
                </a:lnTo>
                <a:lnTo>
                  <a:pt x="3185" y="224"/>
                </a:lnTo>
                <a:moveTo>
                  <a:pt x="3141" y="224"/>
                </a:moveTo>
                <a:lnTo>
                  <a:pt x="3118" y="224"/>
                </a:lnTo>
                <a:lnTo>
                  <a:pt x="3118" y="213"/>
                </a:lnTo>
                <a:lnTo>
                  <a:pt x="3141" y="213"/>
                </a:lnTo>
                <a:lnTo>
                  <a:pt x="3141" y="224"/>
                </a:lnTo>
                <a:moveTo>
                  <a:pt x="3096" y="224"/>
                </a:moveTo>
                <a:lnTo>
                  <a:pt x="3074" y="224"/>
                </a:lnTo>
                <a:lnTo>
                  <a:pt x="3074" y="213"/>
                </a:lnTo>
                <a:lnTo>
                  <a:pt x="3096" y="213"/>
                </a:lnTo>
                <a:lnTo>
                  <a:pt x="3096" y="224"/>
                </a:lnTo>
                <a:moveTo>
                  <a:pt x="3052" y="224"/>
                </a:moveTo>
                <a:lnTo>
                  <a:pt x="3029" y="224"/>
                </a:lnTo>
                <a:lnTo>
                  <a:pt x="3029" y="213"/>
                </a:lnTo>
                <a:lnTo>
                  <a:pt x="3052" y="213"/>
                </a:lnTo>
                <a:lnTo>
                  <a:pt x="3052" y="224"/>
                </a:lnTo>
                <a:moveTo>
                  <a:pt x="3007" y="224"/>
                </a:moveTo>
                <a:lnTo>
                  <a:pt x="2985" y="224"/>
                </a:lnTo>
                <a:lnTo>
                  <a:pt x="2985" y="213"/>
                </a:lnTo>
                <a:lnTo>
                  <a:pt x="3007" y="213"/>
                </a:lnTo>
                <a:lnTo>
                  <a:pt x="3007" y="224"/>
                </a:lnTo>
                <a:moveTo>
                  <a:pt x="2963" y="224"/>
                </a:moveTo>
                <a:lnTo>
                  <a:pt x="2941" y="224"/>
                </a:lnTo>
                <a:lnTo>
                  <a:pt x="2941" y="213"/>
                </a:lnTo>
                <a:lnTo>
                  <a:pt x="2963" y="213"/>
                </a:lnTo>
                <a:lnTo>
                  <a:pt x="2963" y="224"/>
                </a:lnTo>
                <a:moveTo>
                  <a:pt x="2918" y="224"/>
                </a:moveTo>
                <a:lnTo>
                  <a:pt x="2896" y="224"/>
                </a:lnTo>
                <a:lnTo>
                  <a:pt x="2896" y="213"/>
                </a:lnTo>
                <a:lnTo>
                  <a:pt x="2918" y="213"/>
                </a:lnTo>
                <a:lnTo>
                  <a:pt x="2918" y="224"/>
                </a:lnTo>
                <a:moveTo>
                  <a:pt x="2874" y="224"/>
                </a:moveTo>
                <a:lnTo>
                  <a:pt x="2852" y="224"/>
                </a:lnTo>
                <a:lnTo>
                  <a:pt x="2852" y="213"/>
                </a:lnTo>
                <a:lnTo>
                  <a:pt x="2874" y="213"/>
                </a:lnTo>
                <a:lnTo>
                  <a:pt x="2874" y="224"/>
                </a:lnTo>
                <a:moveTo>
                  <a:pt x="2829" y="224"/>
                </a:moveTo>
                <a:lnTo>
                  <a:pt x="2807" y="224"/>
                </a:lnTo>
                <a:lnTo>
                  <a:pt x="2807" y="213"/>
                </a:lnTo>
                <a:lnTo>
                  <a:pt x="2829" y="213"/>
                </a:lnTo>
                <a:lnTo>
                  <a:pt x="2829" y="224"/>
                </a:lnTo>
                <a:moveTo>
                  <a:pt x="2785" y="224"/>
                </a:moveTo>
                <a:lnTo>
                  <a:pt x="2763" y="224"/>
                </a:lnTo>
                <a:lnTo>
                  <a:pt x="2763" y="213"/>
                </a:lnTo>
                <a:lnTo>
                  <a:pt x="2785" y="213"/>
                </a:lnTo>
                <a:lnTo>
                  <a:pt x="2785" y="224"/>
                </a:lnTo>
                <a:moveTo>
                  <a:pt x="2741" y="224"/>
                </a:moveTo>
                <a:lnTo>
                  <a:pt x="2718" y="224"/>
                </a:lnTo>
                <a:lnTo>
                  <a:pt x="2718" y="213"/>
                </a:lnTo>
                <a:lnTo>
                  <a:pt x="2741" y="213"/>
                </a:lnTo>
                <a:lnTo>
                  <a:pt x="2741" y="224"/>
                </a:lnTo>
                <a:moveTo>
                  <a:pt x="2696" y="224"/>
                </a:moveTo>
                <a:lnTo>
                  <a:pt x="2674" y="224"/>
                </a:lnTo>
                <a:lnTo>
                  <a:pt x="2674" y="213"/>
                </a:lnTo>
                <a:lnTo>
                  <a:pt x="2696" y="213"/>
                </a:lnTo>
                <a:lnTo>
                  <a:pt x="2696" y="224"/>
                </a:lnTo>
                <a:moveTo>
                  <a:pt x="2652" y="224"/>
                </a:moveTo>
                <a:lnTo>
                  <a:pt x="2629" y="224"/>
                </a:lnTo>
                <a:lnTo>
                  <a:pt x="2629" y="213"/>
                </a:lnTo>
                <a:lnTo>
                  <a:pt x="2652" y="213"/>
                </a:lnTo>
                <a:lnTo>
                  <a:pt x="2652" y="224"/>
                </a:lnTo>
                <a:moveTo>
                  <a:pt x="2607" y="224"/>
                </a:moveTo>
                <a:lnTo>
                  <a:pt x="2585" y="224"/>
                </a:lnTo>
                <a:lnTo>
                  <a:pt x="2585" y="213"/>
                </a:lnTo>
                <a:lnTo>
                  <a:pt x="2607" y="213"/>
                </a:lnTo>
                <a:lnTo>
                  <a:pt x="2607" y="224"/>
                </a:lnTo>
                <a:moveTo>
                  <a:pt x="2563" y="224"/>
                </a:moveTo>
                <a:lnTo>
                  <a:pt x="2541" y="224"/>
                </a:lnTo>
                <a:lnTo>
                  <a:pt x="2541" y="213"/>
                </a:lnTo>
                <a:lnTo>
                  <a:pt x="2563" y="213"/>
                </a:lnTo>
                <a:lnTo>
                  <a:pt x="2563" y="224"/>
                </a:lnTo>
                <a:moveTo>
                  <a:pt x="2518" y="224"/>
                </a:moveTo>
                <a:lnTo>
                  <a:pt x="2496" y="224"/>
                </a:lnTo>
                <a:lnTo>
                  <a:pt x="2496" y="213"/>
                </a:lnTo>
                <a:lnTo>
                  <a:pt x="2518" y="213"/>
                </a:lnTo>
                <a:lnTo>
                  <a:pt x="2518" y="224"/>
                </a:lnTo>
                <a:moveTo>
                  <a:pt x="2474" y="224"/>
                </a:moveTo>
                <a:lnTo>
                  <a:pt x="2452" y="224"/>
                </a:lnTo>
                <a:lnTo>
                  <a:pt x="2452" y="213"/>
                </a:lnTo>
                <a:lnTo>
                  <a:pt x="2474" y="213"/>
                </a:lnTo>
                <a:lnTo>
                  <a:pt x="2474" y="224"/>
                </a:lnTo>
                <a:moveTo>
                  <a:pt x="2429" y="224"/>
                </a:moveTo>
                <a:lnTo>
                  <a:pt x="2407" y="224"/>
                </a:lnTo>
                <a:lnTo>
                  <a:pt x="2407" y="213"/>
                </a:lnTo>
                <a:lnTo>
                  <a:pt x="2429" y="213"/>
                </a:lnTo>
                <a:lnTo>
                  <a:pt x="2429" y="224"/>
                </a:lnTo>
                <a:moveTo>
                  <a:pt x="2385" y="224"/>
                </a:moveTo>
                <a:lnTo>
                  <a:pt x="2363" y="224"/>
                </a:lnTo>
                <a:lnTo>
                  <a:pt x="2363" y="213"/>
                </a:lnTo>
                <a:lnTo>
                  <a:pt x="2385" y="213"/>
                </a:lnTo>
                <a:lnTo>
                  <a:pt x="2385" y="224"/>
                </a:lnTo>
                <a:moveTo>
                  <a:pt x="2341" y="224"/>
                </a:moveTo>
                <a:lnTo>
                  <a:pt x="2318" y="224"/>
                </a:lnTo>
                <a:lnTo>
                  <a:pt x="2318" y="213"/>
                </a:lnTo>
                <a:lnTo>
                  <a:pt x="2341" y="213"/>
                </a:lnTo>
                <a:lnTo>
                  <a:pt x="2341" y="224"/>
                </a:lnTo>
                <a:moveTo>
                  <a:pt x="2296" y="224"/>
                </a:moveTo>
                <a:lnTo>
                  <a:pt x="2274" y="224"/>
                </a:lnTo>
                <a:lnTo>
                  <a:pt x="2274" y="213"/>
                </a:lnTo>
                <a:lnTo>
                  <a:pt x="2296" y="213"/>
                </a:lnTo>
                <a:lnTo>
                  <a:pt x="2296" y="224"/>
                </a:lnTo>
                <a:moveTo>
                  <a:pt x="2252" y="224"/>
                </a:moveTo>
                <a:lnTo>
                  <a:pt x="2229" y="224"/>
                </a:lnTo>
                <a:lnTo>
                  <a:pt x="2229" y="213"/>
                </a:lnTo>
                <a:lnTo>
                  <a:pt x="2252" y="213"/>
                </a:lnTo>
                <a:lnTo>
                  <a:pt x="2252" y="224"/>
                </a:lnTo>
                <a:moveTo>
                  <a:pt x="2207" y="224"/>
                </a:moveTo>
                <a:lnTo>
                  <a:pt x="2185" y="224"/>
                </a:lnTo>
                <a:lnTo>
                  <a:pt x="2185" y="213"/>
                </a:lnTo>
                <a:lnTo>
                  <a:pt x="2207" y="213"/>
                </a:lnTo>
                <a:lnTo>
                  <a:pt x="2207" y="224"/>
                </a:lnTo>
                <a:moveTo>
                  <a:pt x="2163" y="224"/>
                </a:moveTo>
                <a:lnTo>
                  <a:pt x="2141" y="224"/>
                </a:lnTo>
                <a:lnTo>
                  <a:pt x="2141" y="213"/>
                </a:lnTo>
                <a:lnTo>
                  <a:pt x="2163" y="213"/>
                </a:lnTo>
                <a:lnTo>
                  <a:pt x="2163" y="224"/>
                </a:lnTo>
                <a:moveTo>
                  <a:pt x="2118" y="224"/>
                </a:moveTo>
                <a:lnTo>
                  <a:pt x="2096" y="224"/>
                </a:lnTo>
                <a:lnTo>
                  <a:pt x="2096" y="213"/>
                </a:lnTo>
                <a:lnTo>
                  <a:pt x="2118" y="213"/>
                </a:lnTo>
                <a:lnTo>
                  <a:pt x="2118" y="224"/>
                </a:lnTo>
                <a:moveTo>
                  <a:pt x="2074" y="224"/>
                </a:moveTo>
                <a:lnTo>
                  <a:pt x="2052" y="224"/>
                </a:lnTo>
                <a:lnTo>
                  <a:pt x="2052" y="213"/>
                </a:lnTo>
                <a:lnTo>
                  <a:pt x="2074" y="213"/>
                </a:lnTo>
                <a:lnTo>
                  <a:pt x="2074" y="224"/>
                </a:lnTo>
                <a:moveTo>
                  <a:pt x="2029" y="224"/>
                </a:moveTo>
                <a:lnTo>
                  <a:pt x="2007" y="224"/>
                </a:lnTo>
                <a:lnTo>
                  <a:pt x="2007" y="213"/>
                </a:lnTo>
                <a:lnTo>
                  <a:pt x="2029" y="213"/>
                </a:lnTo>
                <a:lnTo>
                  <a:pt x="2029" y="224"/>
                </a:lnTo>
                <a:moveTo>
                  <a:pt x="1985" y="224"/>
                </a:moveTo>
                <a:lnTo>
                  <a:pt x="1963" y="224"/>
                </a:lnTo>
                <a:lnTo>
                  <a:pt x="1963" y="213"/>
                </a:lnTo>
                <a:lnTo>
                  <a:pt x="1985" y="213"/>
                </a:lnTo>
                <a:lnTo>
                  <a:pt x="1985" y="224"/>
                </a:lnTo>
                <a:moveTo>
                  <a:pt x="1941" y="224"/>
                </a:moveTo>
                <a:lnTo>
                  <a:pt x="1918" y="224"/>
                </a:lnTo>
                <a:lnTo>
                  <a:pt x="1918" y="213"/>
                </a:lnTo>
                <a:lnTo>
                  <a:pt x="1941" y="213"/>
                </a:lnTo>
                <a:lnTo>
                  <a:pt x="1941" y="224"/>
                </a:lnTo>
                <a:moveTo>
                  <a:pt x="1896" y="224"/>
                </a:moveTo>
                <a:lnTo>
                  <a:pt x="1874" y="224"/>
                </a:lnTo>
                <a:lnTo>
                  <a:pt x="1874" y="213"/>
                </a:lnTo>
                <a:lnTo>
                  <a:pt x="1896" y="213"/>
                </a:lnTo>
                <a:lnTo>
                  <a:pt x="1896" y="224"/>
                </a:lnTo>
                <a:moveTo>
                  <a:pt x="1852" y="224"/>
                </a:moveTo>
                <a:lnTo>
                  <a:pt x="1830" y="224"/>
                </a:lnTo>
                <a:lnTo>
                  <a:pt x="1830" y="213"/>
                </a:lnTo>
                <a:lnTo>
                  <a:pt x="1852" y="213"/>
                </a:lnTo>
                <a:lnTo>
                  <a:pt x="1852" y="224"/>
                </a:lnTo>
                <a:moveTo>
                  <a:pt x="1807" y="224"/>
                </a:moveTo>
                <a:lnTo>
                  <a:pt x="1785" y="224"/>
                </a:lnTo>
                <a:lnTo>
                  <a:pt x="1785" y="213"/>
                </a:lnTo>
                <a:lnTo>
                  <a:pt x="1807" y="213"/>
                </a:lnTo>
                <a:lnTo>
                  <a:pt x="1807" y="224"/>
                </a:lnTo>
                <a:moveTo>
                  <a:pt x="1763" y="224"/>
                </a:moveTo>
                <a:lnTo>
                  <a:pt x="1741" y="224"/>
                </a:lnTo>
                <a:lnTo>
                  <a:pt x="1741" y="213"/>
                </a:lnTo>
                <a:lnTo>
                  <a:pt x="1763" y="213"/>
                </a:lnTo>
                <a:lnTo>
                  <a:pt x="1763" y="224"/>
                </a:lnTo>
                <a:moveTo>
                  <a:pt x="1718" y="224"/>
                </a:moveTo>
                <a:lnTo>
                  <a:pt x="1696" y="224"/>
                </a:lnTo>
                <a:lnTo>
                  <a:pt x="1696" y="213"/>
                </a:lnTo>
                <a:lnTo>
                  <a:pt x="1718" y="213"/>
                </a:lnTo>
                <a:lnTo>
                  <a:pt x="1718" y="224"/>
                </a:lnTo>
                <a:moveTo>
                  <a:pt x="1674" y="224"/>
                </a:moveTo>
                <a:lnTo>
                  <a:pt x="1652" y="224"/>
                </a:lnTo>
                <a:lnTo>
                  <a:pt x="1652" y="213"/>
                </a:lnTo>
                <a:lnTo>
                  <a:pt x="1674" y="213"/>
                </a:lnTo>
                <a:lnTo>
                  <a:pt x="1674" y="224"/>
                </a:lnTo>
                <a:moveTo>
                  <a:pt x="1630" y="224"/>
                </a:moveTo>
                <a:lnTo>
                  <a:pt x="1607" y="224"/>
                </a:lnTo>
                <a:lnTo>
                  <a:pt x="1607" y="213"/>
                </a:lnTo>
                <a:lnTo>
                  <a:pt x="1630" y="213"/>
                </a:lnTo>
                <a:lnTo>
                  <a:pt x="1630" y="224"/>
                </a:lnTo>
                <a:moveTo>
                  <a:pt x="1585" y="224"/>
                </a:moveTo>
                <a:lnTo>
                  <a:pt x="1563" y="224"/>
                </a:lnTo>
                <a:lnTo>
                  <a:pt x="1563" y="213"/>
                </a:lnTo>
                <a:lnTo>
                  <a:pt x="1585" y="213"/>
                </a:lnTo>
                <a:lnTo>
                  <a:pt x="1585" y="224"/>
                </a:lnTo>
                <a:moveTo>
                  <a:pt x="1541" y="224"/>
                </a:moveTo>
                <a:lnTo>
                  <a:pt x="1518" y="224"/>
                </a:lnTo>
                <a:lnTo>
                  <a:pt x="1518" y="213"/>
                </a:lnTo>
                <a:lnTo>
                  <a:pt x="1541" y="213"/>
                </a:lnTo>
                <a:lnTo>
                  <a:pt x="1541" y="224"/>
                </a:lnTo>
                <a:moveTo>
                  <a:pt x="1496" y="224"/>
                </a:moveTo>
                <a:lnTo>
                  <a:pt x="1474" y="224"/>
                </a:lnTo>
                <a:lnTo>
                  <a:pt x="1474" y="213"/>
                </a:lnTo>
                <a:lnTo>
                  <a:pt x="1496" y="213"/>
                </a:lnTo>
                <a:lnTo>
                  <a:pt x="1496" y="224"/>
                </a:lnTo>
                <a:moveTo>
                  <a:pt x="1452" y="224"/>
                </a:moveTo>
                <a:lnTo>
                  <a:pt x="1430" y="224"/>
                </a:lnTo>
                <a:lnTo>
                  <a:pt x="1430" y="213"/>
                </a:lnTo>
                <a:lnTo>
                  <a:pt x="1452" y="213"/>
                </a:lnTo>
                <a:lnTo>
                  <a:pt x="1452" y="224"/>
                </a:lnTo>
                <a:moveTo>
                  <a:pt x="1407" y="224"/>
                </a:moveTo>
                <a:lnTo>
                  <a:pt x="1385" y="224"/>
                </a:lnTo>
                <a:lnTo>
                  <a:pt x="1385" y="213"/>
                </a:lnTo>
                <a:lnTo>
                  <a:pt x="1407" y="213"/>
                </a:lnTo>
                <a:lnTo>
                  <a:pt x="1407" y="224"/>
                </a:lnTo>
                <a:moveTo>
                  <a:pt x="1363" y="224"/>
                </a:moveTo>
                <a:lnTo>
                  <a:pt x="1341" y="224"/>
                </a:lnTo>
                <a:lnTo>
                  <a:pt x="1341" y="213"/>
                </a:lnTo>
                <a:lnTo>
                  <a:pt x="1363" y="213"/>
                </a:lnTo>
                <a:lnTo>
                  <a:pt x="1363" y="224"/>
                </a:lnTo>
                <a:moveTo>
                  <a:pt x="1318" y="224"/>
                </a:moveTo>
                <a:lnTo>
                  <a:pt x="1296" y="224"/>
                </a:lnTo>
                <a:lnTo>
                  <a:pt x="1296" y="213"/>
                </a:lnTo>
                <a:lnTo>
                  <a:pt x="1318" y="213"/>
                </a:lnTo>
                <a:lnTo>
                  <a:pt x="1318" y="224"/>
                </a:lnTo>
                <a:moveTo>
                  <a:pt x="1274" y="224"/>
                </a:moveTo>
                <a:lnTo>
                  <a:pt x="1252" y="224"/>
                </a:lnTo>
                <a:lnTo>
                  <a:pt x="1252" y="213"/>
                </a:lnTo>
                <a:lnTo>
                  <a:pt x="1274" y="213"/>
                </a:lnTo>
                <a:lnTo>
                  <a:pt x="1274" y="224"/>
                </a:lnTo>
                <a:moveTo>
                  <a:pt x="1230" y="224"/>
                </a:moveTo>
                <a:lnTo>
                  <a:pt x="1207" y="224"/>
                </a:lnTo>
                <a:lnTo>
                  <a:pt x="1207" y="213"/>
                </a:lnTo>
                <a:lnTo>
                  <a:pt x="1230" y="213"/>
                </a:lnTo>
                <a:lnTo>
                  <a:pt x="1230" y="224"/>
                </a:lnTo>
                <a:moveTo>
                  <a:pt x="1185" y="224"/>
                </a:moveTo>
                <a:lnTo>
                  <a:pt x="1163" y="224"/>
                </a:lnTo>
                <a:lnTo>
                  <a:pt x="1163" y="213"/>
                </a:lnTo>
                <a:lnTo>
                  <a:pt x="1185" y="213"/>
                </a:lnTo>
                <a:lnTo>
                  <a:pt x="1185" y="224"/>
                </a:lnTo>
                <a:moveTo>
                  <a:pt x="1141" y="224"/>
                </a:moveTo>
                <a:lnTo>
                  <a:pt x="1118" y="224"/>
                </a:lnTo>
                <a:lnTo>
                  <a:pt x="1118" y="213"/>
                </a:lnTo>
                <a:lnTo>
                  <a:pt x="1141" y="213"/>
                </a:lnTo>
                <a:lnTo>
                  <a:pt x="1141" y="224"/>
                </a:lnTo>
                <a:moveTo>
                  <a:pt x="1096" y="224"/>
                </a:moveTo>
                <a:lnTo>
                  <a:pt x="1074" y="224"/>
                </a:lnTo>
                <a:lnTo>
                  <a:pt x="1074" y="213"/>
                </a:lnTo>
                <a:lnTo>
                  <a:pt x="1096" y="213"/>
                </a:lnTo>
                <a:lnTo>
                  <a:pt x="1096" y="224"/>
                </a:lnTo>
                <a:moveTo>
                  <a:pt x="1052" y="224"/>
                </a:moveTo>
                <a:lnTo>
                  <a:pt x="1030" y="224"/>
                </a:lnTo>
                <a:lnTo>
                  <a:pt x="1030" y="213"/>
                </a:lnTo>
                <a:lnTo>
                  <a:pt x="1052" y="213"/>
                </a:lnTo>
                <a:lnTo>
                  <a:pt x="1052" y="224"/>
                </a:lnTo>
                <a:moveTo>
                  <a:pt x="1007" y="224"/>
                </a:moveTo>
                <a:lnTo>
                  <a:pt x="985" y="224"/>
                </a:lnTo>
                <a:lnTo>
                  <a:pt x="985" y="213"/>
                </a:lnTo>
                <a:lnTo>
                  <a:pt x="1007" y="213"/>
                </a:lnTo>
                <a:lnTo>
                  <a:pt x="1007" y="224"/>
                </a:lnTo>
                <a:moveTo>
                  <a:pt x="963" y="224"/>
                </a:moveTo>
                <a:lnTo>
                  <a:pt x="940" y="224"/>
                </a:lnTo>
                <a:lnTo>
                  <a:pt x="940" y="213"/>
                </a:lnTo>
                <a:lnTo>
                  <a:pt x="963" y="213"/>
                </a:lnTo>
                <a:lnTo>
                  <a:pt x="963" y="224"/>
                </a:lnTo>
                <a:moveTo>
                  <a:pt x="917" y="224"/>
                </a:moveTo>
                <a:lnTo>
                  <a:pt x="895" y="224"/>
                </a:lnTo>
                <a:lnTo>
                  <a:pt x="895" y="213"/>
                </a:lnTo>
                <a:lnTo>
                  <a:pt x="917" y="213"/>
                </a:lnTo>
                <a:lnTo>
                  <a:pt x="917" y="224"/>
                </a:lnTo>
                <a:moveTo>
                  <a:pt x="873" y="224"/>
                </a:moveTo>
                <a:lnTo>
                  <a:pt x="851" y="224"/>
                </a:lnTo>
                <a:lnTo>
                  <a:pt x="851" y="213"/>
                </a:lnTo>
                <a:lnTo>
                  <a:pt x="873" y="213"/>
                </a:lnTo>
                <a:lnTo>
                  <a:pt x="873" y="224"/>
                </a:lnTo>
                <a:moveTo>
                  <a:pt x="829" y="224"/>
                </a:moveTo>
                <a:lnTo>
                  <a:pt x="806" y="224"/>
                </a:lnTo>
                <a:lnTo>
                  <a:pt x="806" y="213"/>
                </a:lnTo>
                <a:lnTo>
                  <a:pt x="829" y="213"/>
                </a:lnTo>
                <a:lnTo>
                  <a:pt x="829" y="224"/>
                </a:lnTo>
                <a:moveTo>
                  <a:pt x="784" y="224"/>
                </a:moveTo>
                <a:lnTo>
                  <a:pt x="762" y="224"/>
                </a:lnTo>
                <a:lnTo>
                  <a:pt x="762" y="213"/>
                </a:lnTo>
                <a:lnTo>
                  <a:pt x="784" y="213"/>
                </a:lnTo>
                <a:lnTo>
                  <a:pt x="784" y="224"/>
                </a:lnTo>
                <a:moveTo>
                  <a:pt x="740" y="224"/>
                </a:moveTo>
                <a:lnTo>
                  <a:pt x="717" y="224"/>
                </a:lnTo>
                <a:lnTo>
                  <a:pt x="717" y="213"/>
                </a:lnTo>
                <a:lnTo>
                  <a:pt x="740" y="213"/>
                </a:lnTo>
                <a:lnTo>
                  <a:pt x="740" y="224"/>
                </a:lnTo>
                <a:moveTo>
                  <a:pt x="695" y="224"/>
                </a:moveTo>
                <a:lnTo>
                  <a:pt x="673" y="224"/>
                </a:lnTo>
                <a:lnTo>
                  <a:pt x="673" y="213"/>
                </a:lnTo>
                <a:lnTo>
                  <a:pt x="695" y="213"/>
                </a:lnTo>
                <a:lnTo>
                  <a:pt x="695" y="224"/>
                </a:lnTo>
                <a:moveTo>
                  <a:pt x="651" y="224"/>
                </a:moveTo>
                <a:lnTo>
                  <a:pt x="629" y="224"/>
                </a:lnTo>
                <a:lnTo>
                  <a:pt x="629" y="213"/>
                </a:lnTo>
                <a:lnTo>
                  <a:pt x="651" y="213"/>
                </a:lnTo>
                <a:lnTo>
                  <a:pt x="651" y="224"/>
                </a:lnTo>
                <a:moveTo>
                  <a:pt x="606" y="224"/>
                </a:moveTo>
                <a:lnTo>
                  <a:pt x="584" y="224"/>
                </a:lnTo>
                <a:lnTo>
                  <a:pt x="584" y="213"/>
                </a:lnTo>
                <a:lnTo>
                  <a:pt x="606" y="213"/>
                </a:lnTo>
                <a:lnTo>
                  <a:pt x="606" y="224"/>
                </a:lnTo>
                <a:moveTo>
                  <a:pt x="562" y="224"/>
                </a:moveTo>
                <a:lnTo>
                  <a:pt x="540" y="224"/>
                </a:lnTo>
                <a:lnTo>
                  <a:pt x="540" y="213"/>
                </a:lnTo>
                <a:lnTo>
                  <a:pt x="562" y="213"/>
                </a:lnTo>
                <a:lnTo>
                  <a:pt x="562" y="224"/>
                </a:lnTo>
                <a:moveTo>
                  <a:pt x="518" y="224"/>
                </a:moveTo>
                <a:lnTo>
                  <a:pt x="495" y="224"/>
                </a:lnTo>
                <a:lnTo>
                  <a:pt x="495" y="213"/>
                </a:lnTo>
                <a:lnTo>
                  <a:pt x="518" y="213"/>
                </a:lnTo>
                <a:lnTo>
                  <a:pt x="518" y="224"/>
                </a:lnTo>
                <a:moveTo>
                  <a:pt x="473" y="224"/>
                </a:moveTo>
                <a:lnTo>
                  <a:pt x="451" y="224"/>
                </a:lnTo>
                <a:lnTo>
                  <a:pt x="451" y="213"/>
                </a:lnTo>
                <a:lnTo>
                  <a:pt x="473" y="213"/>
                </a:lnTo>
                <a:lnTo>
                  <a:pt x="473" y="224"/>
                </a:lnTo>
                <a:moveTo>
                  <a:pt x="429" y="224"/>
                </a:moveTo>
                <a:lnTo>
                  <a:pt x="406" y="224"/>
                </a:lnTo>
                <a:lnTo>
                  <a:pt x="406" y="213"/>
                </a:lnTo>
                <a:lnTo>
                  <a:pt x="429" y="213"/>
                </a:lnTo>
                <a:lnTo>
                  <a:pt x="429" y="224"/>
                </a:lnTo>
                <a:moveTo>
                  <a:pt x="384" y="224"/>
                </a:moveTo>
                <a:lnTo>
                  <a:pt x="362" y="224"/>
                </a:lnTo>
                <a:lnTo>
                  <a:pt x="362" y="213"/>
                </a:lnTo>
                <a:lnTo>
                  <a:pt x="384" y="213"/>
                </a:lnTo>
                <a:lnTo>
                  <a:pt x="384" y="224"/>
                </a:lnTo>
                <a:moveTo>
                  <a:pt x="340" y="224"/>
                </a:moveTo>
                <a:lnTo>
                  <a:pt x="318" y="224"/>
                </a:lnTo>
                <a:lnTo>
                  <a:pt x="318" y="213"/>
                </a:lnTo>
                <a:lnTo>
                  <a:pt x="340" y="213"/>
                </a:lnTo>
                <a:lnTo>
                  <a:pt x="340" y="224"/>
                </a:lnTo>
                <a:moveTo>
                  <a:pt x="295" y="224"/>
                </a:moveTo>
                <a:lnTo>
                  <a:pt x="273" y="224"/>
                </a:lnTo>
                <a:lnTo>
                  <a:pt x="273" y="213"/>
                </a:lnTo>
                <a:lnTo>
                  <a:pt x="295" y="213"/>
                </a:lnTo>
                <a:lnTo>
                  <a:pt x="295" y="224"/>
                </a:lnTo>
                <a:moveTo>
                  <a:pt x="251" y="224"/>
                </a:moveTo>
                <a:lnTo>
                  <a:pt x="229" y="224"/>
                </a:lnTo>
                <a:lnTo>
                  <a:pt x="229" y="213"/>
                </a:lnTo>
                <a:lnTo>
                  <a:pt x="251" y="213"/>
                </a:lnTo>
                <a:lnTo>
                  <a:pt x="251" y="224"/>
                </a:lnTo>
                <a:moveTo>
                  <a:pt x="206" y="224"/>
                </a:moveTo>
                <a:lnTo>
                  <a:pt x="184" y="224"/>
                </a:lnTo>
                <a:lnTo>
                  <a:pt x="184" y="213"/>
                </a:lnTo>
                <a:lnTo>
                  <a:pt x="206" y="213"/>
                </a:lnTo>
                <a:lnTo>
                  <a:pt x="206" y="224"/>
                </a:lnTo>
                <a:moveTo>
                  <a:pt x="162" y="224"/>
                </a:moveTo>
                <a:lnTo>
                  <a:pt x="140" y="224"/>
                </a:lnTo>
                <a:lnTo>
                  <a:pt x="140" y="213"/>
                </a:lnTo>
                <a:lnTo>
                  <a:pt x="162" y="213"/>
                </a:lnTo>
                <a:lnTo>
                  <a:pt x="162" y="224"/>
                </a:lnTo>
                <a:moveTo>
                  <a:pt x="118" y="224"/>
                </a:moveTo>
                <a:lnTo>
                  <a:pt x="105" y="224"/>
                </a:lnTo>
                <a:cubicBezTo>
                  <a:pt x="102" y="224"/>
                  <a:pt x="99" y="223"/>
                  <a:pt x="95" y="223"/>
                </a:cubicBezTo>
                <a:lnTo>
                  <a:pt x="96" y="212"/>
                </a:lnTo>
                <a:cubicBezTo>
                  <a:pt x="99" y="212"/>
                  <a:pt x="102" y="213"/>
                  <a:pt x="105" y="213"/>
                </a:cubicBezTo>
                <a:lnTo>
                  <a:pt x="118" y="213"/>
                </a:lnTo>
                <a:lnTo>
                  <a:pt x="118" y="224"/>
                </a:lnTo>
                <a:moveTo>
                  <a:pt x="72" y="218"/>
                </a:moveTo>
                <a:cubicBezTo>
                  <a:pt x="64" y="216"/>
                  <a:pt x="57" y="212"/>
                  <a:pt x="51" y="208"/>
                </a:cubicBezTo>
                <a:lnTo>
                  <a:pt x="56" y="199"/>
                </a:lnTo>
                <a:cubicBezTo>
                  <a:pt x="62" y="202"/>
                  <a:pt x="69" y="205"/>
                  <a:pt x="75" y="208"/>
                </a:cubicBezTo>
                <a:lnTo>
                  <a:pt x="72" y="218"/>
                </a:lnTo>
                <a:moveTo>
                  <a:pt x="32" y="194"/>
                </a:moveTo>
                <a:cubicBezTo>
                  <a:pt x="26" y="188"/>
                  <a:pt x="21" y="182"/>
                  <a:pt x="17" y="175"/>
                </a:cubicBezTo>
                <a:lnTo>
                  <a:pt x="26" y="169"/>
                </a:lnTo>
                <a:cubicBezTo>
                  <a:pt x="30" y="175"/>
                  <a:pt x="34" y="181"/>
                  <a:pt x="40" y="186"/>
                </a:cubicBezTo>
                <a:lnTo>
                  <a:pt x="32" y="194"/>
                </a:lnTo>
                <a:moveTo>
                  <a:pt x="6" y="154"/>
                </a:moveTo>
                <a:cubicBezTo>
                  <a:pt x="3" y="146"/>
                  <a:pt x="2" y="139"/>
                  <a:pt x="1" y="131"/>
                </a:cubicBezTo>
                <a:lnTo>
                  <a:pt x="12" y="129"/>
                </a:lnTo>
                <a:cubicBezTo>
                  <a:pt x="13" y="137"/>
                  <a:pt x="14" y="143"/>
                  <a:pt x="17" y="150"/>
                </a:cubicBezTo>
                <a:lnTo>
                  <a:pt x="6" y="154"/>
                </a:lnTo>
                <a:moveTo>
                  <a:pt x="0" y="108"/>
                </a:moveTo>
                <a:lnTo>
                  <a:pt x="0" y="107"/>
                </a:lnTo>
                <a:cubicBezTo>
                  <a:pt x="0" y="100"/>
                  <a:pt x="1" y="92"/>
                  <a:pt x="2" y="85"/>
                </a:cubicBezTo>
                <a:lnTo>
                  <a:pt x="13" y="88"/>
                </a:lnTo>
                <a:cubicBezTo>
                  <a:pt x="12" y="94"/>
                  <a:pt x="11" y="100"/>
                  <a:pt x="11" y="107"/>
                </a:cubicBezTo>
                <a:lnTo>
                  <a:pt x="11" y="108"/>
                </a:lnTo>
                <a:lnTo>
                  <a:pt x="0" y="108"/>
                </a:lnTo>
                <a:moveTo>
                  <a:pt x="9" y="63"/>
                </a:moveTo>
                <a:cubicBezTo>
                  <a:pt x="13" y="55"/>
                  <a:pt x="17" y="49"/>
                  <a:pt x="22" y="42"/>
                </a:cubicBezTo>
                <a:lnTo>
                  <a:pt x="30" y="49"/>
                </a:lnTo>
                <a:cubicBezTo>
                  <a:pt x="26" y="55"/>
                  <a:pt x="23" y="61"/>
                  <a:pt x="20" y="67"/>
                </a:cubicBezTo>
                <a:lnTo>
                  <a:pt x="9" y="63"/>
                </a:lnTo>
                <a:moveTo>
                  <a:pt x="38" y="24"/>
                </a:moveTo>
                <a:cubicBezTo>
                  <a:pt x="44" y="19"/>
                  <a:pt x="51" y="15"/>
                  <a:pt x="58" y="11"/>
                </a:cubicBezTo>
                <a:lnTo>
                  <a:pt x="63" y="21"/>
                </a:lnTo>
                <a:cubicBezTo>
                  <a:pt x="57" y="24"/>
                  <a:pt x="51" y="29"/>
                  <a:pt x="45" y="34"/>
                </a:cubicBezTo>
                <a:lnTo>
                  <a:pt x="38" y="24"/>
                </a:lnTo>
                <a:moveTo>
                  <a:pt x="80" y="3"/>
                </a:moveTo>
                <a:cubicBezTo>
                  <a:pt x="88" y="1"/>
                  <a:pt x="96" y="0"/>
                  <a:pt x="103" y="0"/>
                </a:cubicBezTo>
                <a:lnTo>
                  <a:pt x="104" y="11"/>
                </a:lnTo>
                <a:cubicBezTo>
                  <a:pt x="97" y="11"/>
                  <a:pt x="90" y="12"/>
                  <a:pt x="83" y="14"/>
                </a:cubicBezTo>
                <a:lnTo>
                  <a:pt x="80" y="3"/>
                </a:lnTo>
                <a:moveTo>
                  <a:pt x="105" y="0"/>
                </a:moveTo>
                <a:lnTo>
                  <a:pt x="128" y="0"/>
                </a:lnTo>
                <a:lnTo>
                  <a:pt x="128" y="11"/>
                </a:lnTo>
                <a:lnTo>
                  <a:pt x="105" y="11"/>
                </a:lnTo>
                <a:lnTo>
                  <a:pt x="105" y="0"/>
                </a:lnTo>
                <a:close/>
              </a:path>
            </a:pathLst>
          </a:custGeom>
          <a:solidFill>
            <a:srgbClr val="c8cc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3322440" y="1443240"/>
            <a:ext cx="6256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Onderwijscatalogus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1635480" y="1447200"/>
            <a:ext cx="6480" cy="204840"/>
          </a:xfrm>
          <a:custGeom>
            <a:avLst/>
            <a:gdLst/>
            <a:ahLst/>
            <a:rect l="0" t="0" r="r" b="b"/>
            <a:pathLst>
              <a:path w="18" h="569">
                <a:moveTo>
                  <a:pt x="18" y="0"/>
                </a:moveTo>
                <a:lnTo>
                  <a:pt x="18" y="33"/>
                </a:lnTo>
                <a:lnTo>
                  <a:pt x="0" y="33"/>
                </a:lnTo>
                <a:lnTo>
                  <a:pt x="0" y="0"/>
                </a:lnTo>
                <a:lnTo>
                  <a:pt x="18" y="0"/>
                </a:lnTo>
                <a:moveTo>
                  <a:pt x="18" y="67"/>
                </a:moveTo>
                <a:lnTo>
                  <a:pt x="18" y="100"/>
                </a:lnTo>
                <a:lnTo>
                  <a:pt x="0" y="100"/>
                </a:lnTo>
                <a:lnTo>
                  <a:pt x="0" y="67"/>
                </a:lnTo>
                <a:lnTo>
                  <a:pt x="18" y="67"/>
                </a:lnTo>
                <a:moveTo>
                  <a:pt x="18" y="133"/>
                </a:moveTo>
                <a:lnTo>
                  <a:pt x="18" y="167"/>
                </a:lnTo>
                <a:lnTo>
                  <a:pt x="0" y="167"/>
                </a:lnTo>
                <a:lnTo>
                  <a:pt x="0" y="133"/>
                </a:lnTo>
                <a:lnTo>
                  <a:pt x="18" y="133"/>
                </a:lnTo>
                <a:moveTo>
                  <a:pt x="18" y="200"/>
                </a:moveTo>
                <a:lnTo>
                  <a:pt x="18" y="234"/>
                </a:lnTo>
                <a:lnTo>
                  <a:pt x="0" y="234"/>
                </a:lnTo>
                <a:lnTo>
                  <a:pt x="0" y="200"/>
                </a:lnTo>
                <a:lnTo>
                  <a:pt x="18" y="200"/>
                </a:lnTo>
                <a:moveTo>
                  <a:pt x="18" y="268"/>
                </a:moveTo>
                <a:lnTo>
                  <a:pt x="18" y="302"/>
                </a:lnTo>
                <a:lnTo>
                  <a:pt x="0" y="302"/>
                </a:lnTo>
                <a:lnTo>
                  <a:pt x="0" y="268"/>
                </a:lnTo>
                <a:lnTo>
                  <a:pt x="18" y="268"/>
                </a:lnTo>
                <a:moveTo>
                  <a:pt x="18" y="335"/>
                </a:moveTo>
                <a:lnTo>
                  <a:pt x="18" y="368"/>
                </a:lnTo>
                <a:lnTo>
                  <a:pt x="0" y="368"/>
                </a:lnTo>
                <a:lnTo>
                  <a:pt x="0" y="335"/>
                </a:lnTo>
                <a:lnTo>
                  <a:pt x="18" y="335"/>
                </a:lnTo>
                <a:moveTo>
                  <a:pt x="18" y="402"/>
                </a:moveTo>
                <a:lnTo>
                  <a:pt x="18" y="435"/>
                </a:lnTo>
                <a:lnTo>
                  <a:pt x="0" y="435"/>
                </a:lnTo>
                <a:lnTo>
                  <a:pt x="0" y="402"/>
                </a:lnTo>
                <a:lnTo>
                  <a:pt x="18" y="402"/>
                </a:lnTo>
                <a:moveTo>
                  <a:pt x="18" y="469"/>
                </a:moveTo>
                <a:lnTo>
                  <a:pt x="18" y="502"/>
                </a:lnTo>
                <a:lnTo>
                  <a:pt x="0" y="502"/>
                </a:lnTo>
                <a:lnTo>
                  <a:pt x="0" y="469"/>
                </a:lnTo>
                <a:lnTo>
                  <a:pt x="18" y="469"/>
                </a:lnTo>
                <a:moveTo>
                  <a:pt x="18" y="536"/>
                </a:moveTo>
                <a:lnTo>
                  <a:pt x="18" y="569"/>
                </a:lnTo>
                <a:lnTo>
                  <a:pt x="0" y="569"/>
                </a:lnTo>
                <a:lnTo>
                  <a:pt x="0" y="536"/>
                </a:lnTo>
                <a:lnTo>
                  <a:pt x="18" y="536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719640" y="1679760"/>
            <a:ext cx="6120" cy="2009520"/>
          </a:xfrm>
          <a:custGeom>
            <a:avLst/>
            <a:gdLst/>
            <a:ahLst/>
            <a:rect l="0" t="0" r="r" b="b"/>
            <a:pathLst>
              <a:path w="17" h="5582">
                <a:moveTo>
                  <a:pt x="17" y="0"/>
                </a:moveTo>
                <a:lnTo>
                  <a:pt x="17" y="33"/>
                </a:lnTo>
                <a:lnTo>
                  <a:pt x="0" y="33"/>
                </a:lnTo>
                <a:lnTo>
                  <a:pt x="0" y="0"/>
                </a:lnTo>
                <a:lnTo>
                  <a:pt x="17" y="0"/>
                </a:lnTo>
                <a:moveTo>
                  <a:pt x="17" y="67"/>
                </a:moveTo>
                <a:lnTo>
                  <a:pt x="17" y="100"/>
                </a:lnTo>
                <a:lnTo>
                  <a:pt x="0" y="100"/>
                </a:lnTo>
                <a:lnTo>
                  <a:pt x="0" y="67"/>
                </a:lnTo>
                <a:lnTo>
                  <a:pt x="17" y="67"/>
                </a:lnTo>
                <a:moveTo>
                  <a:pt x="17" y="134"/>
                </a:moveTo>
                <a:lnTo>
                  <a:pt x="17" y="167"/>
                </a:lnTo>
                <a:lnTo>
                  <a:pt x="0" y="167"/>
                </a:lnTo>
                <a:lnTo>
                  <a:pt x="0" y="134"/>
                </a:lnTo>
                <a:lnTo>
                  <a:pt x="17" y="134"/>
                </a:lnTo>
                <a:moveTo>
                  <a:pt x="17" y="200"/>
                </a:moveTo>
                <a:lnTo>
                  <a:pt x="17" y="234"/>
                </a:lnTo>
                <a:lnTo>
                  <a:pt x="0" y="234"/>
                </a:lnTo>
                <a:lnTo>
                  <a:pt x="0" y="200"/>
                </a:lnTo>
                <a:lnTo>
                  <a:pt x="17" y="200"/>
                </a:lnTo>
                <a:moveTo>
                  <a:pt x="17" y="267"/>
                </a:moveTo>
                <a:lnTo>
                  <a:pt x="17" y="301"/>
                </a:lnTo>
                <a:lnTo>
                  <a:pt x="0" y="301"/>
                </a:lnTo>
                <a:lnTo>
                  <a:pt x="0" y="267"/>
                </a:lnTo>
                <a:lnTo>
                  <a:pt x="17" y="267"/>
                </a:lnTo>
                <a:moveTo>
                  <a:pt x="17" y="334"/>
                </a:moveTo>
                <a:lnTo>
                  <a:pt x="17" y="368"/>
                </a:lnTo>
                <a:lnTo>
                  <a:pt x="0" y="368"/>
                </a:lnTo>
                <a:lnTo>
                  <a:pt x="0" y="334"/>
                </a:lnTo>
                <a:lnTo>
                  <a:pt x="17" y="334"/>
                </a:lnTo>
                <a:moveTo>
                  <a:pt x="17" y="401"/>
                </a:moveTo>
                <a:lnTo>
                  <a:pt x="17" y="434"/>
                </a:lnTo>
                <a:lnTo>
                  <a:pt x="0" y="434"/>
                </a:lnTo>
                <a:lnTo>
                  <a:pt x="0" y="401"/>
                </a:lnTo>
                <a:lnTo>
                  <a:pt x="17" y="401"/>
                </a:lnTo>
                <a:moveTo>
                  <a:pt x="17" y="468"/>
                </a:moveTo>
                <a:lnTo>
                  <a:pt x="17" y="501"/>
                </a:lnTo>
                <a:lnTo>
                  <a:pt x="0" y="501"/>
                </a:lnTo>
                <a:lnTo>
                  <a:pt x="0" y="468"/>
                </a:lnTo>
                <a:lnTo>
                  <a:pt x="17" y="468"/>
                </a:lnTo>
                <a:moveTo>
                  <a:pt x="17" y="535"/>
                </a:moveTo>
                <a:lnTo>
                  <a:pt x="17" y="568"/>
                </a:lnTo>
                <a:lnTo>
                  <a:pt x="0" y="568"/>
                </a:lnTo>
                <a:lnTo>
                  <a:pt x="0" y="535"/>
                </a:lnTo>
                <a:lnTo>
                  <a:pt x="17" y="535"/>
                </a:lnTo>
                <a:moveTo>
                  <a:pt x="17" y="601"/>
                </a:moveTo>
                <a:lnTo>
                  <a:pt x="17" y="635"/>
                </a:lnTo>
                <a:lnTo>
                  <a:pt x="0" y="635"/>
                </a:lnTo>
                <a:lnTo>
                  <a:pt x="0" y="601"/>
                </a:lnTo>
                <a:lnTo>
                  <a:pt x="17" y="601"/>
                </a:lnTo>
                <a:moveTo>
                  <a:pt x="17" y="668"/>
                </a:moveTo>
                <a:lnTo>
                  <a:pt x="17" y="702"/>
                </a:lnTo>
                <a:lnTo>
                  <a:pt x="0" y="702"/>
                </a:lnTo>
                <a:lnTo>
                  <a:pt x="0" y="668"/>
                </a:lnTo>
                <a:lnTo>
                  <a:pt x="17" y="668"/>
                </a:lnTo>
                <a:moveTo>
                  <a:pt x="17" y="735"/>
                </a:moveTo>
                <a:lnTo>
                  <a:pt x="17" y="769"/>
                </a:lnTo>
                <a:lnTo>
                  <a:pt x="0" y="769"/>
                </a:lnTo>
                <a:lnTo>
                  <a:pt x="0" y="735"/>
                </a:lnTo>
                <a:lnTo>
                  <a:pt x="17" y="735"/>
                </a:lnTo>
                <a:moveTo>
                  <a:pt x="17" y="802"/>
                </a:moveTo>
                <a:lnTo>
                  <a:pt x="17" y="835"/>
                </a:lnTo>
                <a:lnTo>
                  <a:pt x="0" y="835"/>
                </a:lnTo>
                <a:lnTo>
                  <a:pt x="0" y="802"/>
                </a:lnTo>
                <a:lnTo>
                  <a:pt x="17" y="802"/>
                </a:lnTo>
                <a:moveTo>
                  <a:pt x="17" y="869"/>
                </a:moveTo>
                <a:lnTo>
                  <a:pt x="17" y="902"/>
                </a:lnTo>
                <a:lnTo>
                  <a:pt x="0" y="902"/>
                </a:lnTo>
                <a:lnTo>
                  <a:pt x="0" y="869"/>
                </a:lnTo>
                <a:lnTo>
                  <a:pt x="17" y="869"/>
                </a:lnTo>
                <a:moveTo>
                  <a:pt x="17" y="936"/>
                </a:moveTo>
                <a:lnTo>
                  <a:pt x="17" y="969"/>
                </a:lnTo>
                <a:lnTo>
                  <a:pt x="0" y="969"/>
                </a:lnTo>
                <a:lnTo>
                  <a:pt x="0" y="936"/>
                </a:lnTo>
                <a:lnTo>
                  <a:pt x="17" y="936"/>
                </a:lnTo>
                <a:moveTo>
                  <a:pt x="17" y="1003"/>
                </a:moveTo>
                <a:lnTo>
                  <a:pt x="17" y="1036"/>
                </a:lnTo>
                <a:lnTo>
                  <a:pt x="0" y="1036"/>
                </a:lnTo>
                <a:lnTo>
                  <a:pt x="0" y="1003"/>
                </a:lnTo>
                <a:lnTo>
                  <a:pt x="17" y="1003"/>
                </a:lnTo>
                <a:moveTo>
                  <a:pt x="17" y="1069"/>
                </a:moveTo>
                <a:lnTo>
                  <a:pt x="17" y="1103"/>
                </a:lnTo>
                <a:lnTo>
                  <a:pt x="0" y="1103"/>
                </a:lnTo>
                <a:lnTo>
                  <a:pt x="0" y="1069"/>
                </a:lnTo>
                <a:lnTo>
                  <a:pt x="17" y="1069"/>
                </a:lnTo>
                <a:moveTo>
                  <a:pt x="17" y="1136"/>
                </a:moveTo>
                <a:lnTo>
                  <a:pt x="17" y="1170"/>
                </a:lnTo>
                <a:lnTo>
                  <a:pt x="0" y="1170"/>
                </a:lnTo>
                <a:lnTo>
                  <a:pt x="0" y="1136"/>
                </a:lnTo>
                <a:lnTo>
                  <a:pt x="17" y="1136"/>
                </a:lnTo>
                <a:moveTo>
                  <a:pt x="17" y="1203"/>
                </a:moveTo>
                <a:lnTo>
                  <a:pt x="17" y="1236"/>
                </a:lnTo>
                <a:lnTo>
                  <a:pt x="0" y="1236"/>
                </a:lnTo>
                <a:lnTo>
                  <a:pt x="0" y="1203"/>
                </a:lnTo>
                <a:lnTo>
                  <a:pt x="17" y="1203"/>
                </a:lnTo>
                <a:moveTo>
                  <a:pt x="17" y="1270"/>
                </a:moveTo>
                <a:lnTo>
                  <a:pt x="17" y="1303"/>
                </a:lnTo>
                <a:lnTo>
                  <a:pt x="0" y="1303"/>
                </a:lnTo>
                <a:lnTo>
                  <a:pt x="0" y="1270"/>
                </a:lnTo>
                <a:lnTo>
                  <a:pt x="17" y="1270"/>
                </a:lnTo>
                <a:moveTo>
                  <a:pt x="17" y="1337"/>
                </a:moveTo>
                <a:lnTo>
                  <a:pt x="17" y="1370"/>
                </a:lnTo>
                <a:lnTo>
                  <a:pt x="0" y="1370"/>
                </a:lnTo>
                <a:lnTo>
                  <a:pt x="0" y="1337"/>
                </a:lnTo>
                <a:lnTo>
                  <a:pt x="17" y="1337"/>
                </a:lnTo>
                <a:moveTo>
                  <a:pt x="17" y="1404"/>
                </a:moveTo>
                <a:lnTo>
                  <a:pt x="17" y="1437"/>
                </a:lnTo>
                <a:lnTo>
                  <a:pt x="0" y="1437"/>
                </a:lnTo>
                <a:lnTo>
                  <a:pt x="0" y="1404"/>
                </a:lnTo>
                <a:lnTo>
                  <a:pt x="17" y="1404"/>
                </a:lnTo>
                <a:moveTo>
                  <a:pt x="17" y="1470"/>
                </a:moveTo>
                <a:lnTo>
                  <a:pt x="17" y="1504"/>
                </a:lnTo>
                <a:lnTo>
                  <a:pt x="0" y="1504"/>
                </a:lnTo>
                <a:lnTo>
                  <a:pt x="0" y="1470"/>
                </a:lnTo>
                <a:lnTo>
                  <a:pt x="17" y="1470"/>
                </a:lnTo>
                <a:moveTo>
                  <a:pt x="17" y="1537"/>
                </a:moveTo>
                <a:lnTo>
                  <a:pt x="17" y="1571"/>
                </a:lnTo>
                <a:lnTo>
                  <a:pt x="0" y="1571"/>
                </a:lnTo>
                <a:lnTo>
                  <a:pt x="0" y="1537"/>
                </a:lnTo>
                <a:lnTo>
                  <a:pt x="17" y="1537"/>
                </a:lnTo>
                <a:moveTo>
                  <a:pt x="17" y="1604"/>
                </a:moveTo>
                <a:lnTo>
                  <a:pt x="17" y="1638"/>
                </a:lnTo>
                <a:lnTo>
                  <a:pt x="0" y="1638"/>
                </a:lnTo>
                <a:lnTo>
                  <a:pt x="0" y="1604"/>
                </a:lnTo>
                <a:lnTo>
                  <a:pt x="17" y="1604"/>
                </a:lnTo>
                <a:moveTo>
                  <a:pt x="17" y="1671"/>
                </a:moveTo>
                <a:lnTo>
                  <a:pt x="17" y="1704"/>
                </a:lnTo>
                <a:lnTo>
                  <a:pt x="0" y="1704"/>
                </a:lnTo>
                <a:lnTo>
                  <a:pt x="0" y="1671"/>
                </a:lnTo>
                <a:lnTo>
                  <a:pt x="17" y="1671"/>
                </a:lnTo>
                <a:moveTo>
                  <a:pt x="17" y="1738"/>
                </a:moveTo>
                <a:lnTo>
                  <a:pt x="17" y="1771"/>
                </a:lnTo>
                <a:lnTo>
                  <a:pt x="0" y="1771"/>
                </a:lnTo>
                <a:lnTo>
                  <a:pt x="0" y="1738"/>
                </a:lnTo>
                <a:lnTo>
                  <a:pt x="17" y="1738"/>
                </a:lnTo>
                <a:moveTo>
                  <a:pt x="17" y="1805"/>
                </a:moveTo>
                <a:lnTo>
                  <a:pt x="17" y="1838"/>
                </a:lnTo>
                <a:lnTo>
                  <a:pt x="0" y="1838"/>
                </a:lnTo>
                <a:lnTo>
                  <a:pt x="0" y="1805"/>
                </a:lnTo>
                <a:lnTo>
                  <a:pt x="17" y="1805"/>
                </a:lnTo>
                <a:moveTo>
                  <a:pt x="17" y="1871"/>
                </a:moveTo>
                <a:lnTo>
                  <a:pt x="17" y="1905"/>
                </a:lnTo>
                <a:lnTo>
                  <a:pt x="0" y="1905"/>
                </a:lnTo>
                <a:lnTo>
                  <a:pt x="0" y="1871"/>
                </a:lnTo>
                <a:lnTo>
                  <a:pt x="17" y="1871"/>
                </a:lnTo>
                <a:moveTo>
                  <a:pt x="17" y="1938"/>
                </a:moveTo>
                <a:lnTo>
                  <a:pt x="17" y="1972"/>
                </a:lnTo>
                <a:lnTo>
                  <a:pt x="0" y="1972"/>
                </a:lnTo>
                <a:lnTo>
                  <a:pt x="0" y="1938"/>
                </a:lnTo>
                <a:lnTo>
                  <a:pt x="17" y="1938"/>
                </a:lnTo>
                <a:moveTo>
                  <a:pt x="17" y="2005"/>
                </a:moveTo>
                <a:lnTo>
                  <a:pt x="17" y="2039"/>
                </a:lnTo>
                <a:lnTo>
                  <a:pt x="0" y="2039"/>
                </a:lnTo>
                <a:lnTo>
                  <a:pt x="0" y="2005"/>
                </a:lnTo>
                <a:lnTo>
                  <a:pt x="17" y="2005"/>
                </a:lnTo>
                <a:moveTo>
                  <a:pt x="17" y="2072"/>
                </a:moveTo>
                <a:lnTo>
                  <a:pt x="17" y="2105"/>
                </a:lnTo>
                <a:lnTo>
                  <a:pt x="0" y="2105"/>
                </a:lnTo>
                <a:lnTo>
                  <a:pt x="0" y="2072"/>
                </a:lnTo>
                <a:lnTo>
                  <a:pt x="17" y="2072"/>
                </a:lnTo>
                <a:moveTo>
                  <a:pt x="17" y="2139"/>
                </a:moveTo>
                <a:lnTo>
                  <a:pt x="17" y="2172"/>
                </a:lnTo>
                <a:lnTo>
                  <a:pt x="0" y="2172"/>
                </a:lnTo>
                <a:lnTo>
                  <a:pt x="0" y="2139"/>
                </a:lnTo>
                <a:lnTo>
                  <a:pt x="17" y="2139"/>
                </a:lnTo>
                <a:moveTo>
                  <a:pt x="17" y="2206"/>
                </a:moveTo>
                <a:lnTo>
                  <a:pt x="17" y="2239"/>
                </a:lnTo>
                <a:lnTo>
                  <a:pt x="0" y="2239"/>
                </a:lnTo>
                <a:lnTo>
                  <a:pt x="0" y="2206"/>
                </a:lnTo>
                <a:lnTo>
                  <a:pt x="17" y="2206"/>
                </a:lnTo>
                <a:moveTo>
                  <a:pt x="17" y="2273"/>
                </a:moveTo>
                <a:lnTo>
                  <a:pt x="17" y="2306"/>
                </a:lnTo>
                <a:lnTo>
                  <a:pt x="0" y="2306"/>
                </a:lnTo>
                <a:lnTo>
                  <a:pt x="0" y="2273"/>
                </a:lnTo>
                <a:lnTo>
                  <a:pt x="17" y="2273"/>
                </a:lnTo>
                <a:moveTo>
                  <a:pt x="17" y="2339"/>
                </a:moveTo>
                <a:lnTo>
                  <a:pt x="17" y="2373"/>
                </a:lnTo>
                <a:lnTo>
                  <a:pt x="0" y="2373"/>
                </a:lnTo>
                <a:lnTo>
                  <a:pt x="0" y="2339"/>
                </a:lnTo>
                <a:lnTo>
                  <a:pt x="17" y="2339"/>
                </a:lnTo>
                <a:moveTo>
                  <a:pt x="17" y="2406"/>
                </a:moveTo>
                <a:lnTo>
                  <a:pt x="17" y="2440"/>
                </a:lnTo>
                <a:lnTo>
                  <a:pt x="0" y="2440"/>
                </a:lnTo>
                <a:lnTo>
                  <a:pt x="0" y="2406"/>
                </a:lnTo>
                <a:lnTo>
                  <a:pt x="17" y="2406"/>
                </a:lnTo>
                <a:moveTo>
                  <a:pt x="17" y="2473"/>
                </a:moveTo>
                <a:lnTo>
                  <a:pt x="17" y="2506"/>
                </a:lnTo>
                <a:lnTo>
                  <a:pt x="0" y="2506"/>
                </a:lnTo>
                <a:lnTo>
                  <a:pt x="0" y="2473"/>
                </a:lnTo>
                <a:lnTo>
                  <a:pt x="17" y="2473"/>
                </a:lnTo>
                <a:moveTo>
                  <a:pt x="17" y="2540"/>
                </a:moveTo>
                <a:lnTo>
                  <a:pt x="17" y="2573"/>
                </a:lnTo>
                <a:lnTo>
                  <a:pt x="0" y="2573"/>
                </a:lnTo>
                <a:lnTo>
                  <a:pt x="0" y="2540"/>
                </a:lnTo>
                <a:lnTo>
                  <a:pt x="17" y="2540"/>
                </a:lnTo>
                <a:moveTo>
                  <a:pt x="17" y="2607"/>
                </a:moveTo>
                <a:lnTo>
                  <a:pt x="17" y="2640"/>
                </a:lnTo>
                <a:lnTo>
                  <a:pt x="0" y="2640"/>
                </a:lnTo>
                <a:lnTo>
                  <a:pt x="0" y="2607"/>
                </a:lnTo>
                <a:lnTo>
                  <a:pt x="17" y="2607"/>
                </a:lnTo>
                <a:moveTo>
                  <a:pt x="17" y="2674"/>
                </a:moveTo>
                <a:lnTo>
                  <a:pt x="17" y="2707"/>
                </a:lnTo>
                <a:lnTo>
                  <a:pt x="0" y="2707"/>
                </a:lnTo>
                <a:lnTo>
                  <a:pt x="0" y="2674"/>
                </a:lnTo>
                <a:lnTo>
                  <a:pt x="17" y="2674"/>
                </a:lnTo>
                <a:moveTo>
                  <a:pt x="17" y="2740"/>
                </a:moveTo>
                <a:lnTo>
                  <a:pt x="17" y="2774"/>
                </a:lnTo>
                <a:lnTo>
                  <a:pt x="0" y="2774"/>
                </a:lnTo>
                <a:lnTo>
                  <a:pt x="0" y="2740"/>
                </a:lnTo>
                <a:lnTo>
                  <a:pt x="17" y="2740"/>
                </a:lnTo>
                <a:moveTo>
                  <a:pt x="17" y="2807"/>
                </a:moveTo>
                <a:lnTo>
                  <a:pt x="17" y="2841"/>
                </a:lnTo>
                <a:lnTo>
                  <a:pt x="0" y="2841"/>
                </a:lnTo>
                <a:lnTo>
                  <a:pt x="0" y="2807"/>
                </a:lnTo>
                <a:lnTo>
                  <a:pt x="17" y="2807"/>
                </a:lnTo>
                <a:moveTo>
                  <a:pt x="17" y="2874"/>
                </a:moveTo>
                <a:lnTo>
                  <a:pt x="17" y="2908"/>
                </a:lnTo>
                <a:lnTo>
                  <a:pt x="0" y="2908"/>
                </a:lnTo>
                <a:lnTo>
                  <a:pt x="0" y="2874"/>
                </a:lnTo>
                <a:lnTo>
                  <a:pt x="17" y="2874"/>
                </a:lnTo>
                <a:moveTo>
                  <a:pt x="17" y="2941"/>
                </a:moveTo>
                <a:lnTo>
                  <a:pt x="17" y="2974"/>
                </a:lnTo>
                <a:lnTo>
                  <a:pt x="0" y="2974"/>
                </a:lnTo>
                <a:lnTo>
                  <a:pt x="0" y="2941"/>
                </a:lnTo>
                <a:lnTo>
                  <a:pt x="17" y="2941"/>
                </a:lnTo>
                <a:moveTo>
                  <a:pt x="17" y="3008"/>
                </a:moveTo>
                <a:lnTo>
                  <a:pt x="17" y="3041"/>
                </a:lnTo>
                <a:lnTo>
                  <a:pt x="0" y="3041"/>
                </a:lnTo>
                <a:lnTo>
                  <a:pt x="0" y="3008"/>
                </a:lnTo>
                <a:lnTo>
                  <a:pt x="17" y="3008"/>
                </a:lnTo>
                <a:moveTo>
                  <a:pt x="17" y="3075"/>
                </a:moveTo>
                <a:lnTo>
                  <a:pt x="17" y="3108"/>
                </a:lnTo>
                <a:lnTo>
                  <a:pt x="0" y="3108"/>
                </a:lnTo>
                <a:lnTo>
                  <a:pt x="0" y="3075"/>
                </a:lnTo>
                <a:lnTo>
                  <a:pt x="17" y="3075"/>
                </a:lnTo>
                <a:moveTo>
                  <a:pt x="17" y="3141"/>
                </a:moveTo>
                <a:lnTo>
                  <a:pt x="17" y="3175"/>
                </a:lnTo>
                <a:lnTo>
                  <a:pt x="0" y="3175"/>
                </a:lnTo>
                <a:lnTo>
                  <a:pt x="0" y="3141"/>
                </a:lnTo>
                <a:lnTo>
                  <a:pt x="17" y="3141"/>
                </a:lnTo>
                <a:moveTo>
                  <a:pt x="17" y="3208"/>
                </a:moveTo>
                <a:lnTo>
                  <a:pt x="17" y="3242"/>
                </a:lnTo>
                <a:lnTo>
                  <a:pt x="0" y="3242"/>
                </a:lnTo>
                <a:lnTo>
                  <a:pt x="0" y="3208"/>
                </a:lnTo>
                <a:lnTo>
                  <a:pt x="17" y="3208"/>
                </a:lnTo>
                <a:moveTo>
                  <a:pt x="17" y="3275"/>
                </a:moveTo>
                <a:lnTo>
                  <a:pt x="17" y="3309"/>
                </a:lnTo>
                <a:lnTo>
                  <a:pt x="0" y="3309"/>
                </a:lnTo>
                <a:lnTo>
                  <a:pt x="0" y="3275"/>
                </a:lnTo>
                <a:lnTo>
                  <a:pt x="17" y="3275"/>
                </a:lnTo>
                <a:moveTo>
                  <a:pt x="17" y="3342"/>
                </a:moveTo>
                <a:lnTo>
                  <a:pt x="17" y="3375"/>
                </a:lnTo>
                <a:lnTo>
                  <a:pt x="0" y="3375"/>
                </a:lnTo>
                <a:lnTo>
                  <a:pt x="0" y="3342"/>
                </a:lnTo>
                <a:lnTo>
                  <a:pt x="17" y="3342"/>
                </a:lnTo>
                <a:moveTo>
                  <a:pt x="17" y="3409"/>
                </a:moveTo>
                <a:lnTo>
                  <a:pt x="17" y="3442"/>
                </a:lnTo>
                <a:lnTo>
                  <a:pt x="0" y="3442"/>
                </a:lnTo>
                <a:lnTo>
                  <a:pt x="0" y="3409"/>
                </a:lnTo>
                <a:lnTo>
                  <a:pt x="17" y="3409"/>
                </a:lnTo>
                <a:moveTo>
                  <a:pt x="17" y="3476"/>
                </a:moveTo>
                <a:lnTo>
                  <a:pt x="17" y="3509"/>
                </a:lnTo>
                <a:lnTo>
                  <a:pt x="0" y="3509"/>
                </a:lnTo>
                <a:lnTo>
                  <a:pt x="0" y="3476"/>
                </a:lnTo>
                <a:lnTo>
                  <a:pt x="17" y="3476"/>
                </a:lnTo>
                <a:moveTo>
                  <a:pt x="17" y="3543"/>
                </a:moveTo>
                <a:lnTo>
                  <a:pt x="17" y="3576"/>
                </a:lnTo>
                <a:lnTo>
                  <a:pt x="0" y="3576"/>
                </a:lnTo>
                <a:lnTo>
                  <a:pt x="0" y="3543"/>
                </a:lnTo>
                <a:lnTo>
                  <a:pt x="17" y="3543"/>
                </a:lnTo>
                <a:moveTo>
                  <a:pt x="17" y="3609"/>
                </a:moveTo>
                <a:lnTo>
                  <a:pt x="17" y="3643"/>
                </a:lnTo>
                <a:lnTo>
                  <a:pt x="0" y="3643"/>
                </a:lnTo>
                <a:lnTo>
                  <a:pt x="0" y="3609"/>
                </a:lnTo>
                <a:lnTo>
                  <a:pt x="17" y="3609"/>
                </a:lnTo>
                <a:moveTo>
                  <a:pt x="17" y="3676"/>
                </a:moveTo>
                <a:lnTo>
                  <a:pt x="17" y="3711"/>
                </a:lnTo>
                <a:lnTo>
                  <a:pt x="0" y="3711"/>
                </a:lnTo>
                <a:lnTo>
                  <a:pt x="0" y="3676"/>
                </a:lnTo>
                <a:lnTo>
                  <a:pt x="17" y="3676"/>
                </a:lnTo>
                <a:moveTo>
                  <a:pt x="17" y="3744"/>
                </a:moveTo>
                <a:lnTo>
                  <a:pt x="17" y="3777"/>
                </a:lnTo>
                <a:lnTo>
                  <a:pt x="0" y="3777"/>
                </a:lnTo>
                <a:lnTo>
                  <a:pt x="0" y="3744"/>
                </a:lnTo>
                <a:lnTo>
                  <a:pt x="17" y="3744"/>
                </a:lnTo>
                <a:moveTo>
                  <a:pt x="17" y="3811"/>
                </a:moveTo>
                <a:lnTo>
                  <a:pt x="17" y="3844"/>
                </a:lnTo>
                <a:lnTo>
                  <a:pt x="0" y="3844"/>
                </a:lnTo>
                <a:lnTo>
                  <a:pt x="0" y="3811"/>
                </a:lnTo>
                <a:lnTo>
                  <a:pt x="17" y="3811"/>
                </a:lnTo>
                <a:moveTo>
                  <a:pt x="17" y="3878"/>
                </a:moveTo>
                <a:lnTo>
                  <a:pt x="17" y="3911"/>
                </a:lnTo>
                <a:lnTo>
                  <a:pt x="0" y="3911"/>
                </a:lnTo>
                <a:lnTo>
                  <a:pt x="0" y="3878"/>
                </a:lnTo>
                <a:lnTo>
                  <a:pt x="17" y="3878"/>
                </a:lnTo>
                <a:moveTo>
                  <a:pt x="17" y="3945"/>
                </a:moveTo>
                <a:lnTo>
                  <a:pt x="17" y="3978"/>
                </a:lnTo>
                <a:lnTo>
                  <a:pt x="0" y="3978"/>
                </a:lnTo>
                <a:lnTo>
                  <a:pt x="0" y="3945"/>
                </a:lnTo>
                <a:lnTo>
                  <a:pt x="17" y="3945"/>
                </a:lnTo>
                <a:moveTo>
                  <a:pt x="17" y="4011"/>
                </a:moveTo>
                <a:lnTo>
                  <a:pt x="17" y="4045"/>
                </a:lnTo>
                <a:lnTo>
                  <a:pt x="0" y="4045"/>
                </a:lnTo>
                <a:lnTo>
                  <a:pt x="0" y="4011"/>
                </a:lnTo>
                <a:lnTo>
                  <a:pt x="17" y="4011"/>
                </a:lnTo>
                <a:moveTo>
                  <a:pt x="17" y="4078"/>
                </a:moveTo>
                <a:lnTo>
                  <a:pt x="17" y="4112"/>
                </a:lnTo>
                <a:lnTo>
                  <a:pt x="0" y="4112"/>
                </a:lnTo>
                <a:lnTo>
                  <a:pt x="0" y="4078"/>
                </a:lnTo>
                <a:lnTo>
                  <a:pt x="17" y="4078"/>
                </a:lnTo>
                <a:moveTo>
                  <a:pt x="17" y="4145"/>
                </a:moveTo>
                <a:lnTo>
                  <a:pt x="17" y="4179"/>
                </a:lnTo>
                <a:lnTo>
                  <a:pt x="0" y="4179"/>
                </a:lnTo>
                <a:lnTo>
                  <a:pt x="0" y="4145"/>
                </a:lnTo>
                <a:lnTo>
                  <a:pt x="17" y="4145"/>
                </a:lnTo>
                <a:moveTo>
                  <a:pt x="17" y="4212"/>
                </a:moveTo>
                <a:lnTo>
                  <a:pt x="17" y="4245"/>
                </a:lnTo>
                <a:lnTo>
                  <a:pt x="0" y="4245"/>
                </a:lnTo>
                <a:lnTo>
                  <a:pt x="0" y="4212"/>
                </a:lnTo>
                <a:lnTo>
                  <a:pt x="17" y="4212"/>
                </a:lnTo>
                <a:moveTo>
                  <a:pt x="17" y="4279"/>
                </a:moveTo>
                <a:lnTo>
                  <a:pt x="17" y="4312"/>
                </a:lnTo>
                <a:lnTo>
                  <a:pt x="0" y="4312"/>
                </a:lnTo>
                <a:lnTo>
                  <a:pt x="0" y="4279"/>
                </a:lnTo>
                <a:lnTo>
                  <a:pt x="17" y="4279"/>
                </a:lnTo>
                <a:moveTo>
                  <a:pt x="17" y="4346"/>
                </a:moveTo>
                <a:lnTo>
                  <a:pt x="17" y="4379"/>
                </a:lnTo>
                <a:lnTo>
                  <a:pt x="0" y="4379"/>
                </a:lnTo>
                <a:lnTo>
                  <a:pt x="0" y="4346"/>
                </a:lnTo>
                <a:lnTo>
                  <a:pt x="17" y="4346"/>
                </a:lnTo>
                <a:moveTo>
                  <a:pt x="17" y="4412"/>
                </a:moveTo>
                <a:lnTo>
                  <a:pt x="17" y="4446"/>
                </a:lnTo>
                <a:lnTo>
                  <a:pt x="0" y="4446"/>
                </a:lnTo>
                <a:lnTo>
                  <a:pt x="0" y="4412"/>
                </a:lnTo>
                <a:lnTo>
                  <a:pt x="17" y="4412"/>
                </a:lnTo>
                <a:moveTo>
                  <a:pt x="17" y="4479"/>
                </a:moveTo>
                <a:lnTo>
                  <a:pt x="17" y="4513"/>
                </a:lnTo>
                <a:lnTo>
                  <a:pt x="0" y="4513"/>
                </a:lnTo>
                <a:lnTo>
                  <a:pt x="0" y="4479"/>
                </a:lnTo>
                <a:lnTo>
                  <a:pt x="17" y="4479"/>
                </a:lnTo>
                <a:moveTo>
                  <a:pt x="17" y="4546"/>
                </a:moveTo>
                <a:lnTo>
                  <a:pt x="17" y="4580"/>
                </a:lnTo>
                <a:lnTo>
                  <a:pt x="0" y="4580"/>
                </a:lnTo>
                <a:lnTo>
                  <a:pt x="0" y="4546"/>
                </a:lnTo>
                <a:lnTo>
                  <a:pt x="17" y="4546"/>
                </a:lnTo>
                <a:moveTo>
                  <a:pt x="17" y="4613"/>
                </a:moveTo>
                <a:lnTo>
                  <a:pt x="17" y="4646"/>
                </a:lnTo>
                <a:lnTo>
                  <a:pt x="0" y="4646"/>
                </a:lnTo>
                <a:lnTo>
                  <a:pt x="0" y="4613"/>
                </a:lnTo>
                <a:lnTo>
                  <a:pt x="17" y="4613"/>
                </a:lnTo>
                <a:moveTo>
                  <a:pt x="17" y="4680"/>
                </a:moveTo>
                <a:lnTo>
                  <a:pt x="17" y="4713"/>
                </a:lnTo>
                <a:lnTo>
                  <a:pt x="0" y="4713"/>
                </a:lnTo>
                <a:lnTo>
                  <a:pt x="0" y="4680"/>
                </a:lnTo>
                <a:lnTo>
                  <a:pt x="17" y="4680"/>
                </a:lnTo>
                <a:moveTo>
                  <a:pt x="17" y="4747"/>
                </a:moveTo>
                <a:lnTo>
                  <a:pt x="17" y="4780"/>
                </a:lnTo>
                <a:lnTo>
                  <a:pt x="0" y="4780"/>
                </a:lnTo>
                <a:lnTo>
                  <a:pt x="0" y="4747"/>
                </a:lnTo>
                <a:lnTo>
                  <a:pt x="17" y="4747"/>
                </a:lnTo>
                <a:moveTo>
                  <a:pt x="17" y="4814"/>
                </a:moveTo>
                <a:lnTo>
                  <a:pt x="17" y="4847"/>
                </a:lnTo>
                <a:lnTo>
                  <a:pt x="0" y="4847"/>
                </a:lnTo>
                <a:lnTo>
                  <a:pt x="0" y="4814"/>
                </a:lnTo>
                <a:lnTo>
                  <a:pt x="17" y="4814"/>
                </a:lnTo>
                <a:moveTo>
                  <a:pt x="17" y="4880"/>
                </a:moveTo>
                <a:lnTo>
                  <a:pt x="17" y="4914"/>
                </a:lnTo>
                <a:lnTo>
                  <a:pt x="0" y="4914"/>
                </a:lnTo>
                <a:lnTo>
                  <a:pt x="0" y="4880"/>
                </a:lnTo>
                <a:lnTo>
                  <a:pt x="17" y="4880"/>
                </a:lnTo>
                <a:moveTo>
                  <a:pt x="17" y="4947"/>
                </a:moveTo>
                <a:lnTo>
                  <a:pt x="17" y="4981"/>
                </a:lnTo>
                <a:lnTo>
                  <a:pt x="0" y="4981"/>
                </a:lnTo>
                <a:lnTo>
                  <a:pt x="0" y="4947"/>
                </a:lnTo>
                <a:lnTo>
                  <a:pt x="17" y="4947"/>
                </a:lnTo>
                <a:moveTo>
                  <a:pt x="17" y="5014"/>
                </a:moveTo>
                <a:lnTo>
                  <a:pt x="17" y="5047"/>
                </a:lnTo>
                <a:lnTo>
                  <a:pt x="0" y="5047"/>
                </a:lnTo>
                <a:lnTo>
                  <a:pt x="0" y="5014"/>
                </a:lnTo>
                <a:lnTo>
                  <a:pt x="17" y="5014"/>
                </a:lnTo>
                <a:moveTo>
                  <a:pt x="17" y="5081"/>
                </a:moveTo>
                <a:lnTo>
                  <a:pt x="17" y="5114"/>
                </a:lnTo>
                <a:lnTo>
                  <a:pt x="0" y="5114"/>
                </a:lnTo>
                <a:lnTo>
                  <a:pt x="0" y="5081"/>
                </a:lnTo>
                <a:lnTo>
                  <a:pt x="17" y="5081"/>
                </a:lnTo>
                <a:moveTo>
                  <a:pt x="17" y="5148"/>
                </a:moveTo>
                <a:lnTo>
                  <a:pt x="17" y="5181"/>
                </a:lnTo>
                <a:lnTo>
                  <a:pt x="0" y="5181"/>
                </a:lnTo>
                <a:lnTo>
                  <a:pt x="0" y="5148"/>
                </a:lnTo>
                <a:lnTo>
                  <a:pt x="17" y="5148"/>
                </a:lnTo>
                <a:moveTo>
                  <a:pt x="17" y="5215"/>
                </a:moveTo>
                <a:lnTo>
                  <a:pt x="17" y="5248"/>
                </a:lnTo>
                <a:lnTo>
                  <a:pt x="0" y="5248"/>
                </a:lnTo>
                <a:lnTo>
                  <a:pt x="0" y="5215"/>
                </a:lnTo>
                <a:lnTo>
                  <a:pt x="17" y="5215"/>
                </a:lnTo>
                <a:moveTo>
                  <a:pt x="17" y="5281"/>
                </a:moveTo>
                <a:lnTo>
                  <a:pt x="17" y="5315"/>
                </a:lnTo>
                <a:lnTo>
                  <a:pt x="0" y="5315"/>
                </a:lnTo>
                <a:lnTo>
                  <a:pt x="0" y="5281"/>
                </a:lnTo>
                <a:lnTo>
                  <a:pt x="17" y="5281"/>
                </a:lnTo>
                <a:moveTo>
                  <a:pt x="17" y="5348"/>
                </a:moveTo>
                <a:lnTo>
                  <a:pt x="17" y="5382"/>
                </a:lnTo>
                <a:lnTo>
                  <a:pt x="0" y="5382"/>
                </a:lnTo>
                <a:lnTo>
                  <a:pt x="0" y="5348"/>
                </a:lnTo>
                <a:lnTo>
                  <a:pt x="17" y="5348"/>
                </a:lnTo>
                <a:moveTo>
                  <a:pt x="17" y="5415"/>
                </a:moveTo>
                <a:lnTo>
                  <a:pt x="17" y="5449"/>
                </a:lnTo>
                <a:lnTo>
                  <a:pt x="0" y="5449"/>
                </a:lnTo>
                <a:lnTo>
                  <a:pt x="0" y="5415"/>
                </a:lnTo>
                <a:lnTo>
                  <a:pt x="17" y="5415"/>
                </a:lnTo>
                <a:moveTo>
                  <a:pt x="17" y="5482"/>
                </a:moveTo>
                <a:lnTo>
                  <a:pt x="17" y="5515"/>
                </a:lnTo>
                <a:lnTo>
                  <a:pt x="0" y="5515"/>
                </a:lnTo>
                <a:lnTo>
                  <a:pt x="0" y="5482"/>
                </a:lnTo>
                <a:lnTo>
                  <a:pt x="17" y="5482"/>
                </a:lnTo>
                <a:moveTo>
                  <a:pt x="17" y="5549"/>
                </a:moveTo>
                <a:lnTo>
                  <a:pt x="17" y="5582"/>
                </a:lnTo>
                <a:lnTo>
                  <a:pt x="0" y="5582"/>
                </a:lnTo>
                <a:lnTo>
                  <a:pt x="0" y="5549"/>
                </a:lnTo>
                <a:lnTo>
                  <a:pt x="17" y="5549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5" name=""/>
          <p:cNvSpPr/>
          <p:nvPr/>
        </p:nvSpPr>
        <p:spPr>
          <a:xfrm>
            <a:off x="626760" y="1679760"/>
            <a:ext cx="3488040" cy="1913400"/>
          </a:xfrm>
          <a:custGeom>
            <a:avLst/>
            <a:gdLst/>
            <a:ahLst/>
            <a:rect l="0" t="0" r="r" b="b"/>
            <a:pathLst>
              <a:path w="9689" h="5315">
                <a:moveTo>
                  <a:pt x="0" y="0"/>
                </a:moveTo>
                <a:lnTo>
                  <a:pt x="9689" y="0"/>
                </a:lnTo>
                <a:lnTo>
                  <a:pt x="9689" y="5315"/>
                </a:lnTo>
                <a:lnTo>
                  <a:pt x="0" y="5315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6" name=""/>
          <p:cNvSpPr/>
          <p:nvPr/>
        </p:nvSpPr>
        <p:spPr>
          <a:xfrm>
            <a:off x="626760" y="1679760"/>
            <a:ext cx="3488040" cy="1913400"/>
          </a:xfrm>
          <a:custGeom>
            <a:avLst/>
            <a:gdLst/>
            <a:ahLst/>
            <a:rect l="0" t="0" r="r" b="b"/>
            <a:pathLst>
              <a:path w="9689" h="5315">
                <a:moveTo>
                  <a:pt x="0" y="0"/>
                </a:moveTo>
                <a:lnTo>
                  <a:pt x="9689" y="0"/>
                </a:lnTo>
                <a:lnTo>
                  <a:pt x="9689" y="5315"/>
                </a:lnTo>
                <a:lnTo>
                  <a:pt x="0" y="5315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7" name=""/>
          <p:cNvSpPr/>
          <p:nvPr/>
        </p:nvSpPr>
        <p:spPr>
          <a:xfrm>
            <a:off x="4034160" y="1711800"/>
            <a:ext cx="48600" cy="40320"/>
          </a:xfrm>
          <a:custGeom>
            <a:avLst/>
            <a:gdLst/>
            <a:ahLst/>
            <a:rect l="0" t="0" r="r" b="b"/>
            <a:pathLst>
              <a:path w="135" h="112">
                <a:moveTo>
                  <a:pt x="0" y="0"/>
                </a:moveTo>
                <a:lnTo>
                  <a:pt x="135" y="0"/>
                </a:lnTo>
                <a:lnTo>
                  <a:pt x="135" y="112"/>
                </a:lnTo>
                <a:lnTo>
                  <a:pt x="0" y="11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8" name=""/>
          <p:cNvSpPr/>
          <p:nvPr/>
        </p:nvSpPr>
        <p:spPr>
          <a:xfrm>
            <a:off x="4034160" y="1725840"/>
            <a:ext cx="4824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546480" y="1563120"/>
            <a:ext cx="14986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na: Gepland aanbod terugleveren aan de onderwijscatalogus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666720" y="1707480"/>
            <a:ext cx="7840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Opleidingsaanbod van Instelling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1" name=""/>
          <p:cNvSpPr/>
          <p:nvPr/>
        </p:nvSpPr>
        <p:spPr>
          <a:xfrm>
            <a:off x="682560" y="1916280"/>
            <a:ext cx="3391920" cy="1636560"/>
          </a:xfrm>
          <a:custGeom>
            <a:avLst/>
            <a:gdLst/>
            <a:ahLst/>
            <a:rect l="0" t="0" r="r" b="b"/>
            <a:pathLst>
              <a:path w="9422" h="4546">
                <a:moveTo>
                  <a:pt x="0" y="0"/>
                </a:moveTo>
                <a:lnTo>
                  <a:pt x="9422" y="0"/>
                </a:lnTo>
                <a:lnTo>
                  <a:pt x="9422" y="4546"/>
                </a:lnTo>
                <a:lnTo>
                  <a:pt x="0" y="454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682560" y="1916280"/>
            <a:ext cx="3391920" cy="1636560"/>
          </a:xfrm>
          <a:custGeom>
            <a:avLst/>
            <a:gdLst/>
            <a:ahLst/>
            <a:rect l="0" t="0" r="r" b="b"/>
            <a:pathLst>
              <a:path w="9422" h="4546">
                <a:moveTo>
                  <a:pt x="0" y="0"/>
                </a:moveTo>
                <a:lnTo>
                  <a:pt x="9422" y="0"/>
                </a:lnTo>
                <a:lnTo>
                  <a:pt x="9422" y="4546"/>
                </a:lnTo>
                <a:lnTo>
                  <a:pt x="0" y="4546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3994200" y="1948320"/>
            <a:ext cx="48600" cy="40680"/>
          </a:xfrm>
          <a:custGeom>
            <a:avLst/>
            <a:gdLst/>
            <a:ahLst/>
            <a:rect l="0" t="0" r="r" b="b"/>
            <a:pathLst>
              <a:path w="135" h="113">
                <a:moveTo>
                  <a:pt x="0" y="0"/>
                </a:moveTo>
                <a:lnTo>
                  <a:pt x="135" y="0"/>
                </a:lnTo>
                <a:lnTo>
                  <a:pt x="135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4" name=""/>
          <p:cNvSpPr/>
          <p:nvPr/>
        </p:nvSpPr>
        <p:spPr>
          <a:xfrm>
            <a:off x="3994200" y="1962360"/>
            <a:ext cx="4824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666720" y="1772280"/>
            <a:ext cx="8982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ROC Leren Zonder Drempels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722520" y="1944000"/>
            <a:ext cx="4150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Opleidingaanbod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7" name=""/>
          <p:cNvSpPr/>
          <p:nvPr/>
        </p:nvSpPr>
        <p:spPr>
          <a:xfrm>
            <a:off x="738720" y="2289240"/>
            <a:ext cx="3295800" cy="1223640"/>
          </a:xfrm>
          <a:custGeom>
            <a:avLst/>
            <a:gdLst/>
            <a:ahLst/>
            <a:rect l="0" t="0" r="r" b="b"/>
            <a:pathLst>
              <a:path w="9155" h="3399">
                <a:moveTo>
                  <a:pt x="0" y="0"/>
                </a:moveTo>
                <a:lnTo>
                  <a:pt x="9155" y="0"/>
                </a:lnTo>
                <a:lnTo>
                  <a:pt x="9155" y="3399"/>
                </a:lnTo>
                <a:lnTo>
                  <a:pt x="0" y="339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8" name=""/>
          <p:cNvSpPr/>
          <p:nvPr/>
        </p:nvSpPr>
        <p:spPr>
          <a:xfrm>
            <a:off x="738720" y="2289240"/>
            <a:ext cx="3295800" cy="1223640"/>
          </a:xfrm>
          <a:custGeom>
            <a:avLst/>
            <a:gdLst/>
            <a:ahLst/>
            <a:rect l="0" t="0" r="r" b="b"/>
            <a:pathLst>
              <a:path w="9155" h="3399">
                <a:moveTo>
                  <a:pt x="0" y="0"/>
                </a:moveTo>
                <a:lnTo>
                  <a:pt x="9155" y="0"/>
                </a:lnTo>
                <a:lnTo>
                  <a:pt x="9155" y="3399"/>
                </a:lnTo>
                <a:lnTo>
                  <a:pt x="0" y="3399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9" name=""/>
          <p:cNvSpPr/>
          <p:nvPr/>
        </p:nvSpPr>
        <p:spPr>
          <a:xfrm>
            <a:off x="3954240" y="2321280"/>
            <a:ext cx="48240" cy="40680"/>
          </a:xfrm>
          <a:custGeom>
            <a:avLst/>
            <a:gdLst/>
            <a:ahLst/>
            <a:rect l="0" t="0" r="r" b="b"/>
            <a:pathLst>
              <a:path w="134" h="113">
                <a:moveTo>
                  <a:pt x="0" y="0"/>
                </a:moveTo>
                <a:lnTo>
                  <a:pt x="134" y="0"/>
                </a:lnTo>
                <a:lnTo>
                  <a:pt x="134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0" name=""/>
          <p:cNvSpPr/>
          <p:nvPr/>
        </p:nvSpPr>
        <p:spPr>
          <a:xfrm>
            <a:off x="3954240" y="233532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722520" y="2008800"/>
            <a:ext cx="17532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 2026: vier perioden, 120 plaatsen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778680" y="2316960"/>
            <a:ext cx="74304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Opleidingsprogramma aanbod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3" name=""/>
          <p:cNvSpPr/>
          <p:nvPr/>
        </p:nvSpPr>
        <p:spPr>
          <a:xfrm>
            <a:off x="794520" y="2662200"/>
            <a:ext cx="3200040" cy="810720"/>
          </a:xfrm>
          <a:custGeom>
            <a:avLst/>
            <a:gdLst/>
            <a:ahLst/>
            <a:rect l="0" t="0" r="r" b="b"/>
            <a:pathLst>
              <a:path w="8889" h="2252">
                <a:moveTo>
                  <a:pt x="0" y="0"/>
                </a:moveTo>
                <a:lnTo>
                  <a:pt x="8889" y="0"/>
                </a:lnTo>
                <a:lnTo>
                  <a:pt x="8889" y="2252"/>
                </a:lnTo>
                <a:lnTo>
                  <a:pt x="0" y="225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4" name=""/>
          <p:cNvSpPr/>
          <p:nvPr/>
        </p:nvSpPr>
        <p:spPr>
          <a:xfrm>
            <a:off x="794520" y="2662200"/>
            <a:ext cx="3200040" cy="810720"/>
          </a:xfrm>
          <a:custGeom>
            <a:avLst/>
            <a:gdLst/>
            <a:ahLst/>
            <a:rect l="0" t="0" r="r" b="b"/>
            <a:pathLst>
              <a:path w="8889" h="2252">
                <a:moveTo>
                  <a:pt x="0" y="0"/>
                </a:moveTo>
                <a:lnTo>
                  <a:pt x="8889" y="0"/>
                </a:lnTo>
                <a:lnTo>
                  <a:pt x="8889" y="2252"/>
                </a:lnTo>
                <a:lnTo>
                  <a:pt x="0" y="2252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5" name=""/>
          <p:cNvSpPr/>
          <p:nvPr/>
        </p:nvSpPr>
        <p:spPr>
          <a:xfrm>
            <a:off x="3914280" y="2694240"/>
            <a:ext cx="48240" cy="40680"/>
          </a:xfrm>
          <a:custGeom>
            <a:avLst/>
            <a:gdLst/>
            <a:ahLst/>
            <a:rect l="0" t="0" r="r" b="b"/>
            <a:pathLst>
              <a:path w="134" h="113">
                <a:moveTo>
                  <a:pt x="0" y="0"/>
                </a:moveTo>
                <a:lnTo>
                  <a:pt x="134" y="0"/>
                </a:lnTo>
                <a:lnTo>
                  <a:pt x="134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3914280" y="270828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778680" y="2381760"/>
            <a:ext cx="13068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Regulier BOL 2026: 18 tot 120 studenten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834480" y="2689920"/>
            <a:ext cx="63792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aanbod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9" name=""/>
          <p:cNvSpPr/>
          <p:nvPr/>
        </p:nvSpPr>
        <p:spPr>
          <a:xfrm>
            <a:off x="850680" y="3035160"/>
            <a:ext cx="3103920" cy="397440"/>
          </a:xfrm>
          <a:custGeom>
            <a:avLst/>
            <a:gdLst/>
            <a:ahLst/>
            <a:rect l="0" t="0" r="r" b="b"/>
            <a:pathLst>
              <a:path w="8622" h="1104">
                <a:moveTo>
                  <a:pt x="0" y="0"/>
                </a:moveTo>
                <a:lnTo>
                  <a:pt x="8622" y="0"/>
                </a:lnTo>
                <a:lnTo>
                  <a:pt x="8622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0" name=""/>
          <p:cNvSpPr/>
          <p:nvPr/>
        </p:nvSpPr>
        <p:spPr>
          <a:xfrm>
            <a:off x="850680" y="3035160"/>
            <a:ext cx="3103920" cy="397440"/>
          </a:xfrm>
          <a:custGeom>
            <a:avLst/>
            <a:gdLst/>
            <a:ahLst/>
            <a:rect l="0" t="0" r="r" b="b"/>
            <a:pathLst>
              <a:path w="8622" h="1104">
                <a:moveTo>
                  <a:pt x="0" y="0"/>
                </a:moveTo>
                <a:lnTo>
                  <a:pt x="8622" y="0"/>
                </a:lnTo>
                <a:lnTo>
                  <a:pt x="8622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1" name=""/>
          <p:cNvSpPr/>
          <p:nvPr/>
        </p:nvSpPr>
        <p:spPr>
          <a:xfrm>
            <a:off x="3874320" y="3067200"/>
            <a:ext cx="48240" cy="40680"/>
          </a:xfrm>
          <a:custGeom>
            <a:avLst/>
            <a:gdLst/>
            <a:ahLst/>
            <a:rect l="0" t="0" r="r" b="b"/>
            <a:pathLst>
              <a:path w="134" h="113">
                <a:moveTo>
                  <a:pt x="0" y="0"/>
                </a:moveTo>
                <a:lnTo>
                  <a:pt x="134" y="0"/>
                </a:lnTo>
                <a:lnTo>
                  <a:pt x="134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2" name=""/>
          <p:cNvSpPr/>
          <p:nvPr/>
        </p:nvSpPr>
        <p:spPr>
          <a:xfrm>
            <a:off x="3874320" y="308124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834480" y="2754720"/>
            <a:ext cx="10508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B1-K1, leerjaar 1, periode 1 tot 4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890640" y="3062880"/>
            <a:ext cx="41076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a5a2a"/>
                </a:solidFill>
                <a:latin typeface="DejaVuSans"/>
                <a:ea typeface="DejaVuSans"/>
              </a:rPr>
              <a:t>Leergelegenheid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890640" y="3127680"/>
            <a:ext cx="13662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B1-K1-W1, periode 1, twee groepen van 24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890640" y="3203280"/>
            <a:ext cx="6850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ﬁjnmazig gepland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890640" y="3271320"/>
            <a:ext cx="175932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Leeronderdeel speciﬁcatie hangt aan: B1-K1-W1 Baliegesprek en triage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890640" y="3339720"/>
            <a:ext cx="254880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834480" y="2830320"/>
            <a:ext cx="44712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gepland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834480" y="2898720"/>
            <a:ext cx="129780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Onderwijseenheid speciﬁcatie hangt aan: Blok B1-K1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834480" y="2966760"/>
            <a:ext cx="254880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778680" y="2457360"/>
            <a:ext cx="44712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gepland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78680" y="2525400"/>
            <a:ext cx="16480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Opleidingsprogramma speciﬁcatie hangt aan: BOL voltijd, planbaar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778680" y="2593800"/>
            <a:ext cx="254880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722520" y="2084400"/>
            <a:ext cx="44712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gepland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722520" y="2152440"/>
            <a:ext cx="16894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Opleiding speciﬁcatie hangt aan: Apothekersassistent, versie 2026.1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722520" y="2220840"/>
            <a:ext cx="254880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8" name=""/>
          <p:cNvSpPr/>
          <p:nvPr/>
        </p:nvSpPr>
        <p:spPr>
          <a:xfrm>
            <a:off x="626760" y="3705120"/>
            <a:ext cx="3103920" cy="397440"/>
          </a:xfrm>
          <a:custGeom>
            <a:avLst/>
            <a:gdLst/>
            <a:ahLst/>
            <a:rect l="0" t="0" r="r" b="b"/>
            <a:pathLst>
              <a:path w="8622" h="1104">
                <a:moveTo>
                  <a:pt x="0" y="0"/>
                </a:moveTo>
                <a:lnTo>
                  <a:pt x="8622" y="0"/>
                </a:lnTo>
                <a:lnTo>
                  <a:pt x="8622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9" name=""/>
          <p:cNvSpPr/>
          <p:nvPr/>
        </p:nvSpPr>
        <p:spPr>
          <a:xfrm>
            <a:off x="626760" y="3705120"/>
            <a:ext cx="3103920" cy="397440"/>
          </a:xfrm>
          <a:custGeom>
            <a:avLst/>
            <a:gdLst/>
            <a:ahLst/>
            <a:rect l="0" t="0" r="r" b="b"/>
            <a:pathLst>
              <a:path w="8622" h="1104">
                <a:moveTo>
                  <a:pt x="0" y="0"/>
                </a:moveTo>
                <a:lnTo>
                  <a:pt x="8622" y="0"/>
                </a:lnTo>
                <a:lnTo>
                  <a:pt x="8622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0" name=""/>
          <p:cNvSpPr/>
          <p:nvPr/>
        </p:nvSpPr>
        <p:spPr>
          <a:xfrm>
            <a:off x="3650400" y="3737160"/>
            <a:ext cx="48240" cy="40320"/>
          </a:xfrm>
          <a:custGeom>
            <a:avLst/>
            <a:gdLst/>
            <a:ahLst/>
            <a:rect l="0" t="0" r="r" b="b"/>
            <a:pathLst>
              <a:path w="134" h="112">
                <a:moveTo>
                  <a:pt x="0" y="0"/>
                </a:moveTo>
                <a:lnTo>
                  <a:pt x="134" y="0"/>
                </a:lnTo>
                <a:lnTo>
                  <a:pt x="134" y="112"/>
                </a:lnTo>
                <a:lnTo>
                  <a:pt x="0" y="11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1" name=""/>
          <p:cNvSpPr/>
          <p:nvPr/>
        </p:nvSpPr>
        <p:spPr>
          <a:xfrm>
            <a:off x="3650400" y="375120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666720" y="1847880"/>
            <a:ext cx="43956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intentie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666720" y="3732840"/>
            <a:ext cx="43956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a5a2a"/>
                </a:solidFill>
                <a:latin typeface="DejaVuSans"/>
                <a:ea typeface="DejaVuSans"/>
              </a:rPr>
              <a:t>Toetsgelegenheid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666720" y="3797280"/>
            <a:ext cx="16207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Praktijktoets baliegesprek (OSCE), einde periode 1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666720" y="3872880"/>
            <a:ext cx="68508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ﬁjnmazig gepland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666720" y="3941280"/>
            <a:ext cx="161784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Toetsonderdeel speciﬁcatie hangt aan: Praktijktoets baliegesprek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666720" y="4009320"/>
            <a:ext cx="2548800" cy="5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8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514800" y="4138560"/>
            <a:ext cx="34725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40" spc="-1" strike="noStrike">
                <a:solidFill>
                  <a:srgbClr val="5b6663"/>
                </a:solidFill>
                <a:latin typeface="DejaVuSans"/>
                <a:ea typeface="DejaVuSans"/>
              </a:rPr>
              <a:t>Het geplande aanbod gaat terug naar de catalogus, met per laag de verwijzing naar de speciﬁcatie waarvan het aanbod is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514800" y="4214520"/>
            <a:ext cx="33901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40" spc="-1" strike="noStrike">
                <a:solidFill>
                  <a:srgbClr val="5b6663"/>
                </a:solidFill>
                <a:latin typeface="DejaVuSans"/>
                <a:ea typeface="DejaVuSans"/>
              </a:rPr>
              <a:t>gemaakt en naar het verzoek dat ertoe leidde. De catalogus houdt daarmee speciﬁcatie en aanbod naast elkaar: wat is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4762440" y="1228680"/>
            <a:ext cx="4115160" cy="981360"/>
          </a:xfrm>
          <a:custGeom>
            <a:avLst/>
            <a:gdLst/>
            <a:ahLst/>
            <a:rect l="0" t="0" r="r" b="b"/>
            <a:pathLst>
              <a:path w="11431" h="2726">
                <a:moveTo>
                  <a:pt x="0" y="0"/>
                </a:moveTo>
                <a:lnTo>
                  <a:pt x="11431" y="0"/>
                </a:lnTo>
                <a:lnTo>
                  <a:pt x="11431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/>
          <p:nvPr/>
        </p:nvSpPr>
        <p:spPr>
          <a:xfrm>
            <a:off x="4762440" y="1228680"/>
            <a:ext cx="4115160" cy="38160"/>
          </a:xfrm>
          <a:custGeom>
            <a:avLst/>
            <a:gdLst/>
            <a:ahLst/>
            <a:rect l="0" t="0" r="r" b="b"/>
            <a:pathLst>
              <a:path w="11431" h="106">
                <a:moveTo>
                  <a:pt x="0" y="0"/>
                </a:moveTo>
                <a:lnTo>
                  <a:pt x="11431" y="0"/>
                </a:lnTo>
                <a:lnTo>
                  <a:pt x="1143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2" name=""/>
          <p:cNvSpPr/>
          <p:nvPr/>
        </p:nvSpPr>
        <p:spPr>
          <a:xfrm>
            <a:off x="4762440" y="2199960"/>
            <a:ext cx="4115160" cy="10080"/>
          </a:xfrm>
          <a:custGeom>
            <a:avLst/>
            <a:gdLst/>
            <a:ahLst/>
            <a:rect l="0" t="0" r="r" b="b"/>
            <a:pathLst>
              <a:path w="11431" h="28">
                <a:moveTo>
                  <a:pt x="0" y="0"/>
                </a:moveTo>
                <a:lnTo>
                  <a:pt x="11431" y="0"/>
                </a:lnTo>
                <a:lnTo>
                  <a:pt x="11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3" name=""/>
          <p:cNvSpPr/>
          <p:nvPr/>
        </p:nvSpPr>
        <p:spPr>
          <a:xfrm>
            <a:off x="8867520" y="1228680"/>
            <a:ext cx="10080" cy="981360"/>
          </a:xfrm>
          <a:custGeom>
            <a:avLst/>
            <a:gdLst/>
            <a:ahLst/>
            <a:rect l="0" t="0" r="r" b="b"/>
            <a:pathLst>
              <a:path w="28" h="2726">
                <a:moveTo>
                  <a:pt x="0" y="105"/>
                </a:moveTo>
                <a:lnTo>
                  <a:pt x="0" y="2726"/>
                </a:lnTo>
                <a:lnTo>
                  <a:pt x="28" y="2726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4" name=""/>
          <p:cNvSpPr/>
          <p:nvPr/>
        </p:nvSpPr>
        <p:spPr>
          <a:xfrm>
            <a:off x="4762440" y="1228680"/>
            <a:ext cx="9720" cy="981360"/>
          </a:xfrm>
          <a:custGeom>
            <a:avLst/>
            <a:gdLst/>
            <a:ahLst/>
            <a:rect l="0" t="0" r="r" b="b"/>
            <a:pathLst>
              <a:path w="27" h="2726">
                <a:moveTo>
                  <a:pt x="0" y="0"/>
                </a:moveTo>
                <a:lnTo>
                  <a:pt x="0" y="2726"/>
                </a:lnTo>
                <a:lnTo>
                  <a:pt x="27" y="2726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5" name=""/>
          <p:cNvSpPr/>
          <p:nvPr/>
        </p:nvSpPr>
        <p:spPr>
          <a:xfrm>
            <a:off x="4762440" y="2304720"/>
            <a:ext cx="4115160" cy="972000"/>
          </a:xfrm>
          <a:custGeom>
            <a:avLst/>
            <a:gdLst/>
            <a:ahLst/>
            <a:rect l="0" t="0" r="r" b="b"/>
            <a:pathLst>
              <a:path w="11431" h="2700">
                <a:moveTo>
                  <a:pt x="0" y="0"/>
                </a:moveTo>
                <a:lnTo>
                  <a:pt x="11431" y="0"/>
                </a:lnTo>
                <a:lnTo>
                  <a:pt x="11431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4762440" y="230472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/>
          <p:nvPr/>
        </p:nvSpPr>
        <p:spPr>
          <a:xfrm>
            <a:off x="4762440" y="3267000"/>
            <a:ext cx="4115160" cy="9720"/>
          </a:xfrm>
          <a:custGeom>
            <a:avLst/>
            <a:gdLst/>
            <a:ah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/>
          <p:nvPr/>
        </p:nvSpPr>
        <p:spPr>
          <a:xfrm>
            <a:off x="8867520" y="2304720"/>
            <a:ext cx="10080" cy="972000"/>
          </a:xfrm>
          <a:custGeom>
            <a:avLst/>
            <a:gdLst/>
            <a:ahLst/>
            <a:rect l="0" t="0" r="r" b="b"/>
            <a:pathLst>
              <a:path w="28" h="2700">
                <a:moveTo>
                  <a:pt x="0" y="106"/>
                </a:moveTo>
                <a:lnTo>
                  <a:pt x="0" y="2700"/>
                </a:lnTo>
                <a:lnTo>
                  <a:pt x="28" y="270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4762440" y="2304720"/>
            <a:ext cx="9720" cy="972000"/>
          </a:xfrm>
          <a:custGeom>
            <a:avLst/>
            <a:gdLst/>
            <a:ahLst/>
            <a:rect l="0" t="0" r="r" b="b"/>
            <a:pathLst>
              <a:path w="27" h="2700">
                <a:moveTo>
                  <a:pt x="0" y="0"/>
                </a:moveTo>
                <a:lnTo>
                  <a:pt x="0" y="2700"/>
                </a:lnTo>
                <a:lnTo>
                  <a:pt x="27" y="2700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/>
          <p:nvPr/>
        </p:nvSpPr>
        <p:spPr>
          <a:xfrm>
            <a:off x="4762440" y="3371760"/>
            <a:ext cx="4115160" cy="981360"/>
          </a:xfrm>
          <a:custGeom>
            <a:avLst/>
            <a:gdLst/>
            <a:ahLst/>
            <a:rect l="0" t="0" r="r" b="b"/>
            <a:pathLst>
              <a:path w="11431" h="2726">
                <a:moveTo>
                  <a:pt x="0" y="0"/>
                </a:moveTo>
                <a:lnTo>
                  <a:pt x="11431" y="0"/>
                </a:lnTo>
                <a:lnTo>
                  <a:pt x="11431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/>
          <p:nvPr/>
        </p:nvSpPr>
        <p:spPr>
          <a:xfrm>
            <a:off x="4762440" y="337176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/>
          <p:nvPr/>
        </p:nvSpPr>
        <p:spPr>
          <a:xfrm>
            <a:off x="4762440" y="4343040"/>
            <a:ext cx="4115160" cy="10080"/>
          </a:xfrm>
          <a:custGeom>
            <a:avLst/>
            <a:gdLst/>
            <a:ahLst/>
            <a:rect l="0" t="0" r="r" b="b"/>
            <a:pathLst>
              <a:path w="11431" h="28">
                <a:moveTo>
                  <a:pt x="0" y="0"/>
                </a:moveTo>
                <a:lnTo>
                  <a:pt x="11431" y="0"/>
                </a:lnTo>
                <a:lnTo>
                  <a:pt x="11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/>
          <p:nvPr/>
        </p:nvSpPr>
        <p:spPr>
          <a:xfrm>
            <a:off x="8867520" y="3371760"/>
            <a:ext cx="10080" cy="981360"/>
          </a:xfrm>
          <a:custGeom>
            <a:avLst/>
            <a:gdLst/>
            <a:ahLst/>
            <a:rect l="0" t="0" r="r" b="b"/>
            <a:pathLst>
              <a:path w="28" h="2726">
                <a:moveTo>
                  <a:pt x="0" y="106"/>
                </a:moveTo>
                <a:lnTo>
                  <a:pt x="0" y="2726"/>
                </a:lnTo>
                <a:lnTo>
                  <a:pt x="28" y="272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/>
          <p:nvPr/>
        </p:nvSpPr>
        <p:spPr>
          <a:xfrm>
            <a:off x="4762440" y="3371760"/>
            <a:ext cx="9720" cy="981360"/>
          </a:xfrm>
          <a:custGeom>
            <a:avLst/>
            <a:gdLst/>
            <a:ahLst/>
            <a:rect l="0" t="0" r="r" b="b"/>
            <a:pathLst>
              <a:path w="27" h="2726">
                <a:moveTo>
                  <a:pt x="0" y="0"/>
                </a:moveTo>
                <a:lnTo>
                  <a:pt x="0" y="2726"/>
                </a:lnTo>
                <a:lnTo>
                  <a:pt x="27" y="272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514800" y="4290840"/>
            <a:ext cx="19836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40" spc="-1" strike="noStrike">
                <a:solidFill>
                  <a:srgbClr val="5b6663"/>
                </a:solidFill>
                <a:latin typeface="DejaVuSans"/>
                <a:ea typeface="DejaVuSans"/>
              </a:rPr>
              <a:t>ontworpen, en wanneer het met hoeveel plaatsen wordt aangeboden.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905360" y="1389600"/>
            <a:ext cx="2053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Blauwe rand: een stroom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4905360" y="1662480"/>
            <a:ext cx="40269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van planningssysteem naar onderwijscatalogus, koppeling OC-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4905360" y="1910160"/>
            <a:ext cx="2674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P&amp;R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4905360" y="2466000"/>
            <a:ext cx="1962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Geel: rol, stap en object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4905360" y="2738880"/>
            <a:ext cx="41032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de vormtaal van de informatiemodelplaat, met Jochems waarde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4905360" y="2986200"/>
            <a:ext cx="2491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erin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4905360" y="3532680"/>
            <a:ext cx="18021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Elk beeld heeft een ID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4905360" y="3805560"/>
            <a:ext cx="41461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F2-07 is het zevende beeld van fase 2; de bijlage en het register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4905360" y="4053240"/>
            <a:ext cx="13402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noemen hetzelfde ID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3757680" y="4528080"/>
            <a:ext cx="19911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Status: concept in afstemming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0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0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04" name=""/>
          <p:cNvSpPr txBox="1"/>
          <p:nvPr/>
        </p:nvSpPr>
        <p:spPr>
          <a:xfrm>
            <a:off x="457200" y="417960"/>
            <a:ext cx="4881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FAS E  1   ·  KWALIFICATIEKADER   ANALYS ER EN  EN  G R O FM AZIG   O NTWER PEN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05" name="" descr=""/>
          <p:cNvPicPr/>
          <p:nvPr/>
        </p:nvPicPr>
        <p:blipFill>
          <a:blip r:embed="rId2"/>
          <a:stretch/>
        </p:blipFill>
        <p:spPr>
          <a:xfrm>
            <a:off x="1162080" y="1190520"/>
            <a:ext cx="7009920" cy="3428640"/>
          </a:xfrm>
          <a:prstGeom prst="rect">
            <a:avLst/>
          </a:prstGeom>
          <a:ln w="0">
            <a:noFill/>
          </a:ln>
        </p:spPr>
      </p:pic>
      <p:sp>
        <p:nvSpPr>
          <p:cNvPr id="1006" name=""/>
          <p:cNvSpPr/>
          <p:nvPr/>
        </p:nvSpPr>
        <p:spPr>
          <a:xfrm>
            <a:off x="1162080" y="1190520"/>
            <a:ext cx="7010280" cy="3429360"/>
          </a:xfrm>
          <a:custGeom>
            <a:avLst/>
            <a:gdLst/>
            <a:ahLst/>
            <a:rect l="0" t="0" r="r" b="b"/>
            <a:pathLst>
              <a:path w="19473" h="9526">
                <a:moveTo>
                  <a:pt x="0" y="0"/>
                </a:moveTo>
                <a:lnTo>
                  <a:pt x="19473" y="0"/>
                </a:lnTo>
                <a:lnTo>
                  <a:pt x="19473" y="9526"/>
                </a:lnTo>
                <a:lnTo>
                  <a:pt x="0" y="9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7" name=""/>
          <p:cNvSpPr/>
          <p:nvPr/>
        </p:nvSpPr>
        <p:spPr>
          <a:xfrm>
            <a:off x="1898280" y="2253240"/>
            <a:ext cx="34200" cy="6480"/>
          </a:xfrm>
          <a:custGeom>
            <a:avLst/>
            <a:gdLst/>
            <a:ahLst/>
            <a:rect l="0" t="0" r="r" b="b"/>
            <a:pathLst>
              <a:path fill="none" w="95" h="18">
                <a:moveTo>
                  <a:pt x="0" y="0"/>
                </a:moveTo>
                <a:cubicBezTo>
                  <a:pt x="28" y="13"/>
                  <a:pt x="61" y="18"/>
                  <a:pt x="95" y="18"/>
                </a:cubicBezTo>
              </a:path>
            </a:pathLst>
          </a:custGeom>
          <a:ln w="33840">
            <a:solidFill>
              <a:srgbClr val="ffffff">
                <a:alpha val="85000"/>
              </a:srgbClr>
            </a:solidFill>
            <a:miter/>
          </a:ln>
        </p:spPr>
        <p:txBody>
          <a:bodyPr lIns="16920" rIns="16920" tIns="-10440" bIns="-10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8" name=""/>
          <p:cNvSpPr/>
          <p:nvPr/>
        </p:nvSpPr>
        <p:spPr>
          <a:xfrm>
            <a:off x="1895400" y="2246040"/>
            <a:ext cx="37080" cy="21600"/>
          </a:xfrm>
          <a:custGeom>
            <a:avLst/>
            <a:gdLst/>
            <a:ahLst/>
            <a:rect l="0" t="0" r="r" b="b"/>
            <a:pathLst>
              <a:path w="103" h="60">
                <a:moveTo>
                  <a:pt x="16" y="0"/>
                </a:moveTo>
                <a:cubicBezTo>
                  <a:pt x="42" y="11"/>
                  <a:pt x="70" y="16"/>
                  <a:pt x="103" y="16"/>
                </a:cubicBezTo>
                <a:lnTo>
                  <a:pt x="103" y="60"/>
                </a:lnTo>
                <a:cubicBezTo>
                  <a:pt x="65" y="60"/>
                  <a:pt x="31" y="53"/>
                  <a:pt x="0" y="40"/>
                </a:cubicBezTo>
                <a:lnTo>
                  <a:pt x="16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9" name=""/>
          <p:cNvSpPr/>
          <p:nvPr/>
        </p:nvSpPr>
        <p:spPr>
          <a:xfrm>
            <a:off x="1848960" y="2213280"/>
            <a:ext cx="92520" cy="92880"/>
          </a:xfrm>
          <a:custGeom>
            <a:avLst/>
            <a:gdLst/>
            <a:ahLst/>
            <a:rect l="0" t="0" r="r" b="b"/>
            <a:pathLst>
              <a:path w="257" h="258">
                <a:moveTo>
                  <a:pt x="0" y="0"/>
                </a:moveTo>
                <a:lnTo>
                  <a:pt x="257" y="129"/>
                </a:lnTo>
                <a:lnTo>
                  <a:pt x="0" y="258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0" name=""/>
          <p:cNvSpPr/>
          <p:nvPr/>
        </p:nvSpPr>
        <p:spPr>
          <a:xfrm>
            <a:off x="1405440" y="2025360"/>
            <a:ext cx="502200" cy="373320"/>
          </a:xfrm>
          <a:custGeom>
            <a:avLst/>
            <a:gdLst/>
            <a:ahLst/>
            <a:rect l="0" t="0" r="r" b="b"/>
            <a:pathLst>
              <a:path w="1395" h="1037">
                <a:moveTo>
                  <a:pt x="34" y="0"/>
                </a:moveTo>
                <a:lnTo>
                  <a:pt x="1361" y="0"/>
                </a:lnTo>
                <a:cubicBezTo>
                  <a:pt x="1371" y="0"/>
                  <a:pt x="1379" y="3"/>
                  <a:pt x="1385" y="10"/>
                </a:cubicBezTo>
                <a:cubicBezTo>
                  <a:pt x="1392" y="17"/>
                  <a:pt x="1395" y="25"/>
                  <a:pt x="1395" y="34"/>
                </a:cubicBezTo>
                <a:lnTo>
                  <a:pt x="1395" y="1002"/>
                </a:lnTo>
                <a:cubicBezTo>
                  <a:pt x="1395" y="1012"/>
                  <a:pt x="1392" y="1020"/>
                  <a:pt x="1385" y="1026"/>
                </a:cubicBezTo>
                <a:cubicBezTo>
                  <a:pt x="1379" y="1033"/>
                  <a:pt x="1371" y="1037"/>
                  <a:pt x="1361" y="1037"/>
                </a:cubicBezTo>
                <a:lnTo>
                  <a:pt x="34" y="1037"/>
                </a:lnTo>
                <a:cubicBezTo>
                  <a:pt x="24" y="1037"/>
                  <a:pt x="16" y="1033"/>
                  <a:pt x="10" y="1026"/>
                </a:cubicBezTo>
                <a:cubicBezTo>
                  <a:pt x="3" y="1020"/>
                  <a:pt x="0" y="1012"/>
                  <a:pt x="0" y="1002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noFill/>
          <a:ln w="12240">
            <a:solidFill>
              <a:srgbClr val="1f6fe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1" name=""/>
          <p:cNvSpPr/>
          <p:nvPr/>
        </p:nvSpPr>
        <p:spPr>
          <a:xfrm>
            <a:off x="1922760" y="2025360"/>
            <a:ext cx="539280" cy="558000"/>
          </a:xfrm>
          <a:custGeom>
            <a:avLst/>
            <a:gdLst/>
            <a:ahLst/>
            <a:rect l="0" t="0" r="r" b="b"/>
            <a:pathLst>
              <a:path w="1498" h="1550">
                <a:moveTo>
                  <a:pt x="34" y="0"/>
                </a:moveTo>
                <a:lnTo>
                  <a:pt x="1464" y="0"/>
                </a:lnTo>
                <a:cubicBezTo>
                  <a:pt x="1474" y="0"/>
                  <a:pt x="1482" y="3"/>
                  <a:pt x="1488" y="10"/>
                </a:cubicBezTo>
                <a:cubicBezTo>
                  <a:pt x="1495" y="17"/>
                  <a:pt x="1498" y="25"/>
                  <a:pt x="1498" y="34"/>
                </a:cubicBezTo>
                <a:lnTo>
                  <a:pt x="1498" y="1516"/>
                </a:lnTo>
                <a:cubicBezTo>
                  <a:pt x="1498" y="1525"/>
                  <a:pt x="1495" y="1533"/>
                  <a:pt x="1488" y="1540"/>
                </a:cubicBezTo>
                <a:cubicBezTo>
                  <a:pt x="1482" y="1547"/>
                  <a:pt x="1474" y="1550"/>
                  <a:pt x="1464" y="1550"/>
                </a:cubicBezTo>
                <a:lnTo>
                  <a:pt x="34" y="1550"/>
                </a:lnTo>
                <a:cubicBezTo>
                  <a:pt x="25" y="1550"/>
                  <a:pt x="17" y="1547"/>
                  <a:pt x="10" y="1540"/>
                </a:cubicBezTo>
                <a:cubicBezTo>
                  <a:pt x="3" y="1533"/>
                  <a:pt x="0" y="1525"/>
                  <a:pt x="0" y="1516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7" y="3"/>
                  <a:pt x="25" y="0"/>
                  <a:pt x="34" y="0"/>
                </a:cubicBezTo>
                <a:close/>
              </a:path>
            </a:pathLst>
          </a:custGeom>
          <a:noFill/>
          <a:ln w="12240">
            <a:solidFill>
              <a:srgbClr val="1f6fe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2" name=""/>
          <p:cNvSpPr/>
          <p:nvPr/>
        </p:nvSpPr>
        <p:spPr>
          <a:xfrm>
            <a:off x="1559520" y="2228760"/>
            <a:ext cx="696240" cy="65160"/>
          </a:xfrm>
          <a:custGeom>
            <a:avLst/>
            <a:gdLst/>
            <a:ahLst/>
            <a:rect l="0" t="0" r="r" b="b"/>
            <a:pathLst>
              <a:path w="1934" h="181">
                <a:moveTo>
                  <a:pt x="34" y="0"/>
                </a:moveTo>
                <a:lnTo>
                  <a:pt x="1900" y="0"/>
                </a:lnTo>
                <a:cubicBezTo>
                  <a:pt x="1909" y="0"/>
                  <a:pt x="1917" y="3"/>
                  <a:pt x="1924" y="10"/>
                </a:cubicBezTo>
                <a:cubicBezTo>
                  <a:pt x="1931" y="17"/>
                  <a:pt x="1934" y="25"/>
                  <a:pt x="1934" y="34"/>
                </a:cubicBezTo>
                <a:lnTo>
                  <a:pt x="1934" y="145"/>
                </a:lnTo>
                <a:cubicBezTo>
                  <a:pt x="1934" y="155"/>
                  <a:pt x="1931" y="163"/>
                  <a:pt x="1924" y="171"/>
                </a:cubicBezTo>
                <a:cubicBezTo>
                  <a:pt x="1917" y="177"/>
                  <a:pt x="1909" y="181"/>
                  <a:pt x="1900" y="181"/>
                </a:cubicBezTo>
                <a:lnTo>
                  <a:pt x="34" y="181"/>
                </a:lnTo>
                <a:cubicBezTo>
                  <a:pt x="24" y="181"/>
                  <a:pt x="16" y="177"/>
                  <a:pt x="10" y="171"/>
                </a:cubicBezTo>
                <a:cubicBezTo>
                  <a:pt x="3" y="163"/>
                  <a:pt x="0" y="155"/>
                  <a:pt x="0" y="145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3" name=""/>
          <p:cNvSpPr/>
          <p:nvPr/>
        </p:nvSpPr>
        <p:spPr>
          <a:xfrm>
            <a:off x="1559520" y="2228760"/>
            <a:ext cx="696240" cy="65160"/>
          </a:xfrm>
          <a:custGeom>
            <a:avLst/>
            <a:gdLst/>
            <a:ahLst/>
            <a:rect l="0" t="0" r="r" b="b"/>
            <a:pathLst>
              <a:path w="1934" h="181">
                <a:moveTo>
                  <a:pt x="34" y="0"/>
                </a:moveTo>
                <a:lnTo>
                  <a:pt x="1900" y="0"/>
                </a:lnTo>
                <a:cubicBezTo>
                  <a:pt x="1909" y="0"/>
                  <a:pt x="1917" y="3"/>
                  <a:pt x="1924" y="10"/>
                </a:cubicBezTo>
                <a:cubicBezTo>
                  <a:pt x="1931" y="17"/>
                  <a:pt x="1934" y="25"/>
                  <a:pt x="1934" y="34"/>
                </a:cubicBezTo>
                <a:lnTo>
                  <a:pt x="1934" y="145"/>
                </a:lnTo>
                <a:cubicBezTo>
                  <a:pt x="1934" y="155"/>
                  <a:pt x="1931" y="163"/>
                  <a:pt x="1924" y="171"/>
                </a:cubicBezTo>
                <a:cubicBezTo>
                  <a:pt x="1917" y="177"/>
                  <a:pt x="1909" y="181"/>
                  <a:pt x="1900" y="181"/>
                </a:cubicBezTo>
                <a:lnTo>
                  <a:pt x="34" y="181"/>
                </a:lnTo>
                <a:cubicBezTo>
                  <a:pt x="24" y="181"/>
                  <a:pt x="16" y="177"/>
                  <a:pt x="10" y="171"/>
                </a:cubicBezTo>
                <a:cubicBezTo>
                  <a:pt x="3" y="163"/>
                  <a:pt x="0" y="155"/>
                  <a:pt x="0" y="145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noFill/>
          <a:ln w="6120">
            <a:solidFill>
              <a:srgbClr val="d9531e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442800" y="617040"/>
            <a:ext cx="40928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dd784b"/>
                </a:solidFill>
                <a:latin typeface="Arial"/>
                <a:ea typeface="Arial"/>
              </a:rPr>
              <a:t>Twaalf beelden, een fase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1602360" y="2232000"/>
            <a:ext cx="59796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70" spc="-1" strike="noStrike">
                <a:solidFill>
                  <a:srgbClr val="d9531e"/>
                </a:solidFill>
                <a:latin typeface="DejaVuSans"/>
                <a:ea typeface="DejaVuSans"/>
              </a:rPr>
              <a:t>F1-11, F1-12 (geen pijl)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2205000" y="4709160"/>
            <a:ext cx="5583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De stromen die deze fase raakt, op de hoofdplaat; een gestippelde lijn kent de plaat nog niet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2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25" name=""/>
          <p:cNvSpPr/>
          <p:nvPr/>
        </p:nvSpPr>
        <p:spPr>
          <a:xfrm>
            <a:off x="595080" y="966600"/>
            <a:ext cx="8144280" cy="3324600"/>
          </a:xfrm>
          <a:custGeom>
            <a:avLst/>
            <a:gdLst/>
            <a:ahLst/>
            <a:rect l="0" t="0" r="r" b="b"/>
            <a:pathLst>
              <a:path w="22623" h="9235">
                <a:moveTo>
                  <a:pt x="265" y="0"/>
                </a:moveTo>
                <a:lnTo>
                  <a:pt x="22358" y="0"/>
                </a:lnTo>
                <a:cubicBezTo>
                  <a:pt x="22376" y="0"/>
                  <a:pt x="22393" y="2"/>
                  <a:pt x="22410" y="5"/>
                </a:cubicBezTo>
                <a:cubicBezTo>
                  <a:pt x="22427" y="8"/>
                  <a:pt x="22444" y="14"/>
                  <a:pt x="22460" y="20"/>
                </a:cubicBezTo>
                <a:cubicBezTo>
                  <a:pt x="22476" y="27"/>
                  <a:pt x="22491" y="35"/>
                  <a:pt x="22505" y="45"/>
                </a:cubicBezTo>
                <a:cubicBezTo>
                  <a:pt x="22520" y="54"/>
                  <a:pt x="22533" y="65"/>
                  <a:pt x="22546" y="78"/>
                </a:cubicBezTo>
                <a:cubicBezTo>
                  <a:pt x="22558" y="90"/>
                  <a:pt x="22569" y="103"/>
                  <a:pt x="22578" y="118"/>
                </a:cubicBezTo>
                <a:cubicBezTo>
                  <a:pt x="22588" y="132"/>
                  <a:pt x="22596" y="147"/>
                  <a:pt x="22603" y="163"/>
                </a:cubicBezTo>
                <a:cubicBezTo>
                  <a:pt x="22610" y="179"/>
                  <a:pt x="22615" y="196"/>
                  <a:pt x="22618" y="213"/>
                </a:cubicBezTo>
                <a:cubicBezTo>
                  <a:pt x="22621" y="230"/>
                  <a:pt x="22623" y="247"/>
                  <a:pt x="22623" y="265"/>
                </a:cubicBezTo>
                <a:lnTo>
                  <a:pt x="22623" y="8970"/>
                </a:lnTo>
                <a:cubicBezTo>
                  <a:pt x="22623" y="8988"/>
                  <a:pt x="22621" y="9005"/>
                  <a:pt x="22618" y="9022"/>
                </a:cubicBezTo>
                <a:cubicBezTo>
                  <a:pt x="22615" y="9039"/>
                  <a:pt x="22610" y="9056"/>
                  <a:pt x="22603" y="9072"/>
                </a:cubicBezTo>
                <a:cubicBezTo>
                  <a:pt x="22596" y="9088"/>
                  <a:pt x="22588" y="9103"/>
                  <a:pt x="22578" y="9117"/>
                </a:cubicBezTo>
                <a:cubicBezTo>
                  <a:pt x="22569" y="9132"/>
                  <a:pt x="22558" y="9145"/>
                  <a:pt x="22546" y="9157"/>
                </a:cubicBezTo>
                <a:cubicBezTo>
                  <a:pt x="22533" y="9170"/>
                  <a:pt x="22520" y="9181"/>
                  <a:pt x="22505" y="9190"/>
                </a:cubicBezTo>
                <a:cubicBezTo>
                  <a:pt x="22491" y="9200"/>
                  <a:pt x="22476" y="9208"/>
                  <a:pt x="22460" y="9215"/>
                </a:cubicBezTo>
                <a:cubicBezTo>
                  <a:pt x="22444" y="9221"/>
                  <a:pt x="22427" y="9227"/>
                  <a:pt x="22410" y="9230"/>
                </a:cubicBezTo>
                <a:cubicBezTo>
                  <a:pt x="22393" y="9233"/>
                  <a:pt x="22376" y="9235"/>
                  <a:pt x="22358" y="9235"/>
                </a:cubicBezTo>
                <a:lnTo>
                  <a:pt x="265" y="9235"/>
                </a:lnTo>
                <a:cubicBezTo>
                  <a:pt x="247" y="9235"/>
                  <a:pt x="230" y="9233"/>
                  <a:pt x="213" y="9230"/>
                </a:cubicBezTo>
                <a:cubicBezTo>
                  <a:pt x="196" y="9227"/>
                  <a:pt x="180" y="9221"/>
                  <a:pt x="163" y="9215"/>
                </a:cubicBezTo>
                <a:cubicBezTo>
                  <a:pt x="147" y="9208"/>
                  <a:pt x="132" y="9200"/>
                  <a:pt x="118" y="9190"/>
                </a:cubicBezTo>
                <a:cubicBezTo>
                  <a:pt x="103" y="9181"/>
                  <a:pt x="90" y="9170"/>
                  <a:pt x="78" y="9157"/>
                </a:cubicBezTo>
                <a:cubicBezTo>
                  <a:pt x="65" y="9145"/>
                  <a:pt x="54" y="9132"/>
                  <a:pt x="45" y="9117"/>
                </a:cubicBezTo>
                <a:cubicBezTo>
                  <a:pt x="35" y="9103"/>
                  <a:pt x="27" y="9088"/>
                  <a:pt x="20" y="9072"/>
                </a:cubicBezTo>
                <a:cubicBezTo>
                  <a:pt x="14" y="9056"/>
                  <a:pt x="9" y="9039"/>
                  <a:pt x="5" y="9022"/>
                </a:cubicBezTo>
                <a:cubicBezTo>
                  <a:pt x="2" y="9005"/>
                  <a:pt x="0" y="8988"/>
                  <a:pt x="0" y="8970"/>
                </a:cubicBezTo>
                <a:lnTo>
                  <a:pt x="0" y="265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8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80" y="14"/>
                  <a:pt x="196" y="8"/>
                  <a:pt x="213" y="5"/>
                </a:cubicBezTo>
                <a:cubicBezTo>
                  <a:pt x="230" y="2"/>
                  <a:pt x="247" y="0"/>
                  <a:pt x="26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595080" y="966600"/>
            <a:ext cx="8144280" cy="3324600"/>
          </a:xfrm>
          <a:custGeom>
            <a:avLst/>
            <a:gdLst/>
            <a:ahLst/>
            <a:rect l="0" t="0" r="r" b="b"/>
            <a:pathLst>
              <a:path w="22623" h="9235">
                <a:moveTo>
                  <a:pt x="265" y="0"/>
                </a:moveTo>
                <a:lnTo>
                  <a:pt x="22358" y="0"/>
                </a:lnTo>
                <a:cubicBezTo>
                  <a:pt x="22376" y="0"/>
                  <a:pt x="22393" y="2"/>
                  <a:pt x="22410" y="5"/>
                </a:cubicBezTo>
                <a:cubicBezTo>
                  <a:pt x="22427" y="8"/>
                  <a:pt x="22444" y="14"/>
                  <a:pt x="22460" y="20"/>
                </a:cubicBezTo>
                <a:cubicBezTo>
                  <a:pt x="22476" y="27"/>
                  <a:pt x="22491" y="35"/>
                  <a:pt x="22505" y="45"/>
                </a:cubicBezTo>
                <a:cubicBezTo>
                  <a:pt x="22520" y="54"/>
                  <a:pt x="22533" y="65"/>
                  <a:pt x="22546" y="78"/>
                </a:cubicBezTo>
                <a:cubicBezTo>
                  <a:pt x="22558" y="90"/>
                  <a:pt x="22569" y="103"/>
                  <a:pt x="22578" y="118"/>
                </a:cubicBezTo>
                <a:cubicBezTo>
                  <a:pt x="22588" y="132"/>
                  <a:pt x="22596" y="147"/>
                  <a:pt x="22603" y="163"/>
                </a:cubicBezTo>
                <a:cubicBezTo>
                  <a:pt x="22610" y="179"/>
                  <a:pt x="22615" y="196"/>
                  <a:pt x="22618" y="213"/>
                </a:cubicBezTo>
                <a:cubicBezTo>
                  <a:pt x="22621" y="230"/>
                  <a:pt x="22623" y="247"/>
                  <a:pt x="22623" y="265"/>
                </a:cubicBezTo>
                <a:lnTo>
                  <a:pt x="22623" y="8970"/>
                </a:lnTo>
                <a:cubicBezTo>
                  <a:pt x="22623" y="8988"/>
                  <a:pt x="22621" y="9005"/>
                  <a:pt x="22618" y="9022"/>
                </a:cubicBezTo>
                <a:cubicBezTo>
                  <a:pt x="22615" y="9039"/>
                  <a:pt x="22610" y="9056"/>
                  <a:pt x="22603" y="9072"/>
                </a:cubicBezTo>
                <a:cubicBezTo>
                  <a:pt x="22596" y="9088"/>
                  <a:pt x="22588" y="9103"/>
                  <a:pt x="22578" y="9117"/>
                </a:cubicBezTo>
                <a:cubicBezTo>
                  <a:pt x="22569" y="9132"/>
                  <a:pt x="22558" y="9145"/>
                  <a:pt x="22546" y="9157"/>
                </a:cubicBezTo>
                <a:cubicBezTo>
                  <a:pt x="22533" y="9170"/>
                  <a:pt x="22520" y="9181"/>
                  <a:pt x="22505" y="9190"/>
                </a:cubicBezTo>
                <a:cubicBezTo>
                  <a:pt x="22491" y="9200"/>
                  <a:pt x="22476" y="9208"/>
                  <a:pt x="22460" y="9215"/>
                </a:cubicBezTo>
                <a:cubicBezTo>
                  <a:pt x="22444" y="9221"/>
                  <a:pt x="22427" y="9227"/>
                  <a:pt x="22410" y="9230"/>
                </a:cubicBezTo>
                <a:cubicBezTo>
                  <a:pt x="22393" y="9233"/>
                  <a:pt x="22376" y="9235"/>
                  <a:pt x="22358" y="9235"/>
                </a:cubicBezTo>
                <a:lnTo>
                  <a:pt x="265" y="9235"/>
                </a:lnTo>
                <a:cubicBezTo>
                  <a:pt x="247" y="9235"/>
                  <a:pt x="230" y="9233"/>
                  <a:pt x="213" y="9230"/>
                </a:cubicBezTo>
                <a:cubicBezTo>
                  <a:pt x="196" y="9227"/>
                  <a:pt x="180" y="9221"/>
                  <a:pt x="163" y="9215"/>
                </a:cubicBezTo>
                <a:cubicBezTo>
                  <a:pt x="147" y="9208"/>
                  <a:pt x="132" y="9200"/>
                  <a:pt x="118" y="9190"/>
                </a:cubicBezTo>
                <a:cubicBezTo>
                  <a:pt x="103" y="9181"/>
                  <a:pt x="90" y="9170"/>
                  <a:pt x="78" y="9157"/>
                </a:cubicBezTo>
                <a:cubicBezTo>
                  <a:pt x="65" y="9145"/>
                  <a:pt x="54" y="9132"/>
                  <a:pt x="45" y="9117"/>
                </a:cubicBezTo>
                <a:cubicBezTo>
                  <a:pt x="35" y="9103"/>
                  <a:pt x="27" y="9088"/>
                  <a:pt x="20" y="9072"/>
                </a:cubicBezTo>
                <a:cubicBezTo>
                  <a:pt x="14" y="9056"/>
                  <a:pt x="9" y="9039"/>
                  <a:pt x="5" y="9022"/>
                </a:cubicBezTo>
                <a:cubicBezTo>
                  <a:pt x="2" y="9005"/>
                  <a:pt x="0" y="8988"/>
                  <a:pt x="0" y="8970"/>
                </a:cubicBezTo>
                <a:lnTo>
                  <a:pt x="0" y="265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8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80" y="14"/>
                  <a:pt x="196" y="8"/>
                  <a:pt x="213" y="5"/>
                </a:cubicBezTo>
                <a:cubicBezTo>
                  <a:pt x="230" y="2"/>
                  <a:pt x="247" y="0"/>
                  <a:pt x="265" y="0"/>
                </a:cubicBezTo>
                <a:close/>
              </a:path>
            </a:pathLst>
          </a:custGeom>
          <a:noFill/>
          <a:ln w="9360">
            <a:solidFill>
              <a:srgbClr val="d8ddd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457200" y="732240"/>
            <a:ext cx="38898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F1 -01   ·  O NTS TAAT  ·  H ET  KWALIFICATIEDO S S IER   O NTLEED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8" name=""/>
          <p:cNvSpPr/>
          <p:nvPr/>
        </p:nvSpPr>
        <p:spPr>
          <a:xfrm>
            <a:off x="704520" y="1342800"/>
            <a:ext cx="1981800" cy="457560"/>
          </a:xfrm>
          <a:custGeom>
            <a:avLst/>
            <a:gdLst/>
            <a:ahLst/>
            <a:rect l="0" t="0" r="r" b="b"/>
            <a:pathLst>
              <a:path w="5505" h="1271">
                <a:moveTo>
                  <a:pt x="212" y="0"/>
                </a:moveTo>
                <a:lnTo>
                  <a:pt x="5293" y="0"/>
                </a:lnTo>
                <a:cubicBezTo>
                  <a:pt x="5307" y="0"/>
                  <a:pt x="5321" y="1"/>
                  <a:pt x="5334" y="4"/>
                </a:cubicBezTo>
                <a:cubicBezTo>
                  <a:pt x="5348" y="7"/>
                  <a:pt x="5361" y="11"/>
                  <a:pt x="5374" y="16"/>
                </a:cubicBezTo>
                <a:cubicBezTo>
                  <a:pt x="5387" y="22"/>
                  <a:pt x="5399" y="28"/>
                  <a:pt x="5411" y="36"/>
                </a:cubicBezTo>
                <a:cubicBezTo>
                  <a:pt x="5422" y="44"/>
                  <a:pt x="5433" y="52"/>
                  <a:pt x="5443" y="62"/>
                </a:cubicBezTo>
                <a:cubicBezTo>
                  <a:pt x="5453" y="72"/>
                  <a:pt x="5461" y="83"/>
                  <a:pt x="5469" y="94"/>
                </a:cubicBezTo>
                <a:cubicBezTo>
                  <a:pt x="5477" y="106"/>
                  <a:pt x="5483" y="118"/>
                  <a:pt x="5489" y="131"/>
                </a:cubicBezTo>
                <a:cubicBezTo>
                  <a:pt x="5494" y="144"/>
                  <a:pt x="5498" y="157"/>
                  <a:pt x="5501" y="170"/>
                </a:cubicBezTo>
                <a:cubicBezTo>
                  <a:pt x="5503" y="184"/>
                  <a:pt x="5505" y="198"/>
                  <a:pt x="5505" y="212"/>
                </a:cubicBezTo>
                <a:lnTo>
                  <a:pt x="5505" y="1059"/>
                </a:lnTo>
                <a:cubicBezTo>
                  <a:pt x="5505" y="1073"/>
                  <a:pt x="5503" y="1087"/>
                  <a:pt x="5501" y="1101"/>
                </a:cubicBezTo>
                <a:cubicBezTo>
                  <a:pt x="5498" y="1114"/>
                  <a:pt x="5494" y="1128"/>
                  <a:pt x="5489" y="1140"/>
                </a:cubicBezTo>
                <a:cubicBezTo>
                  <a:pt x="5483" y="1153"/>
                  <a:pt x="5477" y="1165"/>
                  <a:pt x="5469" y="1177"/>
                </a:cubicBezTo>
                <a:cubicBezTo>
                  <a:pt x="5461" y="1189"/>
                  <a:pt x="5453" y="1199"/>
                  <a:pt x="5443" y="1209"/>
                </a:cubicBezTo>
                <a:cubicBezTo>
                  <a:pt x="5433" y="1219"/>
                  <a:pt x="5422" y="1228"/>
                  <a:pt x="5411" y="1235"/>
                </a:cubicBezTo>
                <a:cubicBezTo>
                  <a:pt x="5399" y="1243"/>
                  <a:pt x="5387" y="1250"/>
                  <a:pt x="5374" y="1255"/>
                </a:cubicBezTo>
                <a:cubicBezTo>
                  <a:pt x="5361" y="1260"/>
                  <a:pt x="5348" y="1264"/>
                  <a:pt x="5334" y="1267"/>
                </a:cubicBezTo>
                <a:cubicBezTo>
                  <a:pt x="5321" y="1270"/>
                  <a:pt x="5307" y="1271"/>
                  <a:pt x="5293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4" y="1235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3" y="1199"/>
                  <a:pt x="44" y="1189"/>
                  <a:pt x="36" y="1177"/>
                </a:cubicBezTo>
                <a:cubicBezTo>
                  <a:pt x="28" y="1165"/>
                  <a:pt x="22" y="1153"/>
                  <a:pt x="17" y="1140"/>
                </a:cubicBezTo>
                <a:cubicBezTo>
                  <a:pt x="11" y="1128"/>
                  <a:pt x="7" y="1114"/>
                  <a:pt x="4" y="1101"/>
                </a:cubicBezTo>
                <a:cubicBezTo>
                  <a:pt x="2" y="1087"/>
                  <a:pt x="0" y="1073"/>
                  <a:pt x="0" y="1059"/>
                </a:cubicBez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9" name=""/>
          <p:cNvSpPr/>
          <p:nvPr/>
        </p:nvSpPr>
        <p:spPr>
          <a:xfrm>
            <a:off x="704520" y="1342800"/>
            <a:ext cx="1981800" cy="457560"/>
          </a:xfrm>
          <a:custGeom>
            <a:avLst/>
            <a:gdLst/>
            <a:ahLst/>
            <a:rect l="0" t="0" r="r" b="b"/>
            <a:pathLst>
              <a:path w="5505" h="1271">
                <a:moveTo>
                  <a:pt x="212" y="0"/>
                </a:moveTo>
                <a:lnTo>
                  <a:pt x="5293" y="0"/>
                </a:lnTo>
                <a:cubicBezTo>
                  <a:pt x="5307" y="0"/>
                  <a:pt x="5321" y="1"/>
                  <a:pt x="5334" y="4"/>
                </a:cubicBezTo>
                <a:cubicBezTo>
                  <a:pt x="5348" y="7"/>
                  <a:pt x="5361" y="11"/>
                  <a:pt x="5374" y="16"/>
                </a:cubicBezTo>
                <a:cubicBezTo>
                  <a:pt x="5387" y="22"/>
                  <a:pt x="5399" y="28"/>
                  <a:pt x="5411" y="36"/>
                </a:cubicBezTo>
                <a:cubicBezTo>
                  <a:pt x="5422" y="44"/>
                  <a:pt x="5433" y="52"/>
                  <a:pt x="5443" y="62"/>
                </a:cubicBezTo>
                <a:cubicBezTo>
                  <a:pt x="5453" y="72"/>
                  <a:pt x="5461" y="83"/>
                  <a:pt x="5469" y="94"/>
                </a:cubicBezTo>
                <a:cubicBezTo>
                  <a:pt x="5477" y="106"/>
                  <a:pt x="5483" y="118"/>
                  <a:pt x="5489" y="131"/>
                </a:cubicBezTo>
                <a:cubicBezTo>
                  <a:pt x="5494" y="144"/>
                  <a:pt x="5498" y="157"/>
                  <a:pt x="5501" y="170"/>
                </a:cubicBezTo>
                <a:cubicBezTo>
                  <a:pt x="5503" y="184"/>
                  <a:pt x="5505" y="198"/>
                  <a:pt x="5505" y="212"/>
                </a:cubicBezTo>
                <a:lnTo>
                  <a:pt x="5505" y="1059"/>
                </a:lnTo>
                <a:cubicBezTo>
                  <a:pt x="5505" y="1073"/>
                  <a:pt x="5503" y="1087"/>
                  <a:pt x="5501" y="1101"/>
                </a:cubicBezTo>
                <a:cubicBezTo>
                  <a:pt x="5498" y="1114"/>
                  <a:pt x="5494" y="1128"/>
                  <a:pt x="5489" y="1140"/>
                </a:cubicBezTo>
                <a:cubicBezTo>
                  <a:pt x="5483" y="1153"/>
                  <a:pt x="5477" y="1165"/>
                  <a:pt x="5469" y="1177"/>
                </a:cubicBezTo>
                <a:cubicBezTo>
                  <a:pt x="5461" y="1189"/>
                  <a:pt x="5453" y="1199"/>
                  <a:pt x="5443" y="1209"/>
                </a:cubicBezTo>
                <a:cubicBezTo>
                  <a:pt x="5433" y="1219"/>
                  <a:pt x="5422" y="1228"/>
                  <a:pt x="5411" y="1235"/>
                </a:cubicBezTo>
                <a:cubicBezTo>
                  <a:pt x="5399" y="1243"/>
                  <a:pt x="5387" y="1250"/>
                  <a:pt x="5374" y="1255"/>
                </a:cubicBezTo>
                <a:cubicBezTo>
                  <a:pt x="5361" y="1260"/>
                  <a:pt x="5348" y="1264"/>
                  <a:pt x="5334" y="1267"/>
                </a:cubicBezTo>
                <a:cubicBezTo>
                  <a:pt x="5321" y="1270"/>
                  <a:pt x="5307" y="1271"/>
                  <a:pt x="5293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4" y="1235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3" y="1199"/>
                  <a:pt x="44" y="1189"/>
                  <a:pt x="36" y="1177"/>
                </a:cubicBezTo>
                <a:cubicBezTo>
                  <a:pt x="28" y="1165"/>
                  <a:pt x="22" y="1153"/>
                  <a:pt x="17" y="1140"/>
                </a:cubicBezTo>
                <a:cubicBezTo>
                  <a:pt x="11" y="1128"/>
                  <a:pt x="7" y="1114"/>
                  <a:pt x="4" y="1101"/>
                </a:cubicBezTo>
                <a:cubicBezTo>
                  <a:pt x="2" y="1087"/>
                  <a:pt x="0" y="1073"/>
                  <a:pt x="0" y="1059"/>
                </a:cubicBez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close/>
              </a:path>
            </a:pathLst>
          </a:custGeom>
          <a:noFill/>
          <a:ln w="9360">
            <a:solidFill>
              <a:srgbClr val="a8a85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2495520" y="1438200"/>
            <a:ext cx="95400" cy="57240"/>
          </a:xfrm>
          <a:custGeom>
            <a:avLst/>
            <a:gdLst/>
            <a:ahLst/>
            <a:rect l="0" t="0" r="r" b="b"/>
            <a:pathLst>
              <a:path w="265" h="159">
                <a:moveTo>
                  <a:pt x="80" y="0"/>
                </a:moveTo>
                <a:lnTo>
                  <a:pt x="186" y="0"/>
                </a:lnTo>
                <a:cubicBezTo>
                  <a:pt x="196" y="0"/>
                  <a:pt x="206" y="2"/>
                  <a:pt x="216" y="6"/>
                </a:cubicBezTo>
                <a:cubicBezTo>
                  <a:pt x="226" y="10"/>
                  <a:pt x="234" y="16"/>
                  <a:pt x="242" y="23"/>
                </a:cubicBezTo>
                <a:cubicBezTo>
                  <a:pt x="249" y="30"/>
                  <a:pt x="255" y="40"/>
                  <a:pt x="259" y="50"/>
                </a:cubicBezTo>
                <a:cubicBezTo>
                  <a:pt x="263" y="59"/>
                  <a:pt x="265" y="70"/>
                  <a:pt x="265" y="80"/>
                </a:cubicBezTo>
                <a:cubicBezTo>
                  <a:pt x="265" y="91"/>
                  <a:pt x="263" y="101"/>
                  <a:pt x="259" y="110"/>
                </a:cubicBezTo>
                <a:cubicBezTo>
                  <a:pt x="255" y="120"/>
                  <a:pt x="249" y="129"/>
                  <a:pt x="242" y="136"/>
                </a:cubicBezTo>
                <a:cubicBezTo>
                  <a:pt x="234" y="144"/>
                  <a:pt x="226" y="149"/>
                  <a:pt x="216" y="153"/>
                </a:cubicBezTo>
                <a:cubicBezTo>
                  <a:pt x="206" y="157"/>
                  <a:pt x="196" y="159"/>
                  <a:pt x="186" y="159"/>
                </a:cubicBezTo>
                <a:lnTo>
                  <a:pt x="80" y="159"/>
                </a:ln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80" y="0"/>
                </a:cubicBez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1" name=""/>
          <p:cNvSpPr/>
          <p:nvPr/>
        </p:nvSpPr>
        <p:spPr>
          <a:xfrm>
            <a:off x="2571480" y="1438200"/>
            <a:ext cx="38520" cy="57240"/>
          </a:xfrm>
          <a:custGeom>
            <a:avLst/>
            <a:gdLst/>
            <a:ahLst/>
            <a:rect l="0" t="0" r="r" b="b"/>
            <a:pathLst>
              <a:path w="107" h="159">
                <a:moveTo>
                  <a:pt x="107" y="80"/>
                </a:moveTo>
                <a:cubicBezTo>
                  <a:pt x="107" y="91"/>
                  <a:pt x="106" y="101"/>
                  <a:pt x="103" y="110"/>
                </a:cubicBezTo>
                <a:cubicBezTo>
                  <a:pt x="100" y="120"/>
                  <a:pt x="97" y="129"/>
                  <a:pt x="92" y="136"/>
                </a:cubicBezTo>
                <a:cubicBezTo>
                  <a:pt x="87" y="144"/>
                  <a:pt x="81" y="149"/>
                  <a:pt x="74" y="153"/>
                </a:cubicBezTo>
                <a:cubicBezTo>
                  <a:pt x="68" y="157"/>
                  <a:pt x="61" y="159"/>
                  <a:pt x="54" y="159"/>
                </a:cubicBezTo>
                <a:cubicBezTo>
                  <a:pt x="46" y="159"/>
                  <a:pt x="39" y="157"/>
                  <a:pt x="33" y="153"/>
                </a:cubicBezTo>
                <a:cubicBezTo>
                  <a:pt x="26" y="149"/>
                  <a:pt x="21" y="144"/>
                  <a:pt x="16" y="136"/>
                </a:cubicBezTo>
                <a:cubicBezTo>
                  <a:pt x="11" y="129"/>
                  <a:pt x="7" y="120"/>
                  <a:pt x="4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4" y="50"/>
                </a:cubicBezTo>
                <a:cubicBezTo>
                  <a:pt x="7" y="40"/>
                  <a:pt x="11" y="30"/>
                  <a:pt x="16" y="23"/>
                </a:cubicBezTo>
                <a:cubicBezTo>
                  <a:pt x="21" y="16"/>
                  <a:pt x="26" y="10"/>
                  <a:pt x="33" y="6"/>
                </a:cubicBezTo>
                <a:cubicBezTo>
                  <a:pt x="39" y="2"/>
                  <a:pt x="46" y="0"/>
                  <a:pt x="54" y="0"/>
                </a:cubicBezTo>
                <a:cubicBezTo>
                  <a:pt x="61" y="0"/>
                  <a:pt x="68" y="2"/>
                  <a:pt x="74" y="6"/>
                </a:cubicBezTo>
                <a:cubicBezTo>
                  <a:pt x="81" y="10"/>
                  <a:pt x="87" y="16"/>
                  <a:pt x="92" y="23"/>
                </a:cubicBezTo>
                <a:cubicBezTo>
                  <a:pt x="97" y="30"/>
                  <a:pt x="100" y="40"/>
                  <a:pt x="103" y="50"/>
                </a:cubicBezTo>
                <a:cubicBezTo>
                  <a:pt x="106" y="59"/>
                  <a:pt x="107" y="70"/>
                  <a:pt x="107" y="80"/>
                </a:cubicBez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704880" y="1038960"/>
            <a:ext cx="313092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c1c1c"/>
                </a:solidFill>
                <a:latin typeface="DejaVuSans"/>
                <a:ea typeface="DejaVuSans"/>
              </a:rPr>
              <a:t>F1-01 - Het kwaliﬁcatiedossier ontleed</a:t>
            </a:r>
            <a:endParaRPr b="0" lang="en-US" sz="11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799920" y="1408320"/>
            <a:ext cx="150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4" name=""/>
          <p:cNvSpPr/>
          <p:nvPr/>
        </p:nvSpPr>
        <p:spPr>
          <a:xfrm>
            <a:off x="2781000" y="1342800"/>
            <a:ext cx="3039120" cy="457560"/>
          </a:xfrm>
          <a:custGeom>
            <a:avLst/>
            <a:gdLst/>
            <a:ahLst/>
            <a:rect l="0" t="0" r="r" b="b"/>
            <a:pathLst>
              <a:path w="8442" h="1271">
                <a:moveTo>
                  <a:pt x="212" y="0"/>
                </a:moveTo>
                <a:lnTo>
                  <a:pt x="8230" y="0"/>
                </a:lnTo>
                <a:cubicBezTo>
                  <a:pt x="8244" y="0"/>
                  <a:pt x="8258" y="1"/>
                  <a:pt x="8271" y="4"/>
                </a:cubicBezTo>
                <a:cubicBezTo>
                  <a:pt x="8285" y="7"/>
                  <a:pt x="8298" y="11"/>
                  <a:pt x="8311" y="16"/>
                </a:cubicBezTo>
                <a:cubicBezTo>
                  <a:pt x="8324" y="22"/>
                  <a:pt x="8336" y="28"/>
                  <a:pt x="8347" y="36"/>
                </a:cubicBezTo>
                <a:cubicBezTo>
                  <a:pt x="8359" y="44"/>
                  <a:pt x="8370" y="52"/>
                  <a:pt x="8380" y="62"/>
                </a:cubicBezTo>
                <a:cubicBezTo>
                  <a:pt x="8389" y="72"/>
                  <a:pt x="8398" y="83"/>
                  <a:pt x="8406" y="94"/>
                </a:cubicBezTo>
                <a:cubicBezTo>
                  <a:pt x="8414" y="106"/>
                  <a:pt x="8420" y="118"/>
                  <a:pt x="8425" y="131"/>
                </a:cubicBezTo>
                <a:cubicBezTo>
                  <a:pt x="8431" y="144"/>
                  <a:pt x="8435" y="157"/>
                  <a:pt x="8437" y="170"/>
                </a:cubicBezTo>
                <a:cubicBezTo>
                  <a:pt x="8440" y="184"/>
                  <a:pt x="8442" y="198"/>
                  <a:pt x="8442" y="212"/>
                </a:cubicBezTo>
                <a:lnTo>
                  <a:pt x="8442" y="1059"/>
                </a:lnTo>
                <a:cubicBezTo>
                  <a:pt x="8442" y="1073"/>
                  <a:pt x="8440" y="1087"/>
                  <a:pt x="8437" y="1101"/>
                </a:cubicBezTo>
                <a:cubicBezTo>
                  <a:pt x="8435" y="1114"/>
                  <a:pt x="8431" y="1128"/>
                  <a:pt x="8425" y="1140"/>
                </a:cubicBezTo>
                <a:cubicBezTo>
                  <a:pt x="8420" y="1153"/>
                  <a:pt x="8414" y="1165"/>
                  <a:pt x="8406" y="1177"/>
                </a:cubicBezTo>
                <a:cubicBezTo>
                  <a:pt x="8398" y="1189"/>
                  <a:pt x="8389" y="1199"/>
                  <a:pt x="8380" y="1209"/>
                </a:cubicBezTo>
                <a:cubicBezTo>
                  <a:pt x="8370" y="1219"/>
                  <a:pt x="8359" y="1228"/>
                  <a:pt x="8347" y="1235"/>
                </a:cubicBezTo>
                <a:cubicBezTo>
                  <a:pt x="8336" y="1243"/>
                  <a:pt x="8324" y="1250"/>
                  <a:pt x="8311" y="1255"/>
                </a:cubicBezTo>
                <a:cubicBezTo>
                  <a:pt x="8298" y="1260"/>
                  <a:pt x="8285" y="1264"/>
                  <a:pt x="8271" y="1267"/>
                </a:cubicBezTo>
                <a:cubicBezTo>
                  <a:pt x="8258" y="1270"/>
                  <a:pt x="8244" y="1271"/>
                  <a:pt x="8230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4" y="1235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3" y="1199"/>
                  <a:pt x="44" y="1189"/>
                  <a:pt x="36" y="1177"/>
                </a:cubicBezTo>
                <a:cubicBezTo>
                  <a:pt x="28" y="1165"/>
                  <a:pt x="22" y="1153"/>
                  <a:pt x="16" y="1140"/>
                </a:cubicBezTo>
                <a:cubicBezTo>
                  <a:pt x="11" y="1128"/>
                  <a:pt x="7" y="1114"/>
                  <a:pt x="4" y="1101"/>
                </a:cubicBezTo>
                <a:cubicBezTo>
                  <a:pt x="2" y="1087"/>
                  <a:pt x="0" y="1073"/>
                  <a:pt x="0" y="1059"/>
                </a:cubicBez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5" name=""/>
          <p:cNvSpPr/>
          <p:nvPr/>
        </p:nvSpPr>
        <p:spPr>
          <a:xfrm>
            <a:off x="2781000" y="1342800"/>
            <a:ext cx="3039120" cy="457560"/>
          </a:xfrm>
          <a:custGeom>
            <a:avLst/>
            <a:gdLst/>
            <a:ahLst/>
            <a:rect l="0" t="0" r="r" b="b"/>
            <a:pathLst>
              <a:path w="8442" h="1271">
                <a:moveTo>
                  <a:pt x="212" y="0"/>
                </a:moveTo>
                <a:lnTo>
                  <a:pt x="8230" y="0"/>
                </a:lnTo>
                <a:cubicBezTo>
                  <a:pt x="8244" y="0"/>
                  <a:pt x="8258" y="1"/>
                  <a:pt x="8271" y="4"/>
                </a:cubicBezTo>
                <a:cubicBezTo>
                  <a:pt x="8285" y="7"/>
                  <a:pt x="8298" y="11"/>
                  <a:pt x="8311" y="16"/>
                </a:cubicBezTo>
                <a:cubicBezTo>
                  <a:pt x="8324" y="22"/>
                  <a:pt x="8336" y="28"/>
                  <a:pt x="8347" y="36"/>
                </a:cubicBezTo>
                <a:cubicBezTo>
                  <a:pt x="8359" y="44"/>
                  <a:pt x="8370" y="52"/>
                  <a:pt x="8380" y="62"/>
                </a:cubicBezTo>
                <a:cubicBezTo>
                  <a:pt x="8389" y="72"/>
                  <a:pt x="8398" y="83"/>
                  <a:pt x="8406" y="94"/>
                </a:cubicBezTo>
                <a:cubicBezTo>
                  <a:pt x="8414" y="106"/>
                  <a:pt x="8420" y="118"/>
                  <a:pt x="8425" y="131"/>
                </a:cubicBezTo>
                <a:cubicBezTo>
                  <a:pt x="8431" y="144"/>
                  <a:pt x="8435" y="157"/>
                  <a:pt x="8437" y="170"/>
                </a:cubicBezTo>
                <a:cubicBezTo>
                  <a:pt x="8440" y="184"/>
                  <a:pt x="8442" y="198"/>
                  <a:pt x="8442" y="212"/>
                </a:cubicBezTo>
                <a:lnTo>
                  <a:pt x="8442" y="1059"/>
                </a:lnTo>
                <a:cubicBezTo>
                  <a:pt x="8442" y="1073"/>
                  <a:pt x="8440" y="1087"/>
                  <a:pt x="8437" y="1101"/>
                </a:cubicBezTo>
                <a:cubicBezTo>
                  <a:pt x="8435" y="1114"/>
                  <a:pt x="8431" y="1128"/>
                  <a:pt x="8425" y="1140"/>
                </a:cubicBezTo>
                <a:cubicBezTo>
                  <a:pt x="8420" y="1153"/>
                  <a:pt x="8414" y="1165"/>
                  <a:pt x="8406" y="1177"/>
                </a:cubicBezTo>
                <a:cubicBezTo>
                  <a:pt x="8398" y="1189"/>
                  <a:pt x="8389" y="1199"/>
                  <a:pt x="8380" y="1209"/>
                </a:cubicBezTo>
                <a:cubicBezTo>
                  <a:pt x="8370" y="1219"/>
                  <a:pt x="8359" y="1228"/>
                  <a:pt x="8347" y="1235"/>
                </a:cubicBezTo>
                <a:cubicBezTo>
                  <a:pt x="8336" y="1243"/>
                  <a:pt x="8324" y="1250"/>
                  <a:pt x="8311" y="1255"/>
                </a:cubicBezTo>
                <a:cubicBezTo>
                  <a:pt x="8298" y="1260"/>
                  <a:pt x="8285" y="1264"/>
                  <a:pt x="8271" y="1267"/>
                </a:cubicBezTo>
                <a:cubicBezTo>
                  <a:pt x="8258" y="1270"/>
                  <a:pt x="8244" y="1271"/>
                  <a:pt x="8230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4" y="1235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3" y="1199"/>
                  <a:pt x="44" y="1189"/>
                  <a:pt x="36" y="1177"/>
                </a:cubicBezTo>
                <a:cubicBezTo>
                  <a:pt x="28" y="1165"/>
                  <a:pt x="22" y="1153"/>
                  <a:pt x="16" y="1140"/>
                </a:cubicBezTo>
                <a:cubicBezTo>
                  <a:pt x="11" y="1128"/>
                  <a:pt x="7" y="1114"/>
                  <a:pt x="4" y="1101"/>
                </a:cubicBezTo>
                <a:cubicBezTo>
                  <a:pt x="2" y="1087"/>
                  <a:pt x="0" y="1073"/>
                  <a:pt x="0" y="1059"/>
                </a:cubicBez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close/>
              </a:path>
            </a:pathLst>
          </a:custGeom>
          <a:noFill/>
          <a:ln w="9360">
            <a:solidFill>
              <a:srgbClr val="a8a85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6" name=""/>
          <p:cNvSpPr/>
          <p:nvPr/>
        </p:nvSpPr>
        <p:spPr>
          <a:xfrm>
            <a:off x="5638680" y="1409400"/>
            <a:ext cx="124200" cy="114840"/>
          </a:xfrm>
          <a:custGeom>
            <a:avLst/>
            <a:gdLst/>
            <a:ahLst/>
            <a:rect l="0" t="0" r="r" b="b"/>
            <a:pathLst>
              <a:path w="345" h="319">
                <a:moveTo>
                  <a:pt x="0" y="81"/>
                </a:moveTo>
                <a:lnTo>
                  <a:pt x="211" y="81"/>
                </a:lnTo>
                <a:lnTo>
                  <a:pt x="211" y="0"/>
                </a:lnTo>
                <a:lnTo>
                  <a:pt x="345" y="160"/>
                </a:lnTo>
                <a:lnTo>
                  <a:pt x="211" y="319"/>
                </a:lnTo>
                <a:lnTo>
                  <a:pt x="211" y="239"/>
                </a:lnTo>
                <a:lnTo>
                  <a:pt x="0" y="239"/>
                </a:lnTo>
                <a:lnTo>
                  <a:pt x="0" y="81"/>
                </a:ln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799920" y="1562040"/>
            <a:ext cx="15066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2876400" y="1408320"/>
            <a:ext cx="6300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9" name=""/>
          <p:cNvSpPr/>
          <p:nvPr/>
        </p:nvSpPr>
        <p:spPr>
          <a:xfrm>
            <a:off x="1192680" y="1800000"/>
            <a:ext cx="14760" cy="190800"/>
          </a:xfrm>
          <a:custGeom>
            <a:avLst/>
            <a:gdLst/>
            <a:ahLst/>
            <a:rect l="0" t="0" r="r" b="b"/>
            <a:pathLst>
              <a:path w="41" h="530">
                <a:moveTo>
                  <a:pt x="41" y="0"/>
                </a:moveTo>
                <a:lnTo>
                  <a:pt x="41" y="80"/>
                </a:lnTo>
                <a:lnTo>
                  <a:pt x="0" y="80"/>
                </a:lnTo>
                <a:lnTo>
                  <a:pt x="0" y="0"/>
                </a:lnTo>
                <a:lnTo>
                  <a:pt x="41" y="0"/>
                </a:lnTo>
                <a:moveTo>
                  <a:pt x="41" y="160"/>
                </a:moveTo>
                <a:lnTo>
                  <a:pt x="41" y="239"/>
                </a:lnTo>
                <a:lnTo>
                  <a:pt x="0" y="239"/>
                </a:lnTo>
                <a:lnTo>
                  <a:pt x="0" y="160"/>
                </a:lnTo>
                <a:lnTo>
                  <a:pt x="41" y="160"/>
                </a:lnTo>
                <a:moveTo>
                  <a:pt x="41" y="319"/>
                </a:moveTo>
                <a:lnTo>
                  <a:pt x="41" y="398"/>
                </a:lnTo>
                <a:lnTo>
                  <a:pt x="0" y="398"/>
                </a:lnTo>
                <a:lnTo>
                  <a:pt x="0" y="319"/>
                </a:lnTo>
                <a:lnTo>
                  <a:pt x="41" y="319"/>
                </a:lnTo>
                <a:moveTo>
                  <a:pt x="41" y="477"/>
                </a:moveTo>
                <a:lnTo>
                  <a:pt x="41" y="530"/>
                </a:lnTo>
                <a:lnTo>
                  <a:pt x="0" y="530"/>
                </a:lnTo>
                <a:lnTo>
                  <a:pt x="0" y="477"/>
                </a:lnTo>
                <a:lnTo>
                  <a:pt x="41" y="477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0" name=""/>
          <p:cNvSpPr/>
          <p:nvPr/>
        </p:nvSpPr>
        <p:spPr>
          <a:xfrm>
            <a:off x="1152360" y="1933560"/>
            <a:ext cx="95760" cy="57240"/>
          </a:xfrm>
          <a:custGeom>
            <a:avLst/>
            <a:gdLst/>
            <a:ahLst/>
            <a:rect l="0" t="0" r="r" b="b"/>
            <a:pathLst>
              <a:path fill="none" w="266" h="159">
                <a:moveTo>
                  <a:pt x="0" y="0"/>
                </a:moveTo>
                <a:lnTo>
                  <a:pt x="133" y="159"/>
                </a:lnTo>
                <a:lnTo>
                  <a:pt x="266" y="0"/>
                </a:lnTo>
              </a:path>
            </a:pathLst>
          </a:custGeom>
          <a:ln w="14040">
            <a:solidFill>
              <a:srgbClr val="a8a85a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1" name=""/>
          <p:cNvSpPr/>
          <p:nvPr/>
        </p:nvSpPr>
        <p:spPr>
          <a:xfrm>
            <a:off x="971280" y="2028600"/>
            <a:ext cx="5486760" cy="1943640"/>
          </a:xfrm>
          <a:custGeom>
            <a:avLst/>
            <a:gdLst/>
            <a:ahLst/>
            <a:rect l="0" t="0" r="r" b="b"/>
            <a:pathLst>
              <a:path w="15241" h="5399">
                <a:moveTo>
                  <a:pt x="0" y="0"/>
                </a:moveTo>
                <a:lnTo>
                  <a:pt x="15241" y="0"/>
                </a:lnTo>
                <a:lnTo>
                  <a:pt x="15241" y="5399"/>
                </a:lnTo>
                <a:lnTo>
                  <a:pt x="0" y="539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2" name=""/>
          <p:cNvSpPr/>
          <p:nvPr/>
        </p:nvSpPr>
        <p:spPr>
          <a:xfrm>
            <a:off x="971280" y="2028600"/>
            <a:ext cx="5486760" cy="1943640"/>
          </a:xfrm>
          <a:custGeom>
            <a:avLst/>
            <a:gdLst/>
            <a:ahLst/>
            <a:rect l="0" t="0" r="r" b="b"/>
            <a:pathLst>
              <a:path w="15241" h="5399">
                <a:moveTo>
                  <a:pt x="0" y="0"/>
                </a:moveTo>
                <a:lnTo>
                  <a:pt x="15241" y="0"/>
                </a:lnTo>
                <a:lnTo>
                  <a:pt x="15241" y="5399"/>
                </a:lnTo>
                <a:lnTo>
                  <a:pt x="0" y="5399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a8a85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3" name=""/>
          <p:cNvSpPr/>
          <p:nvPr/>
        </p:nvSpPr>
        <p:spPr>
          <a:xfrm>
            <a:off x="6267240" y="210492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319" y="0"/>
                </a:lnTo>
                <a:lnTo>
                  <a:pt x="319" y="265"/>
                </a:lnTo>
                <a:lnTo>
                  <a:pt x="0" y="265"/>
                </a:lnTo>
                <a:lnTo>
                  <a:pt x="0" y="0"/>
                </a:ln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4" name=""/>
          <p:cNvSpPr/>
          <p:nvPr/>
        </p:nvSpPr>
        <p:spPr>
          <a:xfrm>
            <a:off x="6267240" y="2138040"/>
            <a:ext cx="114480" cy="0"/>
          </a:xfrm>
          <a:prstGeom prst="line">
            <a:avLst/>
          </a:prstGeom>
          <a:ln w="122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2876400" y="1562040"/>
            <a:ext cx="22896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c1c1c"/>
                </a:solidFill>
                <a:latin typeface="DejaVuSans"/>
                <a:ea typeface="DejaVuSans"/>
              </a:rPr>
              <a:t>Kwaliﬁcatiedossier analyseren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1066680" y="2094120"/>
            <a:ext cx="11008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a5a2a"/>
                </a:solidFill>
                <a:latin typeface="DejaVuSans"/>
                <a:ea typeface="DejaVuSans"/>
              </a:rPr>
              <a:t>Kwaliﬁcatie dossier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7" name=""/>
          <p:cNvSpPr/>
          <p:nvPr/>
        </p:nvSpPr>
        <p:spPr>
          <a:xfrm>
            <a:off x="1104840" y="2428560"/>
            <a:ext cx="5258160" cy="1448280"/>
          </a:xfrm>
          <a:custGeom>
            <a:avLst/>
            <a:gdLst/>
            <a:ahLst/>
            <a:rect l="0" t="0" r="r" b="b"/>
            <a:pathLst>
              <a:path w="14606" h="4023">
                <a:moveTo>
                  <a:pt x="0" y="0"/>
                </a:moveTo>
                <a:lnTo>
                  <a:pt x="14606" y="0"/>
                </a:lnTo>
                <a:lnTo>
                  <a:pt x="14606" y="4023"/>
                </a:lnTo>
                <a:lnTo>
                  <a:pt x="0" y="402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1104840" y="2428560"/>
            <a:ext cx="5258160" cy="1448280"/>
          </a:xfrm>
          <a:custGeom>
            <a:avLst/>
            <a:gdLst/>
            <a:ahLst/>
            <a:rect l="0" t="0" r="r" b="b"/>
            <a:pathLst>
              <a:path w="14606" h="4023">
                <a:moveTo>
                  <a:pt x="0" y="0"/>
                </a:moveTo>
                <a:lnTo>
                  <a:pt x="14606" y="0"/>
                </a:lnTo>
                <a:lnTo>
                  <a:pt x="14606" y="4023"/>
                </a:lnTo>
                <a:lnTo>
                  <a:pt x="0" y="402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a8a85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9" name=""/>
          <p:cNvSpPr/>
          <p:nvPr/>
        </p:nvSpPr>
        <p:spPr>
          <a:xfrm>
            <a:off x="6171840" y="250488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319" y="0"/>
                </a:lnTo>
                <a:lnTo>
                  <a:pt x="319" y="266"/>
                </a:lnTo>
                <a:lnTo>
                  <a:pt x="0" y="266"/>
                </a:lnTo>
                <a:lnTo>
                  <a:pt x="0" y="0"/>
                </a:ln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0" name=""/>
          <p:cNvSpPr/>
          <p:nvPr/>
        </p:nvSpPr>
        <p:spPr>
          <a:xfrm>
            <a:off x="6171840" y="2538360"/>
            <a:ext cx="114480" cy="0"/>
          </a:xfrm>
          <a:prstGeom prst="line">
            <a:avLst/>
          </a:prstGeom>
          <a:ln w="122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1066680" y="2247840"/>
            <a:ext cx="257328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Apothekersassistent, crebo 23450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1200240" y="2494080"/>
            <a:ext cx="6530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a5a2a"/>
                </a:solidFill>
                <a:latin typeface="DejaVuSans"/>
                <a:ea typeface="DejaVuSans"/>
              </a:rPr>
              <a:t>Kwaliﬁcatie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1238040" y="2828880"/>
            <a:ext cx="5029560" cy="952560"/>
          </a:xfrm>
          <a:custGeom>
            <a:avLst/>
            <a:gdLst/>
            <a:ahLst/>
            <a:rect l="0" t="0" r="r" b="b"/>
            <a:pathLst>
              <a:path w="13971" h="2646">
                <a:moveTo>
                  <a:pt x="0" y="0"/>
                </a:moveTo>
                <a:lnTo>
                  <a:pt x="13971" y="0"/>
                </a:lnTo>
                <a:lnTo>
                  <a:pt x="13971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4" name=""/>
          <p:cNvSpPr/>
          <p:nvPr/>
        </p:nvSpPr>
        <p:spPr>
          <a:xfrm>
            <a:off x="1238040" y="2828880"/>
            <a:ext cx="5029560" cy="952560"/>
          </a:xfrm>
          <a:custGeom>
            <a:avLst/>
            <a:gdLst/>
            <a:ahLst/>
            <a:rect l="0" t="0" r="r" b="b"/>
            <a:pathLst>
              <a:path w="13971" h="2646">
                <a:moveTo>
                  <a:pt x="0" y="0"/>
                </a:moveTo>
                <a:lnTo>
                  <a:pt x="13971" y="0"/>
                </a:lnTo>
                <a:lnTo>
                  <a:pt x="13971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a8a85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6076800" y="290484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318" y="0"/>
                </a:lnTo>
                <a:lnTo>
                  <a:pt x="318" y="266"/>
                </a:lnTo>
                <a:lnTo>
                  <a:pt x="0" y="266"/>
                </a:lnTo>
                <a:lnTo>
                  <a:pt x="0" y="0"/>
                </a:ln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6" name=""/>
          <p:cNvSpPr/>
          <p:nvPr/>
        </p:nvSpPr>
        <p:spPr>
          <a:xfrm>
            <a:off x="6076800" y="2938320"/>
            <a:ext cx="114120" cy="0"/>
          </a:xfrm>
          <a:prstGeom prst="line">
            <a:avLst/>
          </a:prstGeom>
          <a:ln w="122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1200240" y="2648160"/>
            <a:ext cx="210672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Apothekersassistent, 27141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1333440" y="2894400"/>
            <a:ext cx="5158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a5a2a"/>
                </a:solidFill>
                <a:latin typeface="DejaVuSans"/>
                <a:ea typeface="DejaVuSans"/>
              </a:rPr>
              <a:t>Kerntaak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>
            <a:off x="1371240" y="3228840"/>
            <a:ext cx="4800960" cy="457560"/>
          </a:xfrm>
          <a:custGeom>
            <a:avLst/>
            <a:gdLst/>
            <a:ahLst/>
            <a:rect l="0" t="0" r="r" b="b"/>
            <a:pathLst>
              <a:path w="13336" h="1271">
                <a:moveTo>
                  <a:pt x="0" y="0"/>
                </a:moveTo>
                <a:lnTo>
                  <a:pt x="13336" y="0"/>
                </a:lnTo>
                <a:lnTo>
                  <a:pt x="13336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0" name=""/>
          <p:cNvSpPr/>
          <p:nvPr/>
        </p:nvSpPr>
        <p:spPr>
          <a:xfrm>
            <a:off x="1371240" y="3228840"/>
            <a:ext cx="4800960" cy="457560"/>
          </a:xfrm>
          <a:custGeom>
            <a:avLst/>
            <a:gdLst/>
            <a:ahLst/>
            <a:rect l="0" t="0" r="r" b="b"/>
            <a:pathLst>
              <a:path w="13336" h="1271">
                <a:moveTo>
                  <a:pt x="0" y="0"/>
                </a:moveTo>
                <a:lnTo>
                  <a:pt x="13336" y="0"/>
                </a:lnTo>
                <a:lnTo>
                  <a:pt x="13336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a8a85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1" name=""/>
          <p:cNvSpPr/>
          <p:nvPr/>
        </p:nvSpPr>
        <p:spPr>
          <a:xfrm>
            <a:off x="5981400" y="330516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319" y="0"/>
                </a:lnTo>
                <a:lnTo>
                  <a:pt x="319" y="265"/>
                </a:lnTo>
                <a:lnTo>
                  <a:pt x="0" y="265"/>
                </a:lnTo>
                <a:lnTo>
                  <a:pt x="0" y="0"/>
                </a:lnTo>
                <a:close/>
              </a:path>
            </a:pathLst>
          </a:custGeom>
          <a:noFill/>
          <a:ln w="12240">
            <a:solidFill>
              <a:srgbClr val="444444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2" name=""/>
          <p:cNvSpPr/>
          <p:nvPr/>
        </p:nvSpPr>
        <p:spPr>
          <a:xfrm>
            <a:off x="5981400" y="3338280"/>
            <a:ext cx="114480" cy="0"/>
          </a:xfrm>
          <a:prstGeom prst="line">
            <a:avLst/>
          </a:prstGeom>
          <a:ln w="122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1333440" y="3048120"/>
            <a:ext cx="319032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c1c1c"/>
                </a:solidFill>
                <a:latin typeface="DejaVuSans"/>
                <a:ea typeface="DejaVuSans"/>
              </a:rPr>
              <a:t>B1-K1 Biedt farmaceutische patiëntenzorg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1467000" y="3294360"/>
            <a:ext cx="678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a5a2a"/>
                </a:solidFill>
                <a:latin typeface="DejaVuSans"/>
                <a:ea typeface="DejaVuSans"/>
              </a:rPr>
              <a:t>Werkproces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1467000" y="3448080"/>
            <a:ext cx="40590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 Neemt de zorg-/adviesvraag in behandeling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04880" y="4057560"/>
            <a:ext cx="669888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5b6663"/>
                </a:solidFill>
                <a:latin typeface="DejaVuSans"/>
                <a:ea typeface="DejaVuSans"/>
              </a:rPr>
              <a:t>De onderwijsontwerper analyseert het kwaliﬁcatiedossier: kwaliﬁcatie, kerntaken en werkprocessen.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3700440" y="4385520"/>
            <a:ext cx="21585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Kwaliﬁcatiedossier analyseren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7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7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76" name=""/>
          <p:cNvSpPr/>
          <p:nvPr/>
        </p:nvSpPr>
        <p:spPr>
          <a:xfrm>
            <a:off x="461160" y="670680"/>
            <a:ext cx="8412120" cy="3925800"/>
          </a:xfrm>
          <a:custGeom>
            <a:avLst/>
            <a:gdLst/>
            <a:ahLst/>
            <a:rect l="0" t="0" r="r" b="b"/>
            <a:pathLst>
              <a:path w="23367" h="10905">
                <a:moveTo>
                  <a:pt x="229" y="0"/>
                </a:moveTo>
                <a:lnTo>
                  <a:pt x="23138" y="0"/>
                </a:lnTo>
                <a:cubicBezTo>
                  <a:pt x="23153" y="0"/>
                  <a:pt x="23168" y="1"/>
                  <a:pt x="23183" y="4"/>
                </a:cubicBezTo>
                <a:cubicBezTo>
                  <a:pt x="23198" y="7"/>
                  <a:pt x="23212" y="12"/>
                  <a:pt x="23226" y="17"/>
                </a:cubicBezTo>
                <a:cubicBezTo>
                  <a:pt x="23240" y="23"/>
                  <a:pt x="23253" y="30"/>
                  <a:pt x="23265" y="38"/>
                </a:cubicBezTo>
                <a:cubicBezTo>
                  <a:pt x="23278" y="47"/>
                  <a:pt x="23289" y="56"/>
                  <a:pt x="23300" y="67"/>
                </a:cubicBezTo>
                <a:cubicBezTo>
                  <a:pt x="23311" y="77"/>
                  <a:pt x="23320" y="89"/>
                  <a:pt x="23328" y="101"/>
                </a:cubicBezTo>
                <a:cubicBezTo>
                  <a:pt x="23337" y="114"/>
                  <a:pt x="23344" y="127"/>
                  <a:pt x="23349" y="141"/>
                </a:cubicBezTo>
                <a:cubicBezTo>
                  <a:pt x="23355" y="155"/>
                  <a:pt x="23360" y="169"/>
                  <a:pt x="23362" y="184"/>
                </a:cubicBezTo>
                <a:cubicBezTo>
                  <a:pt x="23365" y="198"/>
                  <a:pt x="23367" y="213"/>
                  <a:pt x="23367" y="228"/>
                </a:cubicBezTo>
                <a:lnTo>
                  <a:pt x="23367" y="10677"/>
                </a:lnTo>
                <a:cubicBezTo>
                  <a:pt x="23367" y="10692"/>
                  <a:pt x="23365" y="10707"/>
                  <a:pt x="23362" y="10722"/>
                </a:cubicBezTo>
                <a:cubicBezTo>
                  <a:pt x="23360" y="10737"/>
                  <a:pt x="23355" y="10751"/>
                  <a:pt x="23349" y="10765"/>
                </a:cubicBezTo>
                <a:cubicBezTo>
                  <a:pt x="23344" y="10778"/>
                  <a:pt x="23337" y="10792"/>
                  <a:pt x="23328" y="10804"/>
                </a:cubicBezTo>
                <a:cubicBezTo>
                  <a:pt x="23320" y="10817"/>
                  <a:pt x="23311" y="10828"/>
                  <a:pt x="23300" y="10839"/>
                </a:cubicBezTo>
                <a:cubicBezTo>
                  <a:pt x="23289" y="10849"/>
                  <a:pt x="23278" y="10859"/>
                  <a:pt x="23265" y="10867"/>
                </a:cubicBezTo>
                <a:cubicBezTo>
                  <a:pt x="23253" y="10875"/>
                  <a:pt x="23240" y="10882"/>
                  <a:pt x="23226" y="10888"/>
                </a:cubicBezTo>
                <a:cubicBezTo>
                  <a:pt x="23212" y="10894"/>
                  <a:pt x="23198" y="10898"/>
                  <a:pt x="23183" y="10901"/>
                </a:cubicBezTo>
                <a:cubicBezTo>
                  <a:pt x="23168" y="10904"/>
                  <a:pt x="23153" y="10905"/>
                  <a:pt x="23138" y="10905"/>
                </a:cubicBezTo>
                <a:lnTo>
                  <a:pt x="229" y="10905"/>
                </a:lnTo>
                <a:cubicBezTo>
                  <a:pt x="214" y="10905"/>
                  <a:pt x="199" y="10904"/>
                  <a:pt x="184" y="10901"/>
                </a:cubicBezTo>
                <a:cubicBezTo>
                  <a:pt x="169" y="10898"/>
                  <a:pt x="155" y="10894"/>
                  <a:pt x="141" y="10888"/>
                </a:cubicBezTo>
                <a:cubicBezTo>
                  <a:pt x="127" y="10882"/>
                  <a:pt x="114" y="10875"/>
                  <a:pt x="102" y="10867"/>
                </a:cubicBezTo>
                <a:cubicBezTo>
                  <a:pt x="89" y="10859"/>
                  <a:pt x="78" y="10849"/>
                  <a:pt x="67" y="10839"/>
                </a:cubicBezTo>
                <a:cubicBezTo>
                  <a:pt x="57" y="10828"/>
                  <a:pt x="47" y="10817"/>
                  <a:pt x="39" y="10804"/>
                </a:cubicBezTo>
                <a:cubicBezTo>
                  <a:pt x="30" y="10792"/>
                  <a:pt x="23" y="10778"/>
                  <a:pt x="18" y="10765"/>
                </a:cubicBezTo>
                <a:cubicBezTo>
                  <a:pt x="12" y="10751"/>
                  <a:pt x="8" y="10737"/>
                  <a:pt x="5" y="10722"/>
                </a:cubicBezTo>
                <a:cubicBezTo>
                  <a:pt x="2" y="10707"/>
                  <a:pt x="0" y="10692"/>
                  <a:pt x="0" y="10677"/>
                </a:cubicBezTo>
                <a:lnTo>
                  <a:pt x="0" y="228"/>
                </a:lnTo>
                <a:cubicBezTo>
                  <a:pt x="0" y="213"/>
                  <a:pt x="2" y="198"/>
                  <a:pt x="5" y="184"/>
                </a:cubicBezTo>
                <a:cubicBezTo>
                  <a:pt x="8" y="169"/>
                  <a:pt x="12" y="155"/>
                  <a:pt x="18" y="141"/>
                </a:cubicBezTo>
                <a:cubicBezTo>
                  <a:pt x="23" y="127"/>
                  <a:pt x="30" y="114"/>
                  <a:pt x="39" y="101"/>
                </a:cubicBezTo>
                <a:cubicBezTo>
                  <a:pt x="47" y="89"/>
                  <a:pt x="57" y="77"/>
                  <a:pt x="67" y="67"/>
                </a:cubicBezTo>
                <a:cubicBezTo>
                  <a:pt x="78" y="56"/>
                  <a:pt x="89" y="47"/>
                  <a:pt x="102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5" y="12"/>
                  <a:pt x="169" y="7"/>
                  <a:pt x="184" y="4"/>
                </a:cubicBezTo>
                <a:cubicBezTo>
                  <a:pt x="199" y="1"/>
                  <a:pt x="214" y="0"/>
                  <a:pt x="22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/>
          <p:nvPr/>
        </p:nvSpPr>
        <p:spPr>
          <a:xfrm>
            <a:off x="461160" y="670680"/>
            <a:ext cx="8412120" cy="3925800"/>
          </a:xfrm>
          <a:custGeom>
            <a:avLst/>
            <a:gdLst/>
            <a:ahLst/>
            <a:rect l="0" t="0" r="r" b="b"/>
            <a:pathLst>
              <a:path w="23367" h="10905">
                <a:moveTo>
                  <a:pt x="229" y="0"/>
                </a:moveTo>
                <a:lnTo>
                  <a:pt x="23138" y="0"/>
                </a:lnTo>
                <a:cubicBezTo>
                  <a:pt x="23153" y="0"/>
                  <a:pt x="23168" y="1"/>
                  <a:pt x="23183" y="4"/>
                </a:cubicBezTo>
                <a:cubicBezTo>
                  <a:pt x="23198" y="7"/>
                  <a:pt x="23212" y="12"/>
                  <a:pt x="23226" y="17"/>
                </a:cubicBezTo>
                <a:cubicBezTo>
                  <a:pt x="23240" y="23"/>
                  <a:pt x="23253" y="30"/>
                  <a:pt x="23265" y="38"/>
                </a:cubicBezTo>
                <a:cubicBezTo>
                  <a:pt x="23278" y="47"/>
                  <a:pt x="23289" y="56"/>
                  <a:pt x="23300" y="67"/>
                </a:cubicBezTo>
                <a:cubicBezTo>
                  <a:pt x="23311" y="77"/>
                  <a:pt x="23320" y="89"/>
                  <a:pt x="23328" y="101"/>
                </a:cubicBezTo>
                <a:cubicBezTo>
                  <a:pt x="23337" y="114"/>
                  <a:pt x="23344" y="127"/>
                  <a:pt x="23349" y="141"/>
                </a:cubicBezTo>
                <a:cubicBezTo>
                  <a:pt x="23355" y="155"/>
                  <a:pt x="23360" y="169"/>
                  <a:pt x="23362" y="184"/>
                </a:cubicBezTo>
                <a:cubicBezTo>
                  <a:pt x="23365" y="198"/>
                  <a:pt x="23367" y="213"/>
                  <a:pt x="23367" y="228"/>
                </a:cubicBezTo>
                <a:lnTo>
                  <a:pt x="23367" y="10677"/>
                </a:lnTo>
                <a:cubicBezTo>
                  <a:pt x="23367" y="10692"/>
                  <a:pt x="23365" y="10707"/>
                  <a:pt x="23362" y="10722"/>
                </a:cubicBezTo>
                <a:cubicBezTo>
                  <a:pt x="23360" y="10737"/>
                  <a:pt x="23355" y="10751"/>
                  <a:pt x="23349" y="10765"/>
                </a:cubicBezTo>
                <a:cubicBezTo>
                  <a:pt x="23344" y="10778"/>
                  <a:pt x="23337" y="10792"/>
                  <a:pt x="23328" y="10804"/>
                </a:cubicBezTo>
                <a:cubicBezTo>
                  <a:pt x="23320" y="10817"/>
                  <a:pt x="23311" y="10828"/>
                  <a:pt x="23300" y="10839"/>
                </a:cubicBezTo>
                <a:cubicBezTo>
                  <a:pt x="23289" y="10849"/>
                  <a:pt x="23278" y="10859"/>
                  <a:pt x="23265" y="10867"/>
                </a:cubicBezTo>
                <a:cubicBezTo>
                  <a:pt x="23253" y="10875"/>
                  <a:pt x="23240" y="10882"/>
                  <a:pt x="23226" y="10888"/>
                </a:cubicBezTo>
                <a:cubicBezTo>
                  <a:pt x="23212" y="10894"/>
                  <a:pt x="23198" y="10898"/>
                  <a:pt x="23183" y="10901"/>
                </a:cubicBezTo>
                <a:cubicBezTo>
                  <a:pt x="23168" y="10904"/>
                  <a:pt x="23153" y="10905"/>
                  <a:pt x="23138" y="10905"/>
                </a:cubicBezTo>
                <a:lnTo>
                  <a:pt x="229" y="10905"/>
                </a:lnTo>
                <a:cubicBezTo>
                  <a:pt x="214" y="10905"/>
                  <a:pt x="199" y="10904"/>
                  <a:pt x="184" y="10901"/>
                </a:cubicBezTo>
                <a:cubicBezTo>
                  <a:pt x="169" y="10898"/>
                  <a:pt x="155" y="10894"/>
                  <a:pt x="141" y="10888"/>
                </a:cubicBezTo>
                <a:cubicBezTo>
                  <a:pt x="127" y="10882"/>
                  <a:pt x="114" y="10875"/>
                  <a:pt x="102" y="10867"/>
                </a:cubicBezTo>
                <a:cubicBezTo>
                  <a:pt x="89" y="10859"/>
                  <a:pt x="78" y="10849"/>
                  <a:pt x="67" y="10839"/>
                </a:cubicBezTo>
                <a:cubicBezTo>
                  <a:pt x="57" y="10828"/>
                  <a:pt x="47" y="10817"/>
                  <a:pt x="39" y="10804"/>
                </a:cubicBezTo>
                <a:cubicBezTo>
                  <a:pt x="30" y="10792"/>
                  <a:pt x="23" y="10778"/>
                  <a:pt x="18" y="10765"/>
                </a:cubicBezTo>
                <a:cubicBezTo>
                  <a:pt x="12" y="10751"/>
                  <a:pt x="8" y="10737"/>
                  <a:pt x="5" y="10722"/>
                </a:cubicBezTo>
                <a:cubicBezTo>
                  <a:pt x="2" y="10707"/>
                  <a:pt x="0" y="10692"/>
                  <a:pt x="0" y="10677"/>
                </a:cubicBezTo>
                <a:lnTo>
                  <a:pt x="0" y="228"/>
                </a:lnTo>
                <a:cubicBezTo>
                  <a:pt x="0" y="213"/>
                  <a:pt x="2" y="198"/>
                  <a:pt x="5" y="184"/>
                </a:cubicBezTo>
                <a:cubicBezTo>
                  <a:pt x="8" y="169"/>
                  <a:pt x="12" y="155"/>
                  <a:pt x="18" y="141"/>
                </a:cubicBezTo>
                <a:cubicBezTo>
                  <a:pt x="23" y="127"/>
                  <a:pt x="30" y="114"/>
                  <a:pt x="39" y="101"/>
                </a:cubicBezTo>
                <a:cubicBezTo>
                  <a:pt x="47" y="89"/>
                  <a:pt x="57" y="77"/>
                  <a:pt x="67" y="67"/>
                </a:cubicBezTo>
                <a:cubicBezTo>
                  <a:pt x="78" y="56"/>
                  <a:pt x="89" y="47"/>
                  <a:pt x="102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5" y="12"/>
                  <a:pt x="169" y="7"/>
                  <a:pt x="184" y="4"/>
                </a:cubicBezTo>
                <a:cubicBezTo>
                  <a:pt x="199" y="1"/>
                  <a:pt x="214" y="0"/>
                  <a:pt x="229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457200" y="436680"/>
            <a:ext cx="54583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F1 -02  ·  O NTS TAAT  ·  EX AM ENPLAN,  EER S TE  R ES ULTAATS TR UCTUUR   EN  CO H O R 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/>
          <p:nvPr/>
        </p:nvSpPr>
        <p:spPr>
          <a:xfrm>
            <a:off x="555840" y="995040"/>
            <a:ext cx="1488600" cy="394560"/>
          </a:xfrm>
          <a:custGeom>
            <a:avLst/>
            <a:gdLst/>
            <a:ahLst/>
            <a:rect l="0" t="0" r="r" b="b"/>
            <a:pathLst>
              <a:path w="4135" h="1096">
                <a:moveTo>
                  <a:pt x="183" y="0"/>
                </a:moveTo>
                <a:lnTo>
                  <a:pt x="3952" y="0"/>
                </a:lnTo>
                <a:cubicBezTo>
                  <a:pt x="3964" y="0"/>
                  <a:pt x="3976" y="1"/>
                  <a:pt x="3988" y="4"/>
                </a:cubicBezTo>
                <a:cubicBezTo>
                  <a:pt x="4000" y="6"/>
                  <a:pt x="4011" y="9"/>
                  <a:pt x="4022" y="14"/>
                </a:cubicBezTo>
                <a:cubicBezTo>
                  <a:pt x="4033" y="19"/>
                  <a:pt x="4044" y="24"/>
                  <a:pt x="4054" y="31"/>
                </a:cubicBezTo>
                <a:cubicBezTo>
                  <a:pt x="4064" y="38"/>
                  <a:pt x="4073" y="45"/>
                  <a:pt x="4082" y="54"/>
                </a:cubicBezTo>
                <a:cubicBezTo>
                  <a:pt x="4090" y="62"/>
                  <a:pt x="4098" y="71"/>
                  <a:pt x="4104" y="81"/>
                </a:cubicBezTo>
                <a:cubicBezTo>
                  <a:pt x="4111" y="91"/>
                  <a:pt x="4117" y="102"/>
                  <a:pt x="4121" y="113"/>
                </a:cubicBezTo>
                <a:cubicBezTo>
                  <a:pt x="4126" y="124"/>
                  <a:pt x="4129" y="135"/>
                  <a:pt x="4132" y="147"/>
                </a:cubicBezTo>
                <a:cubicBezTo>
                  <a:pt x="4134" y="159"/>
                  <a:pt x="4135" y="171"/>
                  <a:pt x="4135" y="183"/>
                </a:cubicBezTo>
                <a:lnTo>
                  <a:pt x="4135" y="913"/>
                </a:lnTo>
                <a:cubicBezTo>
                  <a:pt x="4135" y="925"/>
                  <a:pt x="4134" y="936"/>
                  <a:pt x="4132" y="948"/>
                </a:cubicBezTo>
                <a:cubicBezTo>
                  <a:pt x="4129" y="960"/>
                  <a:pt x="4126" y="971"/>
                  <a:pt x="4121" y="982"/>
                </a:cubicBezTo>
                <a:cubicBezTo>
                  <a:pt x="4117" y="994"/>
                  <a:pt x="4111" y="1004"/>
                  <a:pt x="4104" y="1014"/>
                </a:cubicBezTo>
                <a:cubicBezTo>
                  <a:pt x="4098" y="1024"/>
                  <a:pt x="4090" y="1033"/>
                  <a:pt x="4082" y="1042"/>
                </a:cubicBezTo>
                <a:cubicBezTo>
                  <a:pt x="4073" y="1050"/>
                  <a:pt x="4064" y="1058"/>
                  <a:pt x="4054" y="1064"/>
                </a:cubicBezTo>
                <a:cubicBezTo>
                  <a:pt x="4044" y="1072"/>
                  <a:pt x="4033" y="1078"/>
                  <a:pt x="4022" y="1082"/>
                </a:cubicBezTo>
                <a:cubicBezTo>
                  <a:pt x="4011" y="1087"/>
                  <a:pt x="4000" y="1090"/>
                  <a:pt x="3988" y="1093"/>
                </a:cubicBezTo>
                <a:cubicBezTo>
                  <a:pt x="3976" y="1095"/>
                  <a:pt x="3964" y="1096"/>
                  <a:pt x="3952" y="1096"/>
                </a:cubicBezTo>
                <a:lnTo>
                  <a:pt x="183" y="1096"/>
                </a:lnTo>
                <a:cubicBezTo>
                  <a:pt x="171" y="1096"/>
                  <a:pt x="159" y="1095"/>
                  <a:pt x="147" y="1093"/>
                </a:cubicBezTo>
                <a:cubicBezTo>
                  <a:pt x="135" y="1090"/>
                  <a:pt x="124" y="1087"/>
                  <a:pt x="113" y="1082"/>
                </a:cubicBezTo>
                <a:cubicBezTo>
                  <a:pt x="102" y="1078"/>
                  <a:pt x="91" y="1072"/>
                  <a:pt x="81" y="1064"/>
                </a:cubicBezTo>
                <a:cubicBezTo>
                  <a:pt x="71" y="1058"/>
                  <a:pt x="62" y="1050"/>
                  <a:pt x="53" y="1042"/>
                </a:cubicBezTo>
                <a:cubicBezTo>
                  <a:pt x="45" y="1033"/>
                  <a:pt x="37" y="1024"/>
                  <a:pt x="31" y="1014"/>
                </a:cubicBezTo>
                <a:cubicBezTo>
                  <a:pt x="24" y="1004"/>
                  <a:pt x="18" y="994"/>
                  <a:pt x="14" y="982"/>
                </a:cubicBezTo>
                <a:cubicBezTo>
                  <a:pt x="9" y="971"/>
                  <a:pt x="6" y="960"/>
                  <a:pt x="3" y="948"/>
                </a:cubicBezTo>
                <a:cubicBezTo>
                  <a:pt x="1" y="936"/>
                  <a:pt x="0" y="925"/>
                  <a:pt x="0" y="913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9"/>
                  <a:pt x="135" y="6"/>
                  <a:pt x="147" y="4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/>
          <p:nvPr/>
        </p:nvSpPr>
        <p:spPr>
          <a:xfrm>
            <a:off x="555840" y="995040"/>
            <a:ext cx="1488600" cy="394560"/>
          </a:xfrm>
          <a:custGeom>
            <a:avLst/>
            <a:gdLst/>
            <a:ahLst/>
            <a:rect l="0" t="0" r="r" b="b"/>
            <a:pathLst>
              <a:path w="4135" h="1096">
                <a:moveTo>
                  <a:pt x="183" y="0"/>
                </a:moveTo>
                <a:lnTo>
                  <a:pt x="3952" y="0"/>
                </a:lnTo>
                <a:cubicBezTo>
                  <a:pt x="3964" y="0"/>
                  <a:pt x="3976" y="1"/>
                  <a:pt x="3988" y="4"/>
                </a:cubicBezTo>
                <a:cubicBezTo>
                  <a:pt x="4000" y="6"/>
                  <a:pt x="4011" y="9"/>
                  <a:pt x="4022" y="14"/>
                </a:cubicBezTo>
                <a:cubicBezTo>
                  <a:pt x="4033" y="19"/>
                  <a:pt x="4044" y="24"/>
                  <a:pt x="4054" y="31"/>
                </a:cubicBezTo>
                <a:cubicBezTo>
                  <a:pt x="4064" y="38"/>
                  <a:pt x="4073" y="45"/>
                  <a:pt x="4082" y="54"/>
                </a:cubicBezTo>
                <a:cubicBezTo>
                  <a:pt x="4090" y="62"/>
                  <a:pt x="4098" y="71"/>
                  <a:pt x="4104" y="81"/>
                </a:cubicBezTo>
                <a:cubicBezTo>
                  <a:pt x="4111" y="91"/>
                  <a:pt x="4117" y="102"/>
                  <a:pt x="4121" y="113"/>
                </a:cubicBezTo>
                <a:cubicBezTo>
                  <a:pt x="4126" y="124"/>
                  <a:pt x="4129" y="135"/>
                  <a:pt x="4132" y="147"/>
                </a:cubicBezTo>
                <a:cubicBezTo>
                  <a:pt x="4134" y="159"/>
                  <a:pt x="4135" y="171"/>
                  <a:pt x="4135" y="183"/>
                </a:cubicBezTo>
                <a:lnTo>
                  <a:pt x="4135" y="913"/>
                </a:lnTo>
                <a:cubicBezTo>
                  <a:pt x="4135" y="925"/>
                  <a:pt x="4134" y="936"/>
                  <a:pt x="4132" y="948"/>
                </a:cubicBezTo>
                <a:cubicBezTo>
                  <a:pt x="4129" y="960"/>
                  <a:pt x="4126" y="971"/>
                  <a:pt x="4121" y="982"/>
                </a:cubicBezTo>
                <a:cubicBezTo>
                  <a:pt x="4117" y="994"/>
                  <a:pt x="4111" y="1004"/>
                  <a:pt x="4104" y="1014"/>
                </a:cubicBezTo>
                <a:cubicBezTo>
                  <a:pt x="4098" y="1024"/>
                  <a:pt x="4090" y="1033"/>
                  <a:pt x="4082" y="1042"/>
                </a:cubicBezTo>
                <a:cubicBezTo>
                  <a:pt x="4073" y="1050"/>
                  <a:pt x="4064" y="1058"/>
                  <a:pt x="4054" y="1064"/>
                </a:cubicBezTo>
                <a:cubicBezTo>
                  <a:pt x="4044" y="1072"/>
                  <a:pt x="4033" y="1078"/>
                  <a:pt x="4022" y="1082"/>
                </a:cubicBezTo>
                <a:cubicBezTo>
                  <a:pt x="4011" y="1087"/>
                  <a:pt x="4000" y="1090"/>
                  <a:pt x="3988" y="1093"/>
                </a:cubicBezTo>
                <a:cubicBezTo>
                  <a:pt x="3976" y="1095"/>
                  <a:pt x="3964" y="1096"/>
                  <a:pt x="3952" y="1096"/>
                </a:cubicBezTo>
                <a:lnTo>
                  <a:pt x="183" y="1096"/>
                </a:lnTo>
                <a:cubicBezTo>
                  <a:pt x="171" y="1096"/>
                  <a:pt x="159" y="1095"/>
                  <a:pt x="147" y="1093"/>
                </a:cubicBezTo>
                <a:cubicBezTo>
                  <a:pt x="135" y="1090"/>
                  <a:pt x="124" y="1087"/>
                  <a:pt x="113" y="1082"/>
                </a:cubicBezTo>
                <a:cubicBezTo>
                  <a:pt x="102" y="1078"/>
                  <a:pt x="91" y="1072"/>
                  <a:pt x="81" y="1064"/>
                </a:cubicBezTo>
                <a:cubicBezTo>
                  <a:pt x="71" y="1058"/>
                  <a:pt x="62" y="1050"/>
                  <a:pt x="53" y="1042"/>
                </a:cubicBezTo>
                <a:cubicBezTo>
                  <a:pt x="45" y="1033"/>
                  <a:pt x="37" y="1024"/>
                  <a:pt x="31" y="1014"/>
                </a:cubicBezTo>
                <a:cubicBezTo>
                  <a:pt x="24" y="1004"/>
                  <a:pt x="18" y="994"/>
                  <a:pt x="14" y="982"/>
                </a:cubicBezTo>
                <a:cubicBezTo>
                  <a:pt x="9" y="971"/>
                  <a:pt x="6" y="960"/>
                  <a:pt x="3" y="948"/>
                </a:cubicBezTo>
                <a:cubicBezTo>
                  <a:pt x="1" y="936"/>
                  <a:pt x="0" y="925"/>
                  <a:pt x="0" y="913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9"/>
                  <a:pt x="135" y="6"/>
                  <a:pt x="147" y="4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/>
          <p:nvPr/>
        </p:nvSpPr>
        <p:spPr>
          <a:xfrm>
            <a:off x="1879560" y="1077120"/>
            <a:ext cx="82800" cy="49680"/>
          </a:xfrm>
          <a:custGeom>
            <a:avLst/>
            <a:gdLst/>
            <a:ahLst/>
            <a:rect l="0" t="0" r="r" b="b"/>
            <a:pathLst>
              <a:path w="230" h="138">
                <a:moveTo>
                  <a:pt x="69" y="0"/>
                </a:moveTo>
                <a:lnTo>
                  <a:pt x="161" y="0"/>
                </a:lnTo>
                <a:cubicBezTo>
                  <a:pt x="170" y="0"/>
                  <a:pt x="179" y="2"/>
                  <a:pt x="187" y="5"/>
                </a:cubicBezTo>
                <a:cubicBezTo>
                  <a:pt x="196" y="9"/>
                  <a:pt x="203" y="14"/>
                  <a:pt x="210" y="20"/>
                </a:cubicBezTo>
                <a:cubicBezTo>
                  <a:pt x="216" y="27"/>
                  <a:pt x="221" y="34"/>
                  <a:pt x="224" y="42"/>
                </a:cubicBezTo>
                <a:cubicBezTo>
                  <a:pt x="228" y="51"/>
                  <a:pt x="230" y="60"/>
                  <a:pt x="230" y="70"/>
                </a:cubicBezTo>
                <a:cubicBezTo>
                  <a:pt x="230" y="79"/>
                  <a:pt x="228" y="87"/>
                  <a:pt x="224" y="96"/>
                </a:cubicBezTo>
                <a:cubicBezTo>
                  <a:pt x="221" y="104"/>
                  <a:pt x="216" y="112"/>
                  <a:pt x="210" y="118"/>
                </a:cubicBezTo>
                <a:cubicBezTo>
                  <a:pt x="203" y="124"/>
                  <a:pt x="196" y="129"/>
                  <a:pt x="187" y="133"/>
                </a:cubicBezTo>
                <a:cubicBezTo>
                  <a:pt x="179" y="136"/>
                  <a:pt x="170" y="138"/>
                  <a:pt x="161" y="138"/>
                </a:cubicBezTo>
                <a:lnTo>
                  <a:pt x="69" y="138"/>
                </a:lnTo>
                <a:cubicBezTo>
                  <a:pt x="60" y="138"/>
                  <a:pt x="51" y="136"/>
                  <a:pt x="43" y="133"/>
                </a:cubicBezTo>
                <a:cubicBezTo>
                  <a:pt x="34" y="129"/>
                  <a:pt x="27" y="124"/>
                  <a:pt x="20" y="118"/>
                </a:cubicBezTo>
                <a:cubicBezTo>
                  <a:pt x="14" y="112"/>
                  <a:pt x="9" y="104"/>
                  <a:pt x="5" y="96"/>
                </a:cubicBezTo>
                <a:cubicBezTo>
                  <a:pt x="2" y="87"/>
                  <a:pt x="0" y="79"/>
                  <a:pt x="0" y="70"/>
                </a:cubicBezTo>
                <a:cubicBezTo>
                  <a:pt x="0" y="60"/>
                  <a:pt x="2" y="51"/>
                  <a:pt x="5" y="42"/>
                </a:cubicBezTo>
                <a:cubicBezTo>
                  <a:pt x="9" y="34"/>
                  <a:pt x="14" y="27"/>
                  <a:pt x="20" y="20"/>
                </a:cubicBezTo>
                <a:cubicBezTo>
                  <a:pt x="27" y="14"/>
                  <a:pt x="34" y="9"/>
                  <a:pt x="43" y="5"/>
                </a:cubicBezTo>
                <a:cubicBezTo>
                  <a:pt x="51" y="2"/>
                  <a:pt x="60" y="0"/>
                  <a:pt x="69" y="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2" name=""/>
          <p:cNvSpPr/>
          <p:nvPr/>
        </p:nvSpPr>
        <p:spPr>
          <a:xfrm>
            <a:off x="1945440" y="1077120"/>
            <a:ext cx="33120" cy="49680"/>
          </a:xfrm>
          <a:custGeom>
            <a:avLst/>
            <a:gdLst/>
            <a:ahLst/>
            <a:rect l="0" t="0" r="r" b="b"/>
            <a:pathLst>
              <a:path w="92" h="138">
                <a:moveTo>
                  <a:pt x="92" y="70"/>
                </a:moveTo>
                <a:cubicBezTo>
                  <a:pt x="92" y="79"/>
                  <a:pt x="91" y="87"/>
                  <a:pt x="89" y="96"/>
                </a:cubicBezTo>
                <a:cubicBezTo>
                  <a:pt x="87" y="104"/>
                  <a:pt x="83" y="112"/>
                  <a:pt x="79" y="118"/>
                </a:cubicBezTo>
                <a:cubicBezTo>
                  <a:pt x="75" y="124"/>
                  <a:pt x="70" y="129"/>
                  <a:pt x="64" y="133"/>
                </a:cubicBezTo>
                <a:cubicBezTo>
                  <a:pt x="59" y="136"/>
                  <a:pt x="53" y="138"/>
                  <a:pt x="47" y="138"/>
                </a:cubicBezTo>
                <a:cubicBezTo>
                  <a:pt x="41" y="138"/>
                  <a:pt x="35" y="136"/>
                  <a:pt x="29" y="133"/>
                </a:cubicBezTo>
                <a:cubicBezTo>
                  <a:pt x="24" y="129"/>
                  <a:pt x="19" y="124"/>
                  <a:pt x="14" y="118"/>
                </a:cubicBezTo>
                <a:cubicBezTo>
                  <a:pt x="9" y="112"/>
                  <a:pt x="6" y="104"/>
                  <a:pt x="3" y="96"/>
                </a:cubicBezTo>
                <a:cubicBezTo>
                  <a:pt x="1" y="87"/>
                  <a:pt x="0" y="79"/>
                  <a:pt x="0" y="70"/>
                </a:cubicBezTo>
                <a:cubicBezTo>
                  <a:pt x="0" y="60"/>
                  <a:pt x="1" y="51"/>
                  <a:pt x="3" y="42"/>
                </a:cubicBezTo>
                <a:cubicBezTo>
                  <a:pt x="6" y="34"/>
                  <a:pt x="9" y="27"/>
                  <a:pt x="14" y="20"/>
                </a:cubicBezTo>
                <a:cubicBezTo>
                  <a:pt x="19" y="14"/>
                  <a:pt x="24" y="9"/>
                  <a:pt x="29" y="5"/>
                </a:cubicBezTo>
                <a:cubicBezTo>
                  <a:pt x="35" y="2"/>
                  <a:pt x="41" y="0"/>
                  <a:pt x="47" y="0"/>
                </a:cubicBezTo>
                <a:cubicBezTo>
                  <a:pt x="53" y="0"/>
                  <a:pt x="59" y="2"/>
                  <a:pt x="64" y="5"/>
                </a:cubicBezTo>
                <a:cubicBezTo>
                  <a:pt x="70" y="9"/>
                  <a:pt x="75" y="14"/>
                  <a:pt x="79" y="20"/>
                </a:cubicBezTo>
                <a:cubicBezTo>
                  <a:pt x="83" y="27"/>
                  <a:pt x="87" y="34"/>
                  <a:pt x="89" y="42"/>
                </a:cubicBezTo>
                <a:cubicBezTo>
                  <a:pt x="91" y="51"/>
                  <a:pt x="92" y="60"/>
                  <a:pt x="92" y="7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555840" y="732960"/>
            <a:ext cx="395568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c1c1c"/>
                </a:solidFill>
                <a:latin typeface="DejaVuSans"/>
                <a:ea typeface="DejaVuSans"/>
              </a:rPr>
              <a:t>F1-02 - Examenplan, eerste resultaatstructuur en cohort</a:t>
            </a:r>
            <a:endParaRPr b="0" lang="en-US" sz="9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638280" y="1051560"/>
            <a:ext cx="127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/>
          <p:nvPr/>
        </p:nvSpPr>
        <p:spPr>
          <a:xfrm>
            <a:off x="2126160" y="995040"/>
            <a:ext cx="2014920" cy="394560"/>
          </a:xfrm>
          <a:custGeom>
            <a:avLst/>
            <a:gdLst/>
            <a:ahLst/>
            <a:rect l="0" t="0" r="r" b="b"/>
            <a:pathLst>
              <a:path w="5597" h="1096">
                <a:moveTo>
                  <a:pt x="183" y="0"/>
                </a:moveTo>
                <a:lnTo>
                  <a:pt x="5415" y="0"/>
                </a:lnTo>
                <a:cubicBezTo>
                  <a:pt x="5427" y="0"/>
                  <a:pt x="5438" y="1"/>
                  <a:pt x="5450" y="4"/>
                </a:cubicBezTo>
                <a:cubicBezTo>
                  <a:pt x="5462" y="6"/>
                  <a:pt x="5473" y="9"/>
                  <a:pt x="5485" y="14"/>
                </a:cubicBezTo>
                <a:cubicBezTo>
                  <a:pt x="5496" y="19"/>
                  <a:pt x="5506" y="24"/>
                  <a:pt x="5516" y="31"/>
                </a:cubicBezTo>
                <a:cubicBezTo>
                  <a:pt x="5526" y="38"/>
                  <a:pt x="5535" y="45"/>
                  <a:pt x="5544" y="54"/>
                </a:cubicBezTo>
                <a:cubicBezTo>
                  <a:pt x="5552" y="62"/>
                  <a:pt x="5560" y="71"/>
                  <a:pt x="5567" y="81"/>
                </a:cubicBezTo>
                <a:cubicBezTo>
                  <a:pt x="5573" y="91"/>
                  <a:pt x="5579" y="102"/>
                  <a:pt x="5583" y="113"/>
                </a:cubicBezTo>
                <a:cubicBezTo>
                  <a:pt x="5588" y="124"/>
                  <a:pt x="5591" y="135"/>
                  <a:pt x="5594" y="147"/>
                </a:cubicBezTo>
                <a:cubicBezTo>
                  <a:pt x="5596" y="159"/>
                  <a:pt x="5597" y="171"/>
                  <a:pt x="5597" y="183"/>
                </a:cubicBezTo>
                <a:lnTo>
                  <a:pt x="5597" y="913"/>
                </a:lnTo>
                <a:cubicBezTo>
                  <a:pt x="5597" y="925"/>
                  <a:pt x="5596" y="936"/>
                  <a:pt x="5594" y="948"/>
                </a:cubicBezTo>
                <a:cubicBezTo>
                  <a:pt x="5591" y="960"/>
                  <a:pt x="5588" y="971"/>
                  <a:pt x="5583" y="982"/>
                </a:cubicBezTo>
                <a:cubicBezTo>
                  <a:pt x="5579" y="994"/>
                  <a:pt x="5573" y="1004"/>
                  <a:pt x="5567" y="1014"/>
                </a:cubicBezTo>
                <a:cubicBezTo>
                  <a:pt x="5560" y="1024"/>
                  <a:pt x="5552" y="1033"/>
                  <a:pt x="5544" y="1042"/>
                </a:cubicBezTo>
                <a:cubicBezTo>
                  <a:pt x="5535" y="1050"/>
                  <a:pt x="5526" y="1058"/>
                  <a:pt x="5516" y="1064"/>
                </a:cubicBezTo>
                <a:cubicBezTo>
                  <a:pt x="5506" y="1072"/>
                  <a:pt x="5496" y="1078"/>
                  <a:pt x="5485" y="1082"/>
                </a:cubicBezTo>
                <a:cubicBezTo>
                  <a:pt x="5473" y="1087"/>
                  <a:pt x="5462" y="1090"/>
                  <a:pt x="5450" y="1093"/>
                </a:cubicBezTo>
                <a:cubicBezTo>
                  <a:pt x="5438" y="1095"/>
                  <a:pt x="5427" y="1096"/>
                  <a:pt x="5415" y="1096"/>
                </a:cubicBezTo>
                <a:lnTo>
                  <a:pt x="183" y="1096"/>
                </a:lnTo>
                <a:cubicBezTo>
                  <a:pt x="171" y="1096"/>
                  <a:pt x="159" y="1095"/>
                  <a:pt x="148" y="1093"/>
                </a:cubicBezTo>
                <a:cubicBezTo>
                  <a:pt x="136" y="1090"/>
                  <a:pt x="124" y="1087"/>
                  <a:pt x="113" y="1082"/>
                </a:cubicBezTo>
                <a:cubicBezTo>
                  <a:pt x="102" y="1078"/>
                  <a:pt x="92" y="1072"/>
                  <a:pt x="82" y="1064"/>
                </a:cubicBezTo>
                <a:cubicBezTo>
                  <a:pt x="72" y="1058"/>
                  <a:pt x="62" y="1050"/>
                  <a:pt x="54" y="1042"/>
                </a:cubicBezTo>
                <a:cubicBezTo>
                  <a:pt x="45" y="1033"/>
                  <a:pt x="38" y="1024"/>
                  <a:pt x="31" y="1014"/>
                </a:cubicBezTo>
                <a:cubicBezTo>
                  <a:pt x="25" y="1004"/>
                  <a:pt x="19" y="994"/>
                  <a:pt x="14" y="982"/>
                </a:cubicBezTo>
                <a:cubicBezTo>
                  <a:pt x="10" y="971"/>
                  <a:pt x="6" y="960"/>
                  <a:pt x="4" y="948"/>
                </a:cubicBezTo>
                <a:cubicBezTo>
                  <a:pt x="2" y="936"/>
                  <a:pt x="0" y="925"/>
                  <a:pt x="0" y="913"/>
                </a:cubicBezTo>
                <a:lnTo>
                  <a:pt x="0" y="183"/>
                </a:lnTo>
                <a:cubicBezTo>
                  <a:pt x="0" y="171"/>
                  <a:pt x="2" y="159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2"/>
                  <a:pt x="25" y="91"/>
                  <a:pt x="31" y="81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2" y="19"/>
                  <a:pt x="113" y="14"/>
                </a:cubicBezTo>
                <a:cubicBezTo>
                  <a:pt x="124" y="9"/>
                  <a:pt x="136" y="6"/>
                  <a:pt x="148" y="4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6" name=""/>
          <p:cNvSpPr/>
          <p:nvPr/>
        </p:nvSpPr>
        <p:spPr>
          <a:xfrm>
            <a:off x="2126160" y="995040"/>
            <a:ext cx="2014920" cy="394560"/>
          </a:xfrm>
          <a:custGeom>
            <a:avLst/>
            <a:gdLst/>
            <a:ahLst/>
            <a:rect l="0" t="0" r="r" b="b"/>
            <a:pathLst>
              <a:path w="5597" h="1096">
                <a:moveTo>
                  <a:pt x="183" y="0"/>
                </a:moveTo>
                <a:lnTo>
                  <a:pt x="5415" y="0"/>
                </a:lnTo>
                <a:cubicBezTo>
                  <a:pt x="5427" y="0"/>
                  <a:pt x="5438" y="1"/>
                  <a:pt x="5450" y="4"/>
                </a:cubicBezTo>
                <a:cubicBezTo>
                  <a:pt x="5462" y="6"/>
                  <a:pt x="5473" y="9"/>
                  <a:pt x="5485" y="14"/>
                </a:cubicBezTo>
                <a:cubicBezTo>
                  <a:pt x="5496" y="19"/>
                  <a:pt x="5506" y="24"/>
                  <a:pt x="5516" y="31"/>
                </a:cubicBezTo>
                <a:cubicBezTo>
                  <a:pt x="5526" y="38"/>
                  <a:pt x="5535" y="45"/>
                  <a:pt x="5544" y="54"/>
                </a:cubicBezTo>
                <a:cubicBezTo>
                  <a:pt x="5552" y="62"/>
                  <a:pt x="5560" y="71"/>
                  <a:pt x="5567" y="81"/>
                </a:cubicBezTo>
                <a:cubicBezTo>
                  <a:pt x="5573" y="91"/>
                  <a:pt x="5579" y="102"/>
                  <a:pt x="5583" y="113"/>
                </a:cubicBezTo>
                <a:cubicBezTo>
                  <a:pt x="5588" y="124"/>
                  <a:pt x="5591" y="135"/>
                  <a:pt x="5594" y="147"/>
                </a:cubicBezTo>
                <a:cubicBezTo>
                  <a:pt x="5596" y="159"/>
                  <a:pt x="5597" y="171"/>
                  <a:pt x="5597" y="183"/>
                </a:cubicBezTo>
                <a:lnTo>
                  <a:pt x="5597" y="913"/>
                </a:lnTo>
                <a:cubicBezTo>
                  <a:pt x="5597" y="925"/>
                  <a:pt x="5596" y="936"/>
                  <a:pt x="5594" y="948"/>
                </a:cubicBezTo>
                <a:cubicBezTo>
                  <a:pt x="5591" y="960"/>
                  <a:pt x="5588" y="971"/>
                  <a:pt x="5583" y="982"/>
                </a:cubicBezTo>
                <a:cubicBezTo>
                  <a:pt x="5579" y="994"/>
                  <a:pt x="5573" y="1004"/>
                  <a:pt x="5567" y="1014"/>
                </a:cubicBezTo>
                <a:cubicBezTo>
                  <a:pt x="5560" y="1024"/>
                  <a:pt x="5552" y="1033"/>
                  <a:pt x="5544" y="1042"/>
                </a:cubicBezTo>
                <a:cubicBezTo>
                  <a:pt x="5535" y="1050"/>
                  <a:pt x="5526" y="1058"/>
                  <a:pt x="5516" y="1064"/>
                </a:cubicBezTo>
                <a:cubicBezTo>
                  <a:pt x="5506" y="1072"/>
                  <a:pt x="5496" y="1078"/>
                  <a:pt x="5485" y="1082"/>
                </a:cubicBezTo>
                <a:cubicBezTo>
                  <a:pt x="5473" y="1087"/>
                  <a:pt x="5462" y="1090"/>
                  <a:pt x="5450" y="1093"/>
                </a:cubicBezTo>
                <a:cubicBezTo>
                  <a:pt x="5438" y="1095"/>
                  <a:pt x="5427" y="1096"/>
                  <a:pt x="5415" y="1096"/>
                </a:cubicBezTo>
                <a:lnTo>
                  <a:pt x="183" y="1096"/>
                </a:lnTo>
                <a:cubicBezTo>
                  <a:pt x="171" y="1096"/>
                  <a:pt x="159" y="1095"/>
                  <a:pt x="148" y="1093"/>
                </a:cubicBezTo>
                <a:cubicBezTo>
                  <a:pt x="136" y="1090"/>
                  <a:pt x="124" y="1087"/>
                  <a:pt x="113" y="1082"/>
                </a:cubicBezTo>
                <a:cubicBezTo>
                  <a:pt x="102" y="1078"/>
                  <a:pt x="92" y="1072"/>
                  <a:pt x="82" y="1064"/>
                </a:cubicBezTo>
                <a:cubicBezTo>
                  <a:pt x="72" y="1058"/>
                  <a:pt x="62" y="1050"/>
                  <a:pt x="54" y="1042"/>
                </a:cubicBezTo>
                <a:cubicBezTo>
                  <a:pt x="45" y="1033"/>
                  <a:pt x="38" y="1024"/>
                  <a:pt x="31" y="1014"/>
                </a:cubicBezTo>
                <a:cubicBezTo>
                  <a:pt x="25" y="1004"/>
                  <a:pt x="19" y="994"/>
                  <a:pt x="14" y="982"/>
                </a:cubicBezTo>
                <a:cubicBezTo>
                  <a:pt x="10" y="971"/>
                  <a:pt x="6" y="960"/>
                  <a:pt x="4" y="948"/>
                </a:cubicBezTo>
                <a:cubicBezTo>
                  <a:pt x="2" y="936"/>
                  <a:pt x="0" y="925"/>
                  <a:pt x="0" y="913"/>
                </a:cubicBezTo>
                <a:lnTo>
                  <a:pt x="0" y="183"/>
                </a:lnTo>
                <a:cubicBezTo>
                  <a:pt x="0" y="171"/>
                  <a:pt x="2" y="159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2"/>
                  <a:pt x="25" y="91"/>
                  <a:pt x="31" y="81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2" y="19"/>
                  <a:pt x="113" y="14"/>
                </a:cubicBezTo>
                <a:cubicBezTo>
                  <a:pt x="124" y="9"/>
                  <a:pt x="136" y="6"/>
                  <a:pt x="148" y="4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7" name=""/>
          <p:cNvSpPr/>
          <p:nvPr/>
        </p:nvSpPr>
        <p:spPr>
          <a:xfrm>
            <a:off x="3976200" y="1052640"/>
            <a:ext cx="107280" cy="99000"/>
          </a:xfrm>
          <a:custGeom>
            <a:avLst/>
            <a:gdLst/>
            <a:ahLst/>
            <a:rect l="0" t="0" r="r" b="b"/>
            <a:pathLst>
              <a:path w="298" h="275">
                <a:moveTo>
                  <a:pt x="0" y="68"/>
                </a:moveTo>
                <a:lnTo>
                  <a:pt x="184" y="68"/>
                </a:lnTo>
                <a:lnTo>
                  <a:pt x="184" y="0"/>
                </a:lnTo>
                <a:lnTo>
                  <a:pt x="298" y="137"/>
                </a:lnTo>
                <a:lnTo>
                  <a:pt x="184" y="275"/>
                </a:lnTo>
                <a:lnTo>
                  <a:pt x="184" y="205"/>
                </a:lnTo>
                <a:lnTo>
                  <a:pt x="0" y="205"/>
                </a:lnTo>
                <a:lnTo>
                  <a:pt x="0" y="68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638280" y="1184040"/>
            <a:ext cx="1184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examencommissie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2208600" y="1051560"/>
            <a:ext cx="53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977400" y="1389240"/>
            <a:ext cx="12600" cy="164520"/>
          </a:xfrm>
          <a:custGeom>
            <a:avLst/>
            <a:gdLst/>
            <a:ahLst/>
            <a:rect l="0" t="0" r="r" b="b"/>
            <a:pathLst>
              <a:path w="35" h="457">
                <a:moveTo>
                  <a:pt x="35" y="0"/>
                </a:moveTo>
                <a:lnTo>
                  <a:pt x="35" y="70"/>
                </a:lnTo>
                <a:lnTo>
                  <a:pt x="0" y="70"/>
                </a:lnTo>
                <a:lnTo>
                  <a:pt x="0" y="0"/>
                </a:lnTo>
                <a:lnTo>
                  <a:pt x="35" y="0"/>
                </a:lnTo>
                <a:moveTo>
                  <a:pt x="35" y="138"/>
                </a:moveTo>
                <a:lnTo>
                  <a:pt x="35" y="206"/>
                </a:lnTo>
                <a:lnTo>
                  <a:pt x="0" y="206"/>
                </a:lnTo>
                <a:lnTo>
                  <a:pt x="0" y="138"/>
                </a:lnTo>
                <a:lnTo>
                  <a:pt x="35" y="138"/>
                </a:lnTo>
                <a:moveTo>
                  <a:pt x="35" y="275"/>
                </a:moveTo>
                <a:lnTo>
                  <a:pt x="35" y="343"/>
                </a:lnTo>
                <a:lnTo>
                  <a:pt x="0" y="343"/>
                </a:lnTo>
                <a:lnTo>
                  <a:pt x="0" y="275"/>
                </a:lnTo>
                <a:lnTo>
                  <a:pt x="35" y="275"/>
                </a:lnTo>
                <a:moveTo>
                  <a:pt x="35" y="412"/>
                </a:moveTo>
                <a:lnTo>
                  <a:pt x="35" y="457"/>
                </a:lnTo>
                <a:lnTo>
                  <a:pt x="0" y="457"/>
                </a:lnTo>
                <a:lnTo>
                  <a:pt x="0" y="412"/>
                </a:lnTo>
                <a:lnTo>
                  <a:pt x="35" y="412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1" name=""/>
          <p:cNvSpPr/>
          <p:nvPr/>
        </p:nvSpPr>
        <p:spPr>
          <a:xfrm>
            <a:off x="942120" y="1504080"/>
            <a:ext cx="82800" cy="49680"/>
          </a:xfrm>
          <a:custGeom>
            <a:avLst/>
            <a:gdLst/>
            <a:ahLst/>
            <a:rect l="0" t="0" r="r" b="b"/>
            <a:pathLst>
              <a:path fill="none" w="230" h="138">
                <a:moveTo>
                  <a:pt x="0" y="0"/>
                </a:moveTo>
                <a:lnTo>
                  <a:pt x="116" y="138"/>
                </a:lnTo>
                <a:lnTo>
                  <a:pt x="230" y="0"/>
                </a:lnTo>
              </a:path>
            </a:pathLst>
          </a:custGeom>
          <a:ln w="12240">
            <a:solidFill>
              <a:srgbClr val="a8a85a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2" name=""/>
          <p:cNvSpPr/>
          <p:nvPr/>
        </p:nvSpPr>
        <p:spPr>
          <a:xfrm>
            <a:off x="785880" y="1586520"/>
            <a:ext cx="3610080" cy="394560"/>
          </a:xfrm>
          <a:custGeom>
            <a:avLst/>
            <a:gdLst/>
            <a:ahLst/>
            <a:rect l="0" t="0" r="r" b="b"/>
            <a:pathLst>
              <a:path w="10028" h="1096">
                <a:moveTo>
                  <a:pt x="0" y="0"/>
                </a:moveTo>
                <a:lnTo>
                  <a:pt x="10028" y="0"/>
                </a:lnTo>
                <a:lnTo>
                  <a:pt x="10028" y="1096"/>
                </a:lnTo>
                <a:lnTo>
                  <a:pt x="0" y="1096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3" name=""/>
          <p:cNvSpPr/>
          <p:nvPr/>
        </p:nvSpPr>
        <p:spPr>
          <a:xfrm>
            <a:off x="781920" y="1582200"/>
            <a:ext cx="3618360" cy="402840"/>
          </a:xfrm>
          <a:custGeom>
            <a:avLst/>
            <a:gdLst/>
            <a:ahLst/>
            <a:rect l="0" t="0" r="r" b="b"/>
            <a:pathLst>
              <a:path w="10051" h="1119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3"/>
                </a:lnTo>
                <a:lnTo>
                  <a:pt x="377" y="23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3"/>
                </a:lnTo>
                <a:lnTo>
                  <a:pt x="560" y="23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3"/>
                </a:lnTo>
                <a:lnTo>
                  <a:pt x="742" y="23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3"/>
                </a:lnTo>
                <a:lnTo>
                  <a:pt x="925" y="23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3"/>
                </a:lnTo>
                <a:lnTo>
                  <a:pt x="1108" y="23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3"/>
                </a:lnTo>
                <a:lnTo>
                  <a:pt x="1291" y="23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3"/>
                </a:lnTo>
                <a:lnTo>
                  <a:pt x="1473" y="23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3"/>
                </a:lnTo>
                <a:lnTo>
                  <a:pt x="2021" y="23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3"/>
                </a:lnTo>
                <a:lnTo>
                  <a:pt x="2204" y="23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2" y="0"/>
                </a:moveTo>
                <a:lnTo>
                  <a:pt x="2868" y="0"/>
                </a:lnTo>
                <a:lnTo>
                  <a:pt x="2868" y="23"/>
                </a:lnTo>
                <a:lnTo>
                  <a:pt x="2752" y="23"/>
                </a:lnTo>
                <a:lnTo>
                  <a:pt x="2752" y="0"/>
                </a:lnTo>
                <a:moveTo>
                  <a:pt x="2936" y="0"/>
                </a:moveTo>
                <a:lnTo>
                  <a:pt x="3050" y="0"/>
                </a:lnTo>
                <a:lnTo>
                  <a:pt x="3050" y="23"/>
                </a:lnTo>
                <a:lnTo>
                  <a:pt x="2936" y="23"/>
                </a:lnTo>
                <a:lnTo>
                  <a:pt x="2936" y="0"/>
                </a:lnTo>
                <a:moveTo>
                  <a:pt x="3119" y="0"/>
                </a:moveTo>
                <a:lnTo>
                  <a:pt x="3233" y="0"/>
                </a:lnTo>
                <a:lnTo>
                  <a:pt x="3233" y="23"/>
                </a:lnTo>
                <a:lnTo>
                  <a:pt x="3119" y="23"/>
                </a:lnTo>
                <a:lnTo>
                  <a:pt x="3119" y="0"/>
                </a:lnTo>
                <a:moveTo>
                  <a:pt x="3301" y="0"/>
                </a:moveTo>
                <a:lnTo>
                  <a:pt x="3416" y="0"/>
                </a:lnTo>
                <a:lnTo>
                  <a:pt x="3416" y="23"/>
                </a:lnTo>
                <a:lnTo>
                  <a:pt x="3301" y="23"/>
                </a:lnTo>
                <a:lnTo>
                  <a:pt x="3301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3"/>
                </a:lnTo>
                <a:lnTo>
                  <a:pt x="3484" y="23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3"/>
                </a:lnTo>
                <a:lnTo>
                  <a:pt x="3667" y="23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3"/>
                </a:lnTo>
                <a:lnTo>
                  <a:pt x="3850" y="23"/>
                </a:lnTo>
                <a:lnTo>
                  <a:pt x="3850" y="0"/>
                </a:lnTo>
                <a:moveTo>
                  <a:pt x="4032" y="0"/>
                </a:moveTo>
                <a:lnTo>
                  <a:pt x="4147" y="0"/>
                </a:lnTo>
                <a:lnTo>
                  <a:pt x="4147" y="23"/>
                </a:lnTo>
                <a:lnTo>
                  <a:pt x="4032" y="23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3"/>
                </a:lnTo>
                <a:lnTo>
                  <a:pt x="4215" y="23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3"/>
                </a:lnTo>
                <a:lnTo>
                  <a:pt x="4398" y="23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3"/>
                </a:lnTo>
                <a:lnTo>
                  <a:pt x="4581" y="23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3"/>
                </a:lnTo>
                <a:lnTo>
                  <a:pt x="4763" y="23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3"/>
                </a:lnTo>
                <a:lnTo>
                  <a:pt x="4946" y="23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3"/>
                </a:lnTo>
                <a:lnTo>
                  <a:pt x="5129" y="23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3"/>
                </a:lnTo>
                <a:lnTo>
                  <a:pt x="5311" y="23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3"/>
                </a:lnTo>
                <a:lnTo>
                  <a:pt x="5494" y="23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3"/>
                </a:lnTo>
                <a:lnTo>
                  <a:pt x="5677" y="23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3"/>
                </a:lnTo>
                <a:lnTo>
                  <a:pt x="5860" y="23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3"/>
                </a:lnTo>
                <a:lnTo>
                  <a:pt x="6042" y="23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3"/>
                </a:lnTo>
                <a:lnTo>
                  <a:pt x="6225" y="23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3"/>
                </a:lnTo>
                <a:lnTo>
                  <a:pt x="6408" y="23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3"/>
                </a:lnTo>
                <a:lnTo>
                  <a:pt x="6590" y="23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3"/>
                </a:lnTo>
                <a:lnTo>
                  <a:pt x="6773" y="23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3"/>
                </a:lnTo>
                <a:lnTo>
                  <a:pt x="6956" y="23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3"/>
                </a:lnTo>
                <a:lnTo>
                  <a:pt x="7139" y="23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3"/>
                </a:lnTo>
                <a:lnTo>
                  <a:pt x="7321" y="23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3"/>
                </a:lnTo>
                <a:lnTo>
                  <a:pt x="7504" y="23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3"/>
                </a:lnTo>
                <a:lnTo>
                  <a:pt x="7687" y="23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3"/>
                </a:lnTo>
                <a:lnTo>
                  <a:pt x="7870" y="23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3"/>
                </a:lnTo>
                <a:lnTo>
                  <a:pt x="8052" y="23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3"/>
                </a:lnTo>
                <a:lnTo>
                  <a:pt x="8235" y="23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3"/>
                </a:lnTo>
                <a:lnTo>
                  <a:pt x="8418" y="23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3"/>
                </a:lnTo>
                <a:lnTo>
                  <a:pt x="8600" y="23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3"/>
                </a:lnTo>
                <a:lnTo>
                  <a:pt x="8783" y="23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3"/>
                </a:lnTo>
                <a:lnTo>
                  <a:pt x="8966" y="23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3"/>
                </a:lnTo>
                <a:lnTo>
                  <a:pt x="9149" y="23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3"/>
                </a:lnTo>
                <a:lnTo>
                  <a:pt x="9331" y="23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3"/>
                </a:lnTo>
                <a:lnTo>
                  <a:pt x="9514" y="23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3"/>
                </a:lnTo>
                <a:lnTo>
                  <a:pt x="9697" y="23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3"/>
                </a:lnTo>
                <a:lnTo>
                  <a:pt x="9879" y="23"/>
                </a:lnTo>
                <a:lnTo>
                  <a:pt x="9879" y="0"/>
                </a:lnTo>
                <a:moveTo>
                  <a:pt x="10051" y="34"/>
                </a:moveTo>
                <a:lnTo>
                  <a:pt x="10051" y="148"/>
                </a:lnTo>
                <a:lnTo>
                  <a:pt x="10028" y="148"/>
                </a:lnTo>
                <a:lnTo>
                  <a:pt x="10028" y="34"/>
                </a:lnTo>
                <a:lnTo>
                  <a:pt x="10051" y="34"/>
                </a:lnTo>
                <a:moveTo>
                  <a:pt x="10051" y="217"/>
                </a:moveTo>
                <a:lnTo>
                  <a:pt x="10051" y="331"/>
                </a:lnTo>
                <a:lnTo>
                  <a:pt x="10028" y="331"/>
                </a:lnTo>
                <a:lnTo>
                  <a:pt x="10028" y="217"/>
                </a:lnTo>
                <a:lnTo>
                  <a:pt x="10051" y="217"/>
                </a:lnTo>
                <a:moveTo>
                  <a:pt x="10051" y="399"/>
                </a:moveTo>
                <a:lnTo>
                  <a:pt x="10051" y="513"/>
                </a:lnTo>
                <a:lnTo>
                  <a:pt x="10028" y="513"/>
                </a:lnTo>
                <a:lnTo>
                  <a:pt x="10028" y="399"/>
                </a:lnTo>
                <a:lnTo>
                  <a:pt x="10051" y="399"/>
                </a:lnTo>
                <a:moveTo>
                  <a:pt x="10051" y="582"/>
                </a:moveTo>
                <a:lnTo>
                  <a:pt x="10051" y="697"/>
                </a:lnTo>
                <a:lnTo>
                  <a:pt x="10028" y="697"/>
                </a:lnTo>
                <a:lnTo>
                  <a:pt x="10028" y="582"/>
                </a:lnTo>
                <a:lnTo>
                  <a:pt x="10051" y="582"/>
                </a:lnTo>
                <a:moveTo>
                  <a:pt x="10051" y="765"/>
                </a:moveTo>
                <a:lnTo>
                  <a:pt x="10051" y="879"/>
                </a:lnTo>
                <a:lnTo>
                  <a:pt x="10028" y="879"/>
                </a:lnTo>
                <a:lnTo>
                  <a:pt x="10028" y="765"/>
                </a:lnTo>
                <a:lnTo>
                  <a:pt x="10051" y="765"/>
                </a:lnTo>
                <a:moveTo>
                  <a:pt x="10051" y="948"/>
                </a:moveTo>
                <a:lnTo>
                  <a:pt x="10051" y="1062"/>
                </a:lnTo>
                <a:lnTo>
                  <a:pt x="10028" y="1062"/>
                </a:lnTo>
                <a:lnTo>
                  <a:pt x="10028" y="948"/>
                </a:lnTo>
                <a:lnTo>
                  <a:pt x="10051" y="948"/>
                </a:lnTo>
                <a:moveTo>
                  <a:pt x="10017" y="1119"/>
                </a:moveTo>
                <a:lnTo>
                  <a:pt x="9902" y="1119"/>
                </a:lnTo>
                <a:lnTo>
                  <a:pt x="9902" y="1096"/>
                </a:lnTo>
                <a:lnTo>
                  <a:pt x="10017" y="1096"/>
                </a:lnTo>
                <a:lnTo>
                  <a:pt x="10017" y="1119"/>
                </a:lnTo>
                <a:moveTo>
                  <a:pt x="9834" y="1119"/>
                </a:moveTo>
                <a:lnTo>
                  <a:pt x="9720" y="1119"/>
                </a:lnTo>
                <a:lnTo>
                  <a:pt x="9720" y="1096"/>
                </a:lnTo>
                <a:lnTo>
                  <a:pt x="9834" y="1096"/>
                </a:lnTo>
                <a:lnTo>
                  <a:pt x="9834" y="1119"/>
                </a:lnTo>
                <a:moveTo>
                  <a:pt x="9651" y="1119"/>
                </a:moveTo>
                <a:lnTo>
                  <a:pt x="9537" y="1119"/>
                </a:lnTo>
                <a:lnTo>
                  <a:pt x="9537" y="1096"/>
                </a:lnTo>
                <a:lnTo>
                  <a:pt x="9651" y="1096"/>
                </a:lnTo>
                <a:lnTo>
                  <a:pt x="9651" y="1119"/>
                </a:lnTo>
                <a:moveTo>
                  <a:pt x="9468" y="1119"/>
                </a:moveTo>
                <a:lnTo>
                  <a:pt x="9354" y="1119"/>
                </a:lnTo>
                <a:lnTo>
                  <a:pt x="9354" y="1096"/>
                </a:lnTo>
                <a:lnTo>
                  <a:pt x="9468" y="1096"/>
                </a:lnTo>
                <a:lnTo>
                  <a:pt x="9468" y="1119"/>
                </a:lnTo>
                <a:moveTo>
                  <a:pt x="9286" y="1119"/>
                </a:moveTo>
                <a:lnTo>
                  <a:pt x="9171" y="1119"/>
                </a:lnTo>
                <a:lnTo>
                  <a:pt x="9171" y="1096"/>
                </a:lnTo>
                <a:lnTo>
                  <a:pt x="9286" y="1096"/>
                </a:lnTo>
                <a:lnTo>
                  <a:pt x="9286" y="1119"/>
                </a:lnTo>
                <a:moveTo>
                  <a:pt x="9103" y="1119"/>
                </a:moveTo>
                <a:lnTo>
                  <a:pt x="8989" y="1119"/>
                </a:lnTo>
                <a:lnTo>
                  <a:pt x="8989" y="1096"/>
                </a:lnTo>
                <a:lnTo>
                  <a:pt x="9103" y="1096"/>
                </a:lnTo>
                <a:lnTo>
                  <a:pt x="9103" y="1119"/>
                </a:lnTo>
                <a:moveTo>
                  <a:pt x="8920" y="1119"/>
                </a:moveTo>
                <a:lnTo>
                  <a:pt x="8806" y="1119"/>
                </a:lnTo>
                <a:lnTo>
                  <a:pt x="8806" y="1096"/>
                </a:lnTo>
                <a:lnTo>
                  <a:pt x="8920" y="1096"/>
                </a:lnTo>
                <a:lnTo>
                  <a:pt x="8920" y="1119"/>
                </a:lnTo>
                <a:moveTo>
                  <a:pt x="8737" y="1119"/>
                </a:moveTo>
                <a:lnTo>
                  <a:pt x="8623" y="1119"/>
                </a:lnTo>
                <a:lnTo>
                  <a:pt x="8623" y="1096"/>
                </a:lnTo>
                <a:lnTo>
                  <a:pt x="8737" y="1096"/>
                </a:lnTo>
                <a:lnTo>
                  <a:pt x="8737" y="1119"/>
                </a:lnTo>
                <a:moveTo>
                  <a:pt x="8555" y="1119"/>
                </a:moveTo>
                <a:lnTo>
                  <a:pt x="8441" y="1119"/>
                </a:lnTo>
                <a:lnTo>
                  <a:pt x="8441" y="1096"/>
                </a:lnTo>
                <a:lnTo>
                  <a:pt x="8555" y="1096"/>
                </a:lnTo>
                <a:lnTo>
                  <a:pt x="8555" y="1119"/>
                </a:lnTo>
                <a:moveTo>
                  <a:pt x="8372" y="1119"/>
                </a:moveTo>
                <a:lnTo>
                  <a:pt x="8258" y="1119"/>
                </a:lnTo>
                <a:lnTo>
                  <a:pt x="8258" y="1096"/>
                </a:lnTo>
                <a:lnTo>
                  <a:pt x="8372" y="1096"/>
                </a:lnTo>
                <a:lnTo>
                  <a:pt x="8372" y="1119"/>
                </a:lnTo>
                <a:moveTo>
                  <a:pt x="8189" y="1119"/>
                </a:moveTo>
                <a:lnTo>
                  <a:pt x="8075" y="1119"/>
                </a:lnTo>
                <a:lnTo>
                  <a:pt x="8075" y="1096"/>
                </a:lnTo>
                <a:lnTo>
                  <a:pt x="8189" y="1096"/>
                </a:lnTo>
                <a:lnTo>
                  <a:pt x="8189" y="1119"/>
                </a:lnTo>
                <a:moveTo>
                  <a:pt x="8007" y="1119"/>
                </a:moveTo>
                <a:lnTo>
                  <a:pt x="7892" y="1119"/>
                </a:lnTo>
                <a:lnTo>
                  <a:pt x="7892" y="1096"/>
                </a:lnTo>
                <a:lnTo>
                  <a:pt x="8007" y="1096"/>
                </a:lnTo>
                <a:lnTo>
                  <a:pt x="8007" y="1119"/>
                </a:lnTo>
                <a:moveTo>
                  <a:pt x="7824" y="1119"/>
                </a:moveTo>
                <a:lnTo>
                  <a:pt x="7710" y="1119"/>
                </a:lnTo>
                <a:lnTo>
                  <a:pt x="7710" y="1096"/>
                </a:lnTo>
                <a:lnTo>
                  <a:pt x="7824" y="1096"/>
                </a:lnTo>
                <a:lnTo>
                  <a:pt x="7824" y="1119"/>
                </a:lnTo>
                <a:moveTo>
                  <a:pt x="7641" y="1119"/>
                </a:moveTo>
                <a:lnTo>
                  <a:pt x="7527" y="1119"/>
                </a:lnTo>
                <a:lnTo>
                  <a:pt x="7527" y="1096"/>
                </a:lnTo>
                <a:lnTo>
                  <a:pt x="7641" y="1096"/>
                </a:lnTo>
                <a:lnTo>
                  <a:pt x="7641" y="1119"/>
                </a:lnTo>
                <a:moveTo>
                  <a:pt x="7458" y="1119"/>
                </a:moveTo>
                <a:lnTo>
                  <a:pt x="7344" y="1119"/>
                </a:lnTo>
                <a:lnTo>
                  <a:pt x="7344" y="1096"/>
                </a:lnTo>
                <a:lnTo>
                  <a:pt x="7458" y="1096"/>
                </a:lnTo>
                <a:lnTo>
                  <a:pt x="7458" y="1119"/>
                </a:lnTo>
                <a:moveTo>
                  <a:pt x="7276" y="1119"/>
                </a:moveTo>
                <a:lnTo>
                  <a:pt x="7161" y="1119"/>
                </a:lnTo>
                <a:lnTo>
                  <a:pt x="7161" y="1096"/>
                </a:lnTo>
                <a:lnTo>
                  <a:pt x="7276" y="1096"/>
                </a:lnTo>
                <a:lnTo>
                  <a:pt x="7276" y="1119"/>
                </a:lnTo>
                <a:moveTo>
                  <a:pt x="7093" y="1119"/>
                </a:moveTo>
                <a:lnTo>
                  <a:pt x="6979" y="1119"/>
                </a:lnTo>
                <a:lnTo>
                  <a:pt x="6979" y="1096"/>
                </a:lnTo>
                <a:lnTo>
                  <a:pt x="7093" y="1096"/>
                </a:lnTo>
                <a:lnTo>
                  <a:pt x="7093" y="1119"/>
                </a:lnTo>
                <a:moveTo>
                  <a:pt x="6910" y="1119"/>
                </a:moveTo>
                <a:lnTo>
                  <a:pt x="6796" y="1119"/>
                </a:lnTo>
                <a:lnTo>
                  <a:pt x="6796" y="1096"/>
                </a:lnTo>
                <a:lnTo>
                  <a:pt x="6910" y="1096"/>
                </a:lnTo>
                <a:lnTo>
                  <a:pt x="6910" y="1119"/>
                </a:lnTo>
                <a:moveTo>
                  <a:pt x="6728" y="1119"/>
                </a:moveTo>
                <a:lnTo>
                  <a:pt x="6613" y="1119"/>
                </a:lnTo>
                <a:lnTo>
                  <a:pt x="6613" y="1096"/>
                </a:lnTo>
                <a:lnTo>
                  <a:pt x="6728" y="1096"/>
                </a:lnTo>
                <a:lnTo>
                  <a:pt x="6728" y="1119"/>
                </a:lnTo>
                <a:moveTo>
                  <a:pt x="6545" y="1119"/>
                </a:moveTo>
                <a:lnTo>
                  <a:pt x="6431" y="1119"/>
                </a:lnTo>
                <a:lnTo>
                  <a:pt x="6431" y="1096"/>
                </a:lnTo>
                <a:lnTo>
                  <a:pt x="6545" y="1096"/>
                </a:lnTo>
                <a:lnTo>
                  <a:pt x="6545" y="1119"/>
                </a:lnTo>
                <a:moveTo>
                  <a:pt x="6362" y="1119"/>
                </a:moveTo>
                <a:lnTo>
                  <a:pt x="6248" y="1119"/>
                </a:lnTo>
                <a:lnTo>
                  <a:pt x="6248" y="1096"/>
                </a:lnTo>
                <a:lnTo>
                  <a:pt x="6362" y="1096"/>
                </a:lnTo>
                <a:lnTo>
                  <a:pt x="6362" y="1119"/>
                </a:lnTo>
                <a:moveTo>
                  <a:pt x="6179" y="1119"/>
                </a:moveTo>
                <a:lnTo>
                  <a:pt x="6065" y="1119"/>
                </a:lnTo>
                <a:lnTo>
                  <a:pt x="6065" y="1096"/>
                </a:lnTo>
                <a:lnTo>
                  <a:pt x="6179" y="1096"/>
                </a:lnTo>
                <a:lnTo>
                  <a:pt x="6179" y="1119"/>
                </a:lnTo>
                <a:moveTo>
                  <a:pt x="5997" y="1119"/>
                </a:moveTo>
                <a:lnTo>
                  <a:pt x="5882" y="1119"/>
                </a:lnTo>
                <a:lnTo>
                  <a:pt x="5882" y="1096"/>
                </a:lnTo>
                <a:lnTo>
                  <a:pt x="5997" y="1096"/>
                </a:lnTo>
                <a:lnTo>
                  <a:pt x="5997" y="1119"/>
                </a:lnTo>
                <a:moveTo>
                  <a:pt x="5814" y="1119"/>
                </a:moveTo>
                <a:lnTo>
                  <a:pt x="5700" y="1119"/>
                </a:lnTo>
                <a:lnTo>
                  <a:pt x="5700" y="1096"/>
                </a:lnTo>
                <a:lnTo>
                  <a:pt x="5814" y="1096"/>
                </a:lnTo>
                <a:lnTo>
                  <a:pt x="5814" y="1119"/>
                </a:lnTo>
                <a:moveTo>
                  <a:pt x="5631" y="1119"/>
                </a:moveTo>
                <a:lnTo>
                  <a:pt x="5517" y="1119"/>
                </a:lnTo>
                <a:lnTo>
                  <a:pt x="5517" y="1096"/>
                </a:lnTo>
                <a:lnTo>
                  <a:pt x="5631" y="1096"/>
                </a:lnTo>
                <a:lnTo>
                  <a:pt x="5631" y="1119"/>
                </a:lnTo>
                <a:moveTo>
                  <a:pt x="5448" y="1119"/>
                </a:moveTo>
                <a:lnTo>
                  <a:pt x="5334" y="1119"/>
                </a:lnTo>
                <a:lnTo>
                  <a:pt x="5334" y="1096"/>
                </a:lnTo>
                <a:lnTo>
                  <a:pt x="5448" y="1096"/>
                </a:lnTo>
                <a:lnTo>
                  <a:pt x="5448" y="1119"/>
                </a:lnTo>
                <a:moveTo>
                  <a:pt x="5266" y="1119"/>
                </a:moveTo>
                <a:lnTo>
                  <a:pt x="5152" y="1119"/>
                </a:lnTo>
                <a:lnTo>
                  <a:pt x="5152" y="1096"/>
                </a:lnTo>
                <a:lnTo>
                  <a:pt x="5266" y="1096"/>
                </a:lnTo>
                <a:lnTo>
                  <a:pt x="5266" y="1119"/>
                </a:lnTo>
                <a:moveTo>
                  <a:pt x="5083" y="1119"/>
                </a:moveTo>
                <a:lnTo>
                  <a:pt x="4969" y="1119"/>
                </a:lnTo>
                <a:lnTo>
                  <a:pt x="4969" y="1096"/>
                </a:lnTo>
                <a:lnTo>
                  <a:pt x="5083" y="1096"/>
                </a:lnTo>
                <a:lnTo>
                  <a:pt x="5083" y="1119"/>
                </a:lnTo>
                <a:moveTo>
                  <a:pt x="4900" y="1119"/>
                </a:moveTo>
                <a:lnTo>
                  <a:pt x="4786" y="1119"/>
                </a:lnTo>
                <a:lnTo>
                  <a:pt x="4786" y="1096"/>
                </a:lnTo>
                <a:lnTo>
                  <a:pt x="4900" y="1096"/>
                </a:lnTo>
                <a:lnTo>
                  <a:pt x="4900" y="1119"/>
                </a:lnTo>
                <a:moveTo>
                  <a:pt x="4718" y="1119"/>
                </a:moveTo>
                <a:lnTo>
                  <a:pt x="4603" y="1119"/>
                </a:lnTo>
                <a:lnTo>
                  <a:pt x="4603" y="1096"/>
                </a:lnTo>
                <a:lnTo>
                  <a:pt x="4718" y="1096"/>
                </a:lnTo>
                <a:lnTo>
                  <a:pt x="4718" y="1119"/>
                </a:lnTo>
                <a:moveTo>
                  <a:pt x="4535" y="1119"/>
                </a:moveTo>
                <a:lnTo>
                  <a:pt x="4421" y="1119"/>
                </a:lnTo>
                <a:lnTo>
                  <a:pt x="4421" y="1096"/>
                </a:lnTo>
                <a:lnTo>
                  <a:pt x="4535" y="1096"/>
                </a:lnTo>
                <a:lnTo>
                  <a:pt x="4535" y="1119"/>
                </a:lnTo>
                <a:moveTo>
                  <a:pt x="4352" y="1119"/>
                </a:moveTo>
                <a:lnTo>
                  <a:pt x="4238" y="1119"/>
                </a:lnTo>
                <a:lnTo>
                  <a:pt x="4238" y="1096"/>
                </a:lnTo>
                <a:lnTo>
                  <a:pt x="4352" y="1096"/>
                </a:lnTo>
                <a:lnTo>
                  <a:pt x="4352" y="1119"/>
                </a:lnTo>
                <a:moveTo>
                  <a:pt x="4169" y="1119"/>
                </a:moveTo>
                <a:lnTo>
                  <a:pt x="4055" y="1119"/>
                </a:lnTo>
                <a:lnTo>
                  <a:pt x="4055" y="1096"/>
                </a:lnTo>
                <a:lnTo>
                  <a:pt x="4169" y="1096"/>
                </a:lnTo>
                <a:lnTo>
                  <a:pt x="4169" y="1119"/>
                </a:lnTo>
                <a:moveTo>
                  <a:pt x="3987" y="1119"/>
                </a:moveTo>
                <a:lnTo>
                  <a:pt x="3872" y="1119"/>
                </a:lnTo>
                <a:lnTo>
                  <a:pt x="3872" y="1096"/>
                </a:lnTo>
                <a:lnTo>
                  <a:pt x="3987" y="1096"/>
                </a:lnTo>
                <a:lnTo>
                  <a:pt x="3987" y="1119"/>
                </a:lnTo>
                <a:moveTo>
                  <a:pt x="3804" y="1119"/>
                </a:moveTo>
                <a:lnTo>
                  <a:pt x="3690" y="1119"/>
                </a:lnTo>
                <a:lnTo>
                  <a:pt x="3690" y="1096"/>
                </a:lnTo>
                <a:lnTo>
                  <a:pt x="3804" y="1096"/>
                </a:lnTo>
                <a:lnTo>
                  <a:pt x="3804" y="1119"/>
                </a:lnTo>
                <a:moveTo>
                  <a:pt x="3621" y="1119"/>
                </a:moveTo>
                <a:lnTo>
                  <a:pt x="3507" y="1119"/>
                </a:lnTo>
                <a:lnTo>
                  <a:pt x="3507" y="1096"/>
                </a:lnTo>
                <a:lnTo>
                  <a:pt x="3621" y="1096"/>
                </a:lnTo>
                <a:lnTo>
                  <a:pt x="3621" y="1119"/>
                </a:lnTo>
                <a:moveTo>
                  <a:pt x="3439" y="1119"/>
                </a:moveTo>
                <a:lnTo>
                  <a:pt x="3324" y="1119"/>
                </a:lnTo>
                <a:lnTo>
                  <a:pt x="3324" y="1096"/>
                </a:lnTo>
                <a:lnTo>
                  <a:pt x="3439" y="1096"/>
                </a:lnTo>
                <a:lnTo>
                  <a:pt x="3439" y="1119"/>
                </a:lnTo>
                <a:moveTo>
                  <a:pt x="3256" y="1119"/>
                </a:moveTo>
                <a:lnTo>
                  <a:pt x="3142" y="1119"/>
                </a:lnTo>
                <a:lnTo>
                  <a:pt x="3142" y="1096"/>
                </a:lnTo>
                <a:lnTo>
                  <a:pt x="3256" y="1096"/>
                </a:lnTo>
                <a:lnTo>
                  <a:pt x="3256" y="1119"/>
                </a:lnTo>
                <a:moveTo>
                  <a:pt x="3073" y="1119"/>
                </a:moveTo>
                <a:lnTo>
                  <a:pt x="2959" y="1119"/>
                </a:lnTo>
                <a:lnTo>
                  <a:pt x="2959" y="1096"/>
                </a:lnTo>
                <a:lnTo>
                  <a:pt x="3073" y="1096"/>
                </a:lnTo>
                <a:lnTo>
                  <a:pt x="3073" y="1119"/>
                </a:lnTo>
                <a:moveTo>
                  <a:pt x="2890" y="1119"/>
                </a:moveTo>
                <a:lnTo>
                  <a:pt x="2775" y="1119"/>
                </a:lnTo>
                <a:lnTo>
                  <a:pt x="2775" y="1096"/>
                </a:lnTo>
                <a:lnTo>
                  <a:pt x="2890" y="1096"/>
                </a:lnTo>
                <a:lnTo>
                  <a:pt x="2890" y="1119"/>
                </a:lnTo>
                <a:moveTo>
                  <a:pt x="2707" y="1119"/>
                </a:moveTo>
                <a:lnTo>
                  <a:pt x="2592" y="1119"/>
                </a:lnTo>
                <a:lnTo>
                  <a:pt x="2592" y="1096"/>
                </a:lnTo>
                <a:lnTo>
                  <a:pt x="2707" y="1096"/>
                </a:lnTo>
                <a:lnTo>
                  <a:pt x="2707" y="1119"/>
                </a:lnTo>
                <a:moveTo>
                  <a:pt x="2524" y="1119"/>
                </a:moveTo>
                <a:lnTo>
                  <a:pt x="2410" y="1119"/>
                </a:lnTo>
                <a:lnTo>
                  <a:pt x="2410" y="1096"/>
                </a:lnTo>
                <a:lnTo>
                  <a:pt x="2524" y="1096"/>
                </a:lnTo>
                <a:lnTo>
                  <a:pt x="2524" y="1119"/>
                </a:lnTo>
                <a:moveTo>
                  <a:pt x="2341" y="1119"/>
                </a:moveTo>
                <a:lnTo>
                  <a:pt x="2227" y="1119"/>
                </a:lnTo>
                <a:lnTo>
                  <a:pt x="2227" y="1096"/>
                </a:lnTo>
                <a:lnTo>
                  <a:pt x="2341" y="1096"/>
                </a:lnTo>
                <a:lnTo>
                  <a:pt x="2341" y="1119"/>
                </a:lnTo>
                <a:moveTo>
                  <a:pt x="2158" y="1119"/>
                </a:moveTo>
                <a:lnTo>
                  <a:pt x="2044" y="1119"/>
                </a:lnTo>
                <a:lnTo>
                  <a:pt x="2044" y="1096"/>
                </a:lnTo>
                <a:lnTo>
                  <a:pt x="2158" y="1096"/>
                </a:lnTo>
                <a:lnTo>
                  <a:pt x="2158" y="1119"/>
                </a:lnTo>
                <a:moveTo>
                  <a:pt x="1976" y="1119"/>
                </a:moveTo>
                <a:lnTo>
                  <a:pt x="1862" y="1119"/>
                </a:lnTo>
                <a:lnTo>
                  <a:pt x="1862" y="1096"/>
                </a:lnTo>
                <a:lnTo>
                  <a:pt x="1976" y="1096"/>
                </a:lnTo>
                <a:lnTo>
                  <a:pt x="1976" y="1119"/>
                </a:lnTo>
                <a:moveTo>
                  <a:pt x="1793" y="1119"/>
                </a:moveTo>
                <a:lnTo>
                  <a:pt x="1679" y="1119"/>
                </a:lnTo>
                <a:lnTo>
                  <a:pt x="1679" y="1096"/>
                </a:lnTo>
                <a:lnTo>
                  <a:pt x="1793" y="1096"/>
                </a:lnTo>
                <a:lnTo>
                  <a:pt x="1793" y="1119"/>
                </a:lnTo>
                <a:moveTo>
                  <a:pt x="1610" y="1119"/>
                </a:moveTo>
                <a:lnTo>
                  <a:pt x="1496" y="1119"/>
                </a:lnTo>
                <a:lnTo>
                  <a:pt x="1496" y="1096"/>
                </a:lnTo>
                <a:lnTo>
                  <a:pt x="1610" y="1096"/>
                </a:lnTo>
                <a:lnTo>
                  <a:pt x="1610" y="1119"/>
                </a:lnTo>
                <a:moveTo>
                  <a:pt x="1428" y="1119"/>
                </a:moveTo>
                <a:lnTo>
                  <a:pt x="1313" y="1119"/>
                </a:lnTo>
                <a:lnTo>
                  <a:pt x="1313" y="1096"/>
                </a:lnTo>
                <a:lnTo>
                  <a:pt x="1428" y="1096"/>
                </a:lnTo>
                <a:lnTo>
                  <a:pt x="1428" y="1119"/>
                </a:lnTo>
                <a:moveTo>
                  <a:pt x="1245" y="1119"/>
                </a:moveTo>
                <a:lnTo>
                  <a:pt x="1131" y="1119"/>
                </a:lnTo>
                <a:lnTo>
                  <a:pt x="1131" y="1096"/>
                </a:lnTo>
                <a:lnTo>
                  <a:pt x="1245" y="1096"/>
                </a:lnTo>
                <a:lnTo>
                  <a:pt x="1245" y="1119"/>
                </a:lnTo>
                <a:moveTo>
                  <a:pt x="1062" y="1119"/>
                </a:moveTo>
                <a:lnTo>
                  <a:pt x="948" y="1119"/>
                </a:lnTo>
                <a:lnTo>
                  <a:pt x="948" y="1096"/>
                </a:lnTo>
                <a:lnTo>
                  <a:pt x="1062" y="1096"/>
                </a:lnTo>
                <a:lnTo>
                  <a:pt x="1062" y="1119"/>
                </a:lnTo>
                <a:moveTo>
                  <a:pt x="879" y="1119"/>
                </a:moveTo>
                <a:lnTo>
                  <a:pt x="765" y="1119"/>
                </a:lnTo>
                <a:lnTo>
                  <a:pt x="765" y="1096"/>
                </a:lnTo>
                <a:lnTo>
                  <a:pt x="879" y="1096"/>
                </a:lnTo>
                <a:lnTo>
                  <a:pt x="879" y="1119"/>
                </a:lnTo>
                <a:moveTo>
                  <a:pt x="697" y="1119"/>
                </a:moveTo>
                <a:lnTo>
                  <a:pt x="582" y="1119"/>
                </a:lnTo>
                <a:lnTo>
                  <a:pt x="582" y="1096"/>
                </a:lnTo>
                <a:lnTo>
                  <a:pt x="697" y="1096"/>
                </a:lnTo>
                <a:lnTo>
                  <a:pt x="697" y="1119"/>
                </a:lnTo>
                <a:moveTo>
                  <a:pt x="514" y="1119"/>
                </a:moveTo>
                <a:lnTo>
                  <a:pt x="400" y="1119"/>
                </a:lnTo>
                <a:lnTo>
                  <a:pt x="400" y="1096"/>
                </a:lnTo>
                <a:lnTo>
                  <a:pt x="514" y="1096"/>
                </a:lnTo>
                <a:lnTo>
                  <a:pt x="514" y="1119"/>
                </a:lnTo>
                <a:moveTo>
                  <a:pt x="331" y="1119"/>
                </a:moveTo>
                <a:lnTo>
                  <a:pt x="217" y="1119"/>
                </a:lnTo>
                <a:lnTo>
                  <a:pt x="217" y="1096"/>
                </a:lnTo>
                <a:lnTo>
                  <a:pt x="331" y="1096"/>
                </a:lnTo>
                <a:lnTo>
                  <a:pt x="331" y="1119"/>
                </a:lnTo>
                <a:moveTo>
                  <a:pt x="149" y="1119"/>
                </a:moveTo>
                <a:lnTo>
                  <a:pt x="34" y="1119"/>
                </a:lnTo>
                <a:lnTo>
                  <a:pt x="34" y="1096"/>
                </a:lnTo>
                <a:lnTo>
                  <a:pt x="149" y="1096"/>
                </a:lnTo>
                <a:lnTo>
                  <a:pt x="149" y="1119"/>
                </a:lnTo>
                <a:moveTo>
                  <a:pt x="0" y="1062"/>
                </a:moveTo>
                <a:lnTo>
                  <a:pt x="0" y="948"/>
                </a:lnTo>
                <a:lnTo>
                  <a:pt x="23" y="948"/>
                </a:lnTo>
                <a:lnTo>
                  <a:pt x="23" y="1062"/>
                </a:lnTo>
                <a:lnTo>
                  <a:pt x="0" y="1062"/>
                </a:lnTo>
                <a:moveTo>
                  <a:pt x="0" y="879"/>
                </a:moveTo>
                <a:lnTo>
                  <a:pt x="0" y="765"/>
                </a:lnTo>
                <a:lnTo>
                  <a:pt x="23" y="765"/>
                </a:lnTo>
                <a:lnTo>
                  <a:pt x="23" y="879"/>
                </a:lnTo>
                <a:lnTo>
                  <a:pt x="0" y="879"/>
                </a:lnTo>
                <a:moveTo>
                  <a:pt x="0" y="697"/>
                </a:moveTo>
                <a:lnTo>
                  <a:pt x="0" y="582"/>
                </a:lnTo>
                <a:lnTo>
                  <a:pt x="23" y="582"/>
                </a:lnTo>
                <a:lnTo>
                  <a:pt x="23" y="697"/>
                </a:lnTo>
                <a:lnTo>
                  <a:pt x="0" y="697"/>
                </a:lnTo>
                <a:moveTo>
                  <a:pt x="0" y="513"/>
                </a:moveTo>
                <a:lnTo>
                  <a:pt x="0" y="399"/>
                </a:lnTo>
                <a:lnTo>
                  <a:pt x="23" y="399"/>
                </a:lnTo>
                <a:lnTo>
                  <a:pt x="23" y="513"/>
                </a:lnTo>
                <a:lnTo>
                  <a:pt x="0" y="513"/>
                </a:lnTo>
                <a:moveTo>
                  <a:pt x="0" y="331"/>
                </a:moveTo>
                <a:lnTo>
                  <a:pt x="0" y="217"/>
                </a:lnTo>
                <a:lnTo>
                  <a:pt x="23" y="217"/>
                </a:lnTo>
                <a:lnTo>
                  <a:pt x="23" y="331"/>
                </a:lnTo>
                <a:lnTo>
                  <a:pt x="0" y="331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1" y="0"/>
                </a:moveTo>
                <a:lnTo>
                  <a:pt x="126" y="0"/>
                </a:lnTo>
                <a:lnTo>
                  <a:pt x="126" y="23"/>
                </a:lnTo>
                <a:lnTo>
                  <a:pt x="11" y="23"/>
                </a:lnTo>
                <a:lnTo>
                  <a:pt x="11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4" name=""/>
          <p:cNvSpPr/>
          <p:nvPr/>
        </p:nvSpPr>
        <p:spPr>
          <a:xfrm>
            <a:off x="4231440" y="165204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5" name=""/>
          <p:cNvSpPr/>
          <p:nvPr/>
        </p:nvSpPr>
        <p:spPr>
          <a:xfrm>
            <a:off x="4231440" y="168084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2208600" y="1184040"/>
            <a:ext cx="15415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Examenplan vaststellen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868320" y="1643040"/>
            <a:ext cx="6073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666666"/>
                </a:solidFill>
                <a:latin typeface="DejaVuSans"/>
                <a:ea typeface="DejaVuSans"/>
              </a:rPr>
              <a:t>Examenplan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/>
          <p:nvPr/>
        </p:nvSpPr>
        <p:spPr>
          <a:xfrm>
            <a:off x="785880" y="2210400"/>
            <a:ext cx="4374720" cy="394560"/>
          </a:xfrm>
          <a:custGeom>
            <a:avLst/>
            <a:gdLst/>
            <a:ahLst/>
            <a:rect l="0" t="0" r="r" b="b"/>
            <a:pathLst>
              <a:path w="12152" h="1096">
                <a:moveTo>
                  <a:pt x="0" y="0"/>
                </a:moveTo>
                <a:lnTo>
                  <a:pt x="12152" y="0"/>
                </a:lnTo>
                <a:lnTo>
                  <a:pt x="12152" y="1096"/>
                </a:lnTo>
                <a:lnTo>
                  <a:pt x="0" y="109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/>
          <p:nvPr/>
        </p:nvSpPr>
        <p:spPr>
          <a:xfrm>
            <a:off x="781920" y="2206440"/>
            <a:ext cx="4383000" cy="402840"/>
          </a:xfrm>
          <a:custGeom>
            <a:avLst/>
            <a:gdLst/>
            <a:ahLst/>
            <a:rect l="0" t="0" r="r" b="b"/>
            <a:pathLst>
              <a:path w="12175" h="1119">
                <a:moveTo>
                  <a:pt x="194" y="0"/>
                </a:moveTo>
                <a:lnTo>
                  <a:pt x="308" y="0"/>
                </a:lnTo>
                <a:lnTo>
                  <a:pt x="308" y="24"/>
                </a:lnTo>
                <a:lnTo>
                  <a:pt x="194" y="24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4"/>
                </a:lnTo>
                <a:lnTo>
                  <a:pt x="377" y="24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4"/>
                </a:lnTo>
                <a:lnTo>
                  <a:pt x="560" y="24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4"/>
                </a:lnTo>
                <a:lnTo>
                  <a:pt x="742" y="24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4"/>
                </a:lnTo>
                <a:lnTo>
                  <a:pt x="925" y="24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4"/>
                </a:lnTo>
                <a:lnTo>
                  <a:pt x="1108" y="24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4"/>
                </a:lnTo>
                <a:lnTo>
                  <a:pt x="1291" y="24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4"/>
                </a:lnTo>
                <a:lnTo>
                  <a:pt x="1473" y="24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4"/>
                </a:lnTo>
                <a:lnTo>
                  <a:pt x="1656" y="24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4"/>
                </a:lnTo>
                <a:lnTo>
                  <a:pt x="1839" y="24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4"/>
                </a:lnTo>
                <a:lnTo>
                  <a:pt x="2021" y="24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4"/>
                </a:lnTo>
                <a:lnTo>
                  <a:pt x="2204" y="24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4"/>
                </a:lnTo>
                <a:lnTo>
                  <a:pt x="2387" y="24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4"/>
                </a:lnTo>
                <a:lnTo>
                  <a:pt x="2570" y="24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4"/>
                </a:lnTo>
                <a:lnTo>
                  <a:pt x="2752" y="24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4"/>
                </a:lnTo>
                <a:lnTo>
                  <a:pt x="2935" y="24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4"/>
                </a:lnTo>
                <a:lnTo>
                  <a:pt x="3118" y="24"/>
                </a:lnTo>
                <a:lnTo>
                  <a:pt x="3118" y="0"/>
                </a:lnTo>
                <a:moveTo>
                  <a:pt x="3300" y="0"/>
                </a:moveTo>
                <a:lnTo>
                  <a:pt x="3415" y="0"/>
                </a:lnTo>
                <a:lnTo>
                  <a:pt x="3415" y="24"/>
                </a:lnTo>
                <a:lnTo>
                  <a:pt x="3300" y="24"/>
                </a:lnTo>
                <a:lnTo>
                  <a:pt x="3300" y="0"/>
                </a:lnTo>
                <a:moveTo>
                  <a:pt x="3483" y="0"/>
                </a:moveTo>
                <a:lnTo>
                  <a:pt x="3597" y="0"/>
                </a:lnTo>
                <a:lnTo>
                  <a:pt x="3597" y="24"/>
                </a:lnTo>
                <a:lnTo>
                  <a:pt x="3483" y="24"/>
                </a:lnTo>
                <a:lnTo>
                  <a:pt x="3483" y="0"/>
                </a:lnTo>
                <a:moveTo>
                  <a:pt x="3666" y="0"/>
                </a:moveTo>
                <a:lnTo>
                  <a:pt x="3780" y="0"/>
                </a:lnTo>
                <a:lnTo>
                  <a:pt x="3780" y="24"/>
                </a:lnTo>
                <a:lnTo>
                  <a:pt x="3666" y="24"/>
                </a:lnTo>
                <a:lnTo>
                  <a:pt x="3666" y="0"/>
                </a:lnTo>
                <a:moveTo>
                  <a:pt x="3849" y="0"/>
                </a:moveTo>
                <a:lnTo>
                  <a:pt x="3964" y="0"/>
                </a:lnTo>
                <a:lnTo>
                  <a:pt x="3964" y="24"/>
                </a:lnTo>
                <a:lnTo>
                  <a:pt x="3849" y="24"/>
                </a:lnTo>
                <a:lnTo>
                  <a:pt x="3849" y="0"/>
                </a:lnTo>
                <a:moveTo>
                  <a:pt x="4032" y="0"/>
                </a:moveTo>
                <a:lnTo>
                  <a:pt x="4147" y="0"/>
                </a:lnTo>
                <a:lnTo>
                  <a:pt x="4147" y="24"/>
                </a:lnTo>
                <a:lnTo>
                  <a:pt x="4032" y="24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4"/>
                </a:lnTo>
                <a:lnTo>
                  <a:pt x="4215" y="24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4"/>
                </a:lnTo>
                <a:lnTo>
                  <a:pt x="4398" y="24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4"/>
                </a:lnTo>
                <a:lnTo>
                  <a:pt x="4581" y="24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4"/>
                </a:lnTo>
                <a:lnTo>
                  <a:pt x="4763" y="24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4"/>
                </a:lnTo>
                <a:lnTo>
                  <a:pt x="4946" y="24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4"/>
                </a:lnTo>
                <a:lnTo>
                  <a:pt x="5129" y="24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4"/>
                </a:lnTo>
                <a:lnTo>
                  <a:pt x="5311" y="24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4"/>
                </a:lnTo>
                <a:lnTo>
                  <a:pt x="5494" y="24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4"/>
                </a:lnTo>
                <a:lnTo>
                  <a:pt x="5677" y="24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4"/>
                </a:lnTo>
                <a:lnTo>
                  <a:pt x="5860" y="24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4"/>
                </a:lnTo>
                <a:lnTo>
                  <a:pt x="6042" y="24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4"/>
                </a:lnTo>
                <a:lnTo>
                  <a:pt x="6225" y="24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4"/>
                </a:lnTo>
                <a:lnTo>
                  <a:pt x="6408" y="24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4"/>
                </a:lnTo>
                <a:lnTo>
                  <a:pt x="6590" y="24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4"/>
                </a:lnTo>
                <a:lnTo>
                  <a:pt x="6773" y="24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4"/>
                </a:lnTo>
                <a:lnTo>
                  <a:pt x="6956" y="24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4"/>
                </a:lnTo>
                <a:lnTo>
                  <a:pt x="7139" y="24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4"/>
                </a:lnTo>
                <a:lnTo>
                  <a:pt x="7321" y="24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4"/>
                </a:lnTo>
                <a:lnTo>
                  <a:pt x="7504" y="24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4"/>
                </a:lnTo>
                <a:lnTo>
                  <a:pt x="7687" y="24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4"/>
                </a:lnTo>
                <a:lnTo>
                  <a:pt x="7870" y="24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4"/>
                </a:lnTo>
                <a:lnTo>
                  <a:pt x="8052" y="24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4"/>
                </a:lnTo>
                <a:lnTo>
                  <a:pt x="8235" y="24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4"/>
                </a:lnTo>
                <a:lnTo>
                  <a:pt x="8418" y="24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4"/>
                </a:lnTo>
                <a:lnTo>
                  <a:pt x="8600" y="24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4"/>
                </a:lnTo>
                <a:lnTo>
                  <a:pt x="8783" y="24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4"/>
                </a:lnTo>
                <a:lnTo>
                  <a:pt x="8966" y="24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4"/>
                </a:lnTo>
                <a:lnTo>
                  <a:pt x="9149" y="24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4"/>
                </a:lnTo>
                <a:lnTo>
                  <a:pt x="9331" y="24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4"/>
                </a:lnTo>
                <a:lnTo>
                  <a:pt x="9514" y="24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4"/>
                </a:lnTo>
                <a:lnTo>
                  <a:pt x="9697" y="24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4"/>
                </a:lnTo>
                <a:lnTo>
                  <a:pt x="9879" y="24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4"/>
                </a:lnTo>
                <a:lnTo>
                  <a:pt x="10062" y="24"/>
                </a:lnTo>
                <a:lnTo>
                  <a:pt x="10062" y="0"/>
                </a:lnTo>
                <a:moveTo>
                  <a:pt x="10245" y="0"/>
                </a:moveTo>
                <a:lnTo>
                  <a:pt x="10359" y="0"/>
                </a:lnTo>
                <a:lnTo>
                  <a:pt x="10359" y="24"/>
                </a:lnTo>
                <a:lnTo>
                  <a:pt x="10245" y="24"/>
                </a:lnTo>
                <a:lnTo>
                  <a:pt x="10245" y="0"/>
                </a:lnTo>
                <a:moveTo>
                  <a:pt x="10428" y="0"/>
                </a:moveTo>
                <a:lnTo>
                  <a:pt x="10542" y="0"/>
                </a:lnTo>
                <a:lnTo>
                  <a:pt x="10542" y="24"/>
                </a:lnTo>
                <a:lnTo>
                  <a:pt x="10428" y="24"/>
                </a:lnTo>
                <a:lnTo>
                  <a:pt x="10428" y="0"/>
                </a:lnTo>
                <a:moveTo>
                  <a:pt x="10610" y="0"/>
                </a:moveTo>
                <a:lnTo>
                  <a:pt x="10725" y="0"/>
                </a:lnTo>
                <a:lnTo>
                  <a:pt x="10725" y="24"/>
                </a:lnTo>
                <a:lnTo>
                  <a:pt x="10610" y="24"/>
                </a:lnTo>
                <a:lnTo>
                  <a:pt x="10610" y="0"/>
                </a:lnTo>
                <a:moveTo>
                  <a:pt x="10793" y="0"/>
                </a:moveTo>
                <a:lnTo>
                  <a:pt x="10907" y="0"/>
                </a:lnTo>
                <a:lnTo>
                  <a:pt x="10907" y="24"/>
                </a:lnTo>
                <a:lnTo>
                  <a:pt x="10793" y="24"/>
                </a:lnTo>
                <a:lnTo>
                  <a:pt x="10793" y="0"/>
                </a:lnTo>
                <a:moveTo>
                  <a:pt x="10976" y="0"/>
                </a:moveTo>
                <a:lnTo>
                  <a:pt x="11090" y="0"/>
                </a:lnTo>
                <a:lnTo>
                  <a:pt x="11090" y="24"/>
                </a:lnTo>
                <a:lnTo>
                  <a:pt x="10976" y="24"/>
                </a:lnTo>
                <a:lnTo>
                  <a:pt x="10976" y="0"/>
                </a:lnTo>
                <a:moveTo>
                  <a:pt x="11159" y="0"/>
                </a:moveTo>
                <a:lnTo>
                  <a:pt x="11273" y="0"/>
                </a:lnTo>
                <a:lnTo>
                  <a:pt x="11273" y="24"/>
                </a:lnTo>
                <a:lnTo>
                  <a:pt x="11159" y="24"/>
                </a:lnTo>
                <a:lnTo>
                  <a:pt x="11159" y="0"/>
                </a:lnTo>
                <a:moveTo>
                  <a:pt x="11341" y="0"/>
                </a:moveTo>
                <a:lnTo>
                  <a:pt x="11455" y="0"/>
                </a:lnTo>
                <a:lnTo>
                  <a:pt x="11455" y="24"/>
                </a:lnTo>
                <a:lnTo>
                  <a:pt x="11341" y="24"/>
                </a:lnTo>
                <a:lnTo>
                  <a:pt x="11341" y="0"/>
                </a:lnTo>
                <a:moveTo>
                  <a:pt x="11524" y="0"/>
                </a:moveTo>
                <a:lnTo>
                  <a:pt x="11638" y="0"/>
                </a:lnTo>
                <a:lnTo>
                  <a:pt x="11638" y="24"/>
                </a:lnTo>
                <a:lnTo>
                  <a:pt x="11524" y="24"/>
                </a:lnTo>
                <a:lnTo>
                  <a:pt x="11524" y="0"/>
                </a:lnTo>
                <a:moveTo>
                  <a:pt x="11707" y="0"/>
                </a:moveTo>
                <a:lnTo>
                  <a:pt x="11821" y="0"/>
                </a:lnTo>
                <a:lnTo>
                  <a:pt x="11821" y="24"/>
                </a:lnTo>
                <a:lnTo>
                  <a:pt x="11707" y="24"/>
                </a:lnTo>
                <a:lnTo>
                  <a:pt x="11707" y="0"/>
                </a:lnTo>
                <a:moveTo>
                  <a:pt x="11889" y="0"/>
                </a:moveTo>
                <a:lnTo>
                  <a:pt x="12004" y="0"/>
                </a:lnTo>
                <a:lnTo>
                  <a:pt x="12004" y="24"/>
                </a:lnTo>
                <a:lnTo>
                  <a:pt x="11889" y="24"/>
                </a:lnTo>
                <a:lnTo>
                  <a:pt x="11889" y="0"/>
                </a:lnTo>
                <a:moveTo>
                  <a:pt x="12072" y="0"/>
                </a:moveTo>
                <a:lnTo>
                  <a:pt x="12175" y="0"/>
                </a:lnTo>
                <a:lnTo>
                  <a:pt x="12175" y="35"/>
                </a:lnTo>
                <a:lnTo>
                  <a:pt x="12152" y="35"/>
                </a:lnTo>
                <a:lnTo>
                  <a:pt x="12152" y="11"/>
                </a:lnTo>
                <a:lnTo>
                  <a:pt x="12163" y="11"/>
                </a:lnTo>
                <a:lnTo>
                  <a:pt x="12163" y="24"/>
                </a:lnTo>
                <a:lnTo>
                  <a:pt x="12072" y="24"/>
                </a:lnTo>
                <a:lnTo>
                  <a:pt x="12072" y="0"/>
                </a:lnTo>
                <a:moveTo>
                  <a:pt x="12175" y="104"/>
                </a:moveTo>
                <a:lnTo>
                  <a:pt x="12175" y="218"/>
                </a:lnTo>
                <a:lnTo>
                  <a:pt x="12152" y="218"/>
                </a:lnTo>
                <a:lnTo>
                  <a:pt x="12152" y="104"/>
                </a:lnTo>
                <a:lnTo>
                  <a:pt x="12175" y="104"/>
                </a:lnTo>
                <a:moveTo>
                  <a:pt x="12175" y="286"/>
                </a:moveTo>
                <a:lnTo>
                  <a:pt x="12175" y="400"/>
                </a:lnTo>
                <a:lnTo>
                  <a:pt x="12152" y="400"/>
                </a:lnTo>
                <a:lnTo>
                  <a:pt x="12152" y="286"/>
                </a:lnTo>
                <a:lnTo>
                  <a:pt x="12175" y="286"/>
                </a:lnTo>
                <a:moveTo>
                  <a:pt x="12175" y="469"/>
                </a:moveTo>
                <a:lnTo>
                  <a:pt x="12175" y="583"/>
                </a:lnTo>
                <a:lnTo>
                  <a:pt x="12152" y="583"/>
                </a:lnTo>
                <a:lnTo>
                  <a:pt x="12152" y="469"/>
                </a:lnTo>
                <a:lnTo>
                  <a:pt x="12175" y="469"/>
                </a:lnTo>
                <a:moveTo>
                  <a:pt x="12175" y="651"/>
                </a:moveTo>
                <a:lnTo>
                  <a:pt x="12175" y="765"/>
                </a:lnTo>
                <a:lnTo>
                  <a:pt x="12152" y="765"/>
                </a:lnTo>
                <a:lnTo>
                  <a:pt x="12152" y="651"/>
                </a:lnTo>
                <a:lnTo>
                  <a:pt x="12175" y="651"/>
                </a:lnTo>
                <a:moveTo>
                  <a:pt x="12175" y="834"/>
                </a:moveTo>
                <a:lnTo>
                  <a:pt x="12175" y="948"/>
                </a:lnTo>
                <a:lnTo>
                  <a:pt x="12152" y="948"/>
                </a:lnTo>
                <a:lnTo>
                  <a:pt x="12152" y="834"/>
                </a:lnTo>
                <a:lnTo>
                  <a:pt x="12175" y="834"/>
                </a:lnTo>
                <a:moveTo>
                  <a:pt x="12175" y="1016"/>
                </a:moveTo>
                <a:lnTo>
                  <a:pt x="12175" y="1119"/>
                </a:lnTo>
                <a:lnTo>
                  <a:pt x="12141" y="1119"/>
                </a:lnTo>
                <a:lnTo>
                  <a:pt x="12141" y="1096"/>
                </a:lnTo>
                <a:lnTo>
                  <a:pt x="12163" y="1096"/>
                </a:lnTo>
                <a:lnTo>
                  <a:pt x="12163" y="1107"/>
                </a:lnTo>
                <a:lnTo>
                  <a:pt x="12152" y="1107"/>
                </a:lnTo>
                <a:lnTo>
                  <a:pt x="12152" y="1016"/>
                </a:lnTo>
                <a:lnTo>
                  <a:pt x="12175" y="1016"/>
                </a:lnTo>
                <a:moveTo>
                  <a:pt x="12072" y="1119"/>
                </a:moveTo>
                <a:lnTo>
                  <a:pt x="11958" y="1119"/>
                </a:lnTo>
                <a:lnTo>
                  <a:pt x="11958" y="1096"/>
                </a:lnTo>
                <a:lnTo>
                  <a:pt x="12072" y="1096"/>
                </a:lnTo>
                <a:lnTo>
                  <a:pt x="12072" y="1119"/>
                </a:lnTo>
                <a:moveTo>
                  <a:pt x="11889" y="1119"/>
                </a:moveTo>
                <a:lnTo>
                  <a:pt x="11775" y="1119"/>
                </a:lnTo>
                <a:lnTo>
                  <a:pt x="11775" y="1096"/>
                </a:lnTo>
                <a:lnTo>
                  <a:pt x="11889" y="1096"/>
                </a:lnTo>
                <a:lnTo>
                  <a:pt x="11889" y="1119"/>
                </a:lnTo>
                <a:moveTo>
                  <a:pt x="11707" y="1119"/>
                </a:moveTo>
                <a:lnTo>
                  <a:pt x="11592" y="1119"/>
                </a:lnTo>
                <a:lnTo>
                  <a:pt x="11592" y="1096"/>
                </a:lnTo>
                <a:lnTo>
                  <a:pt x="11707" y="1096"/>
                </a:lnTo>
                <a:lnTo>
                  <a:pt x="11707" y="1119"/>
                </a:lnTo>
                <a:moveTo>
                  <a:pt x="11524" y="1119"/>
                </a:moveTo>
                <a:lnTo>
                  <a:pt x="11410" y="1119"/>
                </a:lnTo>
                <a:lnTo>
                  <a:pt x="11410" y="1096"/>
                </a:lnTo>
                <a:lnTo>
                  <a:pt x="11524" y="1096"/>
                </a:lnTo>
                <a:lnTo>
                  <a:pt x="11524" y="1119"/>
                </a:lnTo>
                <a:moveTo>
                  <a:pt x="11341" y="1119"/>
                </a:moveTo>
                <a:lnTo>
                  <a:pt x="11227" y="1119"/>
                </a:lnTo>
                <a:lnTo>
                  <a:pt x="11227" y="1096"/>
                </a:lnTo>
                <a:lnTo>
                  <a:pt x="11341" y="1096"/>
                </a:lnTo>
                <a:lnTo>
                  <a:pt x="11341" y="1119"/>
                </a:lnTo>
                <a:moveTo>
                  <a:pt x="11159" y="1119"/>
                </a:moveTo>
                <a:lnTo>
                  <a:pt x="11044" y="1119"/>
                </a:lnTo>
                <a:lnTo>
                  <a:pt x="11044" y="1096"/>
                </a:lnTo>
                <a:lnTo>
                  <a:pt x="11159" y="1096"/>
                </a:lnTo>
                <a:lnTo>
                  <a:pt x="11159" y="1119"/>
                </a:lnTo>
                <a:moveTo>
                  <a:pt x="10976" y="1119"/>
                </a:moveTo>
                <a:lnTo>
                  <a:pt x="10862" y="1119"/>
                </a:lnTo>
                <a:lnTo>
                  <a:pt x="10862" y="1096"/>
                </a:lnTo>
                <a:lnTo>
                  <a:pt x="10976" y="1096"/>
                </a:lnTo>
                <a:lnTo>
                  <a:pt x="10976" y="1119"/>
                </a:lnTo>
                <a:moveTo>
                  <a:pt x="10793" y="1119"/>
                </a:moveTo>
                <a:lnTo>
                  <a:pt x="10679" y="1119"/>
                </a:lnTo>
                <a:lnTo>
                  <a:pt x="10679" y="1096"/>
                </a:lnTo>
                <a:lnTo>
                  <a:pt x="10793" y="1096"/>
                </a:lnTo>
                <a:lnTo>
                  <a:pt x="10793" y="1119"/>
                </a:lnTo>
                <a:moveTo>
                  <a:pt x="10610" y="1119"/>
                </a:moveTo>
                <a:lnTo>
                  <a:pt x="10496" y="1119"/>
                </a:lnTo>
                <a:lnTo>
                  <a:pt x="10496" y="1096"/>
                </a:lnTo>
                <a:lnTo>
                  <a:pt x="10610" y="1096"/>
                </a:lnTo>
                <a:lnTo>
                  <a:pt x="10610" y="1119"/>
                </a:lnTo>
                <a:moveTo>
                  <a:pt x="10428" y="1119"/>
                </a:moveTo>
                <a:lnTo>
                  <a:pt x="10313" y="1119"/>
                </a:lnTo>
                <a:lnTo>
                  <a:pt x="10313" y="1096"/>
                </a:lnTo>
                <a:lnTo>
                  <a:pt x="10428" y="1096"/>
                </a:lnTo>
                <a:lnTo>
                  <a:pt x="10428" y="1119"/>
                </a:lnTo>
                <a:moveTo>
                  <a:pt x="10245" y="1119"/>
                </a:moveTo>
                <a:lnTo>
                  <a:pt x="10131" y="1119"/>
                </a:lnTo>
                <a:lnTo>
                  <a:pt x="10131" y="1096"/>
                </a:lnTo>
                <a:lnTo>
                  <a:pt x="10245" y="1096"/>
                </a:lnTo>
                <a:lnTo>
                  <a:pt x="10245" y="1119"/>
                </a:lnTo>
                <a:moveTo>
                  <a:pt x="10062" y="1119"/>
                </a:moveTo>
                <a:lnTo>
                  <a:pt x="9948" y="1119"/>
                </a:lnTo>
                <a:lnTo>
                  <a:pt x="9948" y="1096"/>
                </a:lnTo>
                <a:lnTo>
                  <a:pt x="10062" y="1096"/>
                </a:lnTo>
                <a:lnTo>
                  <a:pt x="10062" y="1119"/>
                </a:lnTo>
                <a:moveTo>
                  <a:pt x="9879" y="1119"/>
                </a:moveTo>
                <a:lnTo>
                  <a:pt x="9765" y="1119"/>
                </a:lnTo>
                <a:lnTo>
                  <a:pt x="9765" y="1096"/>
                </a:lnTo>
                <a:lnTo>
                  <a:pt x="9879" y="1096"/>
                </a:lnTo>
                <a:lnTo>
                  <a:pt x="9879" y="1119"/>
                </a:lnTo>
                <a:moveTo>
                  <a:pt x="9697" y="1119"/>
                </a:moveTo>
                <a:lnTo>
                  <a:pt x="9583" y="1119"/>
                </a:lnTo>
                <a:lnTo>
                  <a:pt x="9583" y="1096"/>
                </a:lnTo>
                <a:lnTo>
                  <a:pt x="9697" y="1096"/>
                </a:lnTo>
                <a:lnTo>
                  <a:pt x="9697" y="1119"/>
                </a:lnTo>
                <a:moveTo>
                  <a:pt x="9514" y="1119"/>
                </a:moveTo>
                <a:lnTo>
                  <a:pt x="9400" y="1119"/>
                </a:lnTo>
                <a:lnTo>
                  <a:pt x="9400" y="1096"/>
                </a:lnTo>
                <a:lnTo>
                  <a:pt x="9514" y="1096"/>
                </a:lnTo>
                <a:lnTo>
                  <a:pt x="9514" y="1119"/>
                </a:lnTo>
                <a:moveTo>
                  <a:pt x="9331" y="1119"/>
                </a:moveTo>
                <a:lnTo>
                  <a:pt x="9217" y="1119"/>
                </a:lnTo>
                <a:lnTo>
                  <a:pt x="9217" y="1096"/>
                </a:lnTo>
                <a:lnTo>
                  <a:pt x="9331" y="1096"/>
                </a:lnTo>
                <a:lnTo>
                  <a:pt x="9331" y="1119"/>
                </a:lnTo>
                <a:moveTo>
                  <a:pt x="9149" y="1119"/>
                </a:moveTo>
                <a:lnTo>
                  <a:pt x="9034" y="1119"/>
                </a:lnTo>
                <a:lnTo>
                  <a:pt x="9034" y="1096"/>
                </a:lnTo>
                <a:lnTo>
                  <a:pt x="9149" y="1096"/>
                </a:lnTo>
                <a:lnTo>
                  <a:pt x="9149" y="1119"/>
                </a:lnTo>
                <a:moveTo>
                  <a:pt x="8966" y="1119"/>
                </a:moveTo>
                <a:lnTo>
                  <a:pt x="8852" y="1119"/>
                </a:lnTo>
                <a:lnTo>
                  <a:pt x="8852" y="1096"/>
                </a:lnTo>
                <a:lnTo>
                  <a:pt x="8966" y="1096"/>
                </a:lnTo>
                <a:lnTo>
                  <a:pt x="8966" y="1119"/>
                </a:lnTo>
                <a:moveTo>
                  <a:pt x="8783" y="1119"/>
                </a:moveTo>
                <a:lnTo>
                  <a:pt x="8669" y="1119"/>
                </a:lnTo>
                <a:lnTo>
                  <a:pt x="8669" y="1096"/>
                </a:lnTo>
                <a:lnTo>
                  <a:pt x="8783" y="1096"/>
                </a:lnTo>
                <a:lnTo>
                  <a:pt x="8783" y="1119"/>
                </a:lnTo>
                <a:moveTo>
                  <a:pt x="8600" y="1119"/>
                </a:moveTo>
                <a:lnTo>
                  <a:pt x="8486" y="1119"/>
                </a:lnTo>
                <a:lnTo>
                  <a:pt x="8486" y="1096"/>
                </a:lnTo>
                <a:lnTo>
                  <a:pt x="8600" y="1096"/>
                </a:lnTo>
                <a:lnTo>
                  <a:pt x="8600" y="1119"/>
                </a:lnTo>
                <a:moveTo>
                  <a:pt x="8418" y="1119"/>
                </a:moveTo>
                <a:lnTo>
                  <a:pt x="8303" y="1119"/>
                </a:lnTo>
                <a:lnTo>
                  <a:pt x="8303" y="1096"/>
                </a:lnTo>
                <a:lnTo>
                  <a:pt x="8418" y="1096"/>
                </a:lnTo>
                <a:lnTo>
                  <a:pt x="8418" y="1119"/>
                </a:lnTo>
                <a:moveTo>
                  <a:pt x="8235" y="1119"/>
                </a:moveTo>
                <a:lnTo>
                  <a:pt x="8121" y="1119"/>
                </a:lnTo>
                <a:lnTo>
                  <a:pt x="8121" y="1096"/>
                </a:lnTo>
                <a:lnTo>
                  <a:pt x="8235" y="1096"/>
                </a:lnTo>
                <a:lnTo>
                  <a:pt x="8235" y="1119"/>
                </a:lnTo>
                <a:moveTo>
                  <a:pt x="8052" y="1119"/>
                </a:moveTo>
                <a:lnTo>
                  <a:pt x="7938" y="1119"/>
                </a:lnTo>
                <a:lnTo>
                  <a:pt x="7938" y="1096"/>
                </a:lnTo>
                <a:lnTo>
                  <a:pt x="8052" y="1096"/>
                </a:lnTo>
                <a:lnTo>
                  <a:pt x="8052" y="1119"/>
                </a:lnTo>
                <a:moveTo>
                  <a:pt x="7870" y="1119"/>
                </a:moveTo>
                <a:lnTo>
                  <a:pt x="7755" y="1119"/>
                </a:lnTo>
                <a:lnTo>
                  <a:pt x="7755" y="1096"/>
                </a:lnTo>
                <a:lnTo>
                  <a:pt x="7870" y="1096"/>
                </a:lnTo>
                <a:lnTo>
                  <a:pt x="7870" y="1119"/>
                </a:lnTo>
                <a:moveTo>
                  <a:pt x="7687" y="1119"/>
                </a:moveTo>
                <a:lnTo>
                  <a:pt x="7573" y="1119"/>
                </a:lnTo>
                <a:lnTo>
                  <a:pt x="7573" y="1096"/>
                </a:lnTo>
                <a:lnTo>
                  <a:pt x="7687" y="1096"/>
                </a:lnTo>
                <a:lnTo>
                  <a:pt x="7687" y="1119"/>
                </a:lnTo>
                <a:moveTo>
                  <a:pt x="7504" y="1119"/>
                </a:moveTo>
                <a:lnTo>
                  <a:pt x="7390" y="1119"/>
                </a:lnTo>
                <a:lnTo>
                  <a:pt x="7390" y="1096"/>
                </a:lnTo>
                <a:lnTo>
                  <a:pt x="7504" y="1096"/>
                </a:lnTo>
                <a:lnTo>
                  <a:pt x="7504" y="1119"/>
                </a:lnTo>
                <a:moveTo>
                  <a:pt x="7321" y="1119"/>
                </a:moveTo>
                <a:lnTo>
                  <a:pt x="7207" y="1119"/>
                </a:lnTo>
                <a:lnTo>
                  <a:pt x="7207" y="1096"/>
                </a:lnTo>
                <a:lnTo>
                  <a:pt x="7321" y="1096"/>
                </a:lnTo>
                <a:lnTo>
                  <a:pt x="7321" y="1119"/>
                </a:lnTo>
                <a:moveTo>
                  <a:pt x="7139" y="1119"/>
                </a:moveTo>
                <a:lnTo>
                  <a:pt x="7024" y="1119"/>
                </a:lnTo>
                <a:lnTo>
                  <a:pt x="7024" y="1096"/>
                </a:lnTo>
                <a:lnTo>
                  <a:pt x="7139" y="1096"/>
                </a:lnTo>
                <a:lnTo>
                  <a:pt x="7139" y="1119"/>
                </a:lnTo>
                <a:moveTo>
                  <a:pt x="6956" y="1119"/>
                </a:moveTo>
                <a:lnTo>
                  <a:pt x="6842" y="1119"/>
                </a:lnTo>
                <a:lnTo>
                  <a:pt x="6842" y="1096"/>
                </a:lnTo>
                <a:lnTo>
                  <a:pt x="6956" y="1096"/>
                </a:lnTo>
                <a:lnTo>
                  <a:pt x="6956" y="1119"/>
                </a:lnTo>
                <a:moveTo>
                  <a:pt x="6773" y="1119"/>
                </a:moveTo>
                <a:lnTo>
                  <a:pt x="6659" y="1119"/>
                </a:lnTo>
                <a:lnTo>
                  <a:pt x="6659" y="1096"/>
                </a:lnTo>
                <a:lnTo>
                  <a:pt x="6773" y="1096"/>
                </a:lnTo>
                <a:lnTo>
                  <a:pt x="6773" y="1119"/>
                </a:lnTo>
                <a:moveTo>
                  <a:pt x="6590" y="1119"/>
                </a:moveTo>
                <a:lnTo>
                  <a:pt x="6476" y="1119"/>
                </a:lnTo>
                <a:lnTo>
                  <a:pt x="6476" y="1096"/>
                </a:lnTo>
                <a:lnTo>
                  <a:pt x="6590" y="1096"/>
                </a:lnTo>
                <a:lnTo>
                  <a:pt x="6590" y="1119"/>
                </a:lnTo>
                <a:moveTo>
                  <a:pt x="6408" y="1119"/>
                </a:moveTo>
                <a:lnTo>
                  <a:pt x="6294" y="1119"/>
                </a:lnTo>
                <a:lnTo>
                  <a:pt x="6294" y="1096"/>
                </a:lnTo>
                <a:lnTo>
                  <a:pt x="6408" y="1096"/>
                </a:lnTo>
                <a:lnTo>
                  <a:pt x="6408" y="1119"/>
                </a:lnTo>
                <a:moveTo>
                  <a:pt x="6225" y="1119"/>
                </a:moveTo>
                <a:lnTo>
                  <a:pt x="6111" y="1119"/>
                </a:lnTo>
                <a:lnTo>
                  <a:pt x="6111" y="1096"/>
                </a:lnTo>
                <a:lnTo>
                  <a:pt x="6225" y="1096"/>
                </a:lnTo>
                <a:lnTo>
                  <a:pt x="6225" y="1119"/>
                </a:lnTo>
                <a:moveTo>
                  <a:pt x="6042" y="1119"/>
                </a:moveTo>
                <a:lnTo>
                  <a:pt x="5928" y="1119"/>
                </a:lnTo>
                <a:lnTo>
                  <a:pt x="5928" y="1096"/>
                </a:lnTo>
                <a:lnTo>
                  <a:pt x="6042" y="1096"/>
                </a:lnTo>
                <a:lnTo>
                  <a:pt x="6042" y="1119"/>
                </a:lnTo>
                <a:moveTo>
                  <a:pt x="5860" y="1119"/>
                </a:moveTo>
                <a:lnTo>
                  <a:pt x="5745" y="1119"/>
                </a:lnTo>
                <a:lnTo>
                  <a:pt x="5745" y="1096"/>
                </a:lnTo>
                <a:lnTo>
                  <a:pt x="5860" y="1096"/>
                </a:lnTo>
                <a:lnTo>
                  <a:pt x="5860" y="1119"/>
                </a:lnTo>
                <a:moveTo>
                  <a:pt x="5677" y="1119"/>
                </a:moveTo>
                <a:lnTo>
                  <a:pt x="5563" y="1119"/>
                </a:lnTo>
                <a:lnTo>
                  <a:pt x="5563" y="1096"/>
                </a:lnTo>
                <a:lnTo>
                  <a:pt x="5677" y="1096"/>
                </a:lnTo>
                <a:lnTo>
                  <a:pt x="5677" y="1119"/>
                </a:lnTo>
                <a:moveTo>
                  <a:pt x="5494" y="1119"/>
                </a:moveTo>
                <a:lnTo>
                  <a:pt x="5380" y="1119"/>
                </a:lnTo>
                <a:lnTo>
                  <a:pt x="5380" y="1096"/>
                </a:lnTo>
                <a:lnTo>
                  <a:pt x="5494" y="1096"/>
                </a:lnTo>
                <a:lnTo>
                  <a:pt x="5494" y="1119"/>
                </a:lnTo>
                <a:moveTo>
                  <a:pt x="5311" y="1119"/>
                </a:moveTo>
                <a:lnTo>
                  <a:pt x="5197" y="1119"/>
                </a:lnTo>
                <a:lnTo>
                  <a:pt x="5197" y="1096"/>
                </a:lnTo>
                <a:lnTo>
                  <a:pt x="5311" y="1096"/>
                </a:lnTo>
                <a:lnTo>
                  <a:pt x="5311" y="1119"/>
                </a:lnTo>
                <a:moveTo>
                  <a:pt x="5129" y="1119"/>
                </a:moveTo>
                <a:lnTo>
                  <a:pt x="5014" y="1119"/>
                </a:lnTo>
                <a:lnTo>
                  <a:pt x="5014" y="1096"/>
                </a:lnTo>
                <a:lnTo>
                  <a:pt x="5129" y="1096"/>
                </a:lnTo>
                <a:lnTo>
                  <a:pt x="5129" y="1119"/>
                </a:lnTo>
                <a:moveTo>
                  <a:pt x="4946" y="1119"/>
                </a:moveTo>
                <a:lnTo>
                  <a:pt x="4832" y="1119"/>
                </a:lnTo>
                <a:lnTo>
                  <a:pt x="4832" y="1096"/>
                </a:lnTo>
                <a:lnTo>
                  <a:pt x="4946" y="1096"/>
                </a:lnTo>
                <a:lnTo>
                  <a:pt x="4946" y="1119"/>
                </a:lnTo>
                <a:moveTo>
                  <a:pt x="4763" y="1119"/>
                </a:moveTo>
                <a:lnTo>
                  <a:pt x="4649" y="1119"/>
                </a:lnTo>
                <a:lnTo>
                  <a:pt x="4649" y="1096"/>
                </a:lnTo>
                <a:lnTo>
                  <a:pt x="4763" y="1096"/>
                </a:lnTo>
                <a:lnTo>
                  <a:pt x="4763" y="1119"/>
                </a:lnTo>
                <a:moveTo>
                  <a:pt x="4581" y="1119"/>
                </a:moveTo>
                <a:lnTo>
                  <a:pt x="4466" y="1119"/>
                </a:lnTo>
                <a:lnTo>
                  <a:pt x="4466" y="1096"/>
                </a:lnTo>
                <a:lnTo>
                  <a:pt x="4581" y="1096"/>
                </a:lnTo>
                <a:lnTo>
                  <a:pt x="4581" y="1119"/>
                </a:lnTo>
                <a:moveTo>
                  <a:pt x="4398" y="1119"/>
                </a:moveTo>
                <a:lnTo>
                  <a:pt x="4284" y="1119"/>
                </a:lnTo>
                <a:lnTo>
                  <a:pt x="4284" y="1096"/>
                </a:lnTo>
                <a:lnTo>
                  <a:pt x="4398" y="1096"/>
                </a:lnTo>
                <a:lnTo>
                  <a:pt x="4398" y="1119"/>
                </a:lnTo>
                <a:moveTo>
                  <a:pt x="4215" y="1119"/>
                </a:moveTo>
                <a:lnTo>
                  <a:pt x="4101" y="1119"/>
                </a:lnTo>
                <a:lnTo>
                  <a:pt x="4101" y="1096"/>
                </a:lnTo>
                <a:lnTo>
                  <a:pt x="4215" y="1096"/>
                </a:lnTo>
                <a:lnTo>
                  <a:pt x="4215" y="1119"/>
                </a:lnTo>
                <a:moveTo>
                  <a:pt x="4032" y="1119"/>
                </a:moveTo>
                <a:lnTo>
                  <a:pt x="3918" y="1119"/>
                </a:lnTo>
                <a:lnTo>
                  <a:pt x="3918" y="1096"/>
                </a:lnTo>
                <a:lnTo>
                  <a:pt x="4032" y="1096"/>
                </a:lnTo>
                <a:lnTo>
                  <a:pt x="4032" y="1119"/>
                </a:lnTo>
                <a:moveTo>
                  <a:pt x="3849" y="1119"/>
                </a:moveTo>
                <a:lnTo>
                  <a:pt x="3734" y="1119"/>
                </a:lnTo>
                <a:lnTo>
                  <a:pt x="3734" y="1096"/>
                </a:lnTo>
                <a:lnTo>
                  <a:pt x="3849" y="1096"/>
                </a:lnTo>
                <a:lnTo>
                  <a:pt x="3849" y="1119"/>
                </a:lnTo>
                <a:moveTo>
                  <a:pt x="3666" y="1119"/>
                </a:moveTo>
                <a:lnTo>
                  <a:pt x="3552" y="1119"/>
                </a:lnTo>
                <a:lnTo>
                  <a:pt x="3552" y="1096"/>
                </a:lnTo>
                <a:lnTo>
                  <a:pt x="3666" y="1096"/>
                </a:lnTo>
                <a:lnTo>
                  <a:pt x="3666" y="1119"/>
                </a:lnTo>
                <a:moveTo>
                  <a:pt x="3483" y="1119"/>
                </a:moveTo>
                <a:lnTo>
                  <a:pt x="3369" y="1119"/>
                </a:lnTo>
                <a:lnTo>
                  <a:pt x="3369" y="1096"/>
                </a:lnTo>
                <a:lnTo>
                  <a:pt x="3483" y="1096"/>
                </a:lnTo>
                <a:lnTo>
                  <a:pt x="3483" y="1119"/>
                </a:lnTo>
                <a:moveTo>
                  <a:pt x="3300" y="1119"/>
                </a:moveTo>
                <a:lnTo>
                  <a:pt x="3186" y="1119"/>
                </a:lnTo>
                <a:lnTo>
                  <a:pt x="3186" y="1096"/>
                </a:lnTo>
                <a:lnTo>
                  <a:pt x="3300" y="1096"/>
                </a:lnTo>
                <a:lnTo>
                  <a:pt x="3300" y="1119"/>
                </a:lnTo>
                <a:moveTo>
                  <a:pt x="3118" y="1119"/>
                </a:moveTo>
                <a:lnTo>
                  <a:pt x="3004" y="1119"/>
                </a:lnTo>
                <a:lnTo>
                  <a:pt x="3004" y="1096"/>
                </a:lnTo>
                <a:lnTo>
                  <a:pt x="3118" y="1096"/>
                </a:lnTo>
                <a:lnTo>
                  <a:pt x="3118" y="1119"/>
                </a:lnTo>
                <a:moveTo>
                  <a:pt x="2935" y="1119"/>
                </a:moveTo>
                <a:lnTo>
                  <a:pt x="2821" y="1119"/>
                </a:lnTo>
                <a:lnTo>
                  <a:pt x="2821" y="1096"/>
                </a:lnTo>
                <a:lnTo>
                  <a:pt x="2935" y="1096"/>
                </a:lnTo>
                <a:lnTo>
                  <a:pt x="2935" y="1119"/>
                </a:lnTo>
                <a:moveTo>
                  <a:pt x="2752" y="1119"/>
                </a:moveTo>
                <a:lnTo>
                  <a:pt x="2638" y="1119"/>
                </a:lnTo>
                <a:lnTo>
                  <a:pt x="2638" y="1096"/>
                </a:lnTo>
                <a:lnTo>
                  <a:pt x="2752" y="1096"/>
                </a:lnTo>
                <a:lnTo>
                  <a:pt x="2752" y="1119"/>
                </a:lnTo>
                <a:moveTo>
                  <a:pt x="2570" y="1119"/>
                </a:moveTo>
                <a:lnTo>
                  <a:pt x="2455" y="1119"/>
                </a:lnTo>
                <a:lnTo>
                  <a:pt x="2455" y="1096"/>
                </a:lnTo>
                <a:lnTo>
                  <a:pt x="2570" y="1096"/>
                </a:lnTo>
                <a:lnTo>
                  <a:pt x="2570" y="1119"/>
                </a:lnTo>
                <a:moveTo>
                  <a:pt x="2387" y="1119"/>
                </a:moveTo>
                <a:lnTo>
                  <a:pt x="2273" y="1119"/>
                </a:lnTo>
                <a:lnTo>
                  <a:pt x="2273" y="1096"/>
                </a:lnTo>
                <a:lnTo>
                  <a:pt x="2387" y="1096"/>
                </a:lnTo>
                <a:lnTo>
                  <a:pt x="2387" y="1119"/>
                </a:lnTo>
                <a:moveTo>
                  <a:pt x="2204" y="1119"/>
                </a:moveTo>
                <a:lnTo>
                  <a:pt x="2090" y="1119"/>
                </a:lnTo>
                <a:lnTo>
                  <a:pt x="2090" y="1096"/>
                </a:lnTo>
                <a:lnTo>
                  <a:pt x="2204" y="1096"/>
                </a:lnTo>
                <a:lnTo>
                  <a:pt x="2204" y="1119"/>
                </a:lnTo>
                <a:moveTo>
                  <a:pt x="2021" y="1119"/>
                </a:moveTo>
                <a:lnTo>
                  <a:pt x="1907" y="1119"/>
                </a:lnTo>
                <a:lnTo>
                  <a:pt x="1907" y="1096"/>
                </a:lnTo>
                <a:lnTo>
                  <a:pt x="2021" y="1096"/>
                </a:lnTo>
                <a:lnTo>
                  <a:pt x="2021" y="1119"/>
                </a:lnTo>
                <a:moveTo>
                  <a:pt x="1839" y="1119"/>
                </a:moveTo>
                <a:lnTo>
                  <a:pt x="1724" y="1119"/>
                </a:lnTo>
                <a:lnTo>
                  <a:pt x="1724" y="1096"/>
                </a:lnTo>
                <a:lnTo>
                  <a:pt x="1839" y="1096"/>
                </a:lnTo>
                <a:lnTo>
                  <a:pt x="1839" y="1119"/>
                </a:lnTo>
                <a:moveTo>
                  <a:pt x="1656" y="1119"/>
                </a:moveTo>
                <a:lnTo>
                  <a:pt x="1542" y="1119"/>
                </a:lnTo>
                <a:lnTo>
                  <a:pt x="1542" y="1096"/>
                </a:lnTo>
                <a:lnTo>
                  <a:pt x="1656" y="1096"/>
                </a:lnTo>
                <a:lnTo>
                  <a:pt x="1656" y="1119"/>
                </a:lnTo>
                <a:moveTo>
                  <a:pt x="1473" y="1119"/>
                </a:moveTo>
                <a:lnTo>
                  <a:pt x="1359" y="1119"/>
                </a:lnTo>
                <a:lnTo>
                  <a:pt x="1359" y="1096"/>
                </a:lnTo>
                <a:lnTo>
                  <a:pt x="1473" y="1096"/>
                </a:lnTo>
                <a:lnTo>
                  <a:pt x="1473" y="1119"/>
                </a:lnTo>
                <a:moveTo>
                  <a:pt x="1291" y="1119"/>
                </a:moveTo>
                <a:lnTo>
                  <a:pt x="1176" y="1119"/>
                </a:lnTo>
                <a:lnTo>
                  <a:pt x="1176" y="1096"/>
                </a:lnTo>
                <a:lnTo>
                  <a:pt x="1291" y="1096"/>
                </a:lnTo>
                <a:lnTo>
                  <a:pt x="1291" y="1119"/>
                </a:lnTo>
                <a:moveTo>
                  <a:pt x="1108" y="1119"/>
                </a:moveTo>
                <a:lnTo>
                  <a:pt x="994" y="1119"/>
                </a:lnTo>
                <a:lnTo>
                  <a:pt x="994" y="1096"/>
                </a:lnTo>
                <a:lnTo>
                  <a:pt x="1108" y="1096"/>
                </a:lnTo>
                <a:lnTo>
                  <a:pt x="1108" y="1119"/>
                </a:lnTo>
                <a:moveTo>
                  <a:pt x="925" y="1119"/>
                </a:moveTo>
                <a:lnTo>
                  <a:pt x="811" y="1119"/>
                </a:lnTo>
                <a:lnTo>
                  <a:pt x="811" y="1096"/>
                </a:lnTo>
                <a:lnTo>
                  <a:pt x="925" y="1096"/>
                </a:lnTo>
                <a:lnTo>
                  <a:pt x="925" y="1119"/>
                </a:lnTo>
                <a:moveTo>
                  <a:pt x="742" y="1119"/>
                </a:moveTo>
                <a:lnTo>
                  <a:pt x="628" y="1119"/>
                </a:lnTo>
                <a:lnTo>
                  <a:pt x="628" y="1096"/>
                </a:lnTo>
                <a:lnTo>
                  <a:pt x="742" y="1096"/>
                </a:lnTo>
                <a:lnTo>
                  <a:pt x="742" y="1119"/>
                </a:lnTo>
                <a:moveTo>
                  <a:pt x="560" y="1119"/>
                </a:moveTo>
                <a:lnTo>
                  <a:pt x="445" y="1119"/>
                </a:lnTo>
                <a:lnTo>
                  <a:pt x="445" y="1096"/>
                </a:lnTo>
                <a:lnTo>
                  <a:pt x="560" y="1096"/>
                </a:lnTo>
                <a:lnTo>
                  <a:pt x="560" y="1119"/>
                </a:lnTo>
                <a:moveTo>
                  <a:pt x="377" y="1119"/>
                </a:moveTo>
                <a:lnTo>
                  <a:pt x="263" y="1119"/>
                </a:lnTo>
                <a:lnTo>
                  <a:pt x="263" y="1096"/>
                </a:lnTo>
                <a:lnTo>
                  <a:pt x="377" y="1096"/>
                </a:lnTo>
                <a:lnTo>
                  <a:pt x="377" y="1119"/>
                </a:lnTo>
                <a:moveTo>
                  <a:pt x="194" y="1119"/>
                </a:moveTo>
                <a:lnTo>
                  <a:pt x="80" y="1119"/>
                </a:lnTo>
                <a:lnTo>
                  <a:pt x="80" y="1096"/>
                </a:lnTo>
                <a:lnTo>
                  <a:pt x="194" y="1096"/>
                </a:lnTo>
                <a:lnTo>
                  <a:pt x="194" y="1119"/>
                </a:lnTo>
                <a:moveTo>
                  <a:pt x="0" y="1107"/>
                </a:moveTo>
                <a:lnTo>
                  <a:pt x="0" y="993"/>
                </a:lnTo>
                <a:lnTo>
                  <a:pt x="23" y="993"/>
                </a:lnTo>
                <a:lnTo>
                  <a:pt x="23" y="1107"/>
                </a:lnTo>
                <a:lnTo>
                  <a:pt x="0" y="1107"/>
                </a:lnTo>
                <a:moveTo>
                  <a:pt x="0" y="925"/>
                </a:moveTo>
                <a:lnTo>
                  <a:pt x="0" y="811"/>
                </a:lnTo>
                <a:lnTo>
                  <a:pt x="23" y="811"/>
                </a:lnTo>
                <a:lnTo>
                  <a:pt x="23" y="925"/>
                </a:lnTo>
                <a:lnTo>
                  <a:pt x="0" y="925"/>
                </a:lnTo>
                <a:moveTo>
                  <a:pt x="0" y="742"/>
                </a:moveTo>
                <a:lnTo>
                  <a:pt x="0" y="628"/>
                </a:lnTo>
                <a:lnTo>
                  <a:pt x="23" y="628"/>
                </a:lnTo>
                <a:lnTo>
                  <a:pt x="23" y="742"/>
                </a:lnTo>
                <a:lnTo>
                  <a:pt x="0" y="742"/>
                </a:lnTo>
                <a:moveTo>
                  <a:pt x="0" y="560"/>
                </a:moveTo>
                <a:lnTo>
                  <a:pt x="0" y="446"/>
                </a:lnTo>
                <a:lnTo>
                  <a:pt x="23" y="446"/>
                </a:lnTo>
                <a:lnTo>
                  <a:pt x="23" y="560"/>
                </a:lnTo>
                <a:lnTo>
                  <a:pt x="0" y="560"/>
                </a:lnTo>
                <a:moveTo>
                  <a:pt x="0" y="377"/>
                </a:moveTo>
                <a:lnTo>
                  <a:pt x="0" y="263"/>
                </a:lnTo>
                <a:lnTo>
                  <a:pt x="23" y="263"/>
                </a:lnTo>
                <a:lnTo>
                  <a:pt x="23" y="377"/>
                </a:lnTo>
                <a:lnTo>
                  <a:pt x="0" y="377"/>
                </a:lnTo>
                <a:moveTo>
                  <a:pt x="0" y="195"/>
                </a:moveTo>
                <a:lnTo>
                  <a:pt x="0" y="81"/>
                </a:lnTo>
                <a:lnTo>
                  <a:pt x="23" y="81"/>
                </a:lnTo>
                <a:lnTo>
                  <a:pt x="23" y="195"/>
                </a:lnTo>
                <a:lnTo>
                  <a:pt x="0" y="195"/>
                </a:lnTo>
                <a:moveTo>
                  <a:pt x="11" y="0"/>
                </a:moveTo>
                <a:lnTo>
                  <a:pt x="126" y="0"/>
                </a:lnTo>
                <a:lnTo>
                  <a:pt x="126" y="24"/>
                </a:lnTo>
                <a:lnTo>
                  <a:pt x="11" y="24"/>
                </a:lnTo>
                <a:lnTo>
                  <a:pt x="11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/>
          <p:nvPr/>
        </p:nvSpPr>
        <p:spPr>
          <a:xfrm>
            <a:off x="4996080" y="227628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/>
          <p:nvPr/>
        </p:nvSpPr>
        <p:spPr>
          <a:xfrm>
            <a:off x="4996080" y="230508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868320" y="1775520"/>
            <a:ext cx="30168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Examenplan Apothekersassistent, cohort 2026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868320" y="2266920"/>
            <a:ext cx="1558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Summatieve resultaat structuur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/>
          <p:nvPr/>
        </p:nvSpPr>
        <p:spPr>
          <a:xfrm>
            <a:off x="785880" y="2834640"/>
            <a:ext cx="1291320" cy="394560"/>
          </a:xfrm>
          <a:custGeom>
            <a:avLst/>
            <a:gdLst/>
            <a:ahLst/>
            <a:rect l="0" t="0" r="r" b="b"/>
            <a:pathLst>
              <a:path w="3587" h="1096">
                <a:moveTo>
                  <a:pt x="0" y="0"/>
                </a:moveTo>
                <a:lnTo>
                  <a:pt x="3587" y="0"/>
                </a:lnTo>
                <a:lnTo>
                  <a:pt x="3587" y="1096"/>
                </a:lnTo>
                <a:lnTo>
                  <a:pt x="0" y="109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5" name=""/>
          <p:cNvSpPr/>
          <p:nvPr/>
        </p:nvSpPr>
        <p:spPr>
          <a:xfrm>
            <a:off x="785880" y="2834640"/>
            <a:ext cx="1291320" cy="394560"/>
          </a:xfrm>
          <a:custGeom>
            <a:avLst/>
            <a:gdLst/>
            <a:ahLst/>
            <a:rect l="0" t="0" r="r" b="b"/>
            <a:pathLst>
              <a:path w="3587" h="1096">
                <a:moveTo>
                  <a:pt x="0" y="0"/>
                </a:moveTo>
                <a:lnTo>
                  <a:pt x="3587" y="0"/>
                </a:lnTo>
                <a:lnTo>
                  <a:pt x="3587" y="1096"/>
                </a:lnTo>
                <a:lnTo>
                  <a:pt x="0" y="1096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/>
          <p:nvPr/>
        </p:nvSpPr>
        <p:spPr>
          <a:xfrm>
            <a:off x="1912680" y="290052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/>
          <p:nvPr/>
        </p:nvSpPr>
        <p:spPr>
          <a:xfrm>
            <a:off x="1912680" y="292896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868320" y="2399760"/>
            <a:ext cx="35640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Eerste opzet: kerntaken en keuzedelen, alle voldoende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868320" y="2891160"/>
            <a:ext cx="793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Cohort / periode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/>
          <p:nvPr/>
        </p:nvSpPr>
        <p:spPr>
          <a:xfrm>
            <a:off x="785880" y="3458880"/>
            <a:ext cx="4523040" cy="394560"/>
          </a:xfrm>
          <a:custGeom>
            <a:avLst/>
            <a:gdLst/>
            <a:ahLst/>
            <a:rect l="0" t="0" r="r" b="b"/>
            <a:pathLst>
              <a:path w="12564" h="1096">
                <a:moveTo>
                  <a:pt x="0" y="0"/>
                </a:moveTo>
                <a:lnTo>
                  <a:pt x="12564" y="0"/>
                </a:lnTo>
                <a:lnTo>
                  <a:pt x="12564" y="1096"/>
                </a:lnTo>
                <a:lnTo>
                  <a:pt x="0" y="1096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1" name=""/>
          <p:cNvSpPr/>
          <p:nvPr/>
        </p:nvSpPr>
        <p:spPr>
          <a:xfrm>
            <a:off x="781920" y="3454920"/>
            <a:ext cx="4530960" cy="402480"/>
          </a:xfrm>
          <a:custGeom>
            <a:avLst/>
            <a:gdLst/>
            <a:ahLst/>
            <a:rect l="0" t="0" r="r" b="b"/>
            <a:pathLst>
              <a:path w="12586" h="1118">
                <a:moveTo>
                  <a:pt x="194" y="0"/>
                </a:moveTo>
                <a:lnTo>
                  <a:pt x="308" y="0"/>
                </a:lnTo>
                <a:lnTo>
                  <a:pt x="308" y="22"/>
                </a:lnTo>
                <a:lnTo>
                  <a:pt x="194" y="22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2"/>
                </a:lnTo>
                <a:lnTo>
                  <a:pt x="377" y="22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2"/>
                </a:lnTo>
                <a:lnTo>
                  <a:pt x="560" y="22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2"/>
                </a:lnTo>
                <a:lnTo>
                  <a:pt x="742" y="22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2"/>
                </a:lnTo>
                <a:lnTo>
                  <a:pt x="925" y="22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2"/>
                </a:lnTo>
                <a:lnTo>
                  <a:pt x="1108" y="22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2"/>
                </a:lnTo>
                <a:lnTo>
                  <a:pt x="1291" y="22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2"/>
                </a:lnTo>
                <a:lnTo>
                  <a:pt x="1473" y="22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2"/>
                </a:lnTo>
                <a:lnTo>
                  <a:pt x="1656" y="22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2"/>
                </a:lnTo>
                <a:lnTo>
                  <a:pt x="1839" y="22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2"/>
                </a:lnTo>
                <a:lnTo>
                  <a:pt x="2021" y="22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2"/>
                </a:lnTo>
                <a:lnTo>
                  <a:pt x="2204" y="22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2"/>
                </a:lnTo>
                <a:lnTo>
                  <a:pt x="2387" y="22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2"/>
                </a:lnTo>
                <a:lnTo>
                  <a:pt x="2570" y="22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2"/>
                </a:lnTo>
                <a:lnTo>
                  <a:pt x="2752" y="22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2"/>
                </a:lnTo>
                <a:lnTo>
                  <a:pt x="2935" y="22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2"/>
                </a:lnTo>
                <a:lnTo>
                  <a:pt x="3118" y="22"/>
                </a:lnTo>
                <a:lnTo>
                  <a:pt x="3118" y="0"/>
                </a:lnTo>
                <a:moveTo>
                  <a:pt x="3300" y="0"/>
                </a:moveTo>
                <a:lnTo>
                  <a:pt x="3415" y="0"/>
                </a:lnTo>
                <a:lnTo>
                  <a:pt x="3415" y="22"/>
                </a:lnTo>
                <a:lnTo>
                  <a:pt x="3300" y="22"/>
                </a:lnTo>
                <a:lnTo>
                  <a:pt x="3300" y="0"/>
                </a:lnTo>
                <a:moveTo>
                  <a:pt x="3483" y="0"/>
                </a:moveTo>
                <a:lnTo>
                  <a:pt x="3597" y="0"/>
                </a:lnTo>
                <a:lnTo>
                  <a:pt x="3597" y="22"/>
                </a:lnTo>
                <a:lnTo>
                  <a:pt x="3483" y="22"/>
                </a:lnTo>
                <a:lnTo>
                  <a:pt x="3483" y="0"/>
                </a:lnTo>
                <a:moveTo>
                  <a:pt x="3666" y="0"/>
                </a:moveTo>
                <a:lnTo>
                  <a:pt x="3780" y="0"/>
                </a:lnTo>
                <a:lnTo>
                  <a:pt x="3780" y="22"/>
                </a:lnTo>
                <a:lnTo>
                  <a:pt x="3666" y="22"/>
                </a:lnTo>
                <a:lnTo>
                  <a:pt x="3666" y="0"/>
                </a:lnTo>
                <a:moveTo>
                  <a:pt x="3849" y="0"/>
                </a:moveTo>
                <a:lnTo>
                  <a:pt x="3963" y="0"/>
                </a:lnTo>
                <a:lnTo>
                  <a:pt x="3963" y="22"/>
                </a:lnTo>
                <a:lnTo>
                  <a:pt x="3849" y="22"/>
                </a:lnTo>
                <a:lnTo>
                  <a:pt x="3849" y="0"/>
                </a:lnTo>
                <a:moveTo>
                  <a:pt x="4031" y="0"/>
                </a:moveTo>
                <a:lnTo>
                  <a:pt x="4147" y="0"/>
                </a:lnTo>
                <a:lnTo>
                  <a:pt x="4147" y="22"/>
                </a:lnTo>
                <a:lnTo>
                  <a:pt x="4031" y="22"/>
                </a:lnTo>
                <a:lnTo>
                  <a:pt x="4031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2"/>
                </a:lnTo>
                <a:lnTo>
                  <a:pt x="4215" y="22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2"/>
                </a:lnTo>
                <a:lnTo>
                  <a:pt x="4398" y="22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2"/>
                </a:lnTo>
                <a:lnTo>
                  <a:pt x="4581" y="22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2"/>
                </a:lnTo>
                <a:lnTo>
                  <a:pt x="4763" y="22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2"/>
                </a:lnTo>
                <a:lnTo>
                  <a:pt x="4946" y="22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2"/>
                </a:lnTo>
                <a:lnTo>
                  <a:pt x="5129" y="22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2"/>
                </a:lnTo>
                <a:lnTo>
                  <a:pt x="5311" y="22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2"/>
                </a:lnTo>
                <a:lnTo>
                  <a:pt x="5494" y="22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2"/>
                </a:lnTo>
                <a:lnTo>
                  <a:pt x="5677" y="22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2"/>
                </a:lnTo>
                <a:lnTo>
                  <a:pt x="5860" y="22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2"/>
                </a:lnTo>
                <a:lnTo>
                  <a:pt x="6042" y="22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2"/>
                </a:lnTo>
                <a:lnTo>
                  <a:pt x="6225" y="22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2"/>
                </a:lnTo>
                <a:lnTo>
                  <a:pt x="6408" y="22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2"/>
                </a:lnTo>
                <a:lnTo>
                  <a:pt x="6590" y="22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2"/>
                </a:lnTo>
                <a:lnTo>
                  <a:pt x="6773" y="22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2"/>
                </a:lnTo>
                <a:lnTo>
                  <a:pt x="6956" y="22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2"/>
                </a:lnTo>
                <a:lnTo>
                  <a:pt x="7139" y="22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2"/>
                </a:lnTo>
                <a:lnTo>
                  <a:pt x="7321" y="22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2"/>
                </a:lnTo>
                <a:lnTo>
                  <a:pt x="7504" y="22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2"/>
                </a:lnTo>
                <a:lnTo>
                  <a:pt x="7687" y="22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2"/>
                </a:lnTo>
                <a:lnTo>
                  <a:pt x="7870" y="22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2"/>
                </a:lnTo>
                <a:lnTo>
                  <a:pt x="8052" y="22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2"/>
                </a:lnTo>
                <a:lnTo>
                  <a:pt x="8235" y="22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2"/>
                </a:lnTo>
                <a:lnTo>
                  <a:pt x="8418" y="22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2"/>
                </a:lnTo>
                <a:lnTo>
                  <a:pt x="8600" y="22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2"/>
                </a:lnTo>
                <a:lnTo>
                  <a:pt x="8783" y="22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2"/>
                </a:lnTo>
                <a:lnTo>
                  <a:pt x="8966" y="22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2"/>
                </a:lnTo>
                <a:lnTo>
                  <a:pt x="9149" y="22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2"/>
                </a:lnTo>
                <a:lnTo>
                  <a:pt x="9331" y="22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2"/>
                </a:lnTo>
                <a:lnTo>
                  <a:pt x="9514" y="22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2"/>
                </a:lnTo>
                <a:lnTo>
                  <a:pt x="9697" y="22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2"/>
                </a:lnTo>
                <a:lnTo>
                  <a:pt x="9879" y="22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2"/>
                </a:lnTo>
                <a:lnTo>
                  <a:pt x="10062" y="22"/>
                </a:lnTo>
                <a:lnTo>
                  <a:pt x="10062" y="0"/>
                </a:lnTo>
                <a:moveTo>
                  <a:pt x="10245" y="0"/>
                </a:moveTo>
                <a:lnTo>
                  <a:pt x="10359" y="0"/>
                </a:lnTo>
                <a:lnTo>
                  <a:pt x="10359" y="22"/>
                </a:lnTo>
                <a:lnTo>
                  <a:pt x="10245" y="22"/>
                </a:lnTo>
                <a:lnTo>
                  <a:pt x="10245" y="0"/>
                </a:lnTo>
                <a:moveTo>
                  <a:pt x="10428" y="0"/>
                </a:moveTo>
                <a:lnTo>
                  <a:pt x="10542" y="0"/>
                </a:lnTo>
                <a:lnTo>
                  <a:pt x="10542" y="22"/>
                </a:lnTo>
                <a:lnTo>
                  <a:pt x="10428" y="22"/>
                </a:lnTo>
                <a:lnTo>
                  <a:pt x="10428" y="0"/>
                </a:lnTo>
                <a:moveTo>
                  <a:pt x="10610" y="0"/>
                </a:moveTo>
                <a:lnTo>
                  <a:pt x="10725" y="0"/>
                </a:lnTo>
                <a:lnTo>
                  <a:pt x="10725" y="22"/>
                </a:lnTo>
                <a:lnTo>
                  <a:pt x="10610" y="22"/>
                </a:lnTo>
                <a:lnTo>
                  <a:pt x="10610" y="0"/>
                </a:lnTo>
                <a:moveTo>
                  <a:pt x="10793" y="0"/>
                </a:moveTo>
                <a:lnTo>
                  <a:pt x="10907" y="0"/>
                </a:lnTo>
                <a:lnTo>
                  <a:pt x="10907" y="22"/>
                </a:lnTo>
                <a:lnTo>
                  <a:pt x="10793" y="22"/>
                </a:lnTo>
                <a:lnTo>
                  <a:pt x="10793" y="0"/>
                </a:lnTo>
                <a:moveTo>
                  <a:pt x="10976" y="0"/>
                </a:moveTo>
                <a:lnTo>
                  <a:pt x="11090" y="0"/>
                </a:lnTo>
                <a:lnTo>
                  <a:pt x="11090" y="22"/>
                </a:lnTo>
                <a:lnTo>
                  <a:pt x="10976" y="22"/>
                </a:lnTo>
                <a:lnTo>
                  <a:pt x="10976" y="0"/>
                </a:lnTo>
                <a:moveTo>
                  <a:pt x="11159" y="0"/>
                </a:moveTo>
                <a:lnTo>
                  <a:pt x="11273" y="0"/>
                </a:lnTo>
                <a:lnTo>
                  <a:pt x="11273" y="22"/>
                </a:lnTo>
                <a:lnTo>
                  <a:pt x="11159" y="22"/>
                </a:lnTo>
                <a:lnTo>
                  <a:pt x="11159" y="0"/>
                </a:lnTo>
                <a:moveTo>
                  <a:pt x="11341" y="0"/>
                </a:moveTo>
                <a:lnTo>
                  <a:pt x="11455" y="0"/>
                </a:lnTo>
                <a:lnTo>
                  <a:pt x="11455" y="22"/>
                </a:lnTo>
                <a:lnTo>
                  <a:pt x="11341" y="22"/>
                </a:lnTo>
                <a:lnTo>
                  <a:pt x="11341" y="0"/>
                </a:lnTo>
                <a:moveTo>
                  <a:pt x="11524" y="0"/>
                </a:moveTo>
                <a:lnTo>
                  <a:pt x="11638" y="0"/>
                </a:lnTo>
                <a:lnTo>
                  <a:pt x="11638" y="22"/>
                </a:lnTo>
                <a:lnTo>
                  <a:pt x="11524" y="22"/>
                </a:lnTo>
                <a:lnTo>
                  <a:pt x="11524" y="0"/>
                </a:lnTo>
                <a:moveTo>
                  <a:pt x="11707" y="0"/>
                </a:moveTo>
                <a:lnTo>
                  <a:pt x="11821" y="0"/>
                </a:lnTo>
                <a:lnTo>
                  <a:pt x="11821" y="22"/>
                </a:lnTo>
                <a:lnTo>
                  <a:pt x="11707" y="22"/>
                </a:lnTo>
                <a:lnTo>
                  <a:pt x="11707" y="0"/>
                </a:lnTo>
                <a:moveTo>
                  <a:pt x="11889" y="0"/>
                </a:moveTo>
                <a:lnTo>
                  <a:pt x="12004" y="0"/>
                </a:lnTo>
                <a:lnTo>
                  <a:pt x="12004" y="22"/>
                </a:lnTo>
                <a:lnTo>
                  <a:pt x="11889" y="22"/>
                </a:lnTo>
                <a:lnTo>
                  <a:pt x="11889" y="0"/>
                </a:lnTo>
                <a:moveTo>
                  <a:pt x="12072" y="0"/>
                </a:moveTo>
                <a:lnTo>
                  <a:pt x="12186" y="0"/>
                </a:lnTo>
                <a:lnTo>
                  <a:pt x="12186" y="22"/>
                </a:lnTo>
                <a:lnTo>
                  <a:pt x="12072" y="22"/>
                </a:lnTo>
                <a:lnTo>
                  <a:pt x="12072" y="0"/>
                </a:lnTo>
                <a:moveTo>
                  <a:pt x="12255" y="0"/>
                </a:moveTo>
                <a:lnTo>
                  <a:pt x="12369" y="0"/>
                </a:lnTo>
                <a:lnTo>
                  <a:pt x="12369" y="22"/>
                </a:lnTo>
                <a:lnTo>
                  <a:pt x="12255" y="22"/>
                </a:lnTo>
                <a:lnTo>
                  <a:pt x="12255" y="0"/>
                </a:lnTo>
                <a:moveTo>
                  <a:pt x="12438" y="0"/>
                </a:moveTo>
                <a:lnTo>
                  <a:pt x="12552" y="0"/>
                </a:lnTo>
                <a:lnTo>
                  <a:pt x="12552" y="22"/>
                </a:lnTo>
                <a:lnTo>
                  <a:pt x="12438" y="22"/>
                </a:lnTo>
                <a:lnTo>
                  <a:pt x="12438" y="0"/>
                </a:lnTo>
                <a:moveTo>
                  <a:pt x="12586" y="57"/>
                </a:moveTo>
                <a:lnTo>
                  <a:pt x="12586" y="171"/>
                </a:lnTo>
                <a:lnTo>
                  <a:pt x="12563" y="171"/>
                </a:lnTo>
                <a:lnTo>
                  <a:pt x="12563" y="57"/>
                </a:lnTo>
                <a:lnTo>
                  <a:pt x="12586" y="57"/>
                </a:lnTo>
                <a:moveTo>
                  <a:pt x="12586" y="239"/>
                </a:moveTo>
                <a:lnTo>
                  <a:pt x="12586" y="353"/>
                </a:lnTo>
                <a:lnTo>
                  <a:pt x="12563" y="353"/>
                </a:lnTo>
                <a:lnTo>
                  <a:pt x="12563" y="239"/>
                </a:lnTo>
                <a:lnTo>
                  <a:pt x="12586" y="239"/>
                </a:lnTo>
                <a:moveTo>
                  <a:pt x="12586" y="422"/>
                </a:moveTo>
                <a:lnTo>
                  <a:pt x="12586" y="536"/>
                </a:lnTo>
                <a:lnTo>
                  <a:pt x="12563" y="536"/>
                </a:lnTo>
                <a:lnTo>
                  <a:pt x="12563" y="422"/>
                </a:lnTo>
                <a:lnTo>
                  <a:pt x="12586" y="422"/>
                </a:lnTo>
                <a:moveTo>
                  <a:pt x="12586" y="604"/>
                </a:moveTo>
                <a:lnTo>
                  <a:pt x="12586" y="718"/>
                </a:lnTo>
                <a:lnTo>
                  <a:pt x="12563" y="718"/>
                </a:lnTo>
                <a:lnTo>
                  <a:pt x="12563" y="604"/>
                </a:lnTo>
                <a:lnTo>
                  <a:pt x="12586" y="604"/>
                </a:lnTo>
                <a:moveTo>
                  <a:pt x="12586" y="787"/>
                </a:moveTo>
                <a:lnTo>
                  <a:pt x="12586" y="901"/>
                </a:lnTo>
                <a:lnTo>
                  <a:pt x="12563" y="901"/>
                </a:lnTo>
                <a:lnTo>
                  <a:pt x="12563" y="787"/>
                </a:lnTo>
                <a:lnTo>
                  <a:pt x="12586" y="787"/>
                </a:lnTo>
                <a:moveTo>
                  <a:pt x="12586" y="969"/>
                </a:moveTo>
                <a:lnTo>
                  <a:pt x="12586" y="1084"/>
                </a:lnTo>
                <a:lnTo>
                  <a:pt x="12563" y="1084"/>
                </a:lnTo>
                <a:lnTo>
                  <a:pt x="12563" y="969"/>
                </a:lnTo>
                <a:lnTo>
                  <a:pt x="12586" y="969"/>
                </a:lnTo>
                <a:moveTo>
                  <a:pt x="12529" y="1118"/>
                </a:moveTo>
                <a:lnTo>
                  <a:pt x="12415" y="1118"/>
                </a:lnTo>
                <a:lnTo>
                  <a:pt x="12415" y="1096"/>
                </a:lnTo>
                <a:lnTo>
                  <a:pt x="12529" y="1096"/>
                </a:lnTo>
                <a:lnTo>
                  <a:pt x="12529" y="1118"/>
                </a:lnTo>
                <a:moveTo>
                  <a:pt x="12346" y="1118"/>
                </a:moveTo>
                <a:lnTo>
                  <a:pt x="12232" y="1118"/>
                </a:lnTo>
                <a:lnTo>
                  <a:pt x="12232" y="1096"/>
                </a:lnTo>
                <a:lnTo>
                  <a:pt x="12346" y="1096"/>
                </a:lnTo>
                <a:lnTo>
                  <a:pt x="12346" y="1118"/>
                </a:lnTo>
                <a:moveTo>
                  <a:pt x="12163" y="1118"/>
                </a:moveTo>
                <a:lnTo>
                  <a:pt x="12049" y="1118"/>
                </a:lnTo>
                <a:lnTo>
                  <a:pt x="12049" y="1096"/>
                </a:lnTo>
                <a:lnTo>
                  <a:pt x="12163" y="1096"/>
                </a:lnTo>
                <a:lnTo>
                  <a:pt x="12163" y="1118"/>
                </a:lnTo>
                <a:moveTo>
                  <a:pt x="11981" y="1118"/>
                </a:moveTo>
                <a:lnTo>
                  <a:pt x="11867" y="1118"/>
                </a:lnTo>
                <a:lnTo>
                  <a:pt x="11867" y="1096"/>
                </a:lnTo>
                <a:lnTo>
                  <a:pt x="11981" y="1096"/>
                </a:lnTo>
                <a:lnTo>
                  <a:pt x="11981" y="1118"/>
                </a:lnTo>
                <a:moveTo>
                  <a:pt x="11798" y="1118"/>
                </a:moveTo>
                <a:lnTo>
                  <a:pt x="11684" y="1118"/>
                </a:lnTo>
                <a:lnTo>
                  <a:pt x="11684" y="1096"/>
                </a:lnTo>
                <a:lnTo>
                  <a:pt x="11798" y="1096"/>
                </a:lnTo>
                <a:lnTo>
                  <a:pt x="11798" y="1118"/>
                </a:lnTo>
                <a:moveTo>
                  <a:pt x="11615" y="1118"/>
                </a:moveTo>
                <a:lnTo>
                  <a:pt x="11501" y="1118"/>
                </a:lnTo>
                <a:lnTo>
                  <a:pt x="11501" y="1096"/>
                </a:lnTo>
                <a:lnTo>
                  <a:pt x="11615" y="1096"/>
                </a:lnTo>
                <a:lnTo>
                  <a:pt x="11615" y="1118"/>
                </a:lnTo>
                <a:moveTo>
                  <a:pt x="11433" y="1118"/>
                </a:moveTo>
                <a:lnTo>
                  <a:pt x="11318" y="1118"/>
                </a:lnTo>
                <a:lnTo>
                  <a:pt x="11318" y="1096"/>
                </a:lnTo>
                <a:lnTo>
                  <a:pt x="11433" y="1096"/>
                </a:lnTo>
                <a:lnTo>
                  <a:pt x="11433" y="1118"/>
                </a:lnTo>
                <a:moveTo>
                  <a:pt x="11250" y="1118"/>
                </a:moveTo>
                <a:lnTo>
                  <a:pt x="11136" y="1118"/>
                </a:lnTo>
                <a:lnTo>
                  <a:pt x="11136" y="1096"/>
                </a:lnTo>
                <a:lnTo>
                  <a:pt x="11250" y="1096"/>
                </a:lnTo>
                <a:lnTo>
                  <a:pt x="11250" y="1118"/>
                </a:lnTo>
                <a:moveTo>
                  <a:pt x="11067" y="1118"/>
                </a:moveTo>
                <a:lnTo>
                  <a:pt x="10953" y="1118"/>
                </a:lnTo>
                <a:lnTo>
                  <a:pt x="10953" y="1096"/>
                </a:lnTo>
                <a:lnTo>
                  <a:pt x="11067" y="1096"/>
                </a:lnTo>
                <a:lnTo>
                  <a:pt x="11067" y="1118"/>
                </a:lnTo>
                <a:moveTo>
                  <a:pt x="10884" y="1118"/>
                </a:moveTo>
                <a:lnTo>
                  <a:pt x="10770" y="1118"/>
                </a:lnTo>
                <a:lnTo>
                  <a:pt x="10770" y="1096"/>
                </a:lnTo>
                <a:lnTo>
                  <a:pt x="10884" y="1096"/>
                </a:lnTo>
                <a:lnTo>
                  <a:pt x="10884" y="1118"/>
                </a:lnTo>
                <a:moveTo>
                  <a:pt x="10702" y="1118"/>
                </a:moveTo>
                <a:lnTo>
                  <a:pt x="10588" y="1118"/>
                </a:lnTo>
                <a:lnTo>
                  <a:pt x="10588" y="1096"/>
                </a:lnTo>
                <a:lnTo>
                  <a:pt x="10702" y="1096"/>
                </a:lnTo>
                <a:lnTo>
                  <a:pt x="10702" y="1118"/>
                </a:lnTo>
                <a:moveTo>
                  <a:pt x="10519" y="1118"/>
                </a:moveTo>
                <a:lnTo>
                  <a:pt x="10405" y="1118"/>
                </a:lnTo>
                <a:lnTo>
                  <a:pt x="10405" y="1096"/>
                </a:lnTo>
                <a:lnTo>
                  <a:pt x="10519" y="1096"/>
                </a:lnTo>
                <a:lnTo>
                  <a:pt x="10519" y="1118"/>
                </a:lnTo>
                <a:moveTo>
                  <a:pt x="10336" y="1118"/>
                </a:moveTo>
                <a:lnTo>
                  <a:pt x="10222" y="1118"/>
                </a:lnTo>
                <a:lnTo>
                  <a:pt x="10222" y="1096"/>
                </a:lnTo>
                <a:lnTo>
                  <a:pt x="10336" y="1096"/>
                </a:lnTo>
                <a:lnTo>
                  <a:pt x="10336" y="1118"/>
                </a:lnTo>
                <a:moveTo>
                  <a:pt x="10154" y="1118"/>
                </a:moveTo>
                <a:lnTo>
                  <a:pt x="10039" y="1118"/>
                </a:lnTo>
                <a:lnTo>
                  <a:pt x="10039" y="1096"/>
                </a:lnTo>
                <a:lnTo>
                  <a:pt x="10154" y="1096"/>
                </a:lnTo>
                <a:lnTo>
                  <a:pt x="10154" y="1118"/>
                </a:lnTo>
                <a:moveTo>
                  <a:pt x="9971" y="1118"/>
                </a:moveTo>
                <a:lnTo>
                  <a:pt x="9857" y="1118"/>
                </a:lnTo>
                <a:lnTo>
                  <a:pt x="9857" y="1096"/>
                </a:lnTo>
                <a:lnTo>
                  <a:pt x="9971" y="1096"/>
                </a:lnTo>
                <a:lnTo>
                  <a:pt x="9971" y="1118"/>
                </a:lnTo>
                <a:moveTo>
                  <a:pt x="9788" y="1118"/>
                </a:moveTo>
                <a:lnTo>
                  <a:pt x="9674" y="1118"/>
                </a:lnTo>
                <a:lnTo>
                  <a:pt x="9674" y="1096"/>
                </a:lnTo>
                <a:lnTo>
                  <a:pt x="9788" y="1096"/>
                </a:lnTo>
                <a:lnTo>
                  <a:pt x="9788" y="1118"/>
                </a:lnTo>
                <a:moveTo>
                  <a:pt x="9605" y="1118"/>
                </a:moveTo>
                <a:lnTo>
                  <a:pt x="9491" y="1118"/>
                </a:lnTo>
                <a:lnTo>
                  <a:pt x="9491" y="1096"/>
                </a:lnTo>
                <a:lnTo>
                  <a:pt x="9605" y="1096"/>
                </a:lnTo>
                <a:lnTo>
                  <a:pt x="9605" y="1118"/>
                </a:lnTo>
                <a:moveTo>
                  <a:pt x="9423" y="1118"/>
                </a:moveTo>
                <a:lnTo>
                  <a:pt x="9308" y="1118"/>
                </a:lnTo>
                <a:lnTo>
                  <a:pt x="9308" y="1096"/>
                </a:lnTo>
                <a:lnTo>
                  <a:pt x="9423" y="1096"/>
                </a:lnTo>
                <a:lnTo>
                  <a:pt x="9423" y="1118"/>
                </a:lnTo>
                <a:moveTo>
                  <a:pt x="9240" y="1118"/>
                </a:moveTo>
                <a:lnTo>
                  <a:pt x="9126" y="1118"/>
                </a:lnTo>
                <a:lnTo>
                  <a:pt x="9126" y="1096"/>
                </a:lnTo>
                <a:lnTo>
                  <a:pt x="9240" y="1096"/>
                </a:lnTo>
                <a:lnTo>
                  <a:pt x="9240" y="1118"/>
                </a:lnTo>
                <a:moveTo>
                  <a:pt x="9057" y="1118"/>
                </a:moveTo>
                <a:lnTo>
                  <a:pt x="8943" y="1118"/>
                </a:lnTo>
                <a:lnTo>
                  <a:pt x="8943" y="1096"/>
                </a:lnTo>
                <a:lnTo>
                  <a:pt x="9057" y="1096"/>
                </a:lnTo>
                <a:lnTo>
                  <a:pt x="9057" y="1118"/>
                </a:lnTo>
                <a:moveTo>
                  <a:pt x="8874" y="1118"/>
                </a:moveTo>
                <a:lnTo>
                  <a:pt x="8760" y="1118"/>
                </a:lnTo>
                <a:lnTo>
                  <a:pt x="8760" y="1096"/>
                </a:lnTo>
                <a:lnTo>
                  <a:pt x="8874" y="1096"/>
                </a:lnTo>
                <a:lnTo>
                  <a:pt x="8874" y="1118"/>
                </a:lnTo>
                <a:moveTo>
                  <a:pt x="8692" y="1118"/>
                </a:moveTo>
                <a:lnTo>
                  <a:pt x="8578" y="1118"/>
                </a:lnTo>
                <a:lnTo>
                  <a:pt x="8578" y="1096"/>
                </a:lnTo>
                <a:lnTo>
                  <a:pt x="8692" y="1096"/>
                </a:lnTo>
                <a:lnTo>
                  <a:pt x="8692" y="1118"/>
                </a:lnTo>
                <a:moveTo>
                  <a:pt x="8509" y="1118"/>
                </a:moveTo>
                <a:lnTo>
                  <a:pt x="8395" y="1118"/>
                </a:lnTo>
                <a:lnTo>
                  <a:pt x="8395" y="1096"/>
                </a:lnTo>
                <a:lnTo>
                  <a:pt x="8509" y="1096"/>
                </a:lnTo>
                <a:lnTo>
                  <a:pt x="8509" y="1118"/>
                </a:lnTo>
                <a:moveTo>
                  <a:pt x="8326" y="1118"/>
                </a:moveTo>
                <a:lnTo>
                  <a:pt x="8212" y="1118"/>
                </a:lnTo>
                <a:lnTo>
                  <a:pt x="8212" y="1096"/>
                </a:lnTo>
                <a:lnTo>
                  <a:pt x="8326" y="1096"/>
                </a:lnTo>
                <a:lnTo>
                  <a:pt x="8326" y="1118"/>
                </a:lnTo>
                <a:moveTo>
                  <a:pt x="8144" y="1118"/>
                </a:moveTo>
                <a:lnTo>
                  <a:pt x="8029" y="1118"/>
                </a:lnTo>
                <a:lnTo>
                  <a:pt x="8029" y="1096"/>
                </a:lnTo>
                <a:lnTo>
                  <a:pt x="8144" y="1096"/>
                </a:lnTo>
                <a:lnTo>
                  <a:pt x="8144" y="1118"/>
                </a:lnTo>
                <a:moveTo>
                  <a:pt x="7961" y="1118"/>
                </a:moveTo>
                <a:lnTo>
                  <a:pt x="7847" y="1118"/>
                </a:lnTo>
                <a:lnTo>
                  <a:pt x="7847" y="1096"/>
                </a:lnTo>
                <a:lnTo>
                  <a:pt x="7961" y="1096"/>
                </a:lnTo>
                <a:lnTo>
                  <a:pt x="7961" y="1118"/>
                </a:lnTo>
                <a:moveTo>
                  <a:pt x="7778" y="1118"/>
                </a:moveTo>
                <a:lnTo>
                  <a:pt x="7664" y="1118"/>
                </a:lnTo>
                <a:lnTo>
                  <a:pt x="7664" y="1096"/>
                </a:lnTo>
                <a:lnTo>
                  <a:pt x="7778" y="1096"/>
                </a:lnTo>
                <a:lnTo>
                  <a:pt x="7778" y="1118"/>
                </a:lnTo>
                <a:moveTo>
                  <a:pt x="7595" y="1118"/>
                </a:moveTo>
                <a:lnTo>
                  <a:pt x="7481" y="1118"/>
                </a:lnTo>
                <a:lnTo>
                  <a:pt x="7481" y="1096"/>
                </a:lnTo>
                <a:lnTo>
                  <a:pt x="7595" y="1096"/>
                </a:lnTo>
                <a:lnTo>
                  <a:pt x="7595" y="1118"/>
                </a:lnTo>
                <a:moveTo>
                  <a:pt x="7413" y="1118"/>
                </a:moveTo>
                <a:lnTo>
                  <a:pt x="7299" y="1118"/>
                </a:lnTo>
                <a:lnTo>
                  <a:pt x="7299" y="1096"/>
                </a:lnTo>
                <a:lnTo>
                  <a:pt x="7413" y="1096"/>
                </a:lnTo>
                <a:lnTo>
                  <a:pt x="7413" y="1118"/>
                </a:lnTo>
                <a:moveTo>
                  <a:pt x="7230" y="1118"/>
                </a:moveTo>
                <a:lnTo>
                  <a:pt x="7116" y="1118"/>
                </a:lnTo>
                <a:lnTo>
                  <a:pt x="7116" y="1096"/>
                </a:lnTo>
                <a:lnTo>
                  <a:pt x="7230" y="1096"/>
                </a:lnTo>
                <a:lnTo>
                  <a:pt x="7230" y="1118"/>
                </a:lnTo>
                <a:moveTo>
                  <a:pt x="7047" y="1118"/>
                </a:moveTo>
                <a:lnTo>
                  <a:pt x="6933" y="1118"/>
                </a:lnTo>
                <a:lnTo>
                  <a:pt x="6933" y="1096"/>
                </a:lnTo>
                <a:lnTo>
                  <a:pt x="7047" y="1096"/>
                </a:lnTo>
                <a:lnTo>
                  <a:pt x="7047" y="1118"/>
                </a:lnTo>
                <a:moveTo>
                  <a:pt x="6865" y="1118"/>
                </a:moveTo>
                <a:lnTo>
                  <a:pt x="6750" y="1118"/>
                </a:lnTo>
                <a:lnTo>
                  <a:pt x="6750" y="1096"/>
                </a:lnTo>
                <a:lnTo>
                  <a:pt x="6865" y="1096"/>
                </a:lnTo>
                <a:lnTo>
                  <a:pt x="6865" y="1118"/>
                </a:lnTo>
                <a:moveTo>
                  <a:pt x="6682" y="1118"/>
                </a:moveTo>
                <a:lnTo>
                  <a:pt x="6568" y="1118"/>
                </a:lnTo>
                <a:lnTo>
                  <a:pt x="6568" y="1096"/>
                </a:lnTo>
                <a:lnTo>
                  <a:pt x="6682" y="1096"/>
                </a:lnTo>
                <a:lnTo>
                  <a:pt x="6682" y="1118"/>
                </a:lnTo>
                <a:moveTo>
                  <a:pt x="6499" y="1118"/>
                </a:moveTo>
                <a:lnTo>
                  <a:pt x="6385" y="1118"/>
                </a:lnTo>
                <a:lnTo>
                  <a:pt x="6385" y="1096"/>
                </a:lnTo>
                <a:lnTo>
                  <a:pt x="6499" y="1096"/>
                </a:lnTo>
                <a:lnTo>
                  <a:pt x="6499" y="1118"/>
                </a:lnTo>
                <a:moveTo>
                  <a:pt x="6316" y="1118"/>
                </a:moveTo>
                <a:lnTo>
                  <a:pt x="6202" y="1118"/>
                </a:lnTo>
                <a:lnTo>
                  <a:pt x="6202" y="1096"/>
                </a:lnTo>
                <a:lnTo>
                  <a:pt x="6316" y="1096"/>
                </a:lnTo>
                <a:lnTo>
                  <a:pt x="6316" y="1118"/>
                </a:lnTo>
                <a:moveTo>
                  <a:pt x="6134" y="1118"/>
                </a:moveTo>
                <a:lnTo>
                  <a:pt x="6019" y="1118"/>
                </a:lnTo>
                <a:lnTo>
                  <a:pt x="6019" y="1096"/>
                </a:lnTo>
                <a:lnTo>
                  <a:pt x="6134" y="1096"/>
                </a:lnTo>
                <a:lnTo>
                  <a:pt x="6134" y="1118"/>
                </a:lnTo>
                <a:moveTo>
                  <a:pt x="5951" y="1118"/>
                </a:moveTo>
                <a:lnTo>
                  <a:pt x="5837" y="1118"/>
                </a:lnTo>
                <a:lnTo>
                  <a:pt x="5837" y="1096"/>
                </a:lnTo>
                <a:lnTo>
                  <a:pt x="5951" y="1096"/>
                </a:lnTo>
                <a:lnTo>
                  <a:pt x="5951" y="1118"/>
                </a:lnTo>
                <a:moveTo>
                  <a:pt x="5768" y="1118"/>
                </a:moveTo>
                <a:lnTo>
                  <a:pt x="5654" y="1118"/>
                </a:lnTo>
                <a:lnTo>
                  <a:pt x="5654" y="1096"/>
                </a:lnTo>
                <a:lnTo>
                  <a:pt x="5768" y="1096"/>
                </a:lnTo>
                <a:lnTo>
                  <a:pt x="5768" y="1118"/>
                </a:lnTo>
                <a:moveTo>
                  <a:pt x="5585" y="1118"/>
                </a:moveTo>
                <a:lnTo>
                  <a:pt x="5471" y="1118"/>
                </a:lnTo>
                <a:lnTo>
                  <a:pt x="5471" y="1096"/>
                </a:lnTo>
                <a:lnTo>
                  <a:pt x="5585" y="1096"/>
                </a:lnTo>
                <a:lnTo>
                  <a:pt x="5585" y="1118"/>
                </a:lnTo>
                <a:moveTo>
                  <a:pt x="5403" y="1118"/>
                </a:moveTo>
                <a:lnTo>
                  <a:pt x="5289" y="1118"/>
                </a:lnTo>
                <a:lnTo>
                  <a:pt x="5289" y="1096"/>
                </a:lnTo>
                <a:lnTo>
                  <a:pt x="5403" y="1096"/>
                </a:lnTo>
                <a:lnTo>
                  <a:pt x="5403" y="1118"/>
                </a:lnTo>
                <a:moveTo>
                  <a:pt x="5220" y="1118"/>
                </a:moveTo>
                <a:lnTo>
                  <a:pt x="5106" y="1118"/>
                </a:lnTo>
                <a:lnTo>
                  <a:pt x="5106" y="1096"/>
                </a:lnTo>
                <a:lnTo>
                  <a:pt x="5220" y="1096"/>
                </a:lnTo>
                <a:lnTo>
                  <a:pt x="5220" y="1118"/>
                </a:lnTo>
                <a:moveTo>
                  <a:pt x="5037" y="1118"/>
                </a:moveTo>
                <a:lnTo>
                  <a:pt x="4923" y="1118"/>
                </a:lnTo>
                <a:lnTo>
                  <a:pt x="4923" y="1096"/>
                </a:lnTo>
                <a:lnTo>
                  <a:pt x="5037" y="1096"/>
                </a:lnTo>
                <a:lnTo>
                  <a:pt x="5037" y="1118"/>
                </a:lnTo>
                <a:moveTo>
                  <a:pt x="4855" y="1118"/>
                </a:moveTo>
                <a:lnTo>
                  <a:pt x="4740" y="1118"/>
                </a:lnTo>
                <a:lnTo>
                  <a:pt x="4740" y="1096"/>
                </a:lnTo>
                <a:lnTo>
                  <a:pt x="4855" y="1096"/>
                </a:lnTo>
                <a:lnTo>
                  <a:pt x="4855" y="1118"/>
                </a:lnTo>
                <a:moveTo>
                  <a:pt x="4672" y="1118"/>
                </a:moveTo>
                <a:lnTo>
                  <a:pt x="4558" y="1118"/>
                </a:lnTo>
                <a:lnTo>
                  <a:pt x="4558" y="1096"/>
                </a:lnTo>
                <a:lnTo>
                  <a:pt x="4672" y="1096"/>
                </a:lnTo>
                <a:lnTo>
                  <a:pt x="4672" y="1118"/>
                </a:lnTo>
                <a:moveTo>
                  <a:pt x="4489" y="1118"/>
                </a:moveTo>
                <a:lnTo>
                  <a:pt x="4375" y="1118"/>
                </a:lnTo>
                <a:lnTo>
                  <a:pt x="4375" y="1096"/>
                </a:lnTo>
                <a:lnTo>
                  <a:pt x="4489" y="1096"/>
                </a:lnTo>
                <a:lnTo>
                  <a:pt x="4489" y="1118"/>
                </a:lnTo>
                <a:moveTo>
                  <a:pt x="4306" y="1118"/>
                </a:moveTo>
                <a:lnTo>
                  <a:pt x="4192" y="1118"/>
                </a:lnTo>
                <a:lnTo>
                  <a:pt x="4192" y="1096"/>
                </a:lnTo>
                <a:lnTo>
                  <a:pt x="4306" y="1096"/>
                </a:lnTo>
                <a:lnTo>
                  <a:pt x="4306" y="1118"/>
                </a:lnTo>
                <a:moveTo>
                  <a:pt x="4124" y="1118"/>
                </a:moveTo>
                <a:lnTo>
                  <a:pt x="4009" y="1118"/>
                </a:lnTo>
                <a:lnTo>
                  <a:pt x="4009" y="1096"/>
                </a:lnTo>
                <a:lnTo>
                  <a:pt x="4124" y="1096"/>
                </a:lnTo>
                <a:lnTo>
                  <a:pt x="4124" y="1118"/>
                </a:lnTo>
                <a:moveTo>
                  <a:pt x="3940" y="1118"/>
                </a:moveTo>
                <a:lnTo>
                  <a:pt x="3826" y="1118"/>
                </a:lnTo>
                <a:lnTo>
                  <a:pt x="3826" y="1096"/>
                </a:lnTo>
                <a:lnTo>
                  <a:pt x="3940" y="1096"/>
                </a:lnTo>
                <a:lnTo>
                  <a:pt x="3940" y="1118"/>
                </a:lnTo>
                <a:moveTo>
                  <a:pt x="3757" y="1118"/>
                </a:moveTo>
                <a:lnTo>
                  <a:pt x="3643" y="1118"/>
                </a:lnTo>
                <a:lnTo>
                  <a:pt x="3643" y="1096"/>
                </a:lnTo>
                <a:lnTo>
                  <a:pt x="3757" y="1096"/>
                </a:lnTo>
                <a:lnTo>
                  <a:pt x="3757" y="1118"/>
                </a:lnTo>
                <a:moveTo>
                  <a:pt x="3575" y="1118"/>
                </a:moveTo>
                <a:lnTo>
                  <a:pt x="3460" y="1118"/>
                </a:lnTo>
                <a:lnTo>
                  <a:pt x="3460" y="1096"/>
                </a:lnTo>
                <a:lnTo>
                  <a:pt x="3575" y="1096"/>
                </a:lnTo>
                <a:lnTo>
                  <a:pt x="3575" y="1118"/>
                </a:lnTo>
                <a:moveTo>
                  <a:pt x="3392" y="1118"/>
                </a:moveTo>
                <a:lnTo>
                  <a:pt x="3278" y="1118"/>
                </a:lnTo>
                <a:lnTo>
                  <a:pt x="3278" y="1096"/>
                </a:lnTo>
                <a:lnTo>
                  <a:pt x="3392" y="1096"/>
                </a:lnTo>
                <a:lnTo>
                  <a:pt x="3392" y="1118"/>
                </a:lnTo>
                <a:moveTo>
                  <a:pt x="3209" y="1118"/>
                </a:moveTo>
                <a:lnTo>
                  <a:pt x="3095" y="1118"/>
                </a:lnTo>
                <a:lnTo>
                  <a:pt x="3095" y="1096"/>
                </a:lnTo>
                <a:lnTo>
                  <a:pt x="3209" y="1096"/>
                </a:lnTo>
                <a:lnTo>
                  <a:pt x="3209" y="1118"/>
                </a:lnTo>
                <a:moveTo>
                  <a:pt x="3026" y="1118"/>
                </a:moveTo>
                <a:lnTo>
                  <a:pt x="2912" y="1118"/>
                </a:lnTo>
                <a:lnTo>
                  <a:pt x="2912" y="1096"/>
                </a:lnTo>
                <a:lnTo>
                  <a:pt x="3026" y="1096"/>
                </a:lnTo>
                <a:lnTo>
                  <a:pt x="3026" y="1118"/>
                </a:lnTo>
                <a:moveTo>
                  <a:pt x="2844" y="1118"/>
                </a:moveTo>
                <a:lnTo>
                  <a:pt x="2729" y="1118"/>
                </a:lnTo>
                <a:lnTo>
                  <a:pt x="2729" y="1096"/>
                </a:lnTo>
                <a:lnTo>
                  <a:pt x="2844" y="1096"/>
                </a:lnTo>
                <a:lnTo>
                  <a:pt x="2844" y="1118"/>
                </a:lnTo>
                <a:moveTo>
                  <a:pt x="2661" y="1118"/>
                </a:moveTo>
                <a:lnTo>
                  <a:pt x="2547" y="1118"/>
                </a:lnTo>
                <a:lnTo>
                  <a:pt x="2547" y="1096"/>
                </a:lnTo>
                <a:lnTo>
                  <a:pt x="2661" y="1096"/>
                </a:lnTo>
                <a:lnTo>
                  <a:pt x="2661" y="1118"/>
                </a:lnTo>
                <a:moveTo>
                  <a:pt x="2478" y="1118"/>
                </a:moveTo>
                <a:lnTo>
                  <a:pt x="2364" y="1118"/>
                </a:lnTo>
                <a:lnTo>
                  <a:pt x="2364" y="1096"/>
                </a:lnTo>
                <a:lnTo>
                  <a:pt x="2478" y="1096"/>
                </a:lnTo>
                <a:lnTo>
                  <a:pt x="2478" y="1118"/>
                </a:lnTo>
                <a:moveTo>
                  <a:pt x="2295" y="1118"/>
                </a:moveTo>
                <a:lnTo>
                  <a:pt x="2181" y="1118"/>
                </a:lnTo>
                <a:lnTo>
                  <a:pt x="2181" y="1096"/>
                </a:lnTo>
                <a:lnTo>
                  <a:pt x="2295" y="1096"/>
                </a:lnTo>
                <a:lnTo>
                  <a:pt x="2295" y="1118"/>
                </a:lnTo>
                <a:moveTo>
                  <a:pt x="2113" y="1118"/>
                </a:moveTo>
                <a:lnTo>
                  <a:pt x="1999" y="1118"/>
                </a:lnTo>
                <a:lnTo>
                  <a:pt x="1999" y="1096"/>
                </a:lnTo>
                <a:lnTo>
                  <a:pt x="2113" y="1096"/>
                </a:lnTo>
                <a:lnTo>
                  <a:pt x="2113" y="1118"/>
                </a:lnTo>
                <a:moveTo>
                  <a:pt x="1930" y="1118"/>
                </a:moveTo>
                <a:lnTo>
                  <a:pt x="1816" y="1118"/>
                </a:lnTo>
                <a:lnTo>
                  <a:pt x="1816" y="1096"/>
                </a:lnTo>
                <a:lnTo>
                  <a:pt x="1930" y="1096"/>
                </a:lnTo>
                <a:lnTo>
                  <a:pt x="1930" y="1118"/>
                </a:lnTo>
                <a:moveTo>
                  <a:pt x="1747" y="1118"/>
                </a:moveTo>
                <a:lnTo>
                  <a:pt x="1633" y="1118"/>
                </a:lnTo>
                <a:lnTo>
                  <a:pt x="1633" y="1096"/>
                </a:lnTo>
                <a:lnTo>
                  <a:pt x="1747" y="1096"/>
                </a:lnTo>
                <a:lnTo>
                  <a:pt x="1747" y="1118"/>
                </a:lnTo>
                <a:moveTo>
                  <a:pt x="1565" y="1118"/>
                </a:moveTo>
                <a:lnTo>
                  <a:pt x="1450" y="1118"/>
                </a:lnTo>
                <a:lnTo>
                  <a:pt x="1450" y="1096"/>
                </a:lnTo>
                <a:lnTo>
                  <a:pt x="1565" y="1096"/>
                </a:lnTo>
                <a:lnTo>
                  <a:pt x="1565" y="1118"/>
                </a:lnTo>
                <a:moveTo>
                  <a:pt x="1382" y="1118"/>
                </a:moveTo>
                <a:lnTo>
                  <a:pt x="1268" y="1118"/>
                </a:lnTo>
                <a:lnTo>
                  <a:pt x="1268" y="1096"/>
                </a:lnTo>
                <a:lnTo>
                  <a:pt x="1382" y="1096"/>
                </a:lnTo>
                <a:lnTo>
                  <a:pt x="1382" y="1118"/>
                </a:lnTo>
                <a:moveTo>
                  <a:pt x="1199" y="1118"/>
                </a:moveTo>
                <a:lnTo>
                  <a:pt x="1085" y="1118"/>
                </a:lnTo>
                <a:lnTo>
                  <a:pt x="1085" y="1096"/>
                </a:lnTo>
                <a:lnTo>
                  <a:pt x="1199" y="1096"/>
                </a:lnTo>
                <a:lnTo>
                  <a:pt x="1199" y="1118"/>
                </a:lnTo>
                <a:moveTo>
                  <a:pt x="1016" y="1118"/>
                </a:moveTo>
                <a:lnTo>
                  <a:pt x="902" y="1118"/>
                </a:lnTo>
                <a:lnTo>
                  <a:pt x="902" y="1096"/>
                </a:lnTo>
                <a:lnTo>
                  <a:pt x="1016" y="1096"/>
                </a:lnTo>
                <a:lnTo>
                  <a:pt x="1016" y="1118"/>
                </a:lnTo>
                <a:moveTo>
                  <a:pt x="834" y="1118"/>
                </a:moveTo>
                <a:lnTo>
                  <a:pt x="720" y="1118"/>
                </a:lnTo>
                <a:lnTo>
                  <a:pt x="720" y="1096"/>
                </a:lnTo>
                <a:lnTo>
                  <a:pt x="834" y="1096"/>
                </a:lnTo>
                <a:lnTo>
                  <a:pt x="834" y="1118"/>
                </a:lnTo>
                <a:moveTo>
                  <a:pt x="651" y="1118"/>
                </a:moveTo>
                <a:lnTo>
                  <a:pt x="537" y="1118"/>
                </a:lnTo>
                <a:lnTo>
                  <a:pt x="537" y="1096"/>
                </a:lnTo>
                <a:lnTo>
                  <a:pt x="651" y="1096"/>
                </a:lnTo>
                <a:lnTo>
                  <a:pt x="651" y="1118"/>
                </a:lnTo>
                <a:moveTo>
                  <a:pt x="468" y="1118"/>
                </a:moveTo>
                <a:lnTo>
                  <a:pt x="354" y="1118"/>
                </a:lnTo>
                <a:lnTo>
                  <a:pt x="354" y="1096"/>
                </a:lnTo>
                <a:lnTo>
                  <a:pt x="468" y="1096"/>
                </a:lnTo>
                <a:lnTo>
                  <a:pt x="468" y="1118"/>
                </a:lnTo>
                <a:moveTo>
                  <a:pt x="286" y="1118"/>
                </a:moveTo>
                <a:lnTo>
                  <a:pt x="171" y="1118"/>
                </a:lnTo>
                <a:lnTo>
                  <a:pt x="171" y="1096"/>
                </a:lnTo>
                <a:lnTo>
                  <a:pt x="286" y="1096"/>
                </a:lnTo>
                <a:lnTo>
                  <a:pt x="286" y="1118"/>
                </a:lnTo>
                <a:moveTo>
                  <a:pt x="103" y="1118"/>
                </a:moveTo>
                <a:lnTo>
                  <a:pt x="0" y="1118"/>
                </a:lnTo>
                <a:lnTo>
                  <a:pt x="0" y="1084"/>
                </a:lnTo>
                <a:lnTo>
                  <a:pt x="23" y="1084"/>
                </a:lnTo>
                <a:lnTo>
                  <a:pt x="23" y="1107"/>
                </a:lnTo>
                <a:lnTo>
                  <a:pt x="11" y="1107"/>
                </a:lnTo>
                <a:lnTo>
                  <a:pt x="11" y="1096"/>
                </a:lnTo>
                <a:lnTo>
                  <a:pt x="103" y="1096"/>
                </a:lnTo>
                <a:lnTo>
                  <a:pt x="103" y="1118"/>
                </a:lnTo>
                <a:moveTo>
                  <a:pt x="0" y="1016"/>
                </a:moveTo>
                <a:lnTo>
                  <a:pt x="0" y="901"/>
                </a:lnTo>
                <a:lnTo>
                  <a:pt x="23" y="901"/>
                </a:lnTo>
                <a:lnTo>
                  <a:pt x="23" y="1016"/>
                </a:lnTo>
                <a:lnTo>
                  <a:pt x="0" y="1016"/>
                </a:lnTo>
                <a:moveTo>
                  <a:pt x="0" y="832"/>
                </a:moveTo>
                <a:lnTo>
                  <a:pt x="0" y="718"/>
                </a:lnTo>
                <a:lnTo>
                  <a:pt x="23" y="718"/>
                </a:lnTo>
                <a:lnTo>
                  <a:pt x="23" y="832"/>
                </a:lnTo>
                <a:lnTo>
                  <a:pt x="0" y="832"/>
                </a:lnTo>
                <a:moveTo>
                  <a:pt x="0" y="650"/>
                </a:moveTo>
                <a:lnTo>
                  <a:pt x="0" y="536"/>
                </a:lnTo>
                <a:lnTo>
                  <a:pt x="23" y="536"/>
                </a:lnTo>
                <a:lnTo>
                  <a:pt x="23" y="650"/>
                </a:lnTo>
                <a:lnTo>
                  <a:pt x="0" y="650"/>
                </a:lnTo>
                <a:moveTo>
                  <a:pt x="0" y="467"/>
                </a:moveTo>
                <a:lnTo>
                  <a:pt x="0" y="353"/>
                </a:lnTo>
                <a:lnTo>
                  <a:pt x="23" y="353"/>
                </a:lnTo>
                <a:lnTo>
                  <a:pt x="23" y="467"/>
                </a:lnTo>
                <a:lnTo>
                  <a:pt x="0" y="467"/>
                </a:lnTo>
                <a:moveTo>
                  <a:pt x="0" y="285"/>
                </a:moveTo>
                <a:lnTo>
                  <a:pt x="0" y="171"/>
                </a:lnTo>
                <a:lnTo>
                  <a:pt x="23" y="171"/>
                </a:lnTo>
                <a:lnTo>
                  <a:pt x="23" y="285"/>
                </a:lnTo>
                <a:lnTo>
                  <a:pt x="0" y="285"/>
                </a:lnTo>
                <a:moveTo>
                  <a:pt x="0" y="102"/>
                </a:moveTo>
                <a:lnTo>
                  <a:pt x="0" y="0"/>
                </a:lnTo>
                <a:lnTo>
                  <a:pt x="126" y="0"/>
                </a:lnTo>
                <a:lnTo>
                  <a:pt x="126" y="22"/>
                </a:lnTo>
                <a:lnTo>
                  <a:pt x="11" y="22"/>
                </a:lnTo>
                <a:lnTo>
                  <a:pt x="11" y="11"/>
                </a:lnTo>
                <a:lnTo>
                  <a:pt x="23" y="11"/>
                </a:lnTo>
                <a:lnTo>
                  <a:pt x="23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2" name=""/>
          <p:cNvSpPr/>
          <p:nvPr/>
        </p:nvSpPr>
        <p:spPr>
          <a:xfrm>
            <a:off x="5144040" y="3524400"/>
            <a:ext cx="99000" cy="82800"/>
          </a:xfrm>
          <a:custGeom>
            <a:avLst/>
            <a:gdLst/>
            <a:ahLst/>
            <a:rect l="0" t="0" r="r" b="b"/>
            <a:pathLst>
              <a:path w="275" h="230">
                <a:moveTo>
                  <a:pt x="0" y="0"/>
                </a:moveTo>
                <a:lnTo>
                  <a:pt x="275" y="0"/>
                </a:lnTo>
                <a:lnTo>
                  <a:pt x="275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3" name=""/>
          <p:cNvSpPr/>
          <p:nvPr/>
        </p:nvSpPr>
        <p:spPr>
          <a:xfrm>
            <a:off x="5144040" y="355320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868320" y="3023640"/>
            <a:ext cx="7916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Cohort 2026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868320" y="3515400"/>
            <a:ext cx="6073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666666"/>
                </a:solidFill>
                <a:latin typeface="DejaVuSans"/>
                <a:ea typeface="DejaVuSans"/>
              </a:rPr>
              <a:t>Examenplan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6" name=""/>
          <p:cNvSpPr/>
          <p:nvPr/>
        </p:nvSpPr>
        <p:spPr>
          <a:xfrm>
            <a:off x="1279440" y="1980720"/>
            <a:ext cx="0" cy="22968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7" name=""/>
          <p:cNvSpPr/>
          <p:nvPr/>
        </p:nvSpPr>
        <p:spPr>
          <a:xfrm>
            <a:off x="1246680" y="2144880"/>
            <a:ext cx="65880" cy="65880"/>
          </a:xfrm>
          <a:custGeom>
            <a:avLst/>
            <a:gdLst/>
            <a:ahLst/>
            <a:rect l="0" t="0" r="r" b="b"/>
            <a:pathLst>
              <a:path w="183" h="183">
                <a:moveTo>
                  <a:pt x="92" y="183"/>
                </a:moveTo>
                <a:lnTo>
                  <a:pt x="0" y="0"/>
                </a:lnTo>
                <a:lnTo>
                  <a:pt x="183" y="0"/>
                </a:lnTo>
                <a:lnTo>
                  <a:pt x="92" y="18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868320" y="3647880"/>
            <a:ext cx="38563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Keuzedeeleis: 720 SBU, waarvan een verdiepend keuzedeel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9" name=""/>
          <p:cNvSpPr/>
          <p:nvPr/>
        </p:nvSpPr>
        <p:spPr>
          <a:xfrm>
            <a:off x="1279440" y="2604600"/>
            <a:ext cx="0" cy="23004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0" name=""/>
          <p:cNvSpPr/>
          <p:nvPr/>
        </p:nvSpPr>
        <p:spPr>
          <a:xfrm>
            <a:off x="1246680" y="2604600"/>
            <a:ext cx="65880" cy="66240"/>
          </a:xfrm>
          <a:custGeom>
            <a:avLst/>
            <a:gdLst/>
            <a:ahLst/>
            <a:rect l="0" t="0" r="r" b="b"/>
            <a:pathLst>
              <a:path w="183" h="184">
                <a:moveTo>
                  <a:pt x="92" y="0"/>
                </a:moveTo>
                <a:lnTo>
                  <a:pt x="0" y="184"/>
                </a:lnTo>
                <a:lnTo>
                  <a:pt x="183" y="184"/>
                </a:lnTo>
                <a:lnTo>
                  <a:pt x="92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1345320" y="2052360"/>
            <a:ext cx="18216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kent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1345320" y="2676600"/>
            <a:ext cx="148356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Groepeert Studenten op toepasbare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555840" y="3927240"/>
            <a:ext cx="72810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Op basis van het kwaliﬁcatiedossier stelt de examencommissie het examenplan vast: wat wordt geexamineerd en wanneer de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555840" y="4083120"/>
            <a:ext cx="69638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opleiding is afgerond; buiten de uitwisseling, wel de oorsprong van de resultaatstructuur. Het examenplan draagt ook de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555840" y="4239360"/>
            <a:ext cx="69516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keuzedeeleis: hoeveel keuzedeel de student moet doen en van welk type. De keuzeregelset die daarop volgt ontstaat bij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555840" y="4395240"/>
            <a:ext cx="1452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de opleidingsspeciﬁcatie.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3871800" y="4690440"/>
            <a:ext cx="17791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Examenplan vaststellen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3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3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36" name=""/>
          <p:cNvSpPr/>
          <p:nvPr/>
        </p:nvSpPr>
        <p:spPr>
          <a:xfrm>
            <a:off x="461160" y="1337400"/>
            <a:ext cx="8412120" cy="2583000"/>
          </a:xfrm>
          <a:custGeom>
            <a:avLst/>
            <a:gdLst/>
            <a:ahLst/>
            <a:rect l="0" t="0" r="r" b="b"/>
            <a:pathLst>
              <a:path w="23367" h="7175">
                <a:moveTo>
                  <a:pt x="227" y="0"/>
                </a:moveTo>
                <a:lnTo>
                  <a:pt x="23140" y="0"/>
                </a:lnTo>
                <a:cubicBezTo>
                  <a:pt x="23155" y="0"/>
                  <a:pt x="23170" y="1"/>
                  <a:pt x="23185" y="4"/>
                </a:cubicBezTo>
                <a:cubicBezTo>
                  <a:pt x="23199" y="7"/>
                  <a:pt x="23213" y="12"/>
                  <a:pt x="23227" y="17"/>
                </a:cubicBezTo>
                <a:cubicBezTo>
                  <a:pt x="23241" y="23"/>
                  <a:pt x="23254" y="30"/>
                  <a:pt x="23266" y="38"/>
                </a:cubicBezTo>
                <a:cubicBezTo>
                  <a:pt x="23279" y="46"/>
                  <a:pt x="23290" y="56"/>
                  <a:pt x="23300" y="66"/>
                </a:cubicBezTo>
                <a:cubicBezTo>
                  <a:pt x="23311" y="77"/>
                  <a:pt x="23320" y="88"/>
                  <a:pt x="23329" y="101"/>
                </a:cubicBezTo>
                <a:cubicBezTo>
                  <a:pt x="23337" y="113"/>
                  <a:pt x="23344" y="126"/>
                  <a:pt x="23350" y="140"/>
                </a:cubicBezTo>
                <a:cubicBezTo>
                  <a:pt x="23355" y="153"/>
                  <a:pt x="23360" y="168"/>
                  <a:pt x="23362" y="182"/>
                </a:cubicBezTo>
                <a:cubicBezTo>
                  <a:pt x="23365" y="197"/>
                  <a:pt x="23367" y="211"/>
                  <a:pt x="23367" y="226"/>
                </a:cubicBezTo>
                <a:lnTo>
                  <a:pt x="23367" y="6948"/>
                </a:lnTo>
                <a:cubicBezTo>
                  <a:pt x="23367" y="6963"/>
                  <a:pt x="23365" y="6977"/>
                  <a:pt x="23362" y="6992"/>
                </a:cubicBezTo>
                <a:cubicBezTo>
                  <a:pt x="23360" y="7006"/>
                  <a:pt x="23355" y="7021"/>
                  <a:pt x="23350" y="7034"/>
                </a:cubicBezTo>
                <a:cubicBezTo>
                  <a:pt x="23344" y="7049"/>
                  <a:pt x="23337" y="7062"/>
                  <a:pt x="23329" y="7074"/>
                </a:cubicBezTo>
                <a:cubicBezTo>
                  <a:pt x="23320" y="7087"/>
                  <a:pt x="23311" y="7098"/>
                  <a:pt x="23300" y="7109"/>
                </a:cubicBezTo>
                <a:cubicBezTo>
                  <a:pt x="23290" y="7119"/>
                  <a:pt x="23279" y="7129"/>
                  <a:pt x="23266" y="7137"/>
                </a:cubicBezTo>
                <a:cubicBezTo>
                  <a:pt x="23254" y="7145"/>
                  <a:pt x="23241" y="7152"/>
                  <a:pt x="23227" y="7158"/>
                </a:cubicBezTo>
                <a:cubicBezTo>
                  <a:pt x="23213" y="7163"/>
                  <a:pt x="23199" y="7168"/>
                  <a:pt x="23185" y="7171"/>
                </a:cubicBezTo>
                <a:cubicBezTo>
                  <a:pt x="23170" y="7174"/>
                  <a:pt x="23155" y="7175"/>
                  <a:pt x="23140" y="7175"/>
                </a:cubicBezTo>
                <a:lnTo>
                  <a:pt x="227" y="7175"/>
                </a:lnTo>
                <a:cubicBezTo>
                  <a:pt x="212" y="7175"/>
                  <a:pt x="197" y="7174"/>
                  <a:pt x="183" y="7171"/>
                </a:cubicBezTo>
                <a:cubicBezTo>
                  <a:pt x="168" y="7168"/>
                  <a:pt x="154" y="7163"/>
                  <a:pt x="140" y="7158"/>
                </a:cubicBezTo>
                <a:cubicBezTo>
                  <a:pt x="126" y="7152"/>
                  <a:pt x="113" y="7145"/>
                  <a:pt x="101" y="7137"/>
                </a:cubicBezTo>
                <a:cubicBezTo>
                  <a:pt x="89" y="7129"/>
                  <a:pt x="77" y="7119"/>
                  <a:pt x="67" y="7109"/>
                </a:cubicBezTo>
                <a:cubicBezTo>
                  <a:pt x="56" y="7098"/>
                  <a:pt x="47" y="7087"/>
                  <a:pt x="39" y="7074"/>
                </a:cubicBezTo>
                <a:cubicBezTo>
                  <a:pt x="30" y="7062"/>
                  <a:pt x="23" y="7049"/>
                  <a:pt x="18" y="7034"/>
                </a:cubicBezTo>
                <a:cubicBezTo>
                  <a:pt x="12" y="7021"/>
                  <a:pt x="8" y="7006"/>
                  <a:pt x="5" y="6992"/>
                </a:cubicBezTo>
                <a:cubicBezTo>
                  <a:pt x="2" y="6977"/>
                  <a:pt x="0" y="6963"/>
                  <a:pt x="0" y="6948"/>
                </a:cubicBezTo>
                <a:lnTo>
                  <a:pt x="0" y="226"/>
                </a:lnTo>
                <a:cubicBezTo>
                  <a:pt x="0" y="211"/>
                  <a:pt x="2" y="197"/>
                  <a:pt x="5" y="182"/>
                </a:cubicBezTo>
                <a:cubicBezTo>
                  <a:pt x="8" y="168"/>
                  <a:pt x="12" y="153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7" name=""/>
          <p:cNvSpPr/>
          <p:nvPr/>
        </p:nvSpPr>
        <p:spPr>
          <a:xfrm>
            <a:off x="461160" y="1337400"/>
            <a:ext cx="8412120" cy="2583000"/>
          </a:xfrm>
          <a:custGeom>
            <a:avLst/>
            <a:gdLst/>
            <a:ahLst/>
            <a:rect l="0" t="0" r="r" b="b"/>
            <a:pathLst>
              <a:path w="23367" h="7175">
                <a:moveTo>
                  <a:pt x="227" y="0"/>
                </a:moveTo>
                <a:lnTo>
                  <a:pt x="23140" y="0"/>
                </a:lnTo>
                <a:cubicBezTo>
                  <a:pt x="23155" y="0"/>
                  <a:pt x="23170" y="1"/>
                  <a:pt x="23185" y="4"/>
                </a:cubicBezTo>
                <a:cubicBezTo>
                  <a:pt x="23199" y="7"/>
                  <a:pt x="23213" y="12"/>
                  <a:pt x="23227" y="17"/>
                </a:cubicBezTo>
                <a:cubicBezTo>
                  <a:pt x="23241" y="23"/>
                  <a:pt x="23254" y="30"/>
                  <a:pt x="23266" y="38"/>
                </a:cubicBezTo>
                <a:cubicBezTo>
                  <a:pt x="23279" y="46"/>
                  <a:pt x="23290" y="56"/>
                  <a:pt x="23300" y="66"/>
                </a:cubicBezTo>
                <a:cubicBezTo>
                  <a:pt x="23311" y="77"/>
                  <a:pt x="23320" y="88"/>
                  <a:pt x="23329" y="101"/>
                </a:cubicBezTo>
                <a:cubicBezTo>
                  <a:pt x="23337" y="113"/>
                  <a:pt x="23344" y="126"/>
                  <a:pt x="23350" y="140"/>
                </a:cubicBezTo>
                <a:cubicBezTo>
                  <a:pt x="23355" y="153"/>
                  <a:pt x="23360" y="168"/>
                  <a:pt x="23362" y="182"/>
                </a:cubicBezTo>
                <a:cubicBezTo>
                  <a:pt x="23365" y="197"/>
                  <a:pt x="23367" y="211"/>
                  <a:pt x="23367" y="226"/>
                </a:cubicBezTo>
                <a:lnTo>
                  <a:pt x="23367" y="6948"/>
                </a:lnTo>
                <a:cubicBezTo>
                  <a:pt x="23367" y="6963"/>
                  <a:pt x="23365" y="6977"/>
                  <a:pt x="23362" y="6992"/>
                </a:cubicBezTo>
                <a:cubicBezTo>
                  <a:pt x="23360" y="7006"/>
                  <a:pt x="23355" y="7021"/>
                  <a:pt x="23350" y="7034"/>
                </a:cubicBezTo>
                <a:cubicBezTo>
                  <a:pt x="23344" y="7049"/>
                  <a:pt x="23337" y="7062"/>
                  <a:pt x="23329" y="7074"/>
                </a:cubicBezTo>
                <a:cubicBezTo>
                  <a:pt x="23320" y="7087"/>
                  <a:pt x="23311" y="7098"/>
                  <a:pt x="23300" y="7109"/>
                </a:cubicBezTo>
                <a:cubicBezTo>
                  <a:pt x="23290" y="7119"/>
                  <a:pt x="23279" y="7129"/>
                  <a:pt x="23266" y="7137"/>
                </a:cubicBezTo>
                <a:cubicBezTo>
                  <a:pt x="23254" y="7145"/>
                  <a:pt x="23241" y="7152"/>
                  <a:pt x="23227" y="7158"/>
                </a:cubicBezTo>
                <a:cubicBezTo>
                  <a:pt x="23213" y="7163"/>
                  <a:pt x="23199" y="7168"/>
                  <a:pt x="23185" y="7171"/>
                </a:cubicBezTo>
                <a:cubicBezTo>
                  <a:pt x="23170" y="7174"/>
                  <a:pt x="23155" y="7175"/>
                  <a:pt x="23140" y="7175"/>
                </a:cubicBezTo>
                <a:lnTo>
                  <a:pt x="227" y="7175"/>
                </a:lnTo>
                <a:cubicBezTo>
                  <a:pt x="212" y="7175"/>
                  <a:pt x="197" y="7174"/>
                  <a:pt x="183" y="7171"/>
                </a:cubicBezTo>
                <a:cubicBezTo>
                  <a:pt x="168" y="7168"/>
                  <a:pt x="154" y="7163"/>
                  <a:pt x="140" y="7158"/>
                </a:cubicBezTo>
                <a:cubicBezTo>
                  <a:pt x="126" y="7152"/>
                  <a:pt x="113" y="7145"/>
                  <a:pt x="101" y="7137"/>
                </a:cubicBezTo>
                <a:cubicBezTo>
                  <a:pt x="89" y="7129"/>
                  <a:pt x="77" y="7119"/>
                  <a:pt x="67" y="7109"/>
                </a:cubicBezTo>
                <a:cubicBezTo>
                  <a:pt x="56" y="7098"/>
                  <a:pt x="47" y="7087"/>
                  <a:pt x="39" y="7074"/>
                </a:cubicBezTo>
                <a:cubicBezTo>
                  <a:pt x="30" y="7062"/>
                  <a:pt x="23" y="7049"/>
                  <a:pt x="18" y="7034"/>
                </a:cubicBezTo>
                <a:cubicBezTo>
                  <a:pt x="12" y="7021"/>
                  <a:pt x="8" y="7006"/>
                  <a:pt x="5" y="6992"/>
                </a:cubicBezTo>
                <a:cubicBezTo>
                  <a:pt x="2" y="6977"/>
                  <a:pt x="0" y="6963"/>
                  <a:pt x="0" y="6948"/>
                </a:cubicBezTo>
                <a:lnTo>
                  <a:pt x="0" y="226"/>
                </a:lnTo>
                <a:cubicBezTo>
                  <a:pt x="0" y="211"/>
                  <a:pt x="2" y="197"/>
                  <a:pt x="5" y="182"/>
                </a:cubicBezTo>
                <a:cubicBezTo>
                  <a:pt x="8" y="168"/>
                  <a:pt x="12" y="153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457200" y="1103760"/>
            <a:ext cx="61743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F1 -03  ·  O NTS TAAT  ·  LEER UITKO M S TEN  UIT  H ET  DO S S IER ,  IN  DE  S TEM   VAN  DE  INS TELLING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9" name=""/>
          <p:cNvSpPr/>
          <p:nvPr/>
        </p:nvSpPr>
        <p:spPr>
          <a:xfrm>
            <a:off x="555120" y="1659240"/>
            <a:ext cx="1695600" cy="391320"/>
          </a:xfrm>
          <a:custGeom>
            <a:avLst/>
            <a:gdLst/>
            <a:ahLst/>
            <a:rect l="0" t="0" r="r" b="b"/>
            <a:pathLst>
              <a:path w="4710" h="1087">
                <a:moveTo>
                  <a:pt x="181" y="0"/>
                </a:moveTo>
                <a:lnTo>
                  <a:pt x="4529" y="0"/>
                </a:lnTo>
                <a:cubicBezTo>
                  <a:pt x="4541" y="0"/>
                  <a:pt x="4553" y="1"/>
                  <a:pt x="4564" y="3"/>
                </a:cubicBezTo>
                <a:cubicBezTo>
                  <a:pt x="4576" y="6"/>
                  <a:pt x="4587" y="9"/>
                  <a:pt x="4598" y="14"/>
                </a:cubicBezTo>
                <a:cubicBezTo>
                  <a:pt x="4609" y="18"/>
                  <a:pt x="4620" y="24"/>
                  <a:pt x="4630" y="30"/>
                </a:cubicBezTo>
                <a:cubicBezTo>
                  <a:pt x="4639" y="37"/>
                  <a:pt x="4649" y="45"/>
                  <a:pt x="4657" y="53"/>
                </a:cubicBezTo>
                <a:cubicBezTo>
                  <a:pt x="4665" y="61"/>
                  <a:pt x="4673" y="70"/>
                  <a:pt x="4680" y="80"/>
                </a:cubicBezTo>
                <a:cubicBezTo>
                  <a:pt x="4686" y="90"/>
                  <a:pt x="4692" y="101"/>
                  <a:pt x="4696" y="112"/>
                </a:cubicBezTo>
                <a:cubicBezTo>
                  <a:pt x="4701" y="123"/>
                  <a:pt x="4704" y="134"/>
                  <a:pt x="4707" y="146"/>
                </a:cubicBezTo>
                <a:cubicBezTo>
                  <a:pt x="4709" y="157"/>
                  <a:pt x="4710" y="169"/>
                  <a:pt x="4710" y="181"/>
                </a:cubicBezTo>
                <a:lnTo>
                  <a:pt x="4710" y="906"/>
                </a:lnTo>
                <a:cubicBezTo>
                  <a:pt x="4710" y="918"/>
                  <a:pt x="4709" y="930"/>
                  <a:pt x="4707" y="941"/>
                </a:cubicBezTo>
                <a:cubicBezTo>
                  <a:pt x="4704" y="953"/>
                  <a:pt x="4701" y="964"/>
                  <a:pt x="4696" y="975"/>
                </a:cubicBezTo>
                <a:cubicBezTo>
                  <a:pt x="4692" y="986"/>
                  <a:pt x="4686" y="997"/>
                  <a:pt x="4680" y="1007"/>
                </a:cubicBezTo>
                <a:cubicBezTo>
                  <a:pt x="4673" y="1017"/>
                  <a:pt x="4665" y="1026"/>
                  <a:pt x="4657" y="1034"/>
                </a:cubicBezTo>
                <a:cubicBezTo>
                  <a:pt x="4649" y="1043"/>
                  <a:pt x="4639" y="1050"/>
                  <a:pt x="4630" y="1057"/>
                </a:cubicBezTo>
                <a:cubicBezTo>
                  <a:pt x="4620" y="1063"/>
                  <a:pt x="4609" y="1069"/>
                  <a:pt x="4598" y="1073"/>
                </a:cubicBezTo>
                <a:cubicBezTo>
                  <a:pt x="4587" y="1078"/>
                  <a:pt x="4576" y="1081"/>
                  <a:pt x="4564" y="1084"/>
                </a:cubicBezTo>
                <a:cubicBezTo>
                  <a:pt x="4553" y="1086"/>
                  <a:pt x="4541" y="1087"/>
                  <a:pt x="4529" y="1087"/>
                </a:cubicBezTo>
                <a:lnTo>
                  <a:pt x="181" y="1087"/>
                </a:lnTo>
                <a:cubicBezTo>
                  <a:pt x="169" y="1087"/>
                  <a:pt x="157" y="1086"/>
                  <a:pt x="146" y="1084"/>
                </a:cubicBezTo>
                <a:cubicBezTo>
                  <a:pt x="134" y="1081"/>
                  <a:pt x="123" y="1078"/>
                  <a:pt x="112" y="1073"/>
                </a:cubicBezTo>
                <a:cubicBezTo>
                  <a:pt x="101" y="1069"/>
                  <a:pt x="90" y="1063"/>
                  <a:pt x="80" y="1057"/>
                </a:cubicBezTo>
                <a:cubicBezTo>
                  <a:pt x="70" y="1050"/>
                  <a:pt x="61" y="1043"/>
                  <a:pt x="53" y="1034"/>
                </a:cubicBezTo>
                <a:cubicBezTo>
                  <a:pt x="44" y="1026"/>
                  <a:pt x="37" y="1017"/>
                  <a:pt x="30" y="1007"/>
                </a:cubicBezTo>
                <a:cubicBezTo>
                  <a:pt x="24" y="997"/>
                  <a:pt x="18" y="986"/>
                  <a:pt x="14" y="975"/>
                </a:cubicBezTo>
                <a:cubicBezTo>
                  <a:pt x="9" y="964"/>
                  <a:pt x="6" y="953"/>
                  <a:pt x="3" y="941"/>
                </a:cubicBezTo>
                <a:cubicBezTo>
                  <a:pt x="1" y="930"/>
                  <a:pt x="0" y="918"/>
                  <a:pt x="0" y="906"/>
                </a:cubicBezTo>
                <a:lnTo>
                  <a:pt x="0" y="181"/>
                </a:lnTo>
                <a:cubicBezTo>
                  <a:pt x="0" y="169"/>
                  <a:pt x="1" y="157"/>
                  <a:pt x="3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0" y="80"/>
                </a:cubicBezTo>
                <a:cubicBezTo>
                  <a:pt x="37" y="70"/>
                  <a:pt x="44" y="61"/>
                  <a:pt x="53" y="53"/>
                </a:cubicBezTo>
                <a:cubicBezTo>
                  <a:pt x="61" y="45"/>
                  <a:pt x="70" y="37"/>
                  <a:pt x="80" y="30"/>
                </a:cubicBezTo>
                <a:cubicBezTo>
                  <a:pt x="90" y="24"/>
                  <a:pt x="101" y="18"/>
                  <a:pt x="112" y="14"/>
                </a:cubicBezTo>
                <a:cubicBezTo>
                  <a:pt x="123" y="9"/>
                  <a:pt x="134" y="6"/>
                  <a:pt x="146" y="3"/>
                </a:cubicBezTo>
                <a:cubicBezTo>
                  <a:pt x="157" y="1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0" name=""/>
          <p:cNvSpPr/>
          <p:nvPr/>
        </p:nvSpPr>
        <p:spPr>
          <a:xfrm>
            <a:off x="555120" y="1659240"/>
            <a:ext cx="1695600" cy="391320"/>
          </a:xfrm>
          <a:custGeom>
            <a:avLst/>
            <a:gdLst/>
            <a:ahLst/>
            <a:rect l="0" t="0" r="r" b="b"/>
            <a:pathLst>
              <a:path w="4710" h="1087">
                <a:moveTo>
                  <a:pt x="181" y="0"/>
                </a:moveTo>
                <a:lnTo>
                  <a:pt x="4529" y="0"/>
                </a:lnTo>
                <a:cubicBezTo>
                  <a:pt x="4541" y="0"/>
                  <a:pt x="4553" y="1"/>
                  <a:pt x="4564" y="3"/>
                </a:cubicBezTo>
                <a:cubicBezTo>
                  <a:pt x="4576" y="6"/>
                  <a:pt x="4587" y="9"/>
                  <a:pt x="4598" y="14"/>
                </a:cubicBezTo>
                <a:cubicBezTo>
                  <a:pt x="4609" y="18"/>
                  <a:pt x="4620" y="24"/>
                  <a:pt x="4630" y="30"/>
                </a:cubicBezTo>
                <a:cubicBezTo>
                  <a:pt x="4639" y="37"/>
                  <a:pt x="4649" y="45"/>
                  <a:pt x="4657" y="53"/>
                </a:cubicBezTo>
                <a:cubicBezTo>
                  <a:pt x="4665" y="61"/>
                  <a:pt x="4673" y="70"/>
                  <a:pt x="4680" y="80"/>
                </a:cubicBezTo>
                <a:cubicBezTo>
                  <a:pt x="4686" y="90"/>
                  <a:pt x="4692" y="101"/>
                  <a:pt x="4696" y="112"/>
                </a:cubicBezTo>
                <a:cubicBezTo>
                  <a:pt x="4701" y="123"/>
                  <a:pt x="4704" y="134"/>
                  <a:pt x="4707" y="146"/>
                </a:cubicBezTo>
                <a:cubicBezTo>
                  <a:pt x="4709" y="157"/>
                  <a:pt x="4710" y="169"/>
                  <a:pt x="4710" y="181"/>
                </a:cubicBezTo>
                <a:lnTo>
                  <a:pt x="4710" y="906"/>
                </a:lnTo>
                <a:cubicBezTo>
                  <a:pt x="4710" y="918"/>
                  <a:pt x="4709" y="930"/>
                  <a:pt x="4707" y="941"/>
                </a:cubicBezTo>
                <a:cubicBezTo>
                  <a:pt x="4704" y="953"/>
                  <a:pt x="4701" y="964"/>
                  <a:pt x="4696" y="975"/>
                </a:cubicBezTo>
                <a:cubicBezTo>
                  <a:pt x="4692" y="986"/>
                  <a:pt x="4686" y="997"/>
                  <a:pt x="4680" y="1007"/>
                </a:cubicBezTo>
                <a:cubicBezTo>
                  <a:pt x="4673" y="1017"/>
                  <a:pt x="4665" y="1026"/>
                  <a:pt x="4657" y="1034"/>
                </a:cubicBezTo>
                <a:cubicBezTo>
                  <a:pt x="4649" y="1043"/>
                  <a:pt x="4639" y="1050"/>
                  <a:pt x="4630" y="1057"/>
                </a:cubicBezTo>
                <a:cubicBezTo>
                  <a:pt x="4620" y="1063"/>
                  <a:pt x="4609" y="1069"/>
                  <a:pt x="4598" y="1073"/>
                </a:cubicBezTo>
                <a:cubicBezTo>
                  <a:pt x="4587" y="1078"/>
                  <a:pt x="4576" y="1081"/>
                  <a:pt x="4564" y="1084"/>
                </a:cubicBezTo>
                <a:cubicBezTo>
                  <a:pt x="4553" y="1086"/>
                  <a:pt x="4541" y="1087"/>
                  <a:pt x="4529" y="1087"/>
                </a:cubicBezTo>
                <a:lnTo>
                  <a:pt x="181" y="1087"/>
                </a:lnTo>
                <a:cubicBezTo>
                  <a:pt x="169" y="1087"/>
                  <a:pt x="157" y="1086"/>
                  <a:pt x="146" y="1084"/>
                </a:cubicBezTo>
                <a:cubicBezTo>
                  <a:pt x="134" y="1081"/>
                  <a:pt x="123" y="1078"/>
                  <a:pt x="112" y="1073"/>
                </a:cubicBezTo>
                <a:cubicBezTo>
                  <a:pt x="101" y="1069"/>
                  <a:pt x="90" y="1063"/>
                  <a:pt x="80" y="1057"/>
                </a:cubicBezTo>
                <a:cubicBezTo>
                  <a:pt x="70" y="1050"/>
                  <a:pt x="61" y="1043"/>
                  <a:pt x="53" y="1034"/>
                </a:cubicBezTo>
                <a:cubicBezTo>
                  <a:pt x="44" y="1026"/>
                  <a:pt x="37" y="1017"/>
                  <a:pt x="30" y="1007"/>
                </a:cubicBezTo>
                <a:cubicBezTo>
                  <a:pt x="24" y="997"/>
                  <a:pt x="18" y="986"/>
                  <a:pt x="14" y="975"/>
                </a:cubicBezTo>
                <a:cubicBezTo>
                  <a:pt x="9" y="964"/>
                  <a:pt x="6" y="953"/>
                  <a:pt x="3" y="941"/>
                </a:cubicBezTo>
                <a:cubicBezTo>
                  <a:pt x="1" y="930"/>
                  <a:pt x="0" y="918"/>
                  <a:pt x="0" y="906"/>
                </a:cubicBezTo>
                <a:lnTo>
                  <a:pt x="0" y="181"/>
                </a:lnTo>
                <a:cubicBezTo>
                  <a:pt x="0" y="169"/>
                  <a:pt x="1" y="157"/>
                  <a:pt x="3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0" y="80"/>
                </a:cubicBezTo>
                <a:cubicBezTo>
                  <a:pt x="37" y="70"/>
                  <a:pt x="44" y="61"/>
                  <a:pt x="53" y="53"/>
                </a:cubicBezTo>
                <a:cubicBezTo>
                  <a:pt x="61" y="45"/>
                  <a:pt x="70" y="37"/>
                  <a:pt x="80" y="30"/>
                </a:cubicBezTo>
                <a:cubicBezTo>
                  <a:pt x="90" y="24"/>
                  <a:pt x="101" y="18"/>
                  <a:pt x="112" y="14"/>
                </a:cubicBezTo>
                <a:cubicBezTo>
                  <a:pt x="123" y="9"/>
                  <a:pt x="134" y="6"/>
                  <a:pt x="146" y="3"/>
                </a:cubicBezTo>
                <a:cubicBezTo>
                  <a:pt x="157" y="1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1" name=""/>
          <p:cNvSpPr/>
          <p:nvPr/>
        </p:nvSpPr>
        <p:spPr>
          <a:xfrm>
            <a:off x="2087280" y="1740600"/>
            <a:ext cx="82080" cy="49320"/>
          </a:xfrm>
          <a:custGeom>
            <a:avLst/>
            <a:gdLst/>
            <a:ahLst/>
            <a:rect l="0" t="0" r="r" b="b"/>
            <a:pathLst>
              <a:path w="228" h="137">
                <a:moveTo>
                  <a:pt x="68" y="0"/>
                </a:moveTo>
                <a:lnTo>
                  <a:pt x="159" y="0"/>
                </a:lnTo>
                <a:cubicBezTo>
                  <a:pt x="168" y="0"/>
                  <a:pt x="176" y="2"/>
                  <a:pt x="185" y="5"/>
                </a:cubicBezTo>
                <a:cubicBezTo>
                  <a:pt x="194" y="9"/>
                  <a:pt x="201" y="14"/>
                  <a:pt x="208" y="20"/>
                </a:cubicBezTo>
                <a:cubicBezTo>
                  <a:pt x="214" y="26"/>
                  <a:pt x="219" y="34"/>
                  <a:pt x="222" y="42"/>
                </a:cubicBezTo>
                <a:cubicBezTo>
                  <a:pt x="226" y="50"/>
                  <a:pt x="228" y="59"/>
                  <a:pt x="228" y="68"/>
                </a:cubicBezTo>
                <a:cubicBezTo>
                  <a:pt x="228" y="77"/>
                  <a:pt x="226" y="86"/>
                  <a:pt x="222" y="95"/>
                </a:cubicBezTo>
                <a:cubicBezTo>
                  <a:pt x="219" y="103"/>
                  <a:pt x="214" y="111"/>
                  <a:pt x="208" y="117"/>
                </a:cubicBezTo>
                <a:cubicBezTo>
                  <a:pt x="201" y="123"/>
                  <a:pt x="194" y="128"/>
                  <a:pt x="185" y="132"/>
                </a:cubicBezTo>
                <a:cubicBezTo>
                  <a:pt x="176" y="135"/>
                  <a:pt x="168" y="137"/>
                  <a:pt x="159" y="137"/>
                </a:cubicBezTo>
                <a:lnTo>
                  <a:pt x="68" y="137"/>
                </a:lnTo>
                <a:cubicBezTo>
                  <a:pt x="59" y="137"/>
                  <a:pt x="50" y="135"/>
                  <a:pt x="42" y="132"/>
                </a:cubicBezTo>
                <a:cubicBezTo>
                  <a:pt x="34" y="128"/>
                  <a:pt x="26" y="123"/>
                  <a:pt x="20" y="117"/>
                </a:cubicBezTo>
                <a:cubicBezTo>
                  <a:pt x="14" y="111"/>
                  <a:pt x="9" y="103"/>
                  <a:pt x="5" y="95"/>
                </a:cubicBezTo>
                <a:cubicBezTo>
                  <a:pt x="2" y="86"/>
                  <a:pt x="0" y="77"/>
                  <a:pt x="0" y="68"/>
                </a:cubicBez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4" y="26"/>
                  <a:pt x="20" y="20"/>
                </a:cubicBezTo>
                <a:cubicBezTo>
                  <a:pt x="26" y="14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2" name=""/>
          <p:cNvSpPr/>
          <p:nvPr/>
        </p:nvSpPr>
        <p:spPr>
          <a:xfrm>
            <a:off x="2152440" y="1740600"/>
            <a:ext cx="33120" cy="49320"/>
          </a:xfrm>
          <a:custGeom>
            <a:avLst/>
            <a:gdLst/>
            <a:ahLst/>
            <a:rect l="0" t="0" r="r" b="b"/>
            <a:pathLst>
              <a:path w="92" h="137">
                <a:moveTo>
                  <a:pt x="92" y="68"/>
                </a:moveTo>
                <a:cubicBezTo>
                  <a:pt x="92" y="77"/>
                  <a:pt x="91" y="86"/>
                  <a:pt x="88" y="95"/>
                </a:cubicBezTo>
                <a:cubicBezTo>
                  <a:pt x="86" y="103"/>
                  <a:pt x="83" y="111"/>
                  <a:pt x="79" y="117"/>
                </a:cubicBezTo>
                <a:cubicBezTo>
                  <a:pt x="74" y="123"/>
                  <a:pt x="70" y="128"/>
                  <a:pt x="64" y="132"/>
                </a:cubicBezTo>
                <a:cubicBezTo>
                  <a:pt x="58" y="135"/>
                  <a:pt x="53" y="137"/>
                  <a:pt x="47" y="137"/>
                </a:cubicBezTo>
                <a:cubicBezTo>
                  <a:pt x="41" y="137"/>
                  <a:pt x="35" y="135"/>
                  <a:pt x="29" y="132"/>
                </a:cubicBezTo>
                <a:cubicBezTo>
                  <a:pt x="24" y="128"/>
                  <a:pt x="19" y="123"/>
                  <a:pt x="15" y="117"/>
                </a:cubicBezTo>
                <a:cubicBezTo>
                  <a:pt x="10" y="111"/>
                  <a:pt x="6" y="103"/>
                  <a:pt x="4" y="95"/>
                </a:cubicBezTo>
                <a:cubicBezTo>
                  <a:pt x="2" y="86"/>
                  <a:pt x="0" y="77"/>
                  <a:pt x="0" y="68"/>
                </a:cubicBezTo>
                <a:cubicBezTo>
                  <a:pt x="0" y="59"/>
                  <a:pt x="2" y="50"/>
                  <a:pt x="4" y="42"/>
                </a:cubicBezTo>
                <a:cubicBezTo>
                  <a:pt x="6" y="34"/>
                  <a:pt x="10" y="26"/>
                  <a:pt x="15" y="20"/>
                </a:cubicBezTo>
                <a:cubicBezTo>
                  <a:pt x="19" y="14"/>
                  <a:pt x="24" y="9"/>
                  <a:pt x="29" y="5"/>
                </a:cubicBezTo>
                <a:cubicBezTo>
                  <a:pt x="35" y="2"/>
                  <a:pt x="41" y="0"/>
                  <a:pt x="47" y="0"/>
                </a:cubicBezTo>
                <a:cubicBezTo>
                  <a:pt x="53" y="0"/>
                  <a:pt x="58" y="2"/>
                  <a:pt x="64" y="5"/>
                </a:cubicBezTo>
                <a:cubicBezTo>
                  <a:pt x="70" y="9"/>
                  <a:pt x="74" y="14"/>
                  <a:pt x="79" y="20"/>
                </a:cubicBezTo>
                <a:cubicBezTo>
                  <a:pt x="83" y="26"/>
                  <a:pt x="86" y="34"/>
                  <a:pt x="88" y="42"/>
                </a:cubicBezTo>
                <a:cubicBezTo>
                  <a:pt x="91" y="50"/>
                  <a:pt x="92" y="59"/>
                  <a:pt x="92" y="68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555120" y="1399320"/>
            <a:ext cx="4641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c1c1c"/>
                </a:solidFill>
                <a:latin typeface="DejaVuSans"/>
                <a:ea typeface="DejaVuSans"/>
              </a:rPr>
              <a:t>F1-03 - Leeruitkomsten uit het dossier, in de stem van de instelling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636480" y="1715400"/>
            <a:ext cx="127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5" name=""/>
          <p:cNvSpPr/>
          <p:nvPr/>
        </p:nvSpPr>
        <p:spPr>
          <a:xfrm>
            <a:off x="2331720" y="1659240"/>
            <a:ext cx="3961800" cy="391320"/>
          </a:xfrm>
          <a:custGeom>
            <a:avLst/>
            <a:gdLst/>
            <a:ahLst/>
            <a:rect l="0" t="0" r="r" b="b"/>
            <a:pathLst>
              <a:path w="11005" h="1087">
                <a:moveTo>
                  <a:pt x="182" y="0"/>
                </a:moveTo>
                <a:lnTo>
                  <a:pt x="10824" y="0"/>
                </a:lnTo>
                <a:cubicBezTo>
                  <a:pt x="10836" y="0"/>
                  <a:pt x="10847" y="1"/>
                  <a:pt x="10859" y="3"/>
                </a:cubicBezTo>
                <a:cubicBezTo>
                  <a:pt x="10871" y="6"/>
                  <a:pt x="10882" y="9"/>
                  <a:pt x="10893" y="14"/>
                </a:cubicBezTo>
                <a:cubicBezTo>
                  <a:pt x="10904" y="18"/>
                  <a:pt x="10915" y="24"/>
                  <a:pt x="10924" y="30"/>
                </a:cubicBezTo>
                <a:cubicBezTo>
                  <a:pt x="10934" y="37"/>
                  <a:pt x="10943" y="45"/>
                  <a:pt x="10952" y="53"/>
                </a:cubicBezTo>
                <a:cubicBezTo>
                  <a:pt x="10960" y="61"/>
                  <a:pt x="10968" y="70"/>
                  <a:pt x="10974" y="80"/>
                </a:cubicBezTo>
                <a:cubicBezTo>
                  <a:pt x="10981" y="90"/>
                  <a:pt x="10987" y="101"/>
                  <a:pt x="10991" y="112"/>
                </a:cubicBezTo>
                <a:cubicBezTo>
                  <a:pt x="10996" y="123"/>
                  <a:pt x="10999" y="134"/>
                  <a:pt x="11001" y="146"/>
                </a:cubicBezTo>
                <a:cubicBezTo>
                  <a:pt x="11004" y="157"/>
                  <a:pt x="11005" y="169"/>
                  <a:pt x="11005" y="181"/>
                </a:cubicBezTo>
                <a:lnTo>
                  <a:pt x="11005" y="906"/>
                </a:lnTo>
                <a:cubicBezTo>
                  <a:pt x="11005" y="918"/>
                  <a:pt x="11004" y="930"/>
                  <a:pt x="11001" y="941"/>
                </a:cubicBezTo>
                <a:cubicBezTo>
                  <a:pt x="10999" y="953"/>
                  <a:pt x="10996" y="964"/>
                  <a:pt x="10991" y="975"/>
                </a:cubicBezTo>
                <a:cubicBezTo>
                  <a:pt x="10987" y="986"/>
                  <a:pt x="10981" y="997"/>
                  <a:pt x="10974" y="1007"/>
                </a:cubicBezTo>
                <a:cubicBezTo>
                  <a:pt x="10968" y="1017"/>
                  <a:pt x="10960" y="1026"/>
                  <a:pt x="10952" y="1034"/>
                </a:cubicBezTo>
                <a:cubicBezTo>
                  <a:pt x="10943" y="1043"/>
                  <a:pt x="10934" y="1050"/>
                  <a:pt x="10924" y="1057"/>
                </a:cubicBezTo>
                <a:cubicBezTo>
                  <a:pt x="10915" y="1063"/>
                  <a:pt x="10904" y="1069"/>
                  <a:pt x="10893" y="1073"/>
                </a:cubicBezTo>
                <a:cubicBezTo>
                  <a:pt x="10882" y="1078"/>
                  <a:pt x="10871" y="1081"/>
                  <a:pt x="10859" y="1084"/>
                </a:cubicBezTo>
                <a:cubicBezTo>
                  <a:pt x="10847" y="1086"/>
                  <a:pt x="10836" y="1087"/>
                  <a:pt x="10824" y="1087"/>
                </a:cubicBezTo>
                <a:lnTo>
                  <a:pt x="182" y="1087"/>
                </a:lnTo>
                <a:cubicBezTo>
                  <a:pt x="170" y="1087"/>
                  <a:pt x="158" y="1086"/>
                  <a:pt x="146" y="1084"/>
                </a:cubicBezTo>
                <a:cubicBezTo>
                  <a:pt x="135" y="1081"/>
                  <a:pt x="123" y="1078"/>
                  <a:pt x="112" y="1073"/>
                </a:cubicBezTo>
                <a:cubicBezTo>
                  <a:pt x="101" y="1069"/>
                  <a:pt x="91" y="1063"/>
                  <a:pt x="81" y="1057"/>
                </a:cubicBezTo>
                <a:cubicBezTo>
                  <a:pt x="71" y="1050"/>
                  <a:pt x="62" y="1043"/>
                  <a:pt x="54" y="1034"/>
                </a:cubicBezTo>
                <a:cubicBezTo>
                  <a:pt x="45" y="1026"/>
                  <a:pt x="38" y="1017"/>
                  <a:pt x="31" y="1007"/>
                </a:cubicBezTo>
                <a:cubicBezTo>
                  <a:pt x="24" y="997"/>
                  <a:pt x="19" y="986"/>
                  <a:pt x="14" y="975"/>
                </a:cubicBezTo>
                <a:cubicBezTo>
                  <a:pt x="10" y="964"/>
                  <a:pt x="6" y="953"/>
                  <a:pt x="4" y="941"/>
                </a:cubicBezTo>
                <a:cubicBezTo>
                  <a:pt x="2" y="930"/>
                  <a:pt x="0" y="918"/>
                  <a:pt x="0" y="906"/>
                </a:cubicBezTo>
                <a:lnTo>
                  <a:pt x="0" y="181"/>
                </a:lnTo>
                <a:cubicBezTo>
                  <a:pt x="0" y="169"/>
                  <a:pt x="2" y="157"/>
                  <a:pt x="4" y="146"/>
                </a:cubicBezTo>
                <a:cubicBezTo>
                  <a:pt x="6" y="134"/>
                  <a:pt x="10" y="123"/>
                  <a:pt x="14" y="112"/>
                </a:cubicBezTo>
                <a:cubicBezTo>
                  <a:pt x="19" y="101"/>
                  <a:pt x="24" y="90"/>
                  <a:pt x="31" y="80"/>
                </a:cubicBezTo>
                <a:cubicBezTo>
                  <a:pt x="38" y="70"/>
                  <a:pt x="45" y="61"/>
                  <a:pt x="54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1" y="18"/>
                  <a:pt x="112" y="14"/>
                </a:cubicBezTo>
                <a:cubicBezTo>
                  <a:pt x="123" y="9"/>
                  <a:pt x="135" y="6"/>
                  <a:pt x="146" y="3"/>
                </a:cubicBezTo>
                <a:cubicBezTo>
                  <a:pt x="158" y="1"/>
                  <a:pt x="170" y="0"/>
                  <a:pt x="182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6" name=""/>
          <p:cNvSpPr/>
          <p:nvPr/>
        </p:nvSpPr>
        <p:spPr>
          <a:xfrm>
            <a:off x="2331720" y="1659240"/>
            <a:ext cx="3961800" cy="391320"/>
          </a:xfrm>
          <a:custGeom>
            <a:avLst/>
            <a:gdLst/>
            <a:ahLst/>
            <a:rect l="0" t="0" r="r" b="b"/>
            <a:pathLst>
              <a:path w="11005" h="1087">
                <a:moveTo>
                  <a:pt x="182" y="0"/>
                </a:moveTo>
                <a:lnTo>
                  <a:pt x="10824" y="0"/>
                </a:lnTo>
                <a:cubicBezTo>
                  <a:pt x="10836" y="0"/>
                  <a:pt x="10847" y="1"/>
                  <a:pt x="10859" y="3"/>
                </a:cubicBezTo>
                <a:cubicBezTo>
                  <a:pt x="10871" y="6"/>
                  <a:pt x="10882" y="9"/>
                  <a:pt x="10893" y="14"/>
                </a:cubicBezTo>
                <a:cubicBezTo>
                  <a:pt x="10904" y="18"/>
                  <a:pt x="10915" y="24"/>
                  <a:pt x="10924" y="30"/>
                </a:cubicBezTo>
                <a:cubicBezTo>
                  <a:pt x="10934" y="37"/>
                  <a:pt x="10943" y="45"/>
                  <a:pt x="10952" y="53"/>
                </a:cubicBezTo>
                <a:cubicBezTo>
                  <a:pt x="10960" y="61"/>
                  <a:pt x="10968" y="70"/>
                  <a:pt x="10974" y="80"/>
                </a:cubicBezTo>
                <a:cubicBezTo>
                  <a:pt x="10981" y="90"/>
                  <a:pt x="10987" y="101"/>
                  <a:pt x="10991" y="112"/>
                </a:cubicBezTo>
                <a:cubicBezTo>
                  <a:pt x="10996" y="123"/>
                  <a:pt x="10999" y="134"/>
                  <a:pt x="11001" y="146"/>
                </a:cubicBezTo>
                <a:cubicBezTo>
                  <a:pt x="11004" y="157"/>
                  <a:pt x="11005" y="169"/>
                  <a:pt x="11005" y="181"/>
                </a:cubicBezTo>
                <a:lnTo>
                  <a:pt x="11005" y="906"/>
                </a:lnTo>
                <a:cubicBezTo>
                  <a:pt x="11005" y="918"/>
                  <a:pt x="11004" y="930"/>
                  <a:pt x="11001" y="941"/>
                </a:cubicBezTo>
                <a:cubicBezTo>
                  <a:pt x="10999" y="953"/>
                  <a:pt x="10996" y="964"/>
                  <a:pt x="10991" y="975"/>
                </a:cubicBezTo>
                <a:cubicBezTo>
                  <a:pt x="10987" y="986"/>
                  <a:pt x="10981" y="997"/>
                  <a:pt x="10974" y="1007"/>
                </a:cubicBezTo>
                <a:cubicBezTo>
                  <a:pt x="10968" y="1017"/>
                  <a:pt x="10960" y="1026"/>
                  <a:pt x="10952" y="1034"/>
                </a:cubicBezTo>
                <a:cubicBezTo>
                  <a:pt x="10943" y="1043"/>
                  <a:pt x="10934" y="1050"/>
                  <a:pt x="10924" y="1057"/>
                </a:cubicBezTo>
                <a:cubicBezTo>
                  <a:pt x="10915" y="1063"/>
                  <a:pt x="10904" y="1069"/>
                  <a:pt x="10893" y="1073"/>
                </a:cubicBezTo>
                <a:cubicBezTo>
                  <a:pt x="10882" y="1078"/>
                  <a:pt x="10871" y="1081"/>
                  <a:pt x="10859" y="1084"/>
                </a:cubicBezTo>
                <a:cubicBezTo>
                  <a:pt x="10847" y="1086"/>
                  <a:pt x="10836" y="1087"/>
                  <a:pt x="10824" y="1087"/>
                </a:cubicBezTo>
                <a:lnTo>
                  <a:pt x="182" y="1087"/>
                </a:lnTo>
                <a:cubicBezTo>
                  <a:pt x="170" y="1087"/>
                  <a:pt x="158" y="1086"/>
                  <a:pt x="146" y="1084"/>
                </a:cubicBezTo>
                <a:cubicBezTo>
                  <a:pt x="135" y="1081"/>
                  <a:pt x="123" y="1078"/>
                  <a:pt x="112" y="1073"/>
                </a:cubicBezTo>
                <a:cubicBezTo>
                  <a:pt x="101" y="1069"/>
                  <a:pt x="91" y="1063"/>
                  <a:pt x="81" y="1057"/>
                </a:cubicBezTo>
                <a:cubicBezTo>
                  <a:pt x="71" y="1050"/>
                  <a:pt x="62" y="1043"/>
                  <a:pt x="54" y="1034"/>
                </a:cubicBezTo>
                <a:cubicBezTo>
                  <a:pt x="45" y="1026"/>
                  <a:pt x="38" y="1017"/>
                  <a:pt x="31" y="1007"/>
                </a:cubicBezTo>
                <a:cubicBezTo>
                  <a:pt x="24" y="997"/>
                  <a:pt x="19" y="986"/>
                  <a:pt x="14" y="975"/>
                </a:cubicBezTo>
                <a:cubicBezTo>
                  <a:pt x="10" y="964"/>
                  <a:pt x="6" y="953"/>
                  <a:pt x="4" y="941"/>
                </a:cubicBezTo>
                <a:cubicBezTo>
                  <a:pt x="2" y="930"/>
                  <a:pt x="0" y="918"/>
                  <a:pt x="0" y="906"/>
                </a:cubicBezTo>
                <a:lnTo>
                  <a:pt x="0" y="181"/>
                </a:lnTo>
                <a:cubicBezTo>
                  <a:pt x="0" y="169"/>
                  <a:pt x="2" y="157"/>
                  <a:pt x="4" y="146"/>
                </a:cubicBezTo>
                <a:cubicBezTo>
                  <a:pt x="6" y="134"/>
                  <a:pt x="10" y="123"/>
                  <a:pt x="14" y="112"/>
                </a:cubicBezTo>
                <a:cubicBezTo>
                  <a:pt x="19" y="101"/>
                  <a:pt x="24" y="90"/>
                  <a:pt x="31" y="80"/>
                </a:cubicBezTo>
                <a:cubicBezTo>
                  <a:pt x="38" y="70"/>
                  <a:pt x="45" y="61"/>
                  <a:pt x="54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1" y="18"/>
                  <a:pt x="112" y="14"/>
                </a:cubicBezTo>
                <a:cubicBezTo>
                  <a:pt x="123" y="9"/>
                  <a:pt x="135" y="6"/>
                  <a:pt x="146" y="3"/>
                </a:cubicBezTo>
                <a:cubicBezTo>
                  <a:pt x="158" y="1"/>
                  <a:pt x="170" y="0"/>
                  <a:pt x="182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7" name=""/>
          <p:cNvSpPr/>
          <p:nvPr/>
        </p:nvSpPr>
        <p:spPr>
          <a:xfrm>
            <a:off x="6130080" y="1716120"/>
            <a:ext cx="106200" cy="98280"/>
          </a:xfrm>
          <a:custGeom>
            <a:avLst/>
            <a:gdLst/>
            <a:ahLst/>
            <a:rect l="0" t="0" r="r" b="b"/>
            <a:pathLst>
              <a:path w="295" h="273">
                <a:moveTo>
                  <a:pt x="0" y="68"/>
                </a:moveTo>
                <a:lnTo>
                  <a:pt x="182" y="68"/>
                </a:lnTo>
                <a:lnTo>
                  <a:pt x="182" y="0"/>
                </a:lnTo>
                <a:lnTo>
                  <a:pt x="295" y="136"/>
                </a:lnTo>
                <a:lnTo>
                  <a:pt x="182" y="273"/>
                </a:lnTo>
                <a:lnTo>
                  <a:pt x="182" y="204"/>
                </a:lnTo>
                <a:lnTo>
                  <a:pt x="0" y="204"/>
                </a:lnTo>
                <a:lnTo>
                  <a:pt x="0" y="68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636480" y="1846800"/>
            <a:ext cx="13006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2413440" y="1715400"/>
            <a:ext cx="53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0" name=""/>
          <p:cNvSpPr/>
          <p:nvPr/>
        </p:nvSpPr>
        <p:spPr>
          <a:xfrm>
            <a:off x="972720" y="2050200"/>
            <a:ext cx="12600" cy="163440"/>
          </a:xfrm>
          <a:custGeom>
            <a:avLst/>
            <a:gdLst/>
            <a:ahLst/>
            <a:rect l="0" t="0" r="r" b="b"/>
            <a:pathLst>
              <a:path w="35" h="454">
                <a:moveTo>
                  <a:pt x="35" y="0"/>
                </a:moveTo>
                <a:lnTo>
                  <a:pt x="35" y="68"/>
                </a:lnTo>
                <a:lnTo>
                  <a:pt x="0" y="68"/>
                </a:lnTo>
                <a:lnTo>
                  <a:pt x="0" y="0"/>
                </a:lnTo>
                <a:lnTo>
                  <a:pt x="35" y="0"/>
                </a:lnTo>
                <a:moveTo>
                  <a:pt x="35" y="136"/>
                </a:moveTo>
                <a:lnTo>
                  <a:pt x="35" y="204"/>
                </a:lnTo>
                <a:lnTo>
                  <a:pt x="0" y="204"/>
                </a:lnTo>
                <a:lnTo>
                  <a:pt x="0" y="136"/>
                </a:lnTo>
                <a:lnTo>
                  <a:pt x="35" y="136"/>
                </a:lnTo>
                <a:moveTo>
                  <a:pt x="35" y="272"/>
                </a:moveTo>
                <a:lnTo>
                  <a:pt x="35" y="340"/>
                </a:lnTo>
                <a:lnTo>
                  <a:pt x="0" y="340"/>
                </a:lnTo>
                <a:lnTo>
                  <a:pt x="0" y="272"/>
                </a:lnTo>
                <a:lnTo>
                  <a:pt x="35" y="272"/>
                </a:lnTo>
                <a:moveTo>
                  <a:pt x="35" y="409"/>
                </a:moveTo>
                <a:lnTo>
                  <a:pt x="35" y="454"/>
                </a:lnTo>
                <a:lnTo>
                  <a:pt x="0" y="454"/>
                </a:lnTo>
                <a:lnTo>
                  <a:pt x="0" y="409"/>
                </a:lnTo>
                <a:lnTo>
                  <a:pt x="35" y="409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1" name=""/>
          <p:cNvSpPr/>
          <p:nvPr/>
        </p:nvSpPr>
        <p:spPr>
          <a:xfrm>
            <a:off x="938160" y="2164320"/>
            <a:ext cx="81720" cy="49320"/>
          </a:xfrm>
          <a:custGeom>
            <a:avLst/>
            <a:gdLst/>
            <a:ahLst/>
            <a:rect l="0" t="0" r="r" b="b"/>
            <a:pathLst>
              <a:path fill="none" w="227" h="137">
                <a:moveTo>
                  <a:pt x="0" y="0"/>
                </a:moveTo>
                <a:lnTo>
                  <a:pt x="113" y="137"/>
                </a:lnTo>
                <a:lnTo>
                  <a:pt x="227" y="0"/>
                </a:lnTo>
              </a:path>
            </a:pathLst>
          </a:custGeom>
          <a:ln w="11880">
            <a:solidFill>
              <a:srgbClr val="a8a85a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2" name=""/>
          <p:cNvSpPr/>
          <p:nvPr/>
        </p:nvSpPr>
        <p:spPr>
          <a:xfrm>
            <a:off x="783360" y="2245680"/>
            <a:ext cx="7995960" cy="1092240"/>
          </a:xfrm>
          <a:custGeom>
            <a:avLst/>
            <a:gdLst/>
            <a:ahLst/>
            <a:rect l="0" t="0" r="r" b="b"/>
            <a:pathLst>
              <a:path w="22211" h="3034">
                <a:moveTo>
                  <a:pt x="0" y="0"/>
                </a:moveTo>
                <a:lnTo>
                  <a:pt x="22211" y="0"/>
                </a:lnTo>
                <a:lnTo>
                  <a:pt x="22211" y="3034"/>
                </a:lnTo>
                <a:lnTo>
                  <a:pt x="0" y="303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3" name=""/>
          <p:cNvSpPr/>
          <p:nvPr/>
        </p:nvSpPr>
        <p:spPr>
          <a:xfrm>
            <a:off x="779040" y="2241720"/>
            <a:ext cx="8004600" cy="1100160"/>
          </a:xfrm>
          <a:custGeom>
            <a:avLst/>
            <a:gdLst/>
            <a:ahLst/>
            <a:rect l="0" t="0" r="r" b="b"/>
            <a:pathLst>
              <a:path w="22235" h="3056">
                <a:moveTo>
                  <a:pt x="193" y="0"/>
                </a:moveTo>
                <a:lnTo>
                  <a:pt x="306" y="0"/>
                </a:lnTo>
                <a:lnTo>
                  <a:pt x="306" y="23"/>
                </a:lnTo>
                <a:lnTo>
                  <a:pt x="193" y="23"/>
                </a:lnTo>
                <a:lnTo>
                  <a:pt x="193" y="0"/>
                </a:lnTo>
                <a:moveTo>
                  <a:pt x="374" y="0"/>
                </a:moveTo>
                <a:lnTo>
                  <a:pt x="487" y="0"/>
                </a:lnTo>
                <a:lnTo>
                  <a:pt x="487" y="23"/>
                </a:lnTo>
                <a:lnTo>
                  <a:pt x="374" y="23"/>
                </a:lnTo>
                <a:lnTo>
                  <a:pt x="374" y="0"/>
                </a:lnTo>
                <a:moveTo>
                  <a:pt x="555" y="0"/>
                </a:moveTo>
                <a:lnTo>
                  <a:pt x="668" y="0"/>
                </a:lnTo>
                <a:lnTo>
                  <a:pt x="668" y="23"/>
                </a:lnTo>
                <a:lnTo>
                  <a:pt x="555" y="23"/>
                </a:lnTo>
                <a:lnTo>
                  <a:pt x="555" y="0"/>
                </a:lnTo>
                <a:moveTo>
                  <a:pt x="736" y="0"/>
                </a:moveTo>
                <a:lnTo>
                  <a:pt x="849" y="0"/>
                </a:lnTo>
                <a:lnTo>
                  <a:pt x="849" y="23"/>
                </a:lnTo>
                <a:lnTo>
                  <a:pt x="736" y="23"/>
                </a:lnTo>
                <a:lnTo>
                  <a:pt x="736" y="0"/>
                </a:lnTo>
                <a:moveTo>
                  <a:pt x="917" y="0"/>
                </a:moveTo>
                <a:lnTo>
                  <a:pt x="1031" y="0"/>
                </a:lnTo>
                <a:lnTo>
                  <a:pt x="1031" y="23"/>
                </a:lnTo>
                <a:lnTo>
                  <a:pt x="917" y="23"/>
                </a:lnTo>
                <a:lnTo>
                  <a:pt x="917" y="0"/>
                </a:lnTo>
                <a:moveTo>
                  <a:pt x="1098" y="0"/>
                </a:moveTo>
                <a:lnTo>
                  <a:pt x="1212" y="0"/>
                </a:lnTo>
                <a:lnTo>
                  <a:pt x="1212" y="23"/>
                </a:lnTo>
                <a:lnTo>
                  <a:pt x="1098" y="23"/>
                </a:lnTo>
                <a:lnTo>
                  <a:pt x="1098" y="0"/>
                </a:lnTo>
                <a:moveTo>
                  <a:pt x="1280" y="0"/>
                </a:moveTo>
                <a:lnTo>
                  <a:pt x="1393" y="0"/>
                </a:lnTo>
                <a:lnTo>
                  <a:pt x="1393" y="23"/>
                </a:lnTo>
                <a:lnTo>
                  <a:pt x="1280" y="23"/>
                </a:lnTo>
                <a:lnTo>
                  <a:pt x="1280" y="0"/>
                </a:lnTo>
                <a:moveTo>
                  <a:pt x="1461" y="0"/>
                </a:moveTo>
                <a:lnTo>
                  <a:pt x="1574" y="0"/>
                </a:lnTo>
                <a:lnTo>
                  <a:pt x="1574" y="23"/>
                </a:lnTo>
                <a:lnTo>
                  <a:pt x="1461" y="23"/>
                </a:lnTo>
                <a:lnTo>
                  <a:pt x="1461" y="0"/>
                </a:lnTo>
                <a:moveTo>
                  <a:pt x="1642" y="0"/>
                </a:moveTo>
                <a:lnTo>
                  <a:pt x="1755" y="0"/>
                </a:lnTo>
                <a:lnTo>
                  <a:pt x="1755" y="23"/>
                </a:lnTo>
                <a:lnTo>
                  <a:pt x="1642" y="23"/>
                </a:lnTo>
                <a:lnTo>
                  <a:pt x="1642" y="0"/>
                </a:lnTo>
                <a:moveTo>
                  <a:pt x="1823" y="0"/>
                </a:moveTo>
                <a:lnTo>
                  <a:pt x="1936" y="0"/>
                </a:lnTo>
                <a:lnTo>
                  <a:pt x="1936" y="23"/>
                </a:lnTo>
                <a:lnTo>
                  <a:pt x="1823" y="23"/>
                </a:lnTo>
                <a:lnTo>
                  <a:pt x="1823" y="0"/>
                </a:lnTo>
                <a:moveTo>
                  <a:pt x="2004" y="0"/>
                </a:moveTo>
                <a:lnTo>
                  <a:pt x="2117" y="0"/>
                </a:lnTo>
                <a:lnTo>
                  <a:pt x="2117" y="23"/>
                </a:lnTo>
                <a:lnTo>
                  <a:pt x="2004" y="23"/>
                </a:lnTo>
                <a:lnTo>
                  <a:pt x="2004" y="0"/>
                </a:lnTo>
                <a:moveTo>
                  <a:pt x="2185" y="0"/>
                </a:moveTo>
                <a:lnTo>
                  <a:pt x="2298" y="0"/>
                </a:lnTo>
                <a:lnTo>
                  <a:pt x="2298" y="23"/>
                </a:lnTo>
                <a:lnTo>
                  <a:pt x="2185" y="23"/>
                </a:lnTo>
                <a:lnTo>
                  <a:pt x="2185" y="0"/>
                </a:lnTo>
                <a:moveTo>
                  <a:pt x="2366" y="0"/>
                </a:moveTo>
                <a:lnTo>
                  <a:pt x="2480" y="0"/>
                </a:lnTo>
                <a:lnTo>
                  <a:pt x="2480" y="23"/>
                </a:lnTo>
                <a:lnTo>
                  <a:pt x="2366" y="23"/>
                </a:lnTo>
                <a:lnTo>
                  <a:pt x="2366" y="0"/>
                </a:lnTo>
                <a:moveTo>
                  <a:pt x="2547" y="0"/>
                </a:moveTo>
                <a:lnTo>
                  <a:pt x="2661" y="0"/>
                </a:lnTo>
                <a:lnTo>
                  <a:pt x="2661" y="23"/>
                </a:lnTo>
                <a:lnTo>
                  <a:pt x="2547" y="23"/>
                </a:lnTo>
                <a:lnTo>
                  <a:pt x="2547" y="0"/>
                </a:lnTo>
                <a:moveTo>
                  <a:pt x="2729" y="0"/>
                </a:moveTo>
                <a:lnTo>
                  <a:pt x="2842" y="0"/>
                </a:lnTo>
                <a:lnTo>
                  <a:pt x="2842" y="23"/>
                </a:lnTo>
                <a:lnTo>
                  <a:pt x="2729" y="23"/>
                </a:lnTo>
                <a:lnTo>
                  <a:pt x="2729" y="0"/>
                </a:lnTo>
                <a:moveTo>
                  <a:pt x="2910" y="0"/>
                </a:moveTo>
                <a:lnTo>
                  <a:pt x="3023" y="0"/>
                </a:lnTo>
                <a:lnTo>
                  <a:pt x="3023" y="23"/>
                </a:lnTo>
                <a:lnTo>
                  <a:pt x="2910" y="23"/>
                </a:lnTo>
                <a:lnTo>
                  <a:pt x="2910" y="0"/>
                </a:lnTo>
                <a:moveTo>
                  <a:pt x="3091" y="0"/>
                </a:moveTo>
                <a:lnTo>
                  <a:pt x="3204" y="0"/>
                </a:lnTo>
                <a:lnTo>
                  <a:pt x="3204" y="23"/>
                </a:lnTo>
                <a:lnTo>
                  <a:pt x="3091" y="23"/>
                </a:lnTo>
                <a:lnTo>
                  <a:pt x="3091" y="0"/>
                </a:lnTo>
                <a:moveTo>
                  <a:pt x="3272" y="0"/>
                </a:moveTo>
                <a:lnTo>
                  <a:pt x="3385" y="0"/>
                </a:lnTo>
                <a:lnTo>
                  <a:pt x="3385" y="23"/>
                </a:lnTo>
                <a:lnTo>
                  <a:pt x="3272" y="23"/>
                </a:lnTo>
                <a:lnTo>
                  <a:pt x="3272" y="0"/>
                </a:lnTo>
                <a:moveTo>
                  <a:pt x="3453" y="0"/>
                </a:moveTo>
                <a:lnTo>
                  <a:pt x="3566" y="0"/>
                </a:lnTo>
                <a:lnTo>
                  <a:pt x="3566" y="23"/>
                </a:lnTo>
                <a:lnTo>
                  <a:pt x="3453" y="23"/>
                </a:lnTo>
                <a:lnTo>
                  <a:pt x="3453" y="0"/>
                </a:lnTo>
                <a:moveTo>
                  <a:pt x="3634" y="0"/>
                </a:moveTo>
                <a:lnTo>
                  <a:pt x="3747" y="0"/>
                </a:lnTo>
                <a:lnTo>
                  <a:pt x="3747" y="23"/>
                </a:lnTo>
                <a:lnTo>
                  <a:pt x="3634" y="23"/>
                </a:lnTo>
                <a:lnTo>
                  <a:pt x="3634" y="0"/>
                </a:lnTo>
                <a:moveTo>
                  <a:pt x="3815" y="0"/>
                </a:moveTo>
                <a:lnTo>
                  <a:pt x="3929" y="0"/>
                </a:lnTo>
                <a:lnTo>
                  <a:pt x="3929" y="23"/>
                </a:lnTo>
                <a:lnTo>
                  <a:pt x="3815" y="23"/>
                </a:lnTo>
                <a:lnTo>
                  <a:pt x="3815" y="0"/>
                </a:lnTo>
                <a:moveTo>
                  <a:pt x="3996" y="0"/>
                </a:moveTo>
                <a:lnTo>
                  <a:pt x="4110" y="0"/>
                </a:lnTo>
                <a:lnTo>
                  <a:pt x="4110" y="23"/>
                </a:lnTo>
                <a:lnTo>
                  <a:pt x="3996" y="23"/>
                </a:lnTo>
                <a:lnTo>
                  <a:pt x="3996" y="0"/>
                </a:lnTo>
                <a:moveTo>
                  <a:pt x="4178" y="0"/>
                </a:moveTo>
                <a:lnTo>
                  <a:pt x="4291" y="0"/>
                </a:lnTo>
                <a:lnTo>
                  <a:pt x="4291" y="23"/>
                </a:lnTo>
                <a:lnTo>
                  <a:pt x="4178" y="23"/>
                </a:lnTo>
                <a:lnTo>
                  <a:pt x="4178" y="0"/>
                </a:lnTo>
                <a:moveTo>
                  <a:pt x="4359" y="0"/>
                </a:moveTo>
                <a:lnTo>
                  <a:pt x="4472" y="0"/>
                </a:lnTo>
                <a:lnTo>
                  <a:pt x="4472" y="23"/>
                </a:lnTo>
                <a:lnTo>
                  <a:pt x="4359" y="23"/>
                </a:lnTo>
                <a:lnTo>
                  <a:pt x="4359" y="0"/>
                </a:lnTo>
                <a:moveTo>
                  <a:pt x="4540" y="0"/>
                </a:moveTo>
                <a:lnTo>
                  <a:pt x="4653" y="0"/>
                </a:lnTo>
                <a:lnTo>
                  <a:pt x="4653" y="23"/>
                </a:lnTo>
                <a:lnTo>
                  <a:pt x="4540" y="23"/>
                </a:lnTo>
                <a:lnTo>
                  <a:pt x="4540" y="0"/>
                </a:lnTo>
                <a:moveTo>
                  <a:pt x="4721" y="0"/>
                </a:moveTo>
                <a:lnTo>
                  <a:pt x="4834" y="0"/>
                </a:lnTo>
                <a:lnTo>
                  <a:pt x="4834" y="23"/>
                </a:lnTo>
                <a:lnTo>
                  <a:pt x="4721" y="23"/>
                </a:lnTo>
                <a:lnTo>
                  <a:pt x="4721" y="0"/>
                </a:lnTo>
                <a:moveTo>
                  <a:pt x="4902" y="0"/>
                </a:moveTo>
                <a:lnTo>
                  <a:pt x="5015" y="0"/>
                </a:lnTo>
                <a:lnTo>
                  <a:pt x="5015" y="23"/>
                </a:lnTo>
                <a:lnTo>
                  <a:pt x="4902" y="23"/>
                </a:lnTo>
                <a:lnTo>
                  <a:pt x="4902" y="0"/>
                </a:lnTo>
                <a:moveTo>
                  <a:pt x="5083" y="0"/>
                </a:moveTo>
                <a:lnTo>
                  <a:pt x="5196" y="0"/>
                </a:lnTo>
                <a:lnTo>
                  <a:pt x="5196" y="23"/>
                </a:lnTo>
                <a:lnTo>
                  <a:pt x="5083" y="23"/>
                </a:lnTo>
                <a:lnTo>
                  <a:pt x="5083" y="0"/>
                </a:lnTo>
                <a:moveTo>
                  <a:pt x="5264" y="0"/>
                </a:moveTo>
                <a:lnTo>
                  <a:pt x="5378" y="0"/>
                </a:lnTo>
                <a:lnTo>
                  <a:pt x="5378" y="23"/>
                </a:lnTo>
                <a:lnTo>
                  <a:pt x="5264" y="23"/>
                </a:lnTo>
                <a:lnTo>
                  <a:pt x="5264" y="0"/>
                </a:lnTo>
                <a:moveTo>
                  <a:pt x="5446" y="0"/>
                </a:moveTo>
                <a:lnTo>
                  <a:pt x="5559" y="0"/>
                </a:lnTo>
                <a:lnTo>
                  <a:pt x="5559" y="23"/>
                </a:lnTo>
                <a:lnTo>
                  <a:pt x="5446" y="23"/>
                </a:lnTo>
                <a:lnTo>
                  <a:pt x="5446" y="0"/>
                </a:lnTo>
                <a:moveTo>
                  <a:pt x="5627" y="0"/>
                </a:moveTo>
                <a:lnTo>
                  <a:pt x="5740" y="0"/>
                </a:lnTo>
                <a:lnTo>
                  <a:pt x="5740" y="23"/>
                </a:lnTo>
                <a:lnTo>
                  <a:pt x="5627" y="23"/>
                </a:lnTo>
                <a:lnTo>
                  <a:pt x="5627" y="0"/>
                </a:lnTo>
                <a:moveTo>
                  <a:pt x="5808" y="0"/>
                </a:moveTo>
                <a:lnTo>
                  <a:pt x="5921" y="0"/>
                </a:lnTo>
                <a:lnTo>
                  <a:pt x="5921" y="23"/>
                </a:lnTo>
                <a:lnTo>
                  <a:pt x="5808" y="23"/>
                </a:lnTo>
                <a:lnTo>
                  <a:pt x="5808" y="0"/>
                </a:lnTo>
                <a:moveTo>
                  <a:pt x="5989" y="0"/>
                </a:moveTo>
                <a:lnTo>
                  <a:pt x="6102" y="0"/>
                </a:lnTo>
                <a:lnTo>
                  <a:pt x="6102" y="23"/>
                </a:lnTo>
                <a:lnTo>
                  <a:pt x="5989" y="23"/>
                </a:lnTo>
                <a:lnTo>
                  <a:pt x="5989" y="0"/>
                </a:lnTo>
                <a:moveTo>
                  <a:pt x="6170" y="0"/>
                </a:moveTo>
                <a:lnTo>
                  <a:pt x="6283" y="0"/>
                </a:lnTo>
                <a:lnTo>
                  <a:pt x="6283" y="23"/>
                </a:lnTo>
                <a:lnTo>
                  <a:pt x="6170" y="23"/>
                </a:lnTo>
                <a:lnTo>
                  <a:pt x="6170" y="0"/>
                </a:lnTo>
                <a:moveTo>
                  <a:pt x="6351" y="0"/>
                </a:moveTo>
                <a:lnTo>
                  <a:pt x="6464" y="0"/>
                </a:lnTo>
                <a:lnTo>
                  <a:pt x="6464" y="23"/>
                </a:lnTo>
                <a:lnTo>
                  <a:pt x="6351" y="23"/>
                </a:lnTo>
                <a:lnTo>
                  <a:pt x="6351" y="0"/>
                </a:lnTo>
                <a:moveTo>
                  <a:pt x="6532" y="0"/>
                </a:moveTo>
                <a:lnTo>
                  <a:pt x="6645" y="0"/>
                </a:lnTo>
                <a:lnTo>
                  <a:pt x="6645" y="23"/>
                </a:lnTo>
                <a:lnTo>
                  <a:pt x="6532" y="23"/>
                </a:lnTo>
                <a:lnTo>
                  <a:pt x="6532" y="0"/>
                </a:lnTo>
                <a:moveTo>
                  <a:pt x="6713" y="0"/>
                </a:moveTo>
                <a:lnTo>
                  <a:pt x="6827" y="0"/>
                </a:lnTo>
                <a:lnTo>
                  <a:pt x="6827" y="23"/>
                </a:lnTo>
                <a:lnTo>
                  <a:pt x="6713" y="23"/>
                </a:lnTo>
                <a:lnTo>
                  <a:pt x="6713" y="0"/>
                </a:lnTo>
                <a:moveTo>
                  <a:pt x="6895" y="0"/>
                </a:moveTo>
                <a:lnTo>
                  <a:pt x="7008" y="0"/>
                </a:lnTo>
                <a:lnTo>
                  <a:pt x="7008" y="23"/>
                </a:lnTo>
                <a:lnTo>
                  <a:pt x="6895" y="23"/>
                </a:lnTo>
                <a:lnTo>
                  <a:pt x="6895" y="0"/>
                </a:lnTo>
                <a:moveTo>
                  <a:pt x="7076" y="0"/>
                </a:moveTo>
                <a:lnTo>
                  <a:pt x="7189" y="0"/>
                </a:lnTo>
                <a:lnTo>
                  <a:pt x="7189" y="23"/>
                </a:lnTo>
                <a:lnTo>
                  <a:pt x="7076" y="23"/>
                </a:lnTo>
                <a:lnTo>
                  <a:pt x="7076" y="0"/>
                </a:lnTo>
                <a:moveTo>
                  <a:pt x="7257" y="0"/>
                </a:moveTo>
                <a:lnTo>
                  <a:pt x="7370" y="0"/>
                </a:lnTo>
                <a:lnTo>
                  <a:pt x="7370" y="23"/>
                </a:lnTo>
                <a:lnTo>
                  <a:pt x="7257" y="23"/>
                </a:lnTo>
                <a:lnTo>
                  <a:pt x="7257" y="0"/>
                </a:lnTo>
                <a:moveTo>
                  <a:pt x="7438" y="0"/>
                </a:moveTo>
                <a:lnTo>
                  <a:pt x="7551" y="0"/>
                </a:lnTo>
                <a:lnTo>
                  <a:pt x="7551" y="23"/>
                </a:lnTo>
                <a:lnTo>
                  <a:pt x="7438" y="23"/>
                </a:lnTo>
                <a:lnTo>
                  <a:pt x="7438" y="0"/>
                </a:lnTo>
                <a:moveTo>
                  <a:pt x="7619" y="0"/>
                </a:moveTo>
                <a:lnTo>
                  <a:pt x="7732" y="0"/>
                </a:lnTo>
                <a:lnTo>
                  <a:pt x="7732" y="23"/>
                </a:lnTo>
                <a:lnTo>
                  <a:pt x="7619" y="23"/>
                </a:lnTo>
                <a:lnTo>
                  <a:pt x="7619" y="0"/>
                </a:lnTo>
                <a:moveTo>
                  <a:pt x="7800" y="0"/>
                </a:moveTo>
                <a:lnTo>
                  <a:pt x="7913" y="0"/>
                </a:lnTo>
                <a:lnTo>
                  <a:pt x="7913" y="23"/>
                </a:lnTo>
                <a:lnTo>
                  <a:pt x="7800" y="23"/>
                </a:lnTo>
                <a:lnTo>
                  <a:pt x="7800" y="0"/>
                </a:lnTo>
                <a:moveTo>
                  <a:pt x="7981" y="0"/>
                </a:moveTo>
                <a:lnTo>
                  <a:pt x="8094" y="0"/>
                </a:lnTo>
                <a:lnTo>
                  <a:pt x="8094" y="23"/>
                </a:lnTo>
                <a:lnTo>
                  <a:pt x="7981" y="23"/>
                </a:lnTo>
                <a:lnTo>
                  <a:pt x="7981" y="0"/>
                </a:lnTo>
                <a:moveTo>
                  <a:pt x="8162" y="0"/>
                </a:moveTo>
                <a:lnTo>
                  <a:pt x="8276" y="0"/>
                </a:lnTo>
                <a:lnTo>
                  <a:pt x="8276" y="23"/>
                </a:lnTo>
                <a:lnTo>
                  <a:pt x="8162" y="23"/>
                </a:lnTo>
                <a:lnTo>
                  <a:pt x="8162" y="0"/>
                </a:lnTo>
                <a:moveTo>
                  <a:pt x="8344" y="0"/>
                </a:moveTo>
                <a:lnTo>
                  <a:pt x="8457" y="0"/>
                </a:lnTo>
                <a:lnTo>
                  <a:pt x="8457" y="23"/>
                </a:lnTo>
                <a:lnTo>
                  <a:pt x="8344" y="23"/>
                </a:lnTo>
                <a:lnTo>
                  <a:pt x="8344" y="0"/>
                </a:lnTo>
                <a:moveTo>
                  <a:pt x="8525" y="0"/>
                </a:moveTo>
                <a:lnTo>
                  <a:pt x="8638" y="0"/>
                </a:lnTo>
                <a:lnTo>
                  <a:pt x="8638" y="23"/>
                </a:lnTo>
                <a:lnTo>
                  <a:pt x="8525" y="23"/>
                </a:lnTo>
                <a:lnTo>
                  <a:pt x="8525" y="0"/>
                </a:lnTo>
                <a:moveTo>
                  <a:pt x="8706" y="0"/>
                </a:moveTo>
                <a:lnTo>
                  <a:pt x="8819" y="0"/>
                </a:lnTo>
                <a:lnTo>
                  <a:pt x="8819" y="23"/>
                </a:lnTo>
                <a:lnTo>
                  <a:pt x="8706" y="23"/>
                </a:lnTo>
                <a:lnTo>
                  <a:pt x="8706" y="0"/>
                </a:lnTo>
                <a:moveTo>
                  <a:pt x="8887" y="0"/>
                </a:moveTo>
                <a:lnTo>
                  <a:pt x="9001" y="0"/>
                </a:lnTo>
                <a:lnTo>
                  <a:pt x="9001" y="23"/>
                </a:lnTo>
                <a:lnTo>
                  <a:pt x="8887" y="23"/>
                </a:lnTo>
                <a:lnTo>
                  <a:pt x="8887" y="0"/>
                </a:lnTo>
                <a:moveTo>
                  <a:pt x="9069" y="0"/>
                </a:moveTo>
                <a:lnTo>
                  <a:pt x="9182" y="0"/>
                </a:lnTo>
                <a:lnTo>
                  <a:pt x="9182" y="23"/>
                </a:lnTo>
                <a:lnTo>
                  <a:pt x="9069" y="23"/>
                </a:lnTo>
                <a:lnTo>
                  <a:pt x="9069" y="0"/>
                </a:lnTo>
                <a:moveTo>
                  <a:pt x="9250" y="0"/>
                </a:moveTo>
                <a:lnTo>
                  <a:pt x="9363" y="0"/>
                </a:lnTo>
                <a:lnTo>
                  <a:pt x="9363" y="23"/>
                </a:lnTo>
                <a:lnTo>
                  <a:pt x="9250" y="23"/>
                </a:lnTo>
                <a:lnTo>
                  <a:pt x="9250" y="0"/>
                </a:lnTo>
                <a:moveTo>
                  <a:pt x="9431" y="0"/>
                </a:moveTo>
                <a:lnTo>
                  <a:pt x="9545" y="0"/>
                </a:lnTo>
                <a:lnTo>
                  <a:pt x="9545" y="23"/>
                </a:lnTo>
                <a:lnTo>
                  <a:pt x="9431" y="23"/>
                </a:lnTo>
                <a:lnTo>
                  <a:pt x="9431" y="0"/>
                </a:lnTo>
                <a:moveTo>
                  <a:pt x="9612" y="0"/>
                </a:moveTo>
                <a:lnTo>
                  <a:pt x="9726" y="0"/>
                </a:lnTo>
                <a:lnTo>
                  <a:pt x="9726" y="23"/>
                </a:lnTo>
                <a:lnTo>
                  <a:pt x="9612" y="23"/>
                </a:lnTo>
                <a:lnTo>
                  <a:pt x="9612" y="0"/>
                </a:lnTo>
                <a:moveTo>
                  <a:pt x="9794" y="0"/>
                </a:moveTo>
                <a:lnTo>
                  <a:pt x="9907" y="0"/>
                </a:lnTo>
                <a:lnTo>
                  <a:pt x="9907" y="23"/>
                </a:lnTo>
                <a:lnTo>
                  <a:pt x="9794" y="23"/>
                </a:lnTo>
                <a:lnTo>
                  <a:pt x="9794" y="0"/>
                </a:lnTo>
                <a:moveTo>
                  <a:pt x="9975" y="0"/>
                </a:moveTo>
                <a:lnTo>
                  <a:pt x="10088" y="0"/>
                </a:lnTo>
                <a:lnTo>
                  <a:pt x="10088" y="23"/>
                </a:lnTo>
                <a:lnTo>
                  <a:pt x="9975" y="23"/>
                </a:lnTo>
                <a:lnTo>
                  <a:pt x="9975" y="0"/>
                </a:lnTo>
                <a:moveTo>
                  <a:pt x="10156" y="0"/>
                </a:moveTo>
                <a:lnTo>
                  <a:pt x="10269" y="0"/>
                </a:lnTo>
                <a:lnTo>
                  <a:pt x="10269" y="23"/>
                </a:lnTo>
                <a:lnTo>
                  <a:pt x="10156" y="23"/>
                </a:lnTo>
                <a:lnTo>
                  <a:pt x="10156" y="0"/>
                </a:lnTo>
                <a:moveTo>
                  <a:pt x="10337" y="0"/>
                </a:moveTo>
                <a:lnTo>
                  <a:pt x="10450" y="0"/>
                </a:lnTo>
                <a:lnTo>
                  <a:pt x="10450" y="23"/>
                </a:lnTo>
                <a:lnTo>
                  <a:pt x="10337" y="23"/>
                </a:lnTo>
                <a:lnTo>
                  <a:pt x="10337" y="0"/>
                </a:lnTo>
                <a:moveTo>
                  <a:pt x="10518" y="0"/>
                </a:moveTo>
                <a:lnTo>
                  <a:pt x="10631" y="0"/>
                </a:lnTo>
                <a:lnTo>
                  <a:pt x="10631" y="23"/>
                </a:lnTo>
                <a:lnTo>
                  <a:pt x="10518" y="23"/>
                </a:lnTo>
                <a:lnTo>
                  <a:pt x="10518" y="0"/>
                </a:lnTo>
                <a:moveTo>
                  <a:pt x="10699" y="0"/>
                </a:moveTo>
                <a:lnTo>
                  <a:pt x="10812" y="0"/>
                </a:lnTo>
                <a:lnTo>
                  <a:pt x="10812" y="23"/>
                </a:lnTo>
                <a:lnTo>
                  <a:pt x="10699" y="23"/>
                </a:lnTo>
                <a:lnTo>
                  <a:pt x="10699" y="0"/>
                </a:lnTo>
                <a:moveTo>
                  <a:pt x="10880" y="0"/>
                </a:moveTo>
                <a:lnTo>
                  <a:pt x="10994" y="0"/>
                </a:lnTo>
                <a:lnTo>
                  <a:pt x="10994" y="23"/>
                </a:lnTo>
                <a:lnTo>
                  <a:pt x="10880" y="23"/>
                </a:lnTo>
                <a:lnTo>
                  <a:pt x="10880" y="0"/>
                </a:lnTo>
                <a:moveTo>
                  <a:pt x="11061" y="0"/>
                </a:moveTo>
                <a:lnTo>
                  <a:pt x="11175" y="0"/>
                </a:lnTo>
                <a:lnTo>
                  <a:pt x="11175" y="23"/>
                </a:lnTo>
                <a:lnTo>
                  <a:pt x="11061" y="23"/>
                </a:lnTo>
                <a:lnTo>
                  <a:pt x="11061" y="0"/>
                </a:lnTo>
                <a:moveTo>
                  <a:pt x="11243" y="0"/>
                </a:moveTo>
                <a:lnTo>
                  <a:pt x="11356" y="0"/>
                </a:lnTo>
                <a:lnTo>
                  <a:pt x="11356" y="23"/>
                </a:lnTo>
                <a:lnTo>
                  <a:pt x="11243" y="23"/>
                </a:lnTo>
                <a:lnTo>
                  <a:pt x="11243" y="0"/>
                </a:lnTo>
                <a:moveTo>
                  <a:pt x="11424" y="0"/>
                </a:moveTo>
                <a:lnTo>
                  <a:pt x="11537" y="0"/>
                </a:lnTo>
                <a:lnTo>
                  <a:pt x="11537" y="23"/>
                </a:lnTo>
                <a:lnTo>
                  <a:pt x="11424" y="23"/>
                </a:lnTo>
                <a:lnTo>
                  <a:pt x="11424" y="0"/>
                </a:lnTo>
                <a:moveTo>
                  <a:pt x="11605" y="0"/>
                </a:moveTo>
                <a:lnTo>
                  <a:pt x="11718" y="0"/>
                </a:lnTo>
                <a:lnTo>
                  <a:pt x="11718" y="23"/>
                </a:lnTo>
                <a:lnTo>
                  <a:pt x="11605" y="23"/>
                </a:lnTo>
                <a:lnTo>
                  <a:pt x="11605" y="0"/>
                </a:lnTo>
                <a:moveTo>
                  <a:pt x="11786" y="0"/>
                </a:moveTo>
                <a:lnTo>
                  <a:pt x="11899" y="0"/>
                </a:lnTo>
                <a:lnTo>
                  <a:pt x="11899" y="23"/>
                </a:lnTo>
                <a:lnTo>
                  <a:pt x="11786" y="23"/>
                </a:lnTo>
                <a:lnTo>
                  <a:pt x="11786" y="0"/>
                </a:lnTo>
                <a:moveTo>
                  <a:pt x="11967" y="0"/>
                </a:moveTo>
                <a:lnTo>
                  <a:pt x="12080" y="0"/>
                </a:lnTo>
                <a:lnTo>
                  <a:pt x="12080" y="23"/>
                </a:lnTo>
                <a:lnTo>
                  <a:pt x="11967" y="23"/>
                </a:lnTo>
                <a:lnTo>
                  <a:pt x="11967" y="0"/>
                </a:lnTo>
                <a:moveTo>
                  <a:pt x="12148" y="0"/>
                </a:moveTo>
                <a:lnTo>
                  <a:pt x="12261" y="0"/>
                </a:lnTo>
                <a:lnTo>
                  <a:pt x="12261" y="23"/>
                </a:lnTo>
                <a:lnTo>
                  <a:pt x="12148" y="23"/>
                </a:lnTo>
                <a:lnTo>
                  <a:pt x="12148" y="0"/>
                </a:lnTo>
                <a:moveTo>
                  <a:pt x="12329" y="0"/>
                </a:moveTo>
                <a:lnTo>
                  <a:pt x="12443" y="0"/>
                </a:lnTo>
                <a:lnTo>
                  <a:pt x="12443" y="23"/>
                </a:lnTo>
                <a:lnTo>
                  <a:pt x="12329" y="23"/>
                </a:lnTo>
                <a:lnTo>
                  <a:pt x="12329" y="0"/>
                </a:lnTo>
                <a:moveTo>
                  <a:pt x="12510" y="0"/>
                </a:moveTo>
                <a:lnTo>
                  <a:pt x="12624" y="0"/>
                </a:lnTo>
                <a:lnTo>
                  <a:pt x="12624" y="23"/>
                </a:lnTo>
                <a:lnTo>
                  <a:pt x="12510" y="23"/>
                </a:lnTo>
                <a:lnTo>
                  <a:pt x="12510" y="0"/>
                </a:lnTo>
                <a:moveTo>
                  <a:pt x="12692" y="0"/>
                </a:moveTo>
                <a:lnTo>
                  <a:pt x="12805" y="0"/>
                </a:lnTo>
                <a:lnTo>
                  <a:pt x="12805" y="23"/>
                </a:lnTo>
                <a:lnTo>
                  <a:pt x="12692" y="23"/>
                </a:lnTo>
                <a:lnTo>
                  <a:pt x="12692" y="0"/>
                </a:lnTo>
                <a:moveTo>
                  <a:pt x="12873" y="0"/>
                </a:moveTo>
                <a:lnTo>
                  <a:pt x="12986" y="0"/>
                </a:lnTo>
                <a:lnTo>
                  <a:pt x="12986" y="23"/>
                </a:lnTo>
                <a:lnTo>
                  <a:pt x="12873" y="23"/>
                </a:lnTo>
                <a:lnTo>
                  <a:pt x="12873" y="0"/>
                </a:lnTo>
                <a:moveTo>
                  <a:pt x="13054" y="0"/>
                </a:moveTo>
                <a:lnTo>
                  <a:pt x="13167" y="0"/>
                </a:lnTo>
                <a:lnTo>
                  <a:pt x="13167" y="23"/>
                </a:lnTo>
                <a:lnTo>
                  <a:pt x="13054" y="23"/>
                </a:lnTo>
                <a:lnTo>
                  <a:pt x="13054" y="0"/>
                </a:lnTo>
                <a:moveTo>
                  <a:pt x="13235" y="0"/>
                </a:moveTo>
                <a:lnTo>
                  <a:pt x="13348" y="0"/>
                </a:lnTo>
                <a:lnTo>
                  <a:pt x="13348" y="23"/>
                </a:lnTo>
                <a:lnTo>
                  <a:pt x="13235" y="23"/>
                </a:lnTo>
                <a:lnTo>
                  <a:pt x="13235" y="0"/>
                </a:lnTo>
                <a:moveTo>
                  <a:pt x="13416" y="0"/>
                </a:moveTo>
                <a:lnTo>
                  <a:pt x="13529" y="0"/>
                </a:lnTo>
                <a:lnTo>
                  <a:pt x="13529" y="23"/>
                </a:lnTo>
                <a:lnTo>
                  <a:pt x="13416" y="23"/>
                </a:lnTo>
                <a:lnTo>
                  <a:pt x="13416" y="0"/>
                </a:lnTo>
                <a:moveTo>
                  <a:pt x="13597" y="0"/>
                </a:moveTo>
                <a:lnTo>
                  <a:pt x="13710" y="0"/>
                </a:lnTo>
                <a:lnTo>
                  <a:pt x="13710" y="23"/>
                </a:lnTo>
                <a:lnTo>
                  <a:pt x="13597" y="23"/>
                </a:lnTo>
                <a:lnTo>
                  <a:pt x="13597" y="0"/>
                </a:lnTo>
                <a:moveTo>
                  <a:pt x="13778" y="0"/>
                </a:moveTo>
                <a:lnTo>
                  <a:pt x="13892" y="0"/>
                </a:lnTo>
                <a:lnTo>
                  <a:pt x="13892" y="23"/>
                </a:lnTo>
                <a:lnTo>
                  <a:pt x="13778" y="23"/>
                </a:lnTo>
                <a:lnTo>
                  <a:pt x="13778" y="0"/>
                </a:lnTo>
                <a:moveTo>
                  <a:pt x="13959" y="0"/>
                </a:moveTo>
                <a:lnTo>
                  <a:pt x="14073" y="0"/>
                </a:lnTo>
                <a:lnTo>
                  <a:pt x="14073" y="23"/>
                </a:lnTo>
                <a:lnTo>
                  <a:pt x="13959" y="23"/>
                </a:lnTo>
                <a:lnTo>
                  <a:pt x="13959" y="0"/>
                </a:lnTo>
                <a:moveTo>
                  <a:pt x="14141" y="0"/>
                </a:moveTo>
                <a:lnTo>
                  <a:pt x="14254" y="0"/>
                </a:lnTo>
                <a:lnTo>
                  <a:pt x="14254" y="23"/>
                </a:lnTo>
                <a:lnTo>
                  <a:pt x="14141" y="23"/>
                </a:lnTo>
                <a:lnTo>
                  <a:pt x="14141" y="0"/>
                </a:lnTo>
                <a:moveTo>
                  <a:pt x="14322" y="0"/>
                </a:moveTo>
                <a:lnTo>
                  <a:pt x="14435" y="0"/>
                </a:lnTo>
                <a:lnTo>
                  <a:pt x="14435" y="23"/>
                </a:lnTo>
                <a:lnTo>
                  <a:pt x="14322" y="23"/>
                </a:lnTo>
                <a:lnTo>
                  <a:pt x="14322" y="0"/>
                </a:lnTo>
                <a:moveTo>
                  <a:pt x="14503" y="0"/>
                </a:moveTo>
                <a:lnTo>
                  <a:pt x="14616" y="0"/>
                </a:lnTo>
                <a:lnTo>
                  <a:pt x="14616" y="23"/>
                </a:lnTo>
                <a:lnTo>
                  <a:pt x="14503" y="23"/>
                </a:lnTo>
                <a:lnTo>
                  <a:pt x="14503" y="0"/>
                </a:lnTo>
                <a:moveTo>
                  <a:pt x="14684" y="0"/>
                </a:moveTo>
                <a:lnTo>
                  <a:pt x="14797" y="0"/>
                </a:lnTo>
                <a:lnTo>
                  <a:pt x="14797" y="23"/>
                </a:lnTo>
                <a:lnTo>
                  <a:pt x="14684" y="23"/>
                </a:lnTo>
                <a:lnTo>
                  <a:pt x="14684" y="0"/>
                </a:lnTo>
                <a:moveTo>
                  <a:pt x="14865" y="0"/>
                </a:moveTo>
                <a:lnTo>
                  <a:pt x="14978" y="0"/>
                </a:lnTo>
                <a:lnTo>
                  <a:pt x="14978" y="23"/>
                </a:lnTo>
                <a:lnTo>
                  <a:pt x="14865" y="23"/>
                </a:lnTo>
                <a:lnTo>
                  <a:pt x="14865" y="0"/>
                </a:lnTo>
                <a:moveTo>
                  <a:pt x="15046" y="0"/>
                </a:moveTo>
                <a:lnTo>
                  <a:pt x="15159" y="0"/>
                </a:lnTo>
                <a:lnTo>
                  <a:pt x="15159" y="23"/>
                </a:lnTo>
                <a:lnTo>
                  <a:pt x="15046" y="23"/>
                </a:lnTo>
                <a:lnTo>
                  <a:pt x="15046" y="0"/>
                </a:lnTo>
                <a:moveTo>
                  <a:pt x="15227" y="0"/>
                </a:moveTo>
                <a:lnTo>
                  <a:pt x="15341" y="0"/>
                </a:lnTo>
                <a:lnTo>
                  <a:pt x="15341" y="23"/>
                </a:lnTo>
                <a:lnTo>
                  <a:pt x="15227" y="23"/>
                </a:lnTo>
                <a:lnTo>
                  <a:pt x="15227" y="0"/>
                </a:lnTo>
                <a:moveTo>
                  <a:pt x="15409" y="0"/>
                </a:moveTo>
                <a:lnTo>
                  <a:pt x="15522" y="0"/>
                </a:lnTo>
                <a:lnTo>
                  <a:pt x="15522" y="23"/>
                </a:lnTo>
                <a:lnTo>
                  <a:pt x="15409" y="23"/>
                </a:lnTo>
                <a:lnTo>
                  <a:pt x="15409" y="0"/>
                </a:lnTo>
                <a:moveTo>
                  <a:pt x="15590" y="0"/>
                </a:moveTo>
                <a:lnTo>
                  <a:pt x="15703" y="0"/>
                </a:lnTo>
                <a:lnTo>
                  <a:pt x="15703" y="23"/>
                </a:lnTo>
                <a:lnTo>
                  <a:pt x="15590" y="23"/>
                </a:lnTo>
                <a:lnTo>
                  <a:pt x="15590" y="0"/>
                </a:lnTo>
                <a:moveTo>
                  <a:pt x="15771" y="0"/>
                </a:moveTo>
                <a:lnTo>
                  <a:pt x="15884" y="0"/>
                </a:lnTo>
                <a:lnTo>
                  <a:pt x="15884" y="23"/>
                </a:lnTo>
                <a:lnTo>
                  <a:pt x="15771" y="23"/>
                </a:lnTo>
                <a:lnTo>
                  <a:pt x="15771" y="0"/>
                </a:lnTo>
                <a:moveTo>
                  <a:pt x="15952" y="0"/>
                </a:moveTo>
                <a:lnTo>
                  <a:pt x="16065" y="0"/>
                </a:lnTo>
                <a:lnTo>
                  <a:pt x="16065" y="23"/>
                </a:lnTo>
                <a:lnTo>
                  <a:pt x="15952" y="23"/>
                </a:lnTo>
                <a:lnTo>
                  <a:pt x="15952" y="0"/>
                </a:lnTo>
                <a:moveTo>
                  <a:pt x="16133" y="0"/>
                </a:moveTo>
                <a:lnTo>
                  <a:pt x="16246" y="0"/>
                </a:lnTo>
                <a:lnTo>
                  <a:pt x="16246" y="23"/>
                </a:lnTo>
                <a:lnTo>
                  <a:pt x="16133" y="23"/>
                </a:lnTo>
                <a:lnTo>
                  <a:pt x="16133" y="0"/>
                </a:lnTo>
                <a:moveTo>
                  <a:pt x="16314" y="0"/>
                </a:moveTo>
                <a:lnTo>
                  <a:pt x="16427" y="0"/>
                </a:lnTo>
                <a:lnTo>
                  <a:pt x="16427" y="23"/>
                </a:lnTo>
                <a:lnTo>
                  <a:pt x="16314" y="23"/>
                </a:lnTo>
                <a:lnTo>
                  <a:pt x="16314" y="0"/>
                </a:lnTo>
                <a:moveTo>
                  <a:pt x="16495" y="0"/>
                </a:moveTo>
                <a:lnTo>
                  <a:pt x="16608" y="0"/>
                </a:lnTo>
                <a:lnTo>
                  <a:pt x="16608" y="23"/>
                </a:lnTo>
                <a:lnTo>
                  <a:pt x="16495" y="23"/>
                </a:lnTo>
                <a:lnTo>
                  <a:pt x="16495" y="0"/>
                </a:lnTo>
                <a:moveTo>
                  <a:pt x="16676" y="0"/>
                </a:moveTo>
                <a:lnTo>
                  <a:pt x="16790" y="0"/>
                </a:lnTo>
                <a:lnTo>
                  <a:pt x="16790" y="23"/>
                </a:lnTo>
                <a:lnTo>
                  <a:pt x="16676" y="23"/>
                </a:lnTo>
                <a:lnTo>
                  <a:pt x="16676" y="0"/>
                </a:lnTo>
                <a:moveTo>
                  <a:pt x="16858" y="0"/>
                </a:moveTo>
                <a:lnTo>
                  <a:pt x="16971" y="0"/>
                </a:lnTo>
                <a:lnTo>
                  <a:pt x="16971" y="23"/>
                </a:lnTo>
                <a:lnTo>
                  <a:pt x="16858" y="23"/>
                </a:lnTo>
                <a:lnTo>
                  <a:pt x="16858" y="0"/>
                </a:lnTo>
                <a:moveTo>
                  <a:pt x="17039" y="0"/>
                </a:moveTo>
                <a:lnTo>
                  <a:pt x="17152" y="0"/>
                </a:lnTo>
                <a:lnTo>
                  <a:pt x="17152" y="23"/>
                </a:lnTo>
                <a:lnTo>
                  <a:pt x="17039" y="23"/>
                </a:lnTo>
                <a:lnTo>
                  <a:pt x="17039" y="0"/>
                </a:lnTo>
                <a:moveTo>
                  <a:pt x="17220" y="0"/>
                </a:moveTo>
                <a:lnTo>
                  <a:pt x="17333" y="0"/>
                </a:lnTo>
                <a:lnTo>
                  <a:pt x="17333" y="23"/>
                </a:lnTo>
                <a:lnTo>
                  <a:pt x="17220" y="23"/>
                </a:lnTo>
                <a:lnTo>
                  <a:pt x="17220" y="0"/>
                </a:lnTo>
                <a:moveTo>
                  <a:pt x="17401" y="0"/>
                </a:moveTo>
                <a:lnTo>
                  <a:pt x="17514" y="0"/>
                </a:lnTo>
                <a:lnTo>
                  <a:pt x="17514" y="23"/>
                </a:lnTo>
                <a:lnTo>
                  <a:pt x="17401" y="23"/>
                </a:lnTo>
                <a:lnTo>
                  <a:pt x="17401" y="0"/>
                </a:lnTo>
                <a:moveTo>
                  <a:pt x="17582" y="0"/>
                </a:moveTo>
                <a:lnTo>
                  <a:pt x="17695" y="0"/>
                </a:lnTo>
                <a:lnTo>
                  <a:pt x="17695" y="23"/>
                </a:lnTo>
                <a:lnTo>
                  <a:pt x="17582" y="23"/>
                </a:lnTo>
                <a:lnTo>
                  <a:pt x="17582" y="0"/>
                </a:lnTo>
                <a:moveTo>
                  <a:pt x="17763" y="0"/>
                </a:moveTo>
                <a:lnTo>
                  <a:pt x="17876" y="0"/>
                </a:lnTo>
                <a:lnTo>
                  <a:pt x="17876" y="23"/>
                </a:lnTo>
                <a:lnTo>
                  <a:pt x="17763" y="23"/>
                </a:lnTo>
                <a:lnTo>
                  <a:pt x="17763" y="0"/>
                </a:lnTo>
                <a:moveTo>
                  <a:pt x="17944" y="0"/>
                </a:moveTo>
                <a:lnTo>
                  <a:pt x="18057" y="0"/>
                </a:lnTo>
                <a:lnTo>
                  <a:pt x="18057" y="23"/>
                </a:lnTo>
                <a:lnTo>
                  <a:pt x="17944" y="23"/>
                </a:lnTo>
                <a:lnTo>
                  <a:pt x="17944" y="0"/>
                </a:lnTo>
                <a:moveTo>
                  <a:pt x="18125" y="0"/>
                </a:moveTo>
                <a:lnTo>
                  <a:pt x="18239" y="0"/>
                </a:lnTo>
                <a:lnTo>
                  <a:pt x="18239" y="23"/>
                </a:lnTo>
                <a:lnTo>
                  <a:pt x="18125" y="23"/>
                </a:lnTo>
                <a:lnTo>
                  <a:pt x="18125" y="0"/>
                </a:lnTo>
                <a:moveTo>
                  <a:pt x="18307" y="0"/>
                </a:moveTo>
                <a:lnTo>
                  <a:pt x="18420" y="0"/>
                </a:lnTo>
                <a:lnTo>
                  <a:pt x="18420" y="23"/>
                </a:lnTo>
                <a:lnTo>
                  <a:pt x="18307" y="23"/>
                </a:lnTo>
                <a:lnTo>
                  <a:pt x="18307" y="0"/>
                </a:lnTo>
                <a:moveTo>
                  <a:pt x="18488" y="0"/>
                </a:moveTo>
                <a:lnTo>
                  <a:pt x="18601" y="0"/>
                </a:lnTo>
                <a:lnTo>
                  <a:pt x="18601" y="23"/>
                </a:lnTo>
                <a:lnTo>
                  <a:pt x="18488" y="23"/>
                </a:lnTo>
                <a:lnTo>
                  <a:pt x="18488" y="0"/>
                </a:lnTo>
                <a:moveTo>
                  <a:pt x="18669" y="0"/>
                </a:moveTo>
                <a:lnTo>
                  <a:pt x="18782" y="0"/>
                </a:lnTo>
                <a:lnTo>
                  <a:pt x="18782" y="23"/>
                </a:lnTo>
                <a:lnTo>
                  <a:pt x="18669" y="23"/>
                </a:lnTo>
                <a:lnTo>
                  <a:pt x="18669" y="0"/>
                </a:lnTo>
                <a:moveTo>
                  <a:pt x="18850" y="0"/>
                </a:moveTo>
                <a:lnTo>
                  <a:pt x="18963" y="0"/>
                </a:lnTo>
                <a:lnTo>
                  <a:pt x="18963" y="23"/>
                </a:lnTo>
                <a:lnTo>
                  <a:pt x="18850" y="23"/>
                </a:lnTo>
                <a:lnTo>
                  <a:pt x="18850" y="0"/>
                </a:lnTo>
                <a:moveTo>
                  <a:pt x="19031" y="0"/>
                </a:moveTo>
                <a:lnTo>
                  <a:pt x="19144" y="0"/>
                </a:lnTo>
                <a:lnTo>
                  <a:pt x="19144" y="23"/>
                </a:lnTo>
                <a:lnTo>
                  <a:pt x="19031" y="23"/>
                </a:lnTo>
                <a:lnTo>
                  <a:pt x="19031" y="0"/>
                </a:lnTo>
                <a:moveTo>
                  <a:pt x="19212" y="0"/>
                </a:moveTo>
                <a:lnTo>
                  <a:pt x="19325" y="0"/>
                </a:lnTo>
                <a:lnTo>
                  <a:pt x="19325" y="23"/>
                </a:lnTo>
                <a:lnTo>
                  <a:pt x="19212" y="23"/>
                </a:lnTo>
                <a:lnTo>
                  <a:pt x="19212" y="0"/>
                </a:lnTo>
                <a:moveTo>
                  <a:pt x="19393" y="0"/>
                </a:moveTo>
                <a:lnTo>
                  <a:pt x="19507" y="0"/>
                </a:lnTo>
                <a:lnTo>
                  <a:pt x="19507" y="23"/>
                </a:lnTo>
                <a:lnTo>
                  <a:pt x="19393" y="23"/>
                </a:lnTo>
                <a:lnTo>
                  <a:pt x="19393" y="0"/>
                </a:lnTo>
                <a:moveTo>
                  <a:pt x="19574" y="0"/>
                </a:moveTo>
                <a:lnTo>
                  <a:pt x="19688" y="0"/>
                </a:lnTo>
                <a:lnTo>
                  <a:pt x="19688" y="23"/>
                </a:lnTo>
                <a:lnTo>
                  <a:pt x="19574" y="23"/>
                </a:lnTo>
                <a:lnTo>
                  <a:pt x="19574" y="0"/>
                </a:lnTo>
                <a:moveTo>
                  <a:pt x="19756" y="0"/>
                </a:moveTo>
                <a:lnTo>
                  <a:pt x="19869" y="0"/>
                </a:lnTo>
                <a:lnTo>
                  <a:pt x="19869" y="23"/>
                </a:lnTo>
                <a:lnTo>
                  <a:pt x="19756" y="23"/>
                </a:lnTo>
                <a:lnTo>
                  <a:pt x="19756" y="0"/>
                </a:lnTo>
                <a:moveTo>
                  <a:pt x="19937" y="0"/>
                </a:moveTo>
                <a:lnTo>
                  <a:pt x="20050" y="0"/>
                </a:lnTo>
                <a:lnTo>
                  <a:pt x="20050" y="23"/>
                </a:lnTo>
                <a:lnTo>
                  <a:pt x="19937" y="23"/>
                </a:lnTo>
                <a:lnTo>
                  <a:pt x="19937" y="0"/>
                </a:lnTo>
                <a:moveTo>
                  <a:pt x="20118" y="0"/>
                </a:moveTo>
                <a:lnTo>
                  <a:pt x="20231" y="0"/>
                </a:lnTo>
                <a:lnTo>
                  <a:pt x="20231" y="23"/>
                </a:lnTo>
                <a:lnTo>
                  <a:pt x="20118" y="23"/>
                </a:lnTo>
                <a:lnTo>
                  <a:pt x="20118" y="0"/>
                </a:lnTo>
                <a:moveTo>
                  <a:pt x="20299" y="0"/>
                </a:moveTo>
                <a:lnTo>
                  <a:pt x="20412" y="0"/>
                </a:lnTo>
                <a:lnTo>
                  <a:pt x="20412" y="23"/>
                </a:lnTo>
                <a:lnTo>
                  <a:pt x="20299" y="23"/>
                </a:lnTo>
                <a:lnTo>
                  <a:pt x="20299" y="0"/>
                </a:lnTo>
                <a:moveTo>
                  <a:pt x="20480" y="0"/>
                </a:moveTo>
                <a:lnTo>
                  <a:pt x="20593" y="0"/>
                </a:lnTo>
                <a:lnTo>
                  <a:pt x="20593" y="23"/>
                </a:lnTo>
                <a:lnTo>
                  <a:pt x="20480" y="23"/>
                </a:lnTo>
                <a:lnTo>
                  <a:pt x="20480" y="0"/>
                </a:lnTo>
                <a:moveTo>
                  <a:pt x="20661" y="0"/>
                </a:moveTo>
                <a:lnTo>
                  <a:pt x="20774" y="0"/>
                </a:lnTo>
                <a:lnTo>
                  <a:pt x="20774" y="23"/>
                </a:lnTo>
                <a:lnTo>
                  <a:pt x="20661" y="23"/>
                </a:lnTo>
                <a:lnTo>
                  <a:pt x="20661" y="0"/>
                </a:lnTo>
                <a:moveTo>
                  <a:pt x="20842" y="0"/>
                </a:moveTo>
                <a:lnTo>
                  <a:pt x="20956" y="0"/>
                </a:lnTo>
                <a:lnTo>
                  <a:pt x="20956" y="23"/>
                </a:lnTo>
                <a:lnTo>
                  <a:pt x="20842" y="23"/>
                </a:lnTo>
                <a:lnTo>
                  <a:pt x="20842" y="0"/>
                </a:lnTo>
                <a:moveTo>
                  <a:pt x="21023" y="0"/>
                </a:moveTo>
                <a:lnTo>
                  <a:pt x="21137" y="0"/>
                </a:lnTo>
                <a:lnTo>
                  <a:pt x="21137" y="23"/>
                </a:lnTo>
                <a:lnTo>
                  <a:pt x="21023" y="23"/>
                </a:lnTo>
                <a:lnTo>
                  <a:pt x="21023" y="0"/>
                </a:lnTo>
                <a:moveTo>
                  <a:pt x="21205" y="0"/>
                </a:moveTo>
                <a:lnTo>
                  <a:pt x="21318" y="0"/>
                </a:lnTo>
                <a:lnTo>
                  <a:pt x="21318" y="23"/>
                </a:lnTo>
                <a:lnTo>
                  <a:pt x="21205" y="23"/>
                </a:lnTo>
                <a:lnTo>
                  <a:pt x="21205" y="0"/>
                </a:lnTo>
                <a:moveTo>
                  <a:pt x="21386" y="0"/>
                </a:moveTo>
                <a:lnTo>
                  <a:pt x="21499" y="0"/>
                </a:lnTo>
                <a:lnTo>
                  <a:pt x="21499" y="23"/>
                </a:lnTo>
                <a:lnTo>
                  <a:pt x="21386" y="23"/>
                </a:lnTo>
                <a:lnTo>
                  <a:pt x="21386" y="0"/>
                </a:lnTo>
                <a:moveTo>
                  <a:pt x="21567" y="0"/>
                </a:moveTo>
                <a:lnTo>
                  <a:pt x="21680" y="0"/>
                </a:lnTo>
                <a:lnTo>
                  <a:pt x="21680" y="23"/>
                </a:lnTo>
                <a:lnTo>
                  <a:pt x="21567" y="23"/>
                </a:lnTo>
                <a:lnTo>
                  <a:pt x="21567" y="0"/>
                </a:lnTo>
                <a:moveTo>
                  <a:pt x="21748" y="0"/>
                </a:moveTo>
                <a:lnTo>
                  <a:pt x="21861" y="0"/>
                </a:lnTo>
                <a:lnTo>
                  <a:pt x="21861" y="23"/>
                </a:lnTo>
                <a:lnTo>
                  <a:pt x="21748" y="23"/>
                </a:lnTo>
                <a:lnTo>
                  <a:pt x="21748" y="0"/>
                </a:lnTo>
                <a:moveTo>
                  <a:pt x="21929" y="0"/>
                </a:moveTo>
                <a:lnTo>
                  <a:pt x="22042" y="0"/>
                </a:lnTo>
                <a:lnTo>
                  <a:pt x="22042" y="23"/>
                </a:lnTo>
                <a:lnTo>
                  <a:pt x="21929" y="23"/>
                </a:lnTo>
                <a:lnTo>
                  <a:pt x="21929" y="0"/>
                </a:lnTo>
                <a:moveTo>
                  <a:pt x="22110" y="0"/>
                </a:moveTo>
                <a:lnTo>
                  <a:pt x="22223" y="0"/>
                </a:lnTo>
                <a:lnTo>
                  <a:pt x="22223" y="23"/>
                </a:lnTo>
                <a:lnTo>
                  <a:pt x="22110" y="23"/>
                </a:lnTo>
                <a:lnTo>
                  <a:pt x="22110" y="0"/>
                </a:lnTo>
                <a:moveTo>
                  <a:pt x="22235" y="79"/>
                </a:moveTo>
                <a:lnTo>
                  <a:pt x="22235" y="192"/>
                </a:lnTo>
                <a:lnTo>
                  <a:pt x="22212" y="192"/>
                </a:lnTo>
                <a:lnTo>
                  <a:pt x="22212" y="79"/>
                </a:lnTo>
                <a:lnTo>
                  <a:pt x="22235" y="79"/>
                </a:lnTo>
                <a:moveTo>
                  <a:pt x="22235" y="260"/>
                </a:moveTo>
                <a:lnTo>
                  <a:pt x="22235" y="373"/>
                </a:lnTo>
                <a:lnTo>
                  <a:pt x="22212" y="373"/>
                </a:lnTo>
                <a:lnTo>
                  <a:pt x="22212" y="260"/>
                </a:lnTo>
                <a:lnTo>
                  <a:pt x="22235" y="260"/>
                </a:lnTo>
                <a:moveTo>
                  <a:pt x="22235" y="441"/>
                </a:moveTo>
                <a:lnTo>
                  <a:pt x="22235" y="554"/>
                </a:lnTo>
                <a:lnTo>
                  <a:pt x="22212" y="554"/>
                </a:lnTo>
                <a:lnTo>
                  <a:pt x="22212" y="441"/>
                </a:lnTo>
                <a:lnTo>
                  <a:pt x="22235" y="441"/>
                </a:lnTo>
                <a:moveTo>
                  <a:pt x="22235" y="622"/>
                </a:moveTo>
                <a:lnTo>
                  <a:pt x="22235" y="736"/>
                </a:lnTo>
                <a:lnTo>
                  <a:pt x="22212" y="736"/>
                </a:lnTo>
                <a:lnTo>
                  <a:pt x="22212" y="622"/>
                </a:lnTo>
                <a:lnTo>
                  <a:pt x="22235" y="622"/>
                </a:lnTo>
                <a:moveTo>
                  <a:pt x="22235" y="803"/>
                </a:moveTo>
                <a:lnTo>
                  <a:pt x="22235" y="917"/>
                </a:lnTo>
                <a:lnTo>
                  <a:pt x="22212" y="917"/>
                </a:lnTo>
                <a:lnTo>
                  <a:pt x="22212" y="803"/>
                </a:lnTo>
                <a:lnTo>
                  <a:pt x="22235" y="803"/>
                </a:lnTo>
                <a:moveTo>
                  <a:pt x="22235" y="984"/>
                </a:moveTo>
                <a:lnTo>
                  <a:pt x="22235" y="1098"/>
                </a:lnTo>
                <a:lnTo>
                  <a:pt x="22212" y="1098"/>
                </a:lnTo>
                <a:lnTo>
                  <a:pt x="22212" y="984"/>
                </a:lnTo>
                <a:lnTo>
                  <a:pt x="22235" y="984"/>
                </a:lnTo>
                <a:moveTo>
                  <a:pt x="22235" y="1166"/>
                </a:moveTo>
                <a:lnTo>
                  <a:pt x="22235" y="1279"/>
                </a:lnTo>
                <a:lnTo>
                  <a:pt x="22212" y="1279"/>
                </a:lnTo>
                <a:lnTo>
                  <a:pt x="22212" y="1166"/>
                </a:lnTo>
                <a:lnTo>
                  <a:pt x="22235" y="1166"/>
                </a:lnTo>
                <a:moveTo>
                  <a:pt x="22235" y="1347"/>
                </a:moveTo>
                <a:lnTo>
                  <a:pt x="22235" y="1461"/>
                </a:lnTo>
                <a:lnTo>
                  <a:pt x="22212" y="1461"/>
                </a:lnTo>
                <a:lnTo>
                  <a:pt x="22212" y="1347"/>
                </a:lnTo>
                <a:lnTo>
                  <a:pt x="22235" y="1347"/>
                </a:lnTo>
                <a:moveTo>
                  <a:pt x="22235" y="1529"/>
                </a:moveTo>
                <a:lnTo>
                  <a:pt x="22235" y="1642"/>
                </a:lnTo>
                <a:lnTo>
                  <a:pt x="22212" y="1642"/>
                </a:lnTo>
                <a:lnTo>
                  <a:pt x="22212" y="1529"/>
                </a:lnTo>
                <a:lnTo>
                  <a:pt x="22235" y="1529"/>
                </a:lnTo>
                <a:moveTo>
                  <a:pt x="22235" y="1710"/>
                </a:moveTo>
                <a:lnTo>
                  <a:pt x="22235" y="1823"/>
                </a:lnTo>
                <a:lnTo>
                  <a:pt x="22212" y="1823"/>
                </a:lnTo>
                <a:lnTo>
                  <a:pt x="22212" y="1710"/>
                </a:lnTo>
                <a:lnTo>
                  <a:pt x="22235" y="1710"/>
                </a:lnTo>
                <a:moveTo>
                  <a:pt x="22235" y="1891"/>
                </a:moveTo>
                <a:lnTo>
                  <a:pt x="22235" y="2004"/>
                </a:lnTo>
                <a:lnTo>
                  <a:pt x="22212" y="2004"/>
                </a:lnTo>
                <a:lnTo>
                  <a:pt x="22212" y="1891"/>
                </a:lnTo>
                <a:lnTo>
                  <a:pt x="22235" y="1891"/>
                </a:lnTo>
                <a:moveTo>
                  <a:pt x="22235" y="2072"/>
                </a:moveTo>
                <a:lnTo>
                  <a:pt x="22235" y="2185"/>
                </a:lnTo>
                <a:lnTo>
                  <a:pt x="22212" y="2185"/>
                </a:lnTo>
                <a:lnTo>
                  <a:pt x="22212" y="2072"/>
                </a:lnTo>
                <a:lnTo>
                  <a:pt x="22235" y="2072"/>
                </a:lnTo>
                <a:moveTo>
                  <a:pt x="22235" y="2253"/>
                </a:moveTo>
                <a:lnTo>
                  <a:pt x="22235" y="2366"/>
                </a:lnTo>
                <a:lnTo>
                  <a:pt x="22212" y="2366"/>
                </a:lnTo>
                <a:lnTo>
                  <a:pt x="22212" y="2253"/>
                </a:lnTo>
                <a:lnTo>
                  <a:pt x="22235" y="2253"/>
                </a:lnTo>
                <a:moveTo>
                  <a:pt x="22235" y="2434"/>
                </a:moveTo>
                <a:lnTo>
                  <a:pt x="22235" y="2547"/>
                </a:lnTo>
                <a:lnTo>
                  <a:pt x="22212" y="2547"/>
                </a:lnTo>
                <a:lnTo>
                  <a:pt x="22212" y="2434"/>
                </a:lnTo>
                <a:lnTo>
                  <a:pt x="22235" y="2434"/>
                </a:lnTo>
                <a:moveTo>
                  <a:pt x="22235" y="2615"/>
                </a:moveTo>
                <a:lnTo>
                  <a:pt x="22235" y="2728"/>
                </a:lnTo>
                <a:lnTo>
                  <a:pt x="22212" y="2728"/>
                </a:lnTo>
                <a:lnTo>
                  <a:pt x="22212" y="2615"/>
                </a:lnTo>
                <a:lnTo>
                  <a:pt x="22235" y="2615"/>
                </a:lnTo>
                <a:moveTo>
                  <a:pt x="22235" y="2796"/>
                </a:moveTo>
                <a:lnTo>
                  <a:pt x="22235" y="2909"/>
                </a:lnTo>
                <a:lnTo>
                  <a:pt x="22212" y="2909"/>
                </a:lnTo>
                <a:lnTo>
                  <a:pt x="22212" y="2796"/>
                </a:lnTo>
                <a:lnTo>
                  <a:pt x="22235" y="2796"/>
                </a:lnTo>
                <a:moveTo>
                  <a:pt x="22235" y="2977"/>
                </a:moveTo>
                <a:lnTo>
                  <a:pt x="22235" y="3056"/>
                </a:lnTo>
                <a:lnTo>
                  <a:pt x="22178" y="3056"/>
                </a:lnTo>
                <a:lnTo>
                  <a:pt x="22178" y="3034"/>
                </a:lnTo>
                <a:lnTo>
                  <a:pt x="22223" y="3034"/>
                </a:lnTo>
                <a:lnTo>
                  <a:pt x="22223" y="3045"/>
                </a:lnTo>
                <a:lnTo>
                  <a:pt x="22212" y="3045"/>
                </a:lnTo>
                <a:lnTo>
                  <a:pt x="22212" y="2977"/>
                </a:lnTo>
                <a:lnTo>
                  <a:pt x="22235" y="2977"/>
                </a:lnTo>
                <a:moveTo>
                  <a:pt x="22110" y="3056"/>
                </a:moveTo>
                <a:lnTo>
                  <a:pt x="21997" y="3056"/>
                </a:lnTo>
                <a:lnTo>
                  <a:pt x="21997" y="3034"/>
                </a:lnTo>
                <a:lnTo>
                  <a:pt x="22110" y="3034"/>
                </a:lnTo>
                <a:lnTo>
                  <a:pt x="22110" y="3056"/>
                </a:lnTo>
                <a:moveTo>
                  <a:pt x="21929" y="3056"/>
                </a:moveTo>
                <a:lnTo>
                  <a:pt x="21816" y="3056"/>
                </a:lnTo>
                <a:lnTo>
                  <a:pt x="21816" y="3034"/>
                </a:lnTo>
                <a:lnTo>
                  <a:pt x="21929" y="3034"/>
                </a:lnTo>
                <a:lnTo>
                  <a:pt x="21929" y="3056"/>
                </a:lnTo>
                <a:moveTo>
                  <a:pt x="21748" y="3056"/>
                </a:moveTo>
                <a:lnTo>
                  <a:pt x="21635" y="3056"/>
                </a:lnTo>
                <a:lnTo>
                  <a:pt x="21635" y="3034"/>
                </a:lnTo>
                <a:lnTo>
                  <a:pt x="21748" y="3034"/>
                </a:lnTo>
                <a:lnTo>
                  <a:pt x="21748" y="3056"/>
                </a:lnTo>
                <a:moveTo>
                  <a:pt x="21567" y="3056"/>
                </a:moveTo>
                <a:lnTo>
                  <a:pt x="21454" y="3056"/>
                </a:lnTo>
                <a:lnTo>
                  <a:pt x="21454" y="3034"/>
                </a:lnTo>
                <a:lnTo>
                  <a:pt x="21567" y="3034"/>
                </a:lnTo>
                <a:lnTo>
                  <a:pt x="21567" y="3056"/>
                </a:lnTo>
                <a:moveTo>
                  <a:pt x="21386" y="3056"/>
                </a:moveTo>
                <a:lnTo>
                  <a:pt x="21273" y="3056"/>
                </a:lnTo>
                <a:lnTo>
                  <a:pt x="21273" y="3034"/>
                </a:lnTo>
                <a:lnTo>
                  <a:pt x="21386" y="3034"/>
                </a:lnTo>
                <a:lnTo>
                  <a:pt x="21386" y="3056"/>
                </a:lnTo>
                <a:moveTo>
                  <a:pt x="21205" y="3056"/>
                </a:moveTo>
                <a:lnTo>
                  <a:pt x="21091" y="3056"/>
                </a:lnTo>
                <a:lnTo>
                  <a:pt x="21091" y="3034"/>
                </a:lnTo>
                <a:lnTo>
                  <a:pt x="21205" y="3034"/>
                </a:lnTo>
                <a:lnTo>
                  <a:pt x="21205" y="3056"/>
                </a:lnTo>
                <a:moveTo>
                  <a:pt x="21023" y="3056"/>
                </a:moveTo>
                <a:lnTo>
                  <a:pt x="20910" y="3056"/>
                </a:lnTo>
                <a:lnTo>
                  <a:pt x="20910" y="3034"/>
                </a:lnTo>
                <a:lnTo>
                  <a:pt x="21023" y="3034"/>
                </a:lnTo>
                <a:lnTo>
                  <a:pt x="21023" y="3056"/>
                </a:lnTo>
                <a:moveTo>
                  <a:pt x="20842" y="3056"/>
                </a:moveTo>
                <a:lnTo>
                  <a:pt x="20729" y="3056"/>
                </a:lnTo>
                <a:lnTo>
                  <a:pt x="20729" y="3034"/>
                </a:lnTo>
                <a:lnTo>
                  <a:pt x="20842" y="3034"/>
                </a:lnTo>
                <a:lnTo>
                  <a:pt x="20842" y="3056"/>
                </a:lnTo>
                <a:moveTo>
                  <a:pt x="20661" y="3056"/>
                </a:moveTo>
                <a:lnTo>
                  <a:pt x="20548" y="3056"/>
                </a:lnTo>
                <a:lnTo>
                  <a:pt x="20548" y="3034"/>
                </a:lnTo>
                <a:lnTo>
                  <a:pt x="20661" y="3034"/>
                </a:lnTo>
                <a:lnTo>
                  <a:pt x="20661" y="3056"/>
                </a:lnTo>
                <a:moveTo>
                  <a:pt x="20480" y="3056"/>
                </a:moveTo>
                <a:lnTo>
                  <a:pt x="20367" y="3056"/>
                </a:lnTo>
                <a:lnTo>
                  <a:pt x="20367" y="3034"/>
                </a:lnTo>
                <a:lnTo>
                  <a:pt x="20480" y="3034"/>
                </a:lnTo>
                <a:lnTo>
                  <a:pt x="20480" y="3056"/>
                </a:lnTo>
                <a:moveTo>
                  <a:pt x="20299" y="3056"/>
                </a:moveTo>
                <a:lnTo>
                  <a:pt x="20186" y="3056"/>
                </a:lnTo>
                <a:lnTo>
                  <a:pt x="20186" y="3034"/>
                </a:lnTo>
                <a:lnTo>
                  <a:pt x="20299" y="3034"/>
                </a:lnTo>
                <a:lnTo>
                  <a:pt x="20299" y="3056"/>
                </a:lnTo>
                <a:moveTo>
                  <a:pt x="20118" y="3056"/>
                </a:moveTo>
                <a:lnTo>
                  <a:pt x="20005" y="3056"/>
                </a:lnTo>
                <a:lnTo>
                  <a:pt x="20005" y="3034"/>
                </a:lnTo>
                <a:lnTo>
                  <a:pt x="20118" y="3034"/>
                </a:lnTo>
                <a:lnTo>
                  <a:pt x="20118" y="3056"/>
                </a:lnTo>
                <a:moveTo>
                  <a:pt x="19937" y="3056"/>
                </a:moveTo>
                <a:lnTo>
                  <a:pt x="19823" y="3056"/>
                </a:lnTo>
                <a:lnTo>
                  <a:pt x="19823" y="3034"/>
                </a:lnTo>
                <a:lnTo>
                  <a:pt x="19937" y="3034"/>
                </a:lnTo>
                <a:lnTo>
                  <a:pt x="19937" y="3056"/>
                </a:lnTo>
                <a:moveTo>
                  <a:pt x="19756" y="3056"/>
                </a:moveTo>
                <a:lnTo>
                  <a:pt x="19642" y="3056"/>
                </a:lnTo>
                <a:lnTo>
                  <a:pt x="19642" y="3034"/>
                </a:lnTo>
                <a:lnTo>
                  <a:pt x="19756" y="3034"/>
                </a:lnTo>
                <a:lnTo>
                  <a:pt x="19756" y="3056"/>
                </a:lnTo>
                <a:moveTo>
                  <a:pt x="19574" y="3056"/>
                </a:moveTo>
                <a:lnTo>
                  <a:pt x="19461" y="3056"/>
                </a:lnTo>
                <a:lnTo>
                  <a:pt x="19461" y="3034"/>
                </a:lnTo>
                <a:lnTo>
                  <a:pt x="19574" y="3034"/>
                </a:lnTo>
                <a:lnTo>
                  <a:pt x="19574" y="3056"/>
                </a:lnTo>
                <a:moveTo>
                  <a:pt x="19393" y="3056"/>
                </a:moveTo>
                <a:lnTo>
                  <a:pt x="19280" y="3056"/>
                </a:lnTo>
                <a:lnTo>
                  <a:pt x="19280" y="3034"/>
                </a:lnTo>
                <a:lnTo>
                  <a:pt x="19393" y="3034"/>
                </a:lnTo>
                <a:lnTo>
                  <a:pt x="19393" y="3056"/>
                </a:lnTo>
                <a:moveTo>
                  <a:pt x="19212" y="3056"/>
                </a:moveTo>
                <a:lnTo>
                  <a:pt x="19099" y="3056"/>
                </a:lnTo>
                <a:lnTo>
                  <a:pt x="19099" y="3034"/>
                </a:lnTo>
                <a:lnTo>
                  <a:pt x="19212" y="3034"/>
                </a:lnTo>
                <a:lnTo>
                  <a:pt x="19212" y="3056"/>
                </a:lnTo>
                <a:moveTo>
                  <a:pt x="19031" y="3056"/>
                </a:moveTo>
                <a:lnTo>
                  <a:pt x="18918" y="3056"/>
                </a:lnTo>
                <a:lnTo>
                  <a:pt x="18918" y="3034"/>
                </a:lnTo>
                <a:lnTo>
                  <a:pt x="19031" y="3034"/>
                </a:lnTo>
                <a:lnTo>
                  <a:pt x="19031" y="3056"/>
                </a:lnTo>
                <a:moveTo>
                  <a:pt x="18850" y="3056"/>
                </a:moveTo>
                <a:lnTo>
                  <a:pt x="18737" y="3056"/>
                </a:lnTo>
                <a:lnTo>
                  <a:pt x="18737" y="3034"/>
                </a:lnTo>
                <a:lnTo>
                  <a:pt x="18850" y="3034"/>
                </a:lnTo>
                <a:lnTo>
                  <a:pt x="18850" y="3056"/>
                </a:lnTo>
                <a:moveTo>
                  <a:pt x="18669" y="3056"/>
                </a:moveTo>
                <a:lnTo>
                  <a:pt x="18556" y="3056"/>
                </a:lnTo>
                <a:lnTo>
                  <a:pt x="18556" y="3034"/>
                </a:lnTo>
                <a:lnTo>
                  <a:pt x="18669" y="3034"/>
                </a:lnTo>
                <a:lnTo>
                  <a:pt x="18669" y="3056"/>
                </a:lnTo>
                <a:moveTo>
                  <a:pt x="18488" y="3056"/>
                </a:moveTo>
                <a:lnTo>
                  <a:pt x="18374" y="3056"/>
                </a:lnTo>
                <a:lnTo>
                  <a:pt x="18374" y="3034"/>
                </a:lnTo>
                <a:lnTo>
                  <a:pt x="18488" y="3034"/>
                </a:lnTo>
                <a:lnTo>
                  <a:pt x="18488" y="3056"/>
                </a:lnTo>
                <a:moveTo>
                  <a:pt x="18307" y="3056"/>
                </a:moveTo>
                <a:lnTo>
                  <a:pt x="18193" y="3056"/>
                </a:lnTo>
                <a:lnTo>
                  <a:pt x="18193" y="3034"/>
                </a:lnTo>
                <a:lnTo>
                  <a:pt x="18307" y="3034"/>
                </a:lnTo>
                <a:lnTo>
                  <a:pt x="18307" y="3056"/>
                </a:lnTo>
                <a:moveTo>
                  <a:pt x="18125" y="3056"/>
                </a:moveTo>
                <a:lnTo>
                  <a:pt x="18012" y="3056"/>
                </a:lnTo>
                <a:lnTo>
                  <a:pt x="18012" y="3034"/>
                </a:lnTo>
                <a:lnTo>
                  <a:pt x="18125" y="3034"/>
                </a:lnTo>
                <a:lnTo>
                  <a:pt x="18125" y="3056"/>
                </a:lnTo>
                <a:moveTo>
                  <a:pt x="17944" y="3056"/>
                </a:moveTo>
                <a:lnTo>
                  <a:pt x="17831" y="3056"/>
                </a:lnTo>
                <a:lnTo>
                  <a:pt x="17831" y="3034"/>
                </a:lnTo>
                <a:lnTo>
                  <a:pt x="17944" y="3034"/>
                </a:lnTo>
                <a:lnTo>
                  <a:pt x="17944" y="3056"/>
                </a:lnTo>
                <a:moveTo>
                  <a:pt x="17763" y="3056"/>
                </a:moveTo>
                <a:lnTo>
                  <a:pt x="17650" y="3056"/>
                </a:lnTo>
                <a:lnTo>
                  <a:pt x="17650" y="3034"/>
                </a:lnTo>
                <a:lnTo>
                  <a:pt x="17763" y="3034"/>
                </a:lnTo>
                <a:lnTo>
                  <a:pt x="17763" y="3056"/>
                </a:lnTo>
                <a:moveTo>
                  <a:pt x="17582" y="3056"/>
                </a:moveTo>
                <a:lnTo>
                  <a:pt x="17469" y="3056"/>
                </a:lnTo>
                <a:lnTo>
                  <a:pt x="17469" y="3034"/>
                </a:lnTo>
                <a:lnTo>
                  <a:pt x="17582" y="3034"/>
                </a:lnTo>
                <a:lnTo>
                  <a:pt x="17582" y="3056"/>
                </a:lnTo>
                <a:moveTo>
                  <a:pt x="17401" y="3056"/>
                </a:moveTo>
                <a:lnTo>
                  <a:pt x="17288" y="3056"/>
                </a:lnTo>
                <a:lnTo>
                  <a:pt x="17288" y="3034"/>
                </a:lnTo>
                <a:lnTo>
                  <a:pt x="17401" y="3034"/>
                </a:lnTo>
                <a:lnTo>
                  <a:pt x="17401" y="3056"/>
                </a:lnTo>
                <a:moveTo>
                  <a:pt x="17220" y="3056"/>
                </a:moveTo>
                <a:lnTo>
                  <a:pt x="17107" y="3056"/>
                </a:lnTo>
                <a:lnTo>
                  <a:pt x="17107" y="3034"/>
                </a:lnTo>
                <a:lnTo>
                  <a:pt x="17220" y="3034"/>
                </a:lnTo>
                <a:lnTo>
                  <a:pt x="17220" y="3056"/>
                </a:lnTo>
                <a:moveTo>
                  <a:pt x="17039" y="3056"/>
                </a:moveTo>
                <a:lnTo>
                  <a:pt x="16925" y="3056"/>
                </a:lnTo>
                <a:lnTo>
                  <a:pt x="16925" y="3034"/>
                </a:lnTo>
                <a:lnTo>
                  <a:pt x="17039" y="3034"/>
                </a:lnTo>
                <a:lnTo>
                  <a:pt x="17039" y="3056"/>
                </a:lnTo>
                <a:moveTo>
                  <a:pt x="16858" y="3056"/>
                </a:moveTo>
                <a:lnTo>
                  <a:pt x="16744" y="3056"/>
                </a:lnTo>
                <a:lnTo>
                  <a:pt x="16744" y="3034"/>
                </a:lnTo>
                <a:lnTo>
                  <a:pt x="16858" y="3034"/>
                </a:lnTo>
                <a:lnTo>
                  <a:pt x="16858" y="3056"/>
                </a:lnTo>
                <a:moveTo>
                  <a:pt x="16676" y="3056"/>
                </a:moveTo>
                <a:lnTo>
                  <a:pt x="16563" y="3056"/>
                </a:lnTo>
                <a:lnTo>
                  <a:pt x="16563" y="3034"/>
                </a:lnTo>
                <a:lnTo>
                  <a:pt x="16676" y="3034"/>
                </a:lnTo>
                <a:lnTo>
                  <a:pt x="16676" y="3056"/>
                </a:lnTo>
                <a:moveTo>
                  <a:pt x="16495" y="3056"/>
                </a:moveTo>
                <a:lnTo>
                  <a:pt x="16382" y="3056"/>
                </a:lnTo>
                <a:lnTo>
                  <a:pt x="16382" y="3034"/>
                </a:lnTo>
                <a:lnTo>
                  <a:pt x="16495" y="3034"/>
                </a:lnTo>
                <a:lnTo>
                  <a:pt x="16495" y="3056"/>
                </a:lnTo>
                <a:moveTo>
                  <a:pt x="16314" y="3056"/>
                </a:moveTo>
                <a:lnTo>
                  <a:pt x="16201" y="3056"/>
                </a:lnTo>
                <a:lnTo>
                  <a:pt x="16201" y="3034"/>
                </a:lnTo>
                <a:lnTo>
                  <a:pt x="16314" y="3034"/>
                </a:lnTo>
                <a:lnTo>
                  <a:pt x="16314" y="3056"/>
                </a:lnTo>
                <a:moveTo>
                  <a:pt x="16133" y="3056"/>
                </a:moveTo>
                <a:lnTo>
                  <a:pt x="16020" y="3056"/>
                </a:lnTo>
                <a:lnTo>
                  <a:pt x="16020" y="3034"/>
                </a:lnTo>
                <a:lnTo>
                  <a:pt x="16133" y="3034"/>
                </a:lnTo>
                <a:lnTo>
                  <a:pt x="16133" y="3056"/>
                </a:lnTo>
                <a:moveTo>
                  <a:pt x="15952" y="3056"/>
                </a:moveTo>
                <a:lnTo>
                  <a:pt x="15839" y="3056"/>
                </a:lnTo>
                <a:lnTo>
                  <a:pt x="15839" y="3034"/>
                </a:lnTo>
                <a:lnTo>
                  <a:pt x="15952" y="3034"/>
                </a:lnTo>
                <a:lnTo>
                  <a:pt x="15952" y="3056"/>
                </a:lnTo>
                <a:moveTo>
                  <a:pt x="15771" y="3056"/>
                </a:moveTo>
                <a:lnTo>
                  <a:pt x="15658" y="3056"/>
                </a:lnTo>
                <a:lnTo>
                  <a:pt x="15658" y="3034"/>
                </a:lnTo>
                <a:lnTo>
                  <a:pt x="15771" y="3034"/>
                </a:lnTo>
                <a:lnTo>
                  <a:pt x="15771" y="3056"/>
                </a:lnTo>
                <a:moveTo>
                  <a:pt x="15590" y="3056"/>
                </a:moveTo>
                <a:lnTo>
                  <a:pt x="15476" y="3056"/>
                </a:lnTo>
                <a:lnTo>
                  <a:pt x="15476" y="3034"/>
                </a:lnTo>
                <a:lnTo>
                  <a:pt x="15590" y="3034"/>
                </a:lnTo>
                <a:lnTo>
                  <a:pt x="15590" y="3056"/>
                </a:lnTo>
                <a:moveTo>
                  <a:pt x="15409" y="3056"/>
                </a:moveTo>
                <a:lnTo>
                  <a:pt x="15295" y="3056"/>
                </a:lnTo>
                <a:lnTo>
                  <a:pt x="15295" y="3034"/>
                </a:lnTo>
                <a:lnTo>
                  <a:pt x="15409" y="3034"/>
                </a:lnTo>
                <a:lnTo>
                  <a:pt x="15409" y="3056"/>
                </a:lnTo>
                <a:moveTo>
                  <a:pt x="15227" y="3056"/>
                </a:moveTo>
                <a:lnTo>
                  <a:pt x="15114" y="3056"/>
                </a:lnTo>
                <a:lnTo>
                  <a:pt x="15114" y="3034"/>
                </a:lnTo>
                <a:lnTo>
                  <a:pt x="15227" y="3034"/>
                </a:lnTo>
                <a:lnTo>
                  <a:pt x="15227" y="3056"/>
                </a:lnTo>
                <a:moveTo>
                  <a:pt x="15046" y="3056"/>
                </a:moveTo>
                <a:lnTo>
                  <a:pt x="14933" y="3056"/>
                </a:lnTo>
                <a:lnTo>
                  <a:pt x="14933" y="3034"/>
                </a:lnTo>
                <a:lnTo>
                  <a:pt x="15046" y="3034"/>
                </a:lnTo>
                <a:lnTo>
                  <a:pt x="15046" y="3056"/>
                </a:lnTo>
                <a:moveTo>
                  <a:pt x="14865" y="3056"/>
                </a:moveTo>
                <a:lnTo>
                  <a:pt x="14752" y="3056"/>
                </a:lnTo>
                <a:lnTo>
                  <a:pt x="14752" y="3034"/>
                </a:lnTo>
                <a:lnTo>
                  <a:pt x="14865" y="3034"/>
                </a:lnTo>
                <a:lnTo>
                  <a:pt x="14865" y="3056"/>
                </a:lnTo>
                <a:moveTo>
                  <a:pt x="14684" y="3056"/>
                </a:moveTo>
                <a:lnTo>
                  <a:pt x="14571" y="3056"/>
                </a:lnTo>
                <a:lnTo>
                  <a:pt x="14571" y="3034"/>
                </a:lnTo>
                <a:lnTo>
                  <a:pt x="14684" y="3034"/>
                </a:lnTo>
                <a:lnTo>
                  <a:pt x="14684" y="3056"/>
                </a:lnTo>
                <a:moveTo>
                  <a:pt x="14503" y="3056"/>
                </a:moveTo>
                <a:lnTo>
                  <a:pt x="14390" y="3056"/>
                </a:lnTo>
                <a:lnTo>
                  <a:pt x="14390" y="3034"/>
                </a:lnTo>
                <a:lnTo>
                  <a:pt x="14503" y="3034"/>
                </a:lnTo>
                <a:lnTo>
                  <a:pt x="14503" y="3056"/>
                </a:lnTo>
                <a:moveTo>
                  <a:pt x="14322" y="3056"/>
                </a:moveTo>
                <a:lnTo>
                  <a:pt x="14209" y="3056"/>
                </a:lnTo>
                <a:lnTo>
                  <a:pt x="14209" y="3034"/>
                </a:lnTo>
                <a:lnTo>
                  <a:pt x="14322" y="3034"/>
                </a:lnTo>
                <a:lnTo>
                  <a:pt x="14322" y="3056"/>
                </a:lnTo>
                <a:moveTo>
                  <a:pt x="14141" y="3056"/>
                </a:moveTo>
                <a:lnTo>
                  <a:pt x="14027" y="3056"/>
                </a:lnTo>
                <a:lnTo>
                  <a:pt x="14027" y="3034"/>
                </a:lnTo>
                <a:lnTo>
                  <a:pt x="14141" y="3034"/>
                </a:lnTo>
                <a:lnTo>
                  <a:pt x="14141" y="3056"/>
                </a:lnTo>
                <a:moveTo>
                  <a:pt x="13959" y="3056"/>
                </a:moveTo>
                <a:lnTo>
                  <a:pt x="13846" y="3056"/>
                </a:lnTo>
                <a:lnTo>
                  <a:pt x="13846" y="3034"/>
                </a:lnTo>
                <a:lnTo>
                  <a:pt x="13959" y="3034"/>
                </a:lnTo>
                <a:lnTo>
                  <a:pt x="13959" y="3056"/>
                </a:lnTo>
                <a:moveTo>
                  <a:pt x="13778" y="3056"/>
                </a:moveTo>
                <a:lnTo>
                  <a:pt x="13665" y="3056"/>
                </a:lnTo>
                <a:lnTo>
                  <a:pt x="13665" y="3034"/>
                </a:lnTo>
                <a:lnTo>
                  <a:pt x="13778" y="3034"/>
                </a:lnTo>
                <a:lnTo>
                  <a:pt x="13778" y="3056"/>
                </a:lnTo>
                <a:moveTo>
                  <a:pt x="13597" y="3056"/>
                </a:moveTo>
                <a:lnTo>
                  <a:pt x="13484" y="3056"/>
                </a:lnTo>
                <a:lnTo>
                  <a:pt x="13484" y="3034"/>
                </a:lnTo>
                <a:lnTo>
                  <a:pt x="13597" y="3034"/>
                </a:lnTo>
                <a:lnTo>
                  <a:pt x="13597" y="3056"/>
                </a:lnTo>
                <a:moveTo>
                  <a:pt x="13416" y="3056"/>
                </a:moveTo>
                <a:lnTo>
                  <a:pt x="13303" y="3056"/>
                </a:lnTo>
                <a:lnTo>
                  <a:pt x="13303" y="3034"/>
                </a:lnTo>
                <a:lnTo>
                  <a:pt x="13416" y="3034"/>
                </a:lnTo>
                <a:lnTo>
                  <a:pt x="13416" y="3056"/>
                </a:lnTo>
                <a:moveTo>
                  <a:pt x="13235" y="3056"/>
                </a:moveTo>
                <a:lnTo>
                  <a:pt x="13122" y="3056"/>
                </a:lnTo>
                <a:lnTo>
                  <a:pt x="13122" y="3034"/>
                </a:lnTo>
                <a:lnTo>
                  <a:pt x="13235" y="3034"/>
                </a:lnTo>
                <a:lnTo>
                  <a:pt x="13235" y="3056"/>
                </a:lnTo>
                <a:moveTo>
                  <a:pt x="13054" y="3056"/>
                </a:moveTo>
                <a:lnTo>
                  <a:pt x="12941" y="3056"/>
                </a:lnTo>
                <a:lnTo>
                  <a:pt x="12941" y="3034"/>
                </a:lnTo>
                <a:lnTo>
                  <a:pt x="13054" y="3034"/>
                </a:lnTo>
                <a:lnTo>
                  <a:pt x="13054" y="3056"/>
                </a:lnTo>
                <a:moveTo>
                  <a:pt x="12873" y="3056"/>
                </a:moveTo>
                <a:lnTo>
                  <a:pt x="12760" y="3056"/>
                </a:lnTo>
                <a:lnTo>
                  <a:pt x="12760" y="3034"/>
                </a:lnTo>
                <a:lnTo>
                  <a:pt x="12873" y="3034"/>
                </a:lnTo>
                <a:lnTo>
                  <a:pt x="12873" y="3056"/>
                </a:lnTo>
                <a:moveTo>
                  <a:pt x="12692" y="3056"/>
                </a:moveTo>
                <a:lnTo>
                  <a:pt x="12578" y="3056"/>
                </a:lnTo>
                <a:lnTo>
                  <a:pt x="12578" y="3034"/>
                </a:lnTo>
                <a:lnTo>
                  <a:pt x="12692" y="3034"/>
                </a:lnTo>
                <a:lnTo>
                  <a:pt x="12692" y="3056"/>
                </a:lnTo>
                <a:moveTo>
                  <a:pt x="12510" y="3056"/>
                </a:moveTo>
                <a:lnTo>
                  <a:pt x="12397" y="3056"/>
                </a:lnTo>
                <a:lnTo>
                  <a:pt x="12397" y="3034"/>
                </a:lnTo>
                <a:lnTo>
                  <a:pt x="12510" y="3034"/>
                </a:lnTo>
                <a:lnTo>
                  <a:pt x="12510" y="3056"/>
                </a:lnTo>
                <a:moveTo>
                  <a:pt x="12329" y="3056"/>
                </a:moveTo>
                <a:lnTo>
                  <a:pt x="12216" y="3056"/>
                </a:lnTo>
                <a:lnTo>
                  <a:pt x="12216" y="3034"/>
                </a:lnTo>
                <a:lnTo>
                  <a:pt x="12329" y="3034"/>
                </a:lnTo>
                <a:lnTo>
                  <a:pt x="12329" y="3056"/>
                </a:lnTo>
                <a:moveTo>
                  <a:pt x="12148" y="3056"/>
                </a:moveTo>
                <a:lnTo>
                  <a:pt x="12035" y="3056"/>
                </a:lnTo>
                <a:lnTo>
                  <a:pt x="12035" y="3034"/>
                </a:lnTo>
                <a:lnTo>
                  <a:pt x="12148" y="3034"/>
                </a:lnTo>
                <a:lnTo>
                  <a:pt x="12148" y="3056"/>
                </a:lnTo>
                <a:moveTo>
                  <a:pt x="11967" y="3056"/>
                </a:moveTo>
                <a:lnTo>
                  <a:pt x="11854" y="3056"/>
                </a:lnTo>
                <a:lnTo>
                  <a:pt x="11854" y="3034"/>
                </a:lnTo>
                <a:lnTo>
                  <a:pt x="11967" y="3034"/>
                </a:lnTo>
                <a:lnTo>
                  <a:pt x="11967" y="3056"/>
                </a:lnTo>
                <a:moveTo>
                  <a:pt x="11786" y="3056"/>
                </a:moveTo>
                <a:lnTo>
                  <a:pt x="11673" y="3056"/>
                </a:lnTo>
                <a:lnTo>
                  <a:pt x="11673" y="3034"/>
                </a:lnTo>
                <a:lnTo>
                  <a:pt x="11786" y="3034"/>
                </a:lnTo>
                <a:lnTo>
                  <a:pt x="11786" y="3056"/>
                </a:lnTo>
                <a:moveTo>
                  <a:pt x="11605" y="3056"/>
                </a:moveTo>
                <a:lnTo>
                  <a:pt x="11492" y="3056"/>
                </a:lnTo>
                <a:lnTo>
                  <a:pt x="11492" y="3034"/>
                </a:lnTo>
                <a:lnTo>
                  <a:pt x="11605" y="3034"/>
                </a:lnTo>
                <a:lnTo>
                  <a:pt x="11605" y="3056"/>
                </a:lnTo>
                <a:moveTo>
                  <a:pt x="11424" y="3056"/>
                </a:moveTo>
                <a:lnTo>
                  <a:pt x="11311" y="3056"/>
                </a:lnTo>
                <a:lnTo>
                  <a:pt x="11311" y="3034"/>
                </a:lnTo>
                <a:lnTo>
                  <a:pt x="11424" y="3034"/>
                </a:lnTo>
                <a:lnTo>
                  <a:pt x="11424" y="3056"/>
                </a:lnTo>
                <a:moveTo>
                  <a:pt x="11243" y="3056"/>
                </a:moveTo>
                <a:lnTo>
                  <a:pt x="11129" y="3056"/>
                </a:lnTo>
                <a:lnTo>
                  <a:pt x="11129" y="3034"/>
                </a:lnTo>
                <a:lnTo>
                  <a:pt x="11243" y="3034"/>
                </a:lnTo>
                <a:lnTo>
                  <a:pt x="11243" y="3056"/>
                </a:lnTo>
                <a:moveTo>
                  <a:pt x="11061" y="3056"/>
                </a:moveTo>
                <a:lnTo>
                  <a:pt x="10948" y="3056"/>
                </a:lnTo>
                <a:lnTo>
                  <a:pt x="10948" y="3034"/>
                </a:lnTo>
                <a:lnTo>
                  <a:pt x="11061" y="3034"/>
                </a:lnTo>
                <a:lnTo>
                  <a:pt x="11061" y="3056"/>
                </a:lnTo>
                <a:moveTo>
                  <a:pt x="10880" y="3056"/>
                </a:moveTo>
                <a:lnTo>
                  <a:pt x="10767" y="3056"/>
                </a:lnTo>
                <a:lnTo>
                  <a:pt x="10767" y="3034"/>
                </a:lnTo>
                <a:lnTo>
                  <a:pt x="10880" y="3034"/>
                </a:lnTo>
                <a:lnTo>
                  <a:pt x="10880" y="3056"/>
                </a:lnTo>
                <a:moveTo>
                  <a:pt x="10699" y="3056"/>
                </a:moveTo>
                <a:lnTo>
                  <a:pt x="10586" y="3056"/>
                </a:lnTo>
                <a:lnTo>
                  <a:pt x="10586" y="3034"/>
                </a:lnTo>
                <a:lnTo>
                  <a:pt x="10699" y="3034"/>
                </a:lnTo>
                <a:lnTo>
                  <a:pt x="10699" y="3056"/>
                </a:lnTo>
                <a:moveTo>
                  <a:pt x="10518" y="3056"/>
                </a:moveTo>
                <a:lnTo>
                  <a:pt x="10405" y="3056"/>
                </a:lnTo>
                <a:lnTo>
                  <a:pt x="10405" y="3034"/>
                </a:lnTo>
                <a:lnTo>
                  <a:pt x="10518" y="3034"/>
                </a:lnTo>
                <a:lnTo>
                  <a:pt x="10518" y="3056"/>
                </a:lnTo>
                <a:moveTo>
                  <a:pt x="10337" y="3056"/>
                </a:moveTo>
                <a:lnTo>
                  <a:pt x="10224" y="3056"/>
                </a:lnTo>
                <a:lnTo>
                  <a:pt x="10224" y="3034"/>
                </a:lnTo>
                <a:lnTo>
                  <a:pt x="10337" y="3034"/>
                </a:lnTo>
                <a:lnTo>
                  <a:pt x="10337" y="3056"/>
                </a:lnTo>
                <a:moveTo>
                  <a:pt x="10156" y="3056"/>
                </a:moveTo>
                <a:lnTo>
                  <a:pt x="10043" y="3056"/>
                </a:lnTo>
                <a:lnTo>
                  <a:pt x="10043" y="3034"/>
                </a:lnTo>
                <a:lnTo>
                  <a:pt x="10156" y="3034"/>
                </a:lnTo>
                <a:lnTo>
                  <a:pt x="10156" y="3056"/>
                </a:lnTo>
                <a:moveTo>
                  <a:pt x="9975" y="3056"/>
                </a:moveTo>
                <a:lnTo>
                  <a:pt x="9861" y="3056"/>
                </a:lnTo>
                <a:lnTo>
                  <a:pt x="9861" y="3034"/>
                </a:lnTo>
                <a:lnTo>
                  <a:pt x="9975" y="3034"/>
                </a:lnTo>
                <a:lnTo>
                  <a:pt x="9975" y="3056"/>
                </a:lnTo>
                <a:moveTo>
                  <a:pt x="9794" y="3056"/>
                </a:moveTo>
                <a:lnTo>
                  <a:pt x="9680" y="3056"/>
                </a:lnTo>
                <a:lnTo>
                  <a:pt x="9680" y="3034"/>
                </a:lnTo>
                <a:lnTo>
                  <a:pt x="9794" y="3034"/>
                </a:lnTo>
                <a:lnTo>
                  <a:pt x="9794" y="3056"/>
                </a:lnTo>
                <a:moveTo>
                  <a:pt x="9612" y="3056"/>
                </a:moveTo>
                <a:lnTo>
                  <a:pt x="9499" y="3056"/>
                </a:lnTo>
                <a:lnTo>
                  <a:pt x="9499" y="3034"/>
                </a:lnTo>
                <a:lnTo>
                  <a:pt x="9612" y="3034"/>
                </a:lnTo>
                <a:lnTo>
                  <a:pt x="9612" y="3056"/>
                </a:lnTo>
                <a:moveTo>
                  <a:pt x="9431" y="3056"/>
                </a:moveTo>
                <a:lnTo>
                  <a:pt x="9318" y="3056"/>
                </a:lnTo>
                <a:lnTo>
                  <a:pt x="9318" y="3034"/>
                </a:lnTo>
                <a:lnTo>
                  <a:pt x="9431" y="3034"/>
                </a:lnTo>
                <a:lnTo>
                  <a:pt x="9431" y="3056"/>
                </a:lnTo>
                <a:moveTo>
                  <a:pt x="9250" y="3056"/>
                </a:moveTo>
                <a:lnTo>
                  <a:pt x="9137" y="3056"/>
                </a:lnTo>
                <a:lnTo>
                  <a:pt x="9137" y="3034"/>
                </a:lnTo>
                <a:lnTo>
                  <a:pt x="9250" y="3034"/>
                </a:lnTo>
                <a:lnTo>
                  <a:pt x="9250" y="3056"/>
                </a:lnTo>
                <a:moveTo>
                  <a:pt x="9069" y="3056"/>
                </a:moveTo>
                <a:lnTo>
                  <a:pt x="8956" y="3056"/>
                </a:lnTo>
                <a:lnTo>
                  <a:pt x="8956" y="3034"/>
                </a:lnTo>
                <a:lnTo>
                  <a:pt x="9069" y="3034"/>
                </a:lnTo>
                <a:lnTo>
                  <a:pt x="9069" y="3056"/>
                </a:lnTo>
                <a:moveTo>
                  <a:pt x="8887" y="3056"/>
                </a:moveTo>
                <a:lnTo>
                  <a:pt x="8774" y="3056"/>
                </a:lnTo>
                <a:lnTo>
                  <a:pt x="8774" y="3034"/>
                </a:lnTo>
                <a:lnTo>
                  <a:pt x="8887" y="3034"/>
                </a:lnTo>
                <a:lnTo>
                  <a:pt x="8887" y="3056"/>
                </a:lnTo>
                <a:moveTo>
                  <a:pt x="8706" y="3056"/>
                </a:moveTo>
                <a:lnTo>
                  <a:pt x="8593" y="3056"/>
                </a:lnTo>
                <a:lnTo>
                  <a:pt x="8593" y="3034"/>
                </a:lnTo>
                <a:lnTo>
                  <a:pt x="8706" y="3034"/>
                </a:lnTo>
                <a:lnTo>
                  <a:pt x="8706" y="3056"/>
                </a:lnTo>
                <a:moveTo>
                  <a:pt x="8525" y="3056"/>
                </a:moveTo>
                <a:lnTo>
                  <a:pt x="8411" y="3056"/>
                </a:lnTo>
                <a:lnTo>
                  <a:pt x="8411" y="3034"/>
                </a:lnTo>
                <a:lnTo>
                  <a:pt x="8525" y="3034"/>
                </a:lnTo>
                <a:lnTo>
                  <a:pt x="8525" y="3056"/>
                </a:lnTo>
                <a:moveTo>
                  <a:pt x="8344" y="3056"/>
                </a:moveTo>
                <a:lnTo>
                  <a:pt x="8230" y="3056"/>
                </a:lnTo>
                <a:lnTo>
                  <a:pt x="8230" y="3034"/>
                </a:lnTo>
                <a:lnTo>
                  <a:pt x="8344" y="3034"/>
                </a:lnTo>
                <a:lnTo>
                  <a:pt x="8344" y="3056"/>
                </a:lnTo>
                <a:moveTo>
                  <a:pt x="8162" y="3056"/>
                </a:moveTo>
                <a:lnTo>
                  <a:pt x="8049" y="3056"/>
                </a:lnTo>
                <a:lnTo>
                  <a:pt x="8049" y="3034"/>
                </a:lnTo>
                <a:lnTo>
                  <a:pt x="8162" y="3034"/>
                </a:lnTo>
                <a:lnTo>
                  <a:pt x="8162" y="3056"/>
                </a:lnTo>
                <a:moveTo>
                  <a:pt x="7981" y="3056"/>
                </a:moveTo>
                <a:lnTo>
                  <a:pt x="7868" y="3056"/>
                </a:lnTo>
                <a:lnTo>
                  <a:pt x="7868" y="3034"/>
                </a:lnTo>
                <a:lnTo>
                  <a:pt x="7981" y="3034"/>
                </a:lnTo>
                <a:lnTo>
                  <a:pt x="7981" y="3056"/>
                </a:lnTo>
                <a:moveTo>
                  <a:pt x="7800" y="3056"/>
                </a:moveTo>
                <a:lnTo>
                  <a:pt x="7687" y="3056"/>
                </a:lnTo>
                <a:lnTo>
                  <a:pt x="7687" y="3034"/>
                </a:lnTo>
                <a:lnTo>
                  <a:pt x="7800" y="3034"/>
                </a:lnTo>
                <a:lnTo>
                  <a:pt x="7800" y="3056"/>
                </a:lnTo>
                <a:moveTo>
                  <a:pt x="7619" y="3056"/>
                </a:moveTo>
                <a:lnTo>
                  <a:pt x="7506" y="3056"/>
                </a:lnTo>
                <a:lnTo>
                  <a:pt x="7506" y="3034"/>
                </a:lnTo>
                <a:lnTo>
                  <a:pt x="7619" y="3034"/>
                </a:lnTo>
                <a:lnTo>
                  <a:pt x="7619" y="3056"/>
                </a:lnTo>
                <a:moveTo>
                  <a:pt x="7438" y="3056"/>
                </a:moveTo>
                <a:lnTo>
                  <a:pt x="7325" y="3056"/>
                </a:lnTo>
                <a:lnTo>
                  <a:pt x="7325" y="3034"/>
                </a:lnTo>
                <a:lnTo>
                  <a:pt x="7438" y="3034"/>
                </a:lnTo>
                <a:lnTo>
                  <a:pt x="7438" y="3056"/>
                </a:lnTo>
                <a:moveTo>
                  <a:pt x="7257" y="3056"/>
                </a:moveTo>
                <a:lnTo>
                  <a:pt x="7144" y="3056"/>
                </a:lnTo>
                <a:lnTo>
                  <a:pt x="7144" y="3034"/>
                </a:lnTo>
                <a:lnTo>
                  <a:pt x="7257" y="3034"/>
                </a:lnTo>
                <a:lnTo>
                  <a:pt x="7257" y="3056"/>
                </a:lnTo>
                <a:moveTo>
                  <a:pt x="7076" y="3056"/>
                </a:moveTo>
                <a:lnTo>
                  <a:pt x="6962" y="3056"/>
                </a:lnTo>
                <a:lnTo>
                  <a:pt x="6962" y="3034"/>
                </a:lnTo>
                <a:lnTo>
                  <a:pt x="7076" y="3034"/>
                </a:lnTo>
                <a:lnTo>
                  <a:pt x="7076" y="3056"/>
                </a:lnTo>
                <a:moveTo>
                  <a:pt x="6895" y="3056"/>
                </a:moveTo>
                <a:lnTo>
                  <a:pt x="6781" y="3056"/>
                </a:lnTo>
                <a:lnTo>
                  <a:pt x="6781" y="3034"/>
                </a:lnTo>
                <a:lnTo>
                  <a:pt x="6895" y="3034"/>
                </a:lnTo>
                <a:lnTo>
                  <a:pt x="6895" y="3056"/>
                </a:lnTo>
                <a:moveTo>
                  <a:pt x="6713" y="3056"/>
                </a:moveTo>
                <a:lnTo>
                  <a:pt x="6600" y="3056"/>
                </a:lnTo>
                <a:lnTo>
                  <a:pt x="6600" y="3034"/>
                </a:lnTo>
                <a:lnTo>
                  <a:pt x="6713" y="3034"/>
                </a:lnTo>
                <a:lnTo>
                  <a:pt x="6713" y="3056"/>
                </a:lnTo>
                <a:moveTo>
                  <a:pt x="6532" y="3056"/>
                </a:moveTo>
                <a:lnTo>
                  <a:pt x="6419" y="3056"/>
                </a:lnTo>
                <a:lnTo>
                  <a:pt x="6419" y="3034"/>
                </a:lnTo>
                <a:lnTo>
                  <a:pt x="6532" y="3034"/>
                </a:lnTo>
                <a:lnTo>
                  <a:pt x="6532" y="3056"/>
                </a:lnTo>
                <a:moveTo>
                  <a:pt x="6351" y="3056"/>
                </a:moveTo>
                <a:lnTo>
                  <a:pt x="6238" y="3056"/>
                </a:lnTo>
                <a:lnTo>
                  <a:pt x="6238" y="3034"/>
                </a:lnTo>
                <a:lnTo>
                  <a:pt x="6351" y="3034"/>
                </a:lnTo>
                <a:lnTo>
                  <a:pt x="6351" y="3056"/>
                </a:lnTo>
                <a:moveTo>
                  <a:pt x="6170" y="3056"/>
                </a:moveTo>
                <a:lnTo>
                  <a:pt x="6057" y="3056"/>
                </a:lnTo>
                <a:lnTo>
                  <a:pt x="6057" y="3034"/>
                </a:lnTo>
                <a:lnTo>
                  <a:pt x="6170" y="3034"/>
                </a:lnTo>
                <a:lnTo>
                  <a:pt x="6170" y="3056"/>
                </a:lnTo>
                <a:moveTo>
                  <a:pt x="5989" y="3056"/>
                </a:moveTo>
                <a:lnTo>
                  <a:pt x="5876" y="3056"/>
                </a:lnTo>
                <a:lnTo>
                  <a:pt x="5876" y="3034"/>
                </a:lnTo>
                <a:lnTo>
                  <a:pt x="5989" y="3034"/>
                </a:lnTo>
                <a:lnTo>
                  <a:pt x="5989" y="3056"/>
                </a:lnTo>
                <a:moveTo>
                  <a:pt x="5808" y="3056"/>
                </a:moveTo>
                <a:lnTo>
                  <a:pt x="5695" y="3056"/>
                </a:lnTo>
                <a:lnTo>
                  <a:pt x="5695" y="3034"/>
                </a:lnTo>
                <a:lnTo>
                  <a:pt x="5808" y="3034"/>
                </a:lnTo>
                <a:lnTo>
                  <a:pt x="5808" y="3056"/>
                </a:lnTo>
                <a:moveTo>
                  <a:pt x="5627" y="3056"/>
                </a:moveTo>
                <a:lnTo>
                  <a:pt x="5513" y="3056"/>
                </a:lnTo>
                <a:lnTo>
                  <a:pt x="5513" y="3034"/>
                </a:lnTo>
                <a:lnTo>
                  <a:pt x="5627" y="3034"/>
                </a:lnTo>
                <a:lnTo>
                  <a:pt x="5627" y="3056"/>
                </a:lnTo>
                <a:moveTo>
                  <a:pt x="5446" y="3056"/>
                </a:moveTo>
                <a:lnTo>
                  <a:pt x="5332" y="3056"/>
                </a:lnTo>
                <a:lnTo>
                  <a:pt x="5332" y="3034"/>
                </a:lnTo>
                <a:lnTo>
                  <a:pt x="5446" y="3034"/>
                </a:lnTo>
                <a:lnTo>
                  <a:pt x="5446" y="3056"/>
                </a:lnTo>
                <a:moveTo>
                  <a:pt x="5264" y="3056"/>
                </a:moveTo>
                <a:lnTo>
                  <a:pt x="5151" y="3056"/>
                </a:lnTo>
                <a:lnTo>
                  <a:pt x="5151" y="3034"/>
                </a:lnTo>
                <a:lnTo>
                  <a:pt x="5264" y="3034"/>
                </a:lnTo>
                <a:lnTo>
                  <a:pt x="5264" y="3056"/>
                </a:lnTo>
                <a:moveTo>
                  <a:pt x="5083" y="3056"/>
                </a:moveTo>
                <a:lnTo>
                  <a:pt x="4970" y="3056"/>
                </a:lnTo>
                <a:lnTo>
                  <a:pt x="4970" y="3034"/>
                </a:lnTo>
                <a:lnTo>
                  <a:pt x="5083" y="3034"/>
                </a:lnTo>
                <a:lnTo>
                  <a:pt x="5083" y="3056"/>
                </a:lnTo>
                <a:moveTo>
                  <a:pt x="4902" y="3056"/>
                </a:moveTo>
                <a:lnTo>
                  <a:pt x="4789" y="3056"/>
                </a:lnTo>
                <a:lnTo>
                  <a:pt x="4789" y="3034"/>
                </a:lnTo>
                <a:lnTo>
                  <a:pt x="4902" y="3034"/>
                </a:lnTo>
                <a:lnTo>
                  <a:pt x="4902" y="3056"/>
                </a:lnTo>
                <a:moveTo>
                  <a:pt x="4721" y="3056"/>
                </a:moveTo>
                <a:lnTo>
                  <a:pt x="4608" y="3056"/>
                </a:lnTo>
                <a:lnTo>
                  <a:pt x="4608" y="3034"/>
                </a:lnTo>
                <a:lnTo>
                  <a:pt x="4721" y="3034"/>
                </a:lnTo>
                <a:lnTo>
                  <a:pt x="4721" y="3056"/>
                </a:lnTo>
                <a:moveTo>
                  <a:pt x="4540" y="3056"/>
                </a:moveTo>
                <a:lnTo>
                  <a:pt x="4427" y="3056"/>
                </a:lnTo>
                <a:lnTo>
                  <a:pt x="4427" y="3034"/>
                </a:lnTo>
                <a:lnTo>
                  <a:pt x="4540" y="3034"/>
                </a:lnTo>
                <a:lnTo>
                  <a:pt x="4540" y="3056"/>
                </a:lnTo>
                <a:moveTo>
                  <a:pt x="4359" y="3056"/>
                </a:moveTo>
                <a:lnTo>
                  <a:pt x="4246" y="3056"/>
                </a:lnTo>
                <a:lnTo>
                  <a:pt x="4246" y="3034"/>
                </a:lnTo>
                <a:lnTo>
                  <a:pt x="4359" y="3034"/>
                </a:lnTo>
                <a:lnTo>
                  <a:pt x="4359" y="3056"/>
                </a:lnTo>
                <a:moveTo>
                  <a:pt x="4178" y="3056"/>
                </a:moveTo>
                <a:lnTo>
                  <a:pt x="4064" y="3056"/>
                </a:lnTo>
                <a:lnTo>
                  <a:pt x="4064" y="3034"/>
                </a:lnTo>
                <a:lnTo>
                  <a:pt x="4178" y="3034"/>
                </a:lnTo>
                <a:lnTo>
                  <a:pt x="4178" y="3056"/>
                </a:lnTo>
                <a:moveTo>
                  <a:pt x="3996" y="3056"/>
                </a:moveTo>
                <a:lnTo>
                  <a:pt x="3883" y="3056"/>
                </a:lnTo>
                <a:lnTo>
                  <a:pt x="3883" y="3034"/>
                </a:lnTo>
                <a:lnTo>
                  <a:pt x="3996" y="3034"/>
                </a:lnTo>
                <a:lnTo>
                  <a:pt x="3996" y="3056"/>
                </a:lnTo>
                <a:moveTo>
                  <a:pt x="3815" y="3056"/>
                </a:moveTo>
                <a:lnTo>
                  <a:pt x="3702" y="3056"/>
                </a:lnTo>
                <a:lnTo>
                  <a:pt x="3702" y="3034"/>
                </a:lnTo>
                <a:lnTo>
                  <a:pt x="3815" y="3034"/>
                </a:lnTo>
                <a:lnTo>
                  <a:pt x="3815" y="3056"/>
                </a:lnTo>
                <a:moveTo>
                  <a:pt x="3634" y="3056"/>
                </a:moveTo>
                <a:lnTo>
                  <a:pt x="3521" y="3056"/>
                </a:lnTo>
                <a:lnTo>
                  <a:pt x="3521" y="3034"/>
                </a:lnTo>
                <a:lnTo>
                  <a:pt x="3634" y="3034"/>
                </a:lnTo>
                <a:lnTo>
                  <a:pt x="3634" y="3056"/>
                </a:lnTo>
                <a:moveTo>
                  <a:pt x="3453" y="3056"/>
                </a:moveTo>
                <a:lnTo>
                  <a:pt x="3340" y="3056"/>
                </a:lnTo>
                <a:lnTo>
                  <a:pt x="3340" y="3034"/>
                </a:lnTo>
                <a:lnTo>
                  <a:pt x="3453" y="3034"/>
                </a:lnTo>
                <a:lnTo>
                  <a:pt x="3453" y="3056"/>
                </a:lnTo>
                <a:moveTo>
                  <a:pt x="3272" y="3056"/>
                </a:moveTo>
                <a:lnTo>
                  <a:pt x="3159" y="3056"/>
                </a:lnTo>
                <a:lnTo>
                  <a:pt x="3159" y="3034"/>
                </a:lnTo>
                <a:lnTo>
                  <a:pt x="3272" y="3034"/>
                </a:lnTo>
                <a:lnTo>
                  <a:pt x="3272" y="3056"/>
                </a:lnTo>
                <a:moveTo>
                  <a:pt x="3091" y="3056"/>
                </a:moveTo>
                <a:lnTo>
                  <a:pt x="2978" y="3056"/>
                </a:lnTo>
                <a:lnTo>
                  <a:pt x="2978" y="3034"/>
                </a:lnTo>
                <a:lnTo>
                  <a:pt x="3091" y="3034"/>
                </a:lnTo>
                <a:lnTo>
                  <a:pt x="3091" y="3056"/>
                </a:lnTo>
                <a:moveTo>
                  <a:pt x="2910" y="3056"/>
                </a:moveTo>
                <a:lnTo>
                  <a:pt x="2797" y="3056"/>
                </a:lnTo>
                <a:lnTo>
                  <a:pt x="2797" y="3034"/>
                </a:lnTo>
                <a:lnTo>
                  <a:pt x="2910" y="3034"/>
                </a:lnTo>
                <a:lnTo>
                  <a:pt x="2910" y="3056"/>
                </a:lnTo>
                <a:moveTo>
                  <a:pt x="2729" y="3056"/>
                </a:moveTo>
                <a:lnTo>
                  <a:pt x="2615" y="3056"/>
                </a:lnTo>
                <a:lnTo>
                  <a:pt x="2615" y="3034"/>
                </a:lnTo>
                <a:lnTo>
                  <a:pt x="2729" y="3034"/>
                </a:lnTo>
                <a:lnTo>
                  <a:pt x="2729" y="3056"/>
                </a:lnTo>
                <a:moveTo>
                  <a:pt x="2547" y="3056"/>
                </a:moveTo>
                <a:lnTo>
                  <a:pt x="2434" y="3056"/>
                </a:lnTo>
                <a:lnTo>
                  <a:pt x="2434" y="3034"/>
                </a:lnTo>
                <a:lnTo>
                  <a:pt x="2547" y="3034"/>
                </a:lnTo>
                <a:lnTo>
                  <a:pt x="2547" y="3056"/>
                </a:lnTo>
                <a:moveTo>
                  <a:pt x="2366" y="3056"/>
                </a:moveTo>
                <a:lnTo>
                  <a:pt x="2253" y="3056"/>
                </a:lnTo>
                <a:lnTo>
                  <a:pt x="2253" y="3034"/>
                </a:lnTo>
                <a:lnTo>
                  <a:pt x="2366" y="3034"/>
                </a:lnTo>
                <a:lnTo>
                  <a:pt x="2366" y="3056"/>
                </a:lnTo>
                <a:moveTo>
                  <a:pt x="2185" y="3056"/>
                </a:moveTo>
                <a:lnTo>
                  <a:pt x="2072" y="3056"/>
                </a:lnTo>
                <a:lnTo>
                  <a:pt x="2072" y="3034"/>
                </a:lnTo>
                <a:lnTo>
                  <a:pt x="2185" y="3034"/>
                </a:lnTo>
                <a:lnTo>
                  <a:pt x="2185" y="3056"/>
                </a:lnTo>
                <a:moveTo>
                  <a:pt x="2004" y="3056"/>
                </a:moveTo>
                <a:lnTo>
                  <a:pt x="1891" y="3056"/>
                </a:lnTo>
                <a:lnTo>
                  <a:pt x="1891" y="3034"/>
                </a:lnTo>
                <a:lnTo>
                  <a:pt x="2004" y="3034"/>
                </a:lnTo>
                <a:lnTo>
                  <a:pt x="2004" y="3056"/>
                </a:lnTo>
                <a:moveTo>
                  <a:pt x="1823" y="3056"/>
                </a:moveTo>
                <a:lnTo>
                  <a:pt x="1710" y="3056"/>
                </a:lnTo>
                <a:lnTo>
                  <a:pt x="1710" y="3034"/>
                </a:lnTo>
                <a:lnTo>
                  <a:pt x="1823" y="3034"/>
                </a:lnTo>
                <a:lnTo>
                  <a:pt x="1823" y="3056"/>
                </a:lnTo>
                <a:moveTo>
                  <a:pt x="1642" y="3056"/>
                </a:moveTo>
                <a:lnTo>
                  <a:pt x="1529" y="3056"/>
                </a:lnTo>
                <a:lnTo>
                  <a:pt x="1529" y="3034"/>
                </a:lnTo>
                <a:lnTo>
                  <a:pt x="1642" y="3034"/>
                </a:lnTo>
                <a:lnTo>
                  <a:pt x="1642" y="3056"/>
                </a:lnTo>
                <a:moveTo>
                  <a:pt x="1461" y="3056"/>
                </a:moveTo>
                <a:lnTo>
                  <a:pt x="1347" y="3056"/>
                </a:lnTo>
                <a:lnTo>
                  <a:pt x="1347" y="3034"/>
                </a:lnTo>
                <a:lnTo>
                  <a:pt x="1461" y="3034"/>
                </a:lnTo>
                <a:lnTo>
                  <a:pt x="1461" y="3056"/>
                </a:lnTo>
                <a:moveTo>
                  <a:pt x="1280" y="3056"/>
                </a:moveTo>
                <a:lnTo>
                  <a:pt x="1166" y="3056"/>
                </a:lnTo>
                <a:lnTo>
                  <a:pt x="1166" y="3034"/>
                </a:lnTo>
                <a:lnTo>
                  <a:pt x="1280" y="3034"/>
                </a:lnTo>
                <a:lnTo>
                  <a:pt x="1280" y="3056"/>
                </a:lnTo>
                <a:moveTo>
                  <a:pt x="1098" y="3056"/>
                </a:moveTo>
                <a:lnTo>
                  <a:pt x="985" y="3056"/>
                </a:lnTo>
                <a:lnTo>
                  <a:pt x="985" y="3034"/>
                </a:lnTo>
                <a:lnTo>
                  <a:pt x="1098" y="3034"/>
                </a:lnTo>
                <a:lnTo>
                  <a:pt x="1098" y="3056"/>
                </a:lnTo>
                <a:moveTo>
                  <a:pt x="917" y="3056"/>
                </a:moveTo>
                <a:lnTo>
                  <a:pt x="804" y="3056"/>
                </a:lnTo>
                <a:lnTo>
                  <a:pt x="804" y="3034"/>
                </a:lnTo>
                <a:lnTo>
                  <a:pt x="917" y="3034"/>
                </a:lnTo>
                <a:lnTo>
                  <a:pt x="917" y="3056"/>
                </a:lnTo>
                <a:moveTo>
                  <a:pt x="736" y="3056"/>
                </a:moveTo>
                <a:lnTo>
                  <a:pt x="623" y="3056"/>
                </a:lnTo>
                <a:lnTo>
                  <a:pt x="623" y="3034"/>
                </a:lnTo>
                <a:lnTo>
                  <a:pt x="736" y="3034"/>
                </a:lnTo>
                <a:lnTo>
                  <a:pt x="736" y="3056"/>
                </a:lnTo>
                <a:moveTo>
                  <a:pt x="555" y="3056"/>
                </a:moveTo>
                <a:lnTo>
                  <a:pt x="442" y="3056"/>
                </a:lnTo>
                <a:lnTo>
                  <a:pt x="442" y="3034"/>
                </a:lnTo>
                <a:lnTo>
                  <a:pt x="555" y="3034"/>
                </a:lnTo>
                <a:lnTo>
                  <a:pt x="555" y="3056"/>
                </a:lnTo>
                <a:moveTo>
                  <a:pt x="374" y="3056"/>
                </a:moveTo>
                <a:lnTo>
                  <a:pt x="261" y="3056"/>
                </a:lnTo>
                <a:lnTo>
                  <a:pt x="261" y="3034"/>
                </a:lnTo>
                <a:lnTo>
                  <a:pt x="374" y="3034"/>
                </a:lnTo>
                <a:lnTo>
                  <a:pt x="374" y="3056"/>
                </a:lnTo>
                <a:moveTo>
                  <a:pt x="193" y="3056"/>
                </a:moveTo>
                <a:lnTo>
                  <a:pt x="80" y="3056"/>
                </a:lnTo>
                <a:lnTo>
                  <a:pt x="80" y="3034"/>
                </a:lnTo>
                <a:lnTo>
                  <a:pt x="193" y="3034"/>
                </a:lnTo>
                <a:lnTo>
                  <a:pt x="193" y="3056"/>
                </a:lnTo>
                <a:moveTo>
                  <a:pt x="0" y="3045"/>
                </a:moveTo>
                <a:lnTo>
                  <a:pt x="0" y="2932"/>
                </a:lnTo>
                <a:lnTo>
                  <a:pt x="23" y="2932"/>
                </a:lnTo>
                <a:lnTo>
                  <a:pt x="23" y="3045"/>
                </a:lnTo>
                <a:lnTo>
                  <a:pt x="0" y="3045"/>
                </a:lnTo>
                <a:moveTo>
                  <a:pt x="0" y="2864"/>
                </a:moveTo>
                <a:lnTo>
                  <a:pt x="0" y="2751"/>
                </a:lnTo>
                <a:lnTo>
                  <a:pt x="23" y="2751"/>
                </a:lnTo>
                <a:lnTo>
                  <a:pt x="23" y="2864"/>
                </a:lnTo>
                <a:lnTo>
                  <a:pt x="0" y="2864"/>
                </a:lnTo>
                <a:moveTo>
                  <a:pt x="0" y="2683"/>
                </a:moveTo>
                <a:lnTo>
                  <a:pt x="0" y="2570"/>
                </a:lnTo>
                <a:lnTo>
                  <a:pt x="23" y="2570"/>
                </a:lnTo>
                <a:lnTo>
                  <a:pt x="23" y="2683"/>
                </a:lnTo>
                <a:lnTo>
                  <a:pt x="0" y="2683"/>
                </a:lnTo>
                <a:moveTo>
                  <a:pt x="0" y="2502"/>
                </a:moveTo>
                <a:lnTo>
                  <a:pt x="0" y="2389"/>
                </a:lnTo>
                <a:lnTo>
                  <a:pt x="23" y="2389"/>
                </a:lnTo>
                <a:lnTo>
                  <a:pt x="23" y="2502"/>
                </a:lnTo>
                <a:lnTo>
                  <a:pt x="0" y="2502"/>
                </a:lnTo>
                <a:moveTo>
                  <a:pt x="0" y="2321"/>
                </a:moveTo>
                <a:lnTo>
                  <a:pt x="0" y="2208"/>
                </a:lnTo>
                <a:lnTo>
                  <a:pt x="23" y="2208"/>
                </a:lnTo>
                <a:lnTo>
                  <a:pt x="23" y="2321"/>
                </a:lnTo>
                <a:lnTo>
                  <a:pt x="0" y="2321"/>
                </a:lnTo>
                <a:moveTo>
                  <a:pt x="0" y="2140"/>
                </a:moveTo>
                <a:lnTo>
                  <a:pt x="0" y="2027"/>
                </a:lnTo>
                <a:lnTo>
                  <a:pt x="23" y="2027"/>
                </a:lnTo>
                <a:lnTo>
                  <a:pt x="23" y="2140"/>
                </a:lnTo>
                <a:lnTo>
                  <a:pt x="0" y="2140"/>
                </a:lnTo>
                <a:moveTo>
                  <a:pt x="0" y="1959"/>
                </a:moveTo>
                <a:lnTo>
                  <a:pt x="0" y="1845"/>
                </a:lnTo>
                <a:lnTo>
                  <a:pt x="23" y="1845"/>
                </a:lnTo>
                <a:lnTo>
                  <a:pt x="23" y="1959"/>
                </a:lnTo>
                <a:lnTo>
                  <a:pt x="0" y="1959"/>
                </a:lnTo>
                <a:moveTo>
                  <a:pt x="0" y="1778"/>
                </a:moveTo>
                <a:lnTo>
                  <a:pt x="0" y="1664"/>
                </a:lnTo>
                <a:lnTo>
                  <a:pt x="23" y="1664"/>
                </a:lnTo>
                <a:lnTo>
                  <a:pt x="23" y="1778"/>
                </a:lnTo>
                <a:lnTo>
                  <a:pt x="0" y="1778"/>
                </a:lnTo>
                <a:moveTo>
                  <a:pt x="0" y="1597"/>
                </a:moveTo>
                <a:lnTo>
                  <a:pt x="0" y="1483"/>
                </a:lnTo>
                <a:lnTo>
                  <a:pt x="23" y="1483"/>
                </a:lnTo>
                <a:lnTo>
                  <a:pt x="23" y="1597"/>
                </a:lnTo>
                <a:lnTo>
                  <a:pt x="0" y="1597"/>
                </a:lnTo>
                <a:moveTo>
                  <a:pt x="0" y="1415"/>
                </a:moveTo>
                <a:lnTo>
                  <a:pt x="0" y="1301"/>
                </a:lnTo>
                <a:lnTo>
                  <a:pt x="23" y="1301"/>
                </a:lnTo>
                <a:lnTo>
                  <a:pt x="23" y="1415"/>
                </a:lnTo>
                <a:lnTo>
                  <a:pt x="0" y="1415"/>
                </a:lnTo>
                <a:moveTo>
                  <a:pt x="0" y="1233"/>
                </a:moveTo>
                <a:lnTo>
                  <a:pt x="0" y="1120"/>
                </a:lnTo>
                <a:lnTo>
                  <a:pt x="23" y="1120"/>
                </a:lnTo>
                <a:lnTo>
                  <a:pt x="23" y="1233"/>
                </a:lnTo>
                <a:lnTo>
                  <a:pt x="0" y="1233"/>
                </a:lnTo>
                <a:moveTo>
                  <a:pt x="0" y="1052"/>
                </a:moveTo>
                <a:lnTo>
                  <a:pt x="0" y="939"/>
                </a:lnTo>
                <a:lnTo>
                  <a:pt x="23" y="939"/>
                </a:lnTo>
                <a:lnTo>
                  <a:pt x="23" y="1052"/>
                </a:lnTo>
                <a:lnTo>
                  <a:pt x="0" y="1052"/>
                </a:lnTo>
                <a:moveTo>
                  <a:pt x="0" y="871"/>
                </a:moveTo>
                <a:lnTo>
                  <a:pt x="0" y="758"/>
                </a:lnTo>
                <a:lnTo>
                  <a:pt x="23" y="758"/>
                </a:lnTo>
                <a:lnTo>
                  <a:pt x="23" y="871"/>
                </a:lnTo>
                <a:lnTo>
                  <a:pt x="0" y="871"/>
                </a:lnTo>
                <a:moveTo>
                  <a:pt x="0" y="690"/>
                </a:moveTo>
                <a:lnTo>
                  <a:pt x="0" y="577"/>
                </a:lnTo>
                <a:lnTo>
                  <a:pt x="23" y="577"/>
                </a:lnTo>
                <a:lnTo>
                  <a:pt x="23" y="690"/>
                </a:lnTo>
                <a:lnTo>
                  <a:pt x="0" y="690"/>
                </a:lnTo>
                <a:moveTo>
                  <a:pt x="0" y="509"/>
                </a:moveTo>
                <a:lnTo>
                  <a:pt x="0" y="396"/>
                </a:lnTo>
                <a:lnTo>
                  <a:pt x="23" y="396"/>
                </a:lnTo>
                <a:lnTo>
                  <a:pt x="23" y="509"/>
                </a:lnTo>
                <a:lnTo>
                  <a:pt x="0" y="509"/>
                </a:lnTo>
                <a:moveTo>
                  <a:pt x="0" y="328"/>
                </a:moveTo>
                <a:lnTo>
                  <a:pt x="0" y="215"/>
                </a:lnTo>
                <a:lnTo>
                  <a:pt x="23" y="215"/>
                </a:lnTo>
                <a:lnTo>
                  <a:pt x="23" y="328"/>
                </a:lnTo>
                <a:lnTo>
                  <a:pt x="0" y="328"/>
                </a:lnTo>
                <a:moveTo>
                  <a:pt x="0" y="147"/>
                </a:moveTo>
                <a:lnTo>
                  <a:pt x="0" y="34"/>
                </a:lnTo>
                <a:lnTo>
                  <a:pt x="23" y="34"/>
                </a:lnTo>
                <a:lnTo>
                  <a:pt x="23" y="147"/>
                </a:lnTo>
                <a:lnTo>
                  <a:pt x="0" y="147"/>
                </a:lnTo>
                <a:moveTo>
                  <a:pt x="12" y="0"/>
                </a:moveTo>
                <a:lnTo>
                  <a:pt x="125" y="0"/>
                </a:lnTo>
                <a:lnTo>
                  <a:pt x="125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4" name=""/>
          <p:cNvSpPr/>
          <p:nvPr/>
        </p:nvSpPr>
        <p:spPr>
          <a:xfrm>
            <a:off x="8616240" y="2310840"/>
            <a:ext cx="97920" cy="82080"/>
          </a:xfrm>
          <a:custGeom>
            <a:avLst/>
            <a:gdLst/>
            <a:ahLst/>
            <a:rect l="0" t="0" r="r" b="b"/>
            <a:pathLst>
              <a:path w="272" h="228">
                <a:moveTo>
                  <a:pt x="0" y="0"/>
                </a:moveTo>
                <a:lnTo>
                  <a:pt x="272" y="0"/>
                </a:lnTo>
                <a:lnTo>
                  <a:pt x="272" y="228"/>
                </a:lnTo>
                <a:lnTo>
                  <a:pt x="0" y="228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5" name=""/>
          <p:cNvSpPr/>
          <p:nvPr/>
        </p:nvSpPr>
        <p:spPr>
          <a:xfrm>
            <a:off x="8616240" y="233964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2413440" y="1846800"/>
            <a:ext cx="3160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Kwaliﬁcatiedossier vertalen naar leeruitkomsten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865080" y="2301840"/>
            <a:ext cx="640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8" name=""/>
          <p:cNvSpPr/>
          <p:nvPr/>
        </p:nvSpPr>
        <p:spPr>
          <a:xfrm>
            <a:off x="897480" y="2726640"/>
            <a:ext cx="7800480" cy="529920"/>
          </a:xfrm>
          <a:custGeom>
            <a:avLst/>
            <a:gdLst/>
            <a:ahLst/>
            <a:rect l="0" t="0" r="r" b="b"/>
            <a:pathLst>
              <a:path w="21668" h="1472">
                <a:moveTo>
                  <a:pt x="0" y="0"/>
                </a:moveTo>
                <a:lnTo>
                  <a:pt x="21668" y="0"/>
                </a:lnTo>
                <a:lnTo>
                  <a:pt x="21668" y="1472"/>
                </a:lnTo>
                <a:lnTo>
                  <a:pt x="0" y="147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9" name=""/>
          <p:cNvSpPr/>
          <p:nvPr/>
        </p:nvSpPr>
        <p:spPr>
          <a:xfrm>
            <a:off x="893160" y="2722320"/>
            <a:ext cx="7808760" cy="538200"/>
          </a:xfrm>
          <a:custGeom>
            <a:avLst/>
            <a:gdLst/>
            <a:ahLst/>
            <a:rect l="0" t="0" r="r" b="b"/>
            <a:pathLst>
              <a:path w="21691" h="1495">
                <a:moveTo>
                  <a:pt x="193" y="0"/>
                </a:moveTo>
                <a:lnTo>
                  <a:pt x="306" y="0"/>
                </a:lnTo>
                <a:lnTo>
                  <a:pt x="306" y="23"/>
                </a:lnTo>
                <a:lnTo>
                  <a:pt x="193" y="23"/>
                </a:lnTo>
                <a:lnTo>
                  <a:pt x="193" y="0"/>
                </a:lnTo>
                <a:moveTo>
                  <a:pt x="374" y="0"/>
                </a:moveTo>
                <a:lnTo>
                  <a:pt x="487" y="0"/>
                </a:lnTo>
                <a:lnTo>
                  <a:pt x="487" y="23"/>
                </a:lnTo>
                <a:lnTo>
                  <a:pt x="374" y="23"/>
                </a:lnTo>
                <a:lnTo>
                  <a:pt x="374" y="0"/>
                </a:lnTo>
                <a:moveTo>
                  <a:pt x="555" y="0"/>
                </a:moveTo>
                <a:lnTo>
                  <a:pt x="668" y="0"/>
                </a:lnTo>
                <a:lnTo>
                  <a:pt x="668" y="23"/>
                </a:lnTo>
                <a:lnTo>
                  <a:pt x="555" y="23"/>
                </a:lnTo>
                <a:lnTo>
                  <a:pt x="555" y="0"/>
                </a:lnTo>
                <a:moveTo>
                  <a:pt x="736" y="0"/>
                </a:moveTo>
                <a:lnTo>
                  <a:pt x="849" y="0"/>
                </a:lnTo>
                <a:lnTo>
                  <a:pt x="849" y="23"/>
                </a:lnTo>
                <a:lnTo>
                  <a:pt x="736" y="23"/>
                </a:lnTo>
                <a:lnTo>
                  <a:pt x="736" y="0"/>
                </a:lnTo>
                <a:moveTo>
                  <a:pt x="917" y="0"/>
                </a:moveTo>
                <a:lnTo>
                  <a:pt x="1030" y="0"/>
                </a:lnTo>
                <a:lnTo>
                  <a:pt x="1030" y="23"/>
                </a:lnTo>
                <a:lnTo>
                  <a:pt x="917" y="23"/>
                </a:lnTo>
                <a:lnTo>
                  <a:pt x="917" y="0"/>
                </a:lnTo>
                <a:moveTo>
                  <a:pt x="1098" y="0"/>
                </a:moveTo>
                <a:lnTo>
                  <a:pt x="1212" y="0"/>
                </a:lnTo>
                <a:lnTo>
                  <a:pt x="1212" y="23"/>
                </a:lnTo>
                <a:lnTo>
                  <a:pt x="1098" y="23"/>
                </a:lnTo>
                <a:lnTo>
                  <a:pt x="1098" y="0"/>
                </a:lnTo>
                <a:moveTo>
                  <a:pt x="1280" y="0"/>
                </a:moveTo>
                <a:lnTo>
                  <a:pt x="1393" y="0"/>
                </a:lnTo>
                <a:lnTo>
                  <a:pt x="1393" y="23"/>
                </a:lnTo>
                <a:lnTo>
                  <a:pt x="1280" y="23"/>
                </a:lnTo>
                <a:lnTo>
                  <a:pt x="1280" y="0"/>
                </a:lnTo>
                <a:moveTo>
                  <a:pt x="1461" y="0"/>
                </a:moveTo>
                <a:lnTo>
                  <a:pt x="1574" y="0"/>
                </a:lnTo>
                <a:lnTo>
                  <a:pt x="1574" y="23"/>
                </a:lnTo>
                <a:lnTo>
                  <a:pt x="1461" y="23"/>
                </a:lnTo>
                <a:lnTo>
                  <a:pt x="1461" y="0"/>
                </a:lnTo>
                <a:moveTo>
                  <a:pt x="1642" y="0"/>
                </a:moveTo>
                <a:lnTo>
                  <a:pt x="1755" y="0"/>
                </a:lnTo>
                <a:lnTo>
                  <a:pt x="1755" y="23"/>
                </a:lnTo>
                <a:lnTo>
                  <a:pt x="1642" y="23"/>
                </a:lnTo>
                <a:lnTo>
                  <a:pt x="1642" y="0"/>
                </a:lnTo>
                <a:moveTo>
                  <a:pt x="1823" y="0"/>
                </a:moveTo>
                <a:lnTo>
                  <a:pt x="1936" y="0"/>
                </a:lnTo>
                <a:lnTo>
                  <a:pt x="1936" y="23"/>
                </a:lnTo>
                <a:lnTo>
                  <a:pt x="1823" y="23"/>
                </a:lnTo>
                <a:lnTo>
                  <a:pt x="1823" y="0"/>
                </a:lnTo>
                <a:moveTo>
                  <a:pt x="2004" y="0"/>
                </a:moveTo>
                <a:lnTo>
                  <a:pt x="2117" y="0"/>
                </a:lnTo>
                <a:lnTo>
                  <a:pt x="2117" y="23"/>
                </a:lnTo>
                <a:lnTo>
                  <a:pt x="2004" y="23"/>
                </a:lnTo>
                <a:lnTo>
                  <a:pt x="2004" y="0"/>
                </a:lnTo>
                <a:moveTo>
                  <a:pt x="2185" y="0"/>
                </a:moveTo>
                <a:lnTo>
                  <a:pt x="2298" y="0"/>
                </a:lnTo>
                <a:lnTo>
                  <a:pt x="2298" y="23"/>
                </a:lnTo>
                <a:lnTo>
                  <a:pt x="2185" y="23"/>
                </a:lnTo>
                <a:lnTo>
                  <a:pt x="2185" y="0"/>
                </a:lnTo>
                <a:moveTo>
                  <a:pt x="2366" y="0"/>
                </a:moveTo>
                <a:lnTo>
                  <a:pt x="2480" y="0"/>
                </a:lnTo>
                <a:lnTo>
                  <a:pt x="2480" y="23"/>
                </a:lnTo>
                <a:lnTo>
                  <a:pt x="2366" y="23"/>
                </a:lnTo>
                <a:lnTo>
                  <a:pt x="2366" y="0"/>
                </a:lnTo>
                <a:moveTo>
                  <a:pt x="2547" y="0"/>
                </a:moveTo>
                <a:lnTo>
                  <a:pt x="2661" y="0"/>
                </a:lnTo>
                <a:lnTo>
                  <a:pt x="2661" y="23"/>
                </a:lnTo>
                <a:lnTo>
                  <a:pt x="2547" y="23"/>
                </a:lnTo>
                <a:lnTo>
                  <a:pt x="2547" y="0"/>
                </a:lnTo>
                <a:moveTo>
                  <a:pt x="2729" y="0"/>
                </a:moveTo>
                <a:lnTo>
                  <a:pt x="2842" y="0"/>
                </a:lnTo>
                <a:lnTo>
                  <a:pt x="2842" y="23"/>
                </a:lnTo>
                <a:lnTo>
                  <a:pt x="2729" y="23"/>
                </a:lnTo>
                <a:lnTo>
                  <a:pt x="2729" y="0"/>
                </a:lnTo>
                <a:moveTo>
                  <a:pt x="2910" y="0"/>
                </a:moveTo>
                <a:lnTo>
                  <a:pt x="3023" y="0"/>
                </a:lnTo>
                <a:lnTo>
                  <a:pt x="3023" y="23"/>
                </a:lnTo>
                <a:lnTo>
                  <a:pt x="2910" y="23"/>
                </a:lnTo>
                <a:lnTo>
                  <a:pt x="2910" y="0"/>
                </a:lnTo>
                <a:moveTo>
                  <a:pt x="3091" y="0"/>
                </a:moveTo>
                <a:lnTo>
                  <a:pt x="3204" y="0"/>
                </a:lnTo>
                <a:lnTo>
                  <a:pt x="3204" y="23"/>
                </a:lnTo>
                <a:lnTo>
                  <a:pt x="3091" y="23"/>
                </a:lnTo>
                <a:lnTo>
                  <a:pt x="3091" y="0"/>
                </a:lnTo>
                <a:moveTo>
                  <a:pt x="3272" y="0"/>
                </a:moveTo>
                <a:lnTo>
                  <a:pt x="3385" y="0"/>
                </a:lnTo>
                <a:lnTo>
                  <a:pt x="3385" y="23"/>
                </a:lnTo>
                <a:lnTo>
                  <a:pt x="3272" y="23"/>
                </a:lnTo>
                <a:lnTo>
                  <a:pt x="3272" y="0"/>
                </a:lnTo>
                <a:moveTo>
                  <a:pt x="3453" y="0"/>
                </a:moveTo>
                <a:lnTo>
                  <a:pt x="3566" y="0"/>
                </a:lnTo>
                <a:lnTo>
                  <a:pt x="3566" y="23"/>
                </a:lnTo>
                <a:lnTo>
                  <a:pt x="3453" y="23"/>
                </a:lnTo>
                <a:lnTo>
                  <a:pt x="3453" y="0"/>
                </a:lnTo>
                <a:moveTo>
                  <a:pt x="3634" y="0"/>
                </a:moveTo>
                <a:lnTo>
                  <a:pt x="3747" y="0"/>
                </a:lnTo>
                <a:lnTo>
                  <a:pt x="3747" y="23"/>
                </a:lnTo>
                <a:lnTo>
                  <a:pt x="3634" y="23"/>
                </a:lnTo>
                <a:lnTo>
                  <a:pt x="3634" y="0"/>
                </a:lnTo>
                <a:moveTo>
                  <a:pt x="3815" y="0"/>
                </a:moveTo>
                <a:lnTo>
                  <a:pt x="3929" y="0"/>
                </a:lnTo>
                <a:lnTo>
                  <a:pt x="3929" y="23"/>
                </a:lnTo>
                <a:lnTo>
                  <a:pt x="3815" y="23"/>
                </a:lnTo>
                <a:lnTo>
                  <a:pt x="3815" y="0"/>
                </a:lnTo>
                <a:moveTo>
                  <a:pt x="3996" y="0"/>
                </a:moveTo>
                <a:lnTo>
                  <a:pt x="4110" y="0"/>
                </a:lnTo>
                <a:lnTo>
                  <a:pt x="4110" y="23"/>
                </a:lnTo>
                <a:lnTo>
                  <a:pt x="3996" y="23"/>
                </a:lnTo>
                <a:lnTo>
                  <a:pt x="3996" y="0"/>
                </a:lnTo>
                <a:moveTo>
                  <a:pt x="4178" y="0"/>
                </a:moveTo>
                <a:lnTo>
                  <a:pt x="4291" y="0"/>
                </a:lnTo>
                <a:lnTo>
                  <a:pt x="4291" y="23"/>
                </a:lnTo>
                <a:lnTo>
                  <a:pt x="4178" y="23"/>
                </a:lnTo>
                <a:lnTo>
                  <a:pt x="4178" y="0"/>
                </a:lnTo>
                <a:moveTo>
                  <a:pt x="4359" y="0"/>
                </a:moveTo>
                <a:lnTo>
                  <a:pt x="4472" y="0"/>
                </a:lnTo>
                <a:lnTo>
                  <a:pt x="4472" y="23"/>
                </a:lnTo>
                <a:lnTo>
                  <a:pt x="4359" y="23"/>
                </a:lnTo>
                <a:lnTo>
                  <a:pt x="4359" y="0"/>
                </a:lnTo>
                <a:moveTo>
                  <a:pt x="4540" y="0"/>
                </a:moveTo>
                <a:lnTo>
                  <a:pt x="4653" y="0"/>
                </a:lnTo>
                <a:lnTo>
                  <a:pt x="4653" y="23"/>
                </a:lnTo>
                <a:lnTo>
                  <a:pt x="4540" y="23"/>
                </a:lnTo>
                <a:lnTo>
                  <a:pt x="4540" y="0"/>
                </a:lnTo>
                <a:moveTo>
                  <a:pt x="4721" y="0"/>
                </a:moveTo>
                <a:lnTo>
                  <a:pt x="4834" y="0"/>
                </a:lnTo>
                <a:lnTo>
                  <a:pt x="4834" y="23"/>
                </a:lnTo>
                <a:lnTo>
                  <a:pt x="4721" y="23"/>
                </a:lnTo>
                <a:lnTo>
                  <a:pt x="4721" y="0"/>
                </a:lnTo>
                <a:moveTo>
                  <a:pt x="4902" y="0"/>
                </a:moveTo>
                <a:lnTo>
                  <a:pt x="5015" y="0"/>
                </a:lnTo>
                <a:lnTo>
                  <a:pt x="5015" y="23"/>
                </a:lnTo>
                <a:lnTo>
                  <a:pt x="4902" y="23"/>
                </a:lnTo>
                <a:lnTo>
                  <a:pt x="4902" y="0"/>
                </a:lnTo>
                <a:moveTo>
                  <a:pt x="5083" y="0"/>
                </a:moveTo>
                <a:lnTo>
                  <a:pt x="5196" y="0"/>
                </a:lnTo>
                <a:lnTo>
                  <a:pt x="5196" y="23"/>
                </a:lnTo>
                <a:lnTo>
                  <a:pt x="5083" y="23"/>
                </a:lnTo>
                <a:lnTo>
                  <a:pt x="5083" y="0"/>
                </a:lnTo>
                <a:moveTo>
                  <a:pt x="5264" y="0"/>
                </a:moveTo>
                <a:lnTo>
                  <a:pt x="5378" y="0"/>
                </a:lnTo>
                <a:lnTo>
                  <a:pt x="5378" y="23"/>
                </a:lnTo>
                <a:lnTo>
                  <a:pt x="5264" y="23"/>
                </a:lnTo>
                <a:lnTo>
                  <a:pt x="5264" y="0"/>
                </a:lnTo>
                <a:moveTo>
                  <a:pt x="5445" y="0"/>
                </a:moveTo>
                <a:lnTo>
                  <a:pt x="5559" y="0"/>
                </a:lnTo>
                <a:lnTo>
                  <a:pt x="5559" y="23"/>
                </a:lnTo>
                <a:lnTo>
                  <a:pt x="5445" y="23"/>
                </a:lnTo>
                <a:lnTo>
                  <a:pt x="5445" y="0"/>
                </a:lnTo>
                <a:moveTo>
                  <a:pt x="5627" y="0"/>
                </a:moveTo>
                <a:lnTo>
                  <a:pt x="5740" y="0"/>
                </a:lnTo>
                <a:lnTo>
                  <a:pt x="5740" y="23"/>
                </a:lnTo>
                <a:lnTo>
                  <a:pt x="5627" y="23"/>
                </a:lnTo>
                <a:lnTo>
                  <a:pt x="5627" y="0"/>
                </a:lnTo>
                <a:moveTo>
                  <a:pt x="5808" y="0"/>
                </a:moveTo>
                <a:lnTo>
                  <a:pt x="5921" y="0"/>
                </a:lnTo>
                <a:lnTo>
                  <a:pt x="5921" y="23"/>
                </a:lnTo>
                <a:lnTo>
                  <a:pt x="5808" y="23"/>
                </a:lnTo>
                <a:lnTo>
                  <a:pt x="5808" y="0"/>
                </a:lnTo>
                <a:moveTo>
                  <a:pt x="5989" y="0"/>
                </a:moveTo>
                <a:lnTo>
                  <a:pt x="6102" y="0"/>
                </a:lnTo>
                <a:lnTo>
                  <a:pt x="6102" y="23"/>
                </a:lnTo>
                <a:lnTo>
                  <a:pt x="5989" y="23"/>
                </a:lnTo>
                <a:lnTo>
                  <a:pt x="5989" y="0"/>
                </a:lnTo>
                <a:moveTo>
                  <a:pt x="6170" y="0"/>
                </a:moveTo>
                <a:lnTo>
                  <a:pt x="6283" y="0"/>
                </a:lnTo>
                <a:lnTo>
                  <a:pt x="6283" y="23"/>
                </a:lnTo>
                <a:lnTo>
                  <a:pt x="6170" y="23"/>
                </a:lnTo>
                <a:lnTo>
                  <a:pt x="6170" y="0"/>
                </a:lnTo>
                <a:moveTo>
                  <a:pt x="6351" y="0"/>
                </a:moveTo>
                <a:lnTo>
                  <a:pt x="6464" y="0"/>
                </a:lnTo>
                <a:lnTo>
                  <a:pt x="6464" y="23"/>
                </a:lnTo>
                <a:lnTo>
                  <a:pt x="6351" y="23"/>
                </a:lnTo>
                <a:lnTo>
                  <a:pt x="6351" y="0"/>
                </a:lnTo>
                <a:moveTo>
                  <a:pt x="6532" y="0"/>
                </a:moveTo>
                <a:lnTo>
                  <a:pt x="6645" y="0"/>
                </a:lnTo>
                <a:lnTo>
                  <a:pt x="6645" y="23"/>
                </a:lnTo>
                <a:lnTo>
                  <a:pt x="6532" y="23"/>
                </a:lnTo>
                <a:lnTo>
                  <a:pt x="6532" y="0"/>
                </a:lnTo>
                <a:moveTo>
                  <a:pt x="6713" y="0"/>
                </a:moveTo>
                <a:lnTo>
                  <a:pt x="6827" y="0"/>
                </a:lnTo>
                <a:lnTo>
                  <a:pt x="6827" y="23"/>
                </a:lnTo>
                <a:lnTo>
                  <a:pt x="6713" y="23"/>
                </a:lnTo>
                <a:lnTo>
                  <a:pt x="6713" y="0"/>
                </a:lnTo>
                <a:moveTo>
                  <a:pt x="6894" y="0"/>
                </a:moveTo>
                <a:lnTo>
                  <a:pt x="7008" y="0"/>
                </a:lnTo>
                <a:lnTo>
                  <a:pt x="7008" y="23"/>
                </a:lnTo>
                <a:lnTo>
                  <a:pt x="6894" y="23"/>
                </a:lnTo>
                <a:lnTo>
                  <a:pt x="6894" y="0"/>
                </a:lnTo>
                <a:moveTo>
                  <a:pt x="7076" y="0"/>
                </a:moveTo>
                <a:lnTo>
                  <a:pt x="7189" y="0"/>
                </a:lnTo>
                <a:lnTo>
                  <a:pt x="7189" y="23"/>
                </a:lnTo>
                <a:lnTo>
                  <a:pt x="7076" y="23"/>
                </a:lnTo>
                <a:lnTo>
                  <a:pt x="7076" y="0"/>
                </a:lnTo>
                <a:moveTo>
                  <a:pt x="7257" y="0"/>
                </a:moveTo>
                <a:lnTo>
                  <a:pt x="7370" y="0"/>
                </a:lnTo>
                <a:lnTo>
                  <a:pt x="7370" y="23"/>
                </a:lnTo>
                <a:lnTo>
                  <a:pt x="7257" y="23"/>
                </a:lnTo>
                <a:lnTo>
                  <a:pt x="7257" y="0"/>
                </a:lnTo>
                <a:moveTo>
                  <a:pt x="7438" y="0"/>
                </a:moveTo>
                <a:lnTo>
                  <a:pt x="7551" y="0"/>
                </a:lnTo>
                <a:lnTo>
                  <a:pt x="7551" y="23"/>
                </a:lnTo>
                <a:lnTo>
                  <a:pt x="7438" y="23"/>
                </a:lnTo>
                <a:lnTo>
                  <a:pt x="7438" y="0"/>
                </a:lnTo>
                <a:moveTo>
                  <a:pt x="7619" y="0"/>
                </a:moveTo>
                <a:lnTo>
                  <a:pt x="7732" y="0"/>
                </a:lnTo>
                <a:lnTo>
                  <a:pt x="7732" y="23"/>
                </a:lnTo>
                <a:lnTo>
                  <a:pt x="7619" y="23"/>
                </a:lnTo>
                <a:lnTo>
                  <a:pt x="7619" y="0"/>
                </a:lnTo>
                <a:moveTo>
                  <a:pt x="7800" y="0"/>
                </a:moveTo>
                <a:lnTo>
                  <a:pt x="7913" y="0"/>
                </a:lnTo>
                <a:lnTo>
                  <a:pt x="7913" y="23"/>
                </a:lnTo>
                <a:lnTo>
                  <a:pt x="7800" y="23"/>
                </a:lnTo>
                <a:lnTo>
                  <a:pt x="7800" y="0"/>
                </a:lnTo>
                <a:moveTo>
                  <a:pt x="7981" y="0"/>
                </a:moveTo>
                <a:lnTo>
                  <a:pt x="8094" y="0"/>
                </a:lnTo>
                <a:lnTo>
                  <a:pt x="8094" y="23"/>
                </a:lnTo>
                <a:lnTo>
                  <a:pt x="7981" y="23"/>
                </a:lnTo>
                <a:lnTo>
                  <a:pt x="7981" y="0"/>
                </a:lnTo>
                <a:moveTo>
                  <a:pt x="8162" y="0"/>
                </a:moveTo>
                <a:lnTo>
                  <a:pt x="8276" y="0"/>
                </a:lnTo>
                <a:lnTo>
                  <a:pt x="8276" y="23"/>
                </a:lnTo>
                <a:lnTo>
                  <a:pt x="8162" y="23"/>
                </a:lnTo>
                <a:lnTo>
                  <a:pt x="8162" y="0"/>
                </a:lnTo>
                <a:moveTo>
                  <a:pt x="8344" y="0"/>
                </a:moveTo>
                <a:lnTo>
                  <a:pt x="8458" y="0"/>
                </a:lnTo>
                <a:lnTo>
                  <a:pt x="8458" y="23"/>
                </a:lnTo>
                <a:lnTo>
                  <a:pt x="8344" y="23"/>
                </a:lnTo>
                <a:lnTo>
                  <a:pt x="8344" y="0"/>
                </a:lnTo>
                <a:moveTo>
                  <a:pt x="8526" y="0"/>
                </a:moveTo>
                <a:lnTo>
                  <a:pt x="8639" y="0"/>
                </a:lnTo>
                <a:lnTo>
                  <a:pt x="8639" y="23"/>
                </a:lnTo>
                <a:lnTo>
                  <a:pt x="8526" y="23"/>
                </a:lnTo>
                <a:lnTo>
                  <a:pt x="8526" y="0"/>
                </a:lnTo>
                <a:moveTo>
                  <a:pt x="8707" y="0"/>
                </a:moveTo>
                <a:lnTo>
                  <a:pt x="8820" y="0"/>
                </a:lnTo>
                <a:lnTo>
                  <a:pt x="8820" y="23"/>
                </a:lnTo>
                <a:lnTo>
                  <a:pt x="8707" y="23"/>
                </a:lnTo>
                <a:lnTo>
                  <a:pt x="8707" y="0"/>
                </a:lnTo>
                <a:moveTo>
                  <a:pt x="8888" y="0"/>
                </a:moveTo>
                <a:lnTo>
                  <a:pt x="9001" y="0"/>
                </a:lnTo>
                <a:lnTo>
                  <a:pt x="9001" y="23"/>
                </a:lnTo>
                <a:lnTo>
                  <a:pt x="8888" y="23"/>
                </a:lnTo>
                <a:lnTo>
                  <a:pt x="8888" y="0"/>
                </a:lnTo>
                <a:moveTo>
                  <a:pt x="9069" y="0"/>
                </a:moveTo>
                <a:lnTo>
                  <a:pt x="9182" y="0"/>
                </a:lnTo>
                <a:lnTo>
                  <a:pt x="9182" y="23"/>
                </a:lnTo>
                <a:lnTo>
                  <a:pt x="9069" y="23"/>
                </a:lnTo>
                <a:lnTo>
                  <a:pt x="9069" y="0"/>
                </a:lnTo>
                <a:moveTo>
                  <a:pt x="9250" y="0"/>
                </a:moveTo>
                <a:lnTo>
                  <a:pt x="9363" y="0"/>
                </a:lnTo>
                <a:lnTo>
                  <a:pt x="9363" y="23"/>
                </a:lnTo>
                <a:lnTo>
                  <a:pt x="9250" y="23"/>
                </a:lnTo>
                <a:lnTo>
                  <a:pt x="9250" y="0"/>
                </a:lnTo>
                <a:moveTo>
                  <a:pt x="9431" y="0"/>
                </a:moveTo>
                <a:lnTo>
                  <a:pt x="9544" y="0"/>
                </a:lnTo>
                <a:lnTo>
                  <a:pt x="9544" y="23"/>
                </a:lnTo>
                <a:lnTo>
                  <a:pt x="9431" y="23"/>
                </a:lnTo>
                <a:lnTo>
                  <a:pt x="9431" y="0"/>
                </a:lnTo>
                <a:moveTo>
                  <a:pt x="9612" y="0"/>
                </a:moveTo>
                <a:lnTo>
                  <a:pt x="9726" y="0"/>
                </a:lnTo>
                <a:lnTo>
                  <a:pt x="9726" y="23"/>
                </a:lnTo>
                <a:lnTo>
                  <a:pt x="9612" y="23"/>
                </a:lnTo>
                <a:lnTo>
                  <a:pt x="9612" y="0"/>
                </a:lnTo>
                <a:moveTo>
                  <a:pt x="9794" y="0"/>
                </a:moveTo>
                <a:lnTo>
                  <a:pt x="9907" y="0"/>
                </a:lnTo>
                <a:lnTo>
                  <a:pt x="9907" y="23"/>
                </a:lnTo>
                <a:lnTo>
                  <a:pt x="9794" y="23"/>
                </a:lnTo>
                <a:lnTo>
                  <a:pt x="9794" y="0"/>
                </a:lnTo>
                <a:moveTo>
                  <a:pt x="9975" y="0"/>
                </a:moveTo>
                <a:lnTo>
                  <a:pt x="10088" y="0"/>
                </a:lnTo>
                <a:lnTo>
                  <a:pt x="10088" y="23"/>
                </a:lnTo>
                <a:lnTo>
                  <a:pt x="9975" y="23"/>
                </a:lnTo>
                <a:lnTo>
                  <a:pt x="9975" y="0"/>
                </a:lnTo>
                <a:moveTo>
                  <a:pt x="10156" y="0"/>
                </a:moveTo>
                <a:lnTo>
                  <a:pt x="10269" y="0"/>
                </a:lnTo>
                <a:lnTo>
                  <a:pt x="10269" y="23"/>
                </a:lnTo>
                <a:lnTo>
                  <a:pt x="10156" y="23"/>
                </a:lnTo>
                <a:lnTo>
                  <a:pt x="10156" y="0"/>
                </a:lnTo>
                <a:moveTo>
                  <a:pt x="10337" y="0"/>
                </a:moveTo>
                <a:lnTo>
                  <a:pt x="10450" y="0"/>
                </a:lnTo>
                <a:lnTo>
                  <a:pt x="10450" y="23"/>
                </a:lnTo>
                <a:lnTo>
                  <a:pt x="10337" y="23"/>
                </a:lnTo>
                <a:lnTo>
                  <a:pt x="10337" y="0"/>
                </a:lnTo>
                <a:moveTo>
                  <a:pt x="10518" y="0"/>
                </a:moveTo>
                <a:lnTo>
                  <a:pt x="10631" y="0"/>
                </a:lnTo>
                <a:lnTo>
                  <a:pt x="10631" y="23"/>
                </a:lnTo>
                <a:lnTo>
                  <a:pt x="10518" y="23"/>
                </a:lnTo>
                <a:lnTo>
                  <a:pt x="10518" y="0"/>
                </a:lnTo>
                <a:moveTo>
                  <a:pt x="10699" y="0"/>
                </a:moveTo>
                <a:lnTo>
                  <a:pt x="10812" y="0"/>
                </a:lnTo>
                <a:lnTo>
                  <a:pt x="10812" y="23"/>
                </a:lnTo>
                <a:lnTo>
                  <a:pt x="10699" y="23"/>
                </a:lnTo>
                <a:lnTo>
                  <a:pt x="10699" y="0"/>
                </a:lnTo>
                <a:moveTo>
                  <a:pt x="10880" y="0"/>
                </a:moveTo>
                <a:lnTo>
                  <a:pt x="10994" y="0"/>
                </a:lnTo>
                <a:lnTo>
                  <a:pt x="10994" y="23"/>
                </a:lnTo>
                <a:lnTo>
                  <a:pt x="10880" y="23"/>
                </a:lnTo>
                <a:lnTo>
                  <a:pt x="10880" y="0"/>
                </a:lnTo>
                <a:moveTo>
                  <a:pt x="11061" y="0"/>
                </a:moveTo>
                <a:lnTo>
                  <a:pt x="11175" y="0"/>
                </a:lnTo>
                <a:lnTo>
                  <a:pt x="11175" y="23"/>
                </a:lnTo>
                <a:lnTo>
                  <a:pt x="11061" y="23"/>
                </a:lnTo>
                <a:lnTo>
                  <a:pt x="11061" y="0"/>
                </a:lnTo>
                <a:moveTo>
                  <a:pt x="11243" y="0"/>
                </a:moveTo>
                <a:lnTo>
                  <a:pt x="11356" y="0"/>
                </a:lnTo>
                <a:lnTo>
                  <a:pt x="11356" y="23"/>
                </a:lnTo>
                <a:lnTo>
                  <a:pt x="11243" y="23"/>
                </a:lnTo>
                <a:lnTo>
                  <a:pt x="11243" y="0"/>
                </a:lnTo>
                <a:moveTo>
                  <a:pt x="11424" y="0"/>
                </a:moveTo>
                <a:lnTo>
                  <a:pt x="11537" y="0"/>
                </a:lnTo>
                <a:lnTo>
                  <a:pt x="11537" y="23"/>
                </a:lnTo>
                <a:lnTo>
                  <a:pt x="11424" y="23"/>
                </a:lnTo>
                <a:lnTo>
                  <a:pt x="11424" y="0"/>
                </a:lnTo>
                <a:moveTo>
                  <a:pt x="11605" y="0"/>
                </a:moveTo>
                <a:lnTo>
                  <a:pt x="11718" y="0"/>
                </a:lnTo>
                <a:lnTo>
                  <a:pt x="11718" y="23"/>
                </a:lnTo>
                <a:lnTo>
                  <a:pt x="11605" y="23"/>
                </a:lnTo>
                <a:lnTo>
                  <a:pt x="11605" y="0"/>
                </a:lnTo>
                <a:moveTo>
                  <a:pt x="11786" y="0"/>
                </a:moveTo>
                <a:lnTo>
                  <a:pt x="11899" y="0"/>
                </a:lnTo>
                <a:lnTo>
                  <a:pt x="11899" y="23"/>
                </a:lnTo>
                <a:lnTo>
                  <a:pt x="11786" y="23"/>
                </a:lnTo>
                <a:lnTo>
                  <a:pt x="11786" y="0"/>
                </a:lnTo>
                <a:moveTo>
                  <a:pt x="11967" y="0"/>
                </a:moveTo>
                <a:lnTo>
                  <a:pt x="12080" y="0"/>
                </a:lnTo>
                <a:lnTo>
                  <a:pt x="12080" y="23"/>
                </a:lnTo>
                <a:lnTo>
                  <a:pt x="11967" y="23"/>
                </a:lnTo>
                <a:lnTo>
                  <a:pt x="11967" y="0"/>
                </a:lnTo>
                <a:moveTo>
                  <a:pt x="12148" y="0"/>
                </a:moveTo>
                <a:lnTo>
                  <a:pt x="12261" y="0"/>
                </a:lnTo>
                <a:lnTo>
                  <a:pt x="12261" y="23"/>
                </a:lnTo>
                <a:lnTo>
                  <a:pt x="12148" y="23"/>
                </a:lnTo>
                <a:lnTo>
                  <a:pt x="12148" y="0"/>
                </a:lnTo>
                <a:moveTo>
                  <a:pt x="12329" y="0"/>
                </a:moveTo>
                <a:lnTo>
                  <a:pt x="12443" y="0"/>
                </a:lnTo>
                <a:lnTo>
                  <a:pt x="12443" y="23"/>
                </a:lnTo>
                <a:lnTo>
                  <a:pt x="12329" y="23"/>
                </a:lnTo>
                <a:lnTo>
                  <a:pt x="12329" y="0"/>
                </a:lnTo>
                <a:moveTo>
                  <a:pt x="12510" y="0"/>
                </a:moveTo>
                <a:lnTo>
                  <a:pt x="12624" y="0"/>
                </a:lnTo>
                <a:lnTo>
                  <a:pt x="12624" y="23"/>
                </a:lnTo>
                <a:lnTo>
                  <a:pt x="12510" y="23"/>
                </a:lnTo>
                <a:lnTo>
                  <a:pt x="12510" y="0"/>
                </a:lnTo>
                <a:moveTo>
                  <a:pt x="12692" y="0"/>
                </a:moveTo>
                <a:lnTo>
                  <a:pt x="12805" y="0"/>
                </a:lnTo>
                <a:lnTo>
                  <a:pt x="12805" y="23"/>
                </a:lnTo>
                <a:lnTo>
                  <a:pt x="12692" y="23"/>
                </a:lnTo>
                <a:lnTo>
                  <a:pt x="12692" y="0"/>
                </a:lnTo>
                <a:moveTo>
                  <a:pt x="12873" y="0"/>
                </a:moveTo>
                <a:lnTo>
                  <a:pt x="12986" y="0"/>
                </a:lnTo>
                <a:lnTo>
                  <a:pt x="12986" y="23"/>
                </a:lnTo>
                <a:lnTo>
                  <a:pt x="12873" y="23"/>
                </a:lnTo>
                <a:lnTo>
                  <a:pt x="12873" y="0"/>
                </a:lnTo>
                <a:moveTo>
                  <a:pt x="13054" y="0"/>
                </a:moveTo>
                <a:lnTo>
                  <a:pt x="13167" y="0"/>
                </a:lnTo>
                <a:lnTo>
                  <a:pt x="13167" y="23"/>
                </a:lnTo>
                <a:lnTo>
                  <a:pt x="13054" y="23"/>
                </a:lnTo>
                <a:lnTo>
                  <a:pt x="13054" y="0"/>
                </a:lnTo>
                <a:moveTo>
                  <a:pt x="13235" y="0"/>
                </a:moveTo>
                <a:lnTo>
                  <a:pt x="13348" y="0"/>
                </a:lnTo>
                <a:lnTo>
                  <a:pt x="13348" y="23"/>
                </a:lnTo>
                <a:lnTo>
                  <a:pt x="13235" y="23"/>
                </a:lnTo>
                <a:lnTo>
                  <a:pt x="13235" y="0"/>
                </a:lnTo>
                <a:moveTo>
                  <a:pt x="13416" y="0"/>
                </a:moveTo>
                <a:lnTo>
                  <a:pt x="13529" y="0"/>
                </a:lnTo>
                <a:lnTo>
                  <a:pt x="13529" y="23"/>
                </a:lnTo>
                <a:lnTo>
                  <a:pt x="13416" y="23"/>
                </a:lnTo>
                <a:lnTo>
                  <a:pt x="13416" y="0"/>
                </a:lnTo>
                <a:moveTo>
                  <a:pt x="13597" y="0"/>
                </a:moveTo>
                <a:lnTo>
                  <a:pt x="13710" y="0"/>
                </a:lnTo>
                <a:lnTo>
                  <a:pt x="13710" y="23"/>
                </a:lnTo>
                <a:lnTo>
                  <a:pt x="13597" y="23"/>
                </a:lnTo>
                <a:lnTo>
                  <a:pt x="13597" y="0"/>
                </a:lnTo>
                <a:moveTo>
                  <a:pt x="13778" y="0"/>
                </a:moveTo>
                <a:lnTo>
                  <a:pt x="13892" y="0"/>
                </a:lnTo>
                <a:lnTo>
                  <a:pt x="13892" y="23"/>
                </a:lnTo>
                <a:lnTo>
                  <a:pt x="13778" y="23"/>
                </a:lnTo>
                <a:lnTo>
                  <a:pt x="13778" y="0"/>
                </a:lnTo>
                <a:moveTo>
                  <a:pt x="13959" y="0"/>
                </a:moveTo>
                <a:lnTo>
                  <a:pt x="14073" y="0"/>
                </a:lnTo>
                <a:lnTo>
                  <a:pt x="14073" y="23"/>
                </a:lnTo>
                <a:lnTo>
                  <a:pt x="13959" y="23"/>
                </a:lnTo>
                <a:lnTo>
                  <a:pt x="13959" y="0"/>
                </a:lnTo>
                <a:moveTo>
                  <a:pt x="14141" y="0"/>
                </a:moveTo>
                <a:lnTo>
                  <a:pt x="14254" y="0"/>
                </a:lnTo>
                <a:lnTo>
                  <a:pt x="14254" y="23"/>
                </a:lnTo>
                <a:lnTo>
                  <a:pt x="14141" y="23"/>
                </a:lnTo>
                <a:lnTo>
                  <a:pt x="14141" y="0"/>
                </a:lnTo>
                <a:moveTo>
                  <a:pt x="14322" y="0"/>
                </a:moveTo>
                <a:lnTo>
                  <a:pt x="14435" y="0"/>
                </a:lnTo>
                <a:lnTo>
                  <a:pt x="14435" y="23"/>
                </a:lnTo>
                <a:lnTo>
                  <a:pt x="14322" y="23"/>
                </a:lnTo>
                <a:lnTo>
                  <a:pt x="14322" y="0"/>
                </a:lnTo>
                <a:moveTo>
                  <a:pt x="14503" y="0"/>
                </a:moveTo>
                <a:lnTo>
                  <a:pt x="14616" y="0"/>
                </a:lnTo>
                <a:lnTo>
                  <a:pt x="14616" y="23"/>
                </a:lnTo>
                <a:lnTo>
                  <a:pt x="14503" y="23"/>
                </a:lnTo>
                <a:lnTo>
                  <a:pt x="14503" y="0"/>
                </a:lnTo>
                <a:moveTo>
                  <a:pt x="14684" y="0"/>
                </a:moveTo>
                <a:lnTo>
                  <a:pt x="14797" y="0"/>
                </a:lnTo>
                <a:lnTo>
                  <a:pt x="14797" y="23"/>
                </a:lnTo>
                <a:lnTo>
                  <a:pt x="14684" y="23"/>
                </a:lnTo>
                <a:lnTo>
                  <a:pt x="14684" y="0"/>
                </a:lnTo>
                <a:moveTo>
                  <a:pt x="14865" y="0"/>
                </a:moveTo>
                <a:lnTo>
                  <a:pt x="14978" y="0"/>
                </a:lnTo>
                <a:lnTo>
                  <a:pt x="14978" y="23"/>
                </a:lnTo>
                <a:lnTo>
                  <a:pt x="14865" y="23"/>
                </a:lnTo>
                <a:lnTo>
                  <a:pt x="14865" y="0"/>
                </a:lnTo>
                <a:moveTo>
                  <a:pt x="15046" y="0"/>
                </a:moveTo>
                <a:lnTo>
                  <a:pt x="15159" y="0"/>
                </a:lnTo>
                <a:lnTo>
                  <a:pt x="15159" y="23"/>
                </a:lnTo>
                <a:lnTo>
                  <a:pt x="15046" y="23"/>
                </a:lnTo>
                <a:lnTo>
                  <a:pt x="15046" y="0"/>
                </a:lnTo>
                <a:moveTo>
                  <a:pt x="15227" y="0"/>
                </a:moveTo>
                <a:lnTo>
                  <a:pt x="15341" y="0"/>
                </a:lnTo>
                <a:lnTo>
                  <a:pt x="15341" y="23"/>
                </a:lnTo>
                <a:lnTo>
                  <a:pt x="15227" y="23"/>
                </a:lnTo>
                <a:lnTo>
                  <a:pt x="15227" y="0"/>
                </a:lnTo>
                <a:moveTo>
                  <a:pt x="15408" y="0"/>
                </a:moveTo>
                <a:lnTo>
                  <a:pt x="15522" y="0"/>
                </a:lnTo>
                <a:lnTo>
                  <a:pt x="15522" y="23"/>
                </a:lnTo>
                <a:lnTo>
                  <a:pt x="15408" y="23"/>
                </a:lnTo>
                <a:lnTo>
                  <a:pt x="15408" y="0"/>
                </a:lnTo>
                <a:moveTo>
                  <a:pt x="15590" y="0"/>
                </a:moveTo>
                <a:lnTo>
                  <a:pt x="15703" y="0"/>
                </a:lnTo>
                <a:lnTo>
                  <a:pt x="15703" y="23"/>
                </a:lnTo>
                <a:lnTo>
                  <a:pt x="15590" y="23"/>
                </a:lnTo>
                <a:lnTo>
                  <a:pt x="15590" y="0"/>
                </a:lnTo>
                <a:moveTo>
                  <a:pt x="15771" y="0"/>
                </a:moveTo>
                <a:lnTo>
                  <a:pt x="15884" y="0"/>
                </a:lnTo>
                <a:lnTo>
                  <a:pt x="15884" y="23"/>
                </a:lnTo>
                <a:lnTo>
                  <a:pt x="15771" y="23"/>
                </a:lnTo>
                <a:lnTo>
                  <a:pt x="15771" y="0"/>
                </a:lnTo>
                <a:moveTo>
                  <a:pt x="15952" y="0"/>
                </a:moveTo>
                <a:lnTo>
                  <a:pt x="16065" y="0"/>
                </a:lnTo>
                <a:lnTo>
                  <a:pt x="16065" y="23"/>
                </a:lnTo>
                <a:lnTo>
                  <a:pt x="15952" y="23"/>
                </a:lnTo>
                <a:lnTo>
                  <a:pt x="15952" y="0"/>
                </a:lnTo>
                <a:moveTo>
                  <a:pt x="16133" y="0"/>
                </a:moveTo>
                <a:lnTo>
                  <a:pt x="16246" y="0"/>
                </a:lnTo>
                <a:lnTo>
                  <a:pt x="16246" y="23"/>
                </a:lnTo>
                <a:lnTo>
                  <a:pt x="16133" y="23"/>
                </a:lnTo>
                <a:lnTo>
                  <a:pt x="16133" y="0"/>
                </a:lnTo>
                <a:moveTo>
                  <a:pt x="16314" y="0"/>
                </a:moveTo>
                <a:lnTo>
                  <a:pt x="16427" y="0"/>
                </a:lnTo>
                <a:lnTo>
                  <a:pt x="16427" y="23"/>
                </a:lnTo>
                <a:lnTo>
                  <a:pt x="16314" y="23"/>
                </a:lnTo>
                <a:lnTo>
                  <a:pt x="16314" y="0"/>
                </a:lnTo>
                <a:moveTo>
                  <a:pt x="16495" y="0"/>
                </a:moveTo>
                <a:lnTo>
                  <a:pt x="16608" y="0"/>
                </a:lnTo>
                <a:lnTo>
                  <a:pt x="16608" y="23"/>
                </a:lnTo>
                <a:lnTo>
                  <a:pt x="16495" y="23"/>
                </a:lnTo>
                <a:lnTo>
                  <a:pt x="16495" y="0"/>
                </a:lnTo>
                <a:moveTo>
                  <a:pt x="16676" y="0"/>
                </a:moveTo>
                <a:lnTo>
                  <a:pt x="16790" y="0"/>
                </a:lnTo>
                <a:lnTo>
                  <a:pt x="16790" y="23"/>
                </a:lnTo>
                <a:lnTo>
                  <a:pt x="16676" y="23"/>
                </a:lnTo>
                <a:lnTo>
                  <a:pt x="16676" y="0"/>
                </a:lnTo>
                <a:moveTo>
                  <a:pt x="16858" y="0"/>
                </a:moveTo>
                <a:lnTo>
                  <a:pt x="16971" y="0"/>
                </a:lnTo>
                <a:lnTo>
                  <a:pt x="16971" y="23"/>
                </a:lnTo>
                <a:lnTo>
                  <a:pt x="16858" y="23"/>
                </a:lnTo>
                <a:lnTo>
                  <a:pt x="16858" y="0"/>
                </a:lnTo>
                <a:moveTo>
                  <a:pt x="17039" y="0"/>
                </a:moveTo>
                <a:lnTo>
                  <a:pt x="17152" y="0"/>
                </a:lnTo>
                <a:lnTo>
                  <a:pt x="17152" y="23"/>
                </a:lnTo>
                <a:lnTo>
                  <a:pt x="17039" y="23"/>
                </a:lnTo>
                <a:lnTo>
                  <a:pt x="17039" y="0"/>
                </a:lnTo>
                <a:moveTo>
                  <a:pt x="17220" y="0"/>
                </a:moveTo>
                <a:lnTo>
                  <a:pt x="17333" y="0"/>
                </a:lnTo>
                <a:lnTo>
                  <a:pt x="17333" y="23"/>
                </a:lnTo>
                <a:lnTo>
                  <a:pt x="17220" y="23"/>
                </a:lnTo>
                <a:lnTo>
                  <a:pt x="17220" y="0"/>
                </a:lnTo>
                <a:moveTo>
                  <a:pt x="17401" y="0"/>
                </a:moveTo>
                <a:lnTo>
                  <a:pt x="17514" y="0"/>
                </a:lnTo>
                <a:lnTo>
                  <a:pt x="17514" y="23"/>
                </a:lnTo>
                <a:lnTo>
                  <a:pt x="17401" y="23"/>
                </a:lnTo>
                <a:lnTo>
                  <a:pt x="17401" y="0"/>
                </a:lnTo>
                <a:moveTo>
                  <a:pt x="17582" y="0"/>
                </a:moveTo>
                <a:lnTo>
                  <a:pt x="17695" y="0"/>
                </a:lnTo>
                <a:lnTo>
                  <a:pt x="17695" y="23"/>
                </a:lnTo>
                <a:lnTo>
                  <a:pt x="17582" y="23"/>
                </a:lnTo>
                <a:lnTo>
                  <a:pt x="17582" y="0"/>
                </a:lnTo>
                <a:moveTo>
                  <a:pt x="17763" y="0"/>
                </a:moveTo>
                <a:lnTo>
                  <a:pt x="17876" y="0"/>
                </a:lnTo>
                <a:lnTo>
                  <a:pt x="17876" y="23"/>
                </a:lnTo>
                <a:lnTo>
                  <a:pt x="17763" y="23"/>
                </a:lnTo>
                <a:lnTo>
                  <a:pt x="17763" y="0"/>
                </a:lnTo>
                <a:moveTo>
                  <a:pt x="17944" y="0"/>
                </a:moveTo>
                <a:lnTo>
                  <a:pt x="18057" y="0"/>
                </a:lnTo>
                <a:lnTo>
                  <a:pt x="18057" y="23"/>
                </a:lnTo>
                <a:lnTo>
                  <a:pt x="17944" y="23"/>
                </a:lnTo>
                <a:lnTo>
                  <a:pt x="17944" y="0"/>
                </a:lnTo>
                <a:moveTo>
                  <a:pt x="18125" y="0"/>
                </a:moveTo>
                <a:lnTo>
                  <a:pt x="18239" y="0"/>
                </a:lnTo>
                <a:lnTo>
                  <a:pt x="18239" y="23"/>
                </a:lnTo>
                <a:lnTo>
                  <a:pt x="18125" y="23"/>
                </a:lnTo>
                <a:lnTo>
                  <a:pt x="18125" y="0"/>
                </a:lnTo>
                <a:moveTo>
                  <a:pt x="18307" y="0"/>
                </a:moveTo>
                <a:lnTo>
                  <a:pt x="18420" y="0"/>
                </a:lnTo>
                <a:lnTo>
                  <a:pt x="18420" y="23"/>
                </a:lnTo>
                <a:lnTo>
                  <a:pt x="18307" y="23"/>
                </a:lnTo>
                <a:lnTo>
                  <a:pt x="18307" y="0"/>
                </a:lnTo>
                <a:moveTo>
                  <a:pt x="18488" y="0"/>
                </a:moveTo>
                <a:lnTo>
                  <a:pt x="18601" y="0"/>
                </a:lnTo>
                <a:lnTo>
                  <a:pt x="18601" y="23"/>
                </a:lnTo>
                <a:lnTo>
                  <a:pt x="18488" y="23"/>
                </a:lnTo>
                <a:lnTo>
                  <a:pt x="18488" y="0"/>
                </a:lnTo>
                <a:moveTo>
                  <a:pt x="18669" y="0"/>
                </a:moveTo>
                <a:lnTo>
                  <a:pt x="18782" y="0"/>
                </a:lnTo>
                <a:lnTo>
                  <a:pt x="18782" y="23"/>
                </a:lnTo>
                <a:lnTo>
                  <a:pt x="18669" y="23"/>
                </a:lnTo>
                <a:lnTo>
                  <a:pt x="18669" y="0"/>
                </a:lnTo>
                <a:moveTo>
                  <a:pt x="18850" y="0"/>
                </a:moveTo>
                <a:lnTo>
                  <a:pt x="18963" y="0"/>
                </a:lnTo>
                <a:lnTo>
                  <a:pt x="18963" y="23"/>
                </a:lnTo>
                <a:lnTo>
                  <a:pt x="18850" y="23"/>
                </a:lnTo>
                <a:lnTo>
                  <a:pt x="18850" y="0"/>
                </a:lnTo>
                <a:moveTo>
                  <a:pt x="19031" y="0"/>
                </a:moveTo>
                <a:lnTo>
                  <a:pt x="19144" y="0"/>
                </a:lnTo>
                <a:lnTo>
                  <a:pt x="19144" y="23"/>
                </a:lnTo>
                <a:lnTo>
                  <a:pt x="19031" y="23"/>
                </a:lnTo>
                <a:lnTo>
                  <a:pt x="19031" y="0"/>
                </a:lnTo>
                <a:moveTo>
                  <a:pt x="19212" y="0"/>
                </a:moveTo>
                <a:lnTo>
                  <a:pt x="19325" y="0"/>
                </a:lnTo>
                <a:lnTo>
                  <a:pt x="19325" y="23"/>
                </a:lnTo>
                <a:lnTo>
                  <a:pt x="19212" y="23"/>
                </a:lnTo>
                <a:lnTo>
                  <a:pt x="19212" y="0"/>
                </a:lnTo>
                <a:moveTo>
                  <a:pt x="19393" y="0"/>
                </a:moveTo>
                <a:lnTo>
                  <a:pt x="19506" y="0"/>
                </a:lnTo>
                <a:lnTo>
                  <a:pt x="19506" y="23"/>
                </a:lnTo>
                <a:lnTo>
                  <a:pt x="19393" y="23"/>
                </a:lnTo>
                <a:lnTo>
                  <a:pt x="19393" y="0"/>
                </a:lnTo>
                <a:moveTo>
                  <a:pt x="19574" y="0"/>
                </a:moveTo>
                <a:lnTo>
                  <a:pt x="19688" y="0"/>
                </a:lnTo>
                <a:lnTo>
                  <a:pt x="19688" y="23"/>
                </a:lnTo>
                <a:lnTo>
                  <a:pt x="19574" y="23"/>
                </a:lnTo>
                <a:lnTo>
                  <a:pt x="19574" y="0"/>
                </a:lnTo>
                <a:moveTo>
                  <a:pt x="19756" y="0"/>
                </a:moveTo>
                <a:lnTo>
                  <a:pt x="19869" y="0"/>
                </a:lnTo>
                <a:lnTo>
                  <a:pt x="19869" y="23"/>
                </a:lnTo>
                <a:lnTo>
                  <a:pt x="19756" y="23"/>
                </a:lnTo>
                <a:lnTo>
                  <a:pt x="19756" y="0"/>
                </a:lnTo>
                <a:moveTo>
                  <a:pt x="19937" y="0"/>
                </a:moveTo>
                <a:lnTo>
                  <a:pt x="20050" y="0"/>
                </a:lnTo>
                <a:lnTo>
                  <a:pt x="20050" y="23"/>
                </a:lnTo>
                <a:lnTo>
                  <a:pt x="19937" y="23"/>
                </a:lnTo>
                <a:lnTo>
                  <a:pt x="19937" y="0"/>
                </a:lnTo>
                <a:moveTo>
                  <a:pt x="20118" y="0"/>
                </a:moveTo>
                <a:lnTo>
                  <a:pt x="20231" y="0"/>
                </a:lnTo>
                <a:lnTo>
                  <a:pt x="20231" y="23"/>
                </a:lnTo>
                <a:lnTo>
                  <a:pt x="20118" y="23"/>
                </a:lnTo>
                <a:lnTo>
                  <a:pt x="20118" y="0"/>
                </a:lnTo>
                <a:moveTo>
                  <a:pt x="20299" y="0"/>
                </a:moveTo>
                <a:lnTo>
                  <a:pt x="20412" y="0"/>
                </a:lnTo>
                <a:lnTo>
                  <a:pt x="20412" y="23"/>
                </a:lnTo>
                <a:lnTo>
                  <a:pt x="20299" y="23"/>
                </a:lnTo>
                <a:lnTo>
                  <a:pt x="20299" y="0"/>
                </a:lnTo>
                <a:moveTo>
                  <a:pt x="20480" y="0"/>
                </a:moveTo>
                <a:lnTo>
                  <a:pt x="20593" y="0"/>
                </a:lnTo>
                <a:lnTo>
                  <a:pt x="20593" y="23"/>
                </a:lnTo>
                <a:lnTo>
                  <a:pt x="20480" y="23"/>
                </a:lnTo>
                <a:lnTo>
                  <a:pt x="20480" y="0"/>
                </a:lnTo>
                <a:moveTo>
                  <a:pt x="20661" y="0"/>
                </a:moveTo>
                <a:lnTo>
                  <a:pt x="20774" y="0"/>
                </a:lnTo>
                <a:lnTo>
                  <a:pt x="20774" y="23"/>
                </a:lnTo>
                <a:lnTo>
                  <a:pt x="20661" y="23"/>
                </a:lnTo>
                <a:lnTo>
                  <a:pt x="20661" y="0"/>
                </a:lnTo>
                <a:moveTo>
                  <a:pt x="20842" y="0"/>
                </a:moveTo>
                <a:lnTo>
                  <a:pt x="20956" y="0"/>
                </a:lnTo>
                <a:lnTo>
                  <a:pt x="20956" y="23"/>
                </a:lnTo>
                <a:lnTo>
                  <a:pt x="20842" y="23"/>
                </a:lnTo>
                <a:lnTo>
                  <a:pt x="20842" y="0"/>
                </a:lnTo>
                <a:moveTo>
                  <a:pt x="21023" y="0"/>
                </a:moveTo>
                <a:lnTo>
                  <a:pt x="21137" y="0"/>
                </a:lnTo>
                <a:lnTo>
                  <a:pt x="21137" y="23"/>
                </a:lnTo>
                <a:lnTo>
                  <a:pt x="21023" y="23"/>
                </a:lnTo>
                <a:lnTo>
                  <a:pt x="21023" y="0"/>
                </a:lnTo>
                <a:moveTo>
                  <a:pt x="21205" y="0"/>
                </a:moveTo>
                <a:lnTo>
                  <a:pt x="21318" y="0"/>
                </a:lnTo>
                <a:lnTo>
                  <a:pt x="21318" y="23"/>
                </a:lnTo>
                <a:lnTo>
                  <a:pt x="21205" y="23"/>
                </a:lnTo>
                <a:lnTo>
                  <a:pt x="21205" y="0"/>
                </a:lnTo>
                <a:moveTo>
                  <a:pt x="21386" y="0"/>
                </a:moveTo>
                <a:lnTo>
                  <a:pt x="21499" y="0"/>
                </a:lnTo>
                <a:lnTo>
                  <a:pt x="21499" y="23"/>
                </a:lnTo>
                <a:lnTo>
                  <a:pt x="21386" y="23"/>
                </a:lnTo>
                <a:lnTo>
                  <a:pt x="21386" y="0"/>
                </a:lnTo>
                <a:moveTo>
                  <a:pt x="21567" y="0"/>
                </a:moveTo>
                <a:lnTo>
                  <a:pt x="21680" y="0"/>
                </a:lnTo>
                <a:lnTo>
                  <a:pt x="21680" y="23"/>
                </a:lnTo>
                <a:lnTo>
                  <a:pt x="21567" y="23"/>
                </a:lnTo>
                <a:lnTo>
                  <a:pt x="21567" y="0"/>
                </a:lnTo>
                <a:moveTo>
                  <a:pt x="21691" y="79"/>
                </a:moveTo>
                <a:lnTo>
                  <a:pt x="21691" y="193"/>
                </a:lnTo>
                <a:lnTo>
                  <a:pt x="21669" y="193"/>
                </a:lnTo>
                <a:lnTo>
                  <a:pt x="21669" y="79"/>
                </a:lnTo>
                <a:lnTo>
                  <a:pt x="21691" y="79"/>
                </a:lnTo>
                <a:moveTo>
                  <a:pt x="21691" y="261"/>
                </a:moveTo>
                <a:lnTo>
                  <a:pt x="21691" y="374"/>
                </a:lnTo>
                <a:lnTo>
                  <a:pt x="21669" y="374"/>
                </a:lnTo>
                <a:lnTo>
                  <a:pt x="21669" y="261"/>
                </a:lnTo>
                <a:lnTo>
                  <a:pt x="21691" y="261"/>
                </a:lnTo>
                <a:moveTo>
                  <a:pt x="21691" y="442"/>
                </a:moveTo>
                <a:lnTo>
                  <a:pt x="21691" y="555"/>
                </a:lnTo>
                <a:lnTo>
                  <a:pt x="21669" y="555"/>
                </a:lnTo>
                <a:lnTo>
                  <a:pt x="21669" y="442"/>
                </a:lnTo>
                <a:lnTo>
                  <a:pt x="21691" y="442"/>
                </a:lnTo>
                <a:moveTo>
                  <a:pt x="21691" y="623"/>
                </a:moveTo>
                <a:lnTo>
                  <a:pt x="21691" y="737"/>
                </a:lnTo>
                <a:lnTo>
                  <a:pt x="21669" y="737"/>
                </a:lnTo>
                <a:lnTo>
                  <a:pt x="21669" y="623"/>
                </a:lnTo>
                <a:lnTo>
                  <a:pt x="21691" y="623"/>
                </a:lnTo>
                <a:moveTo>
                  <a:pt x="21691" y="805"/>
                </a:moveTo>
                <a:lnTo>
                  <a:pt x="21691" y="918"/>
                </a:lnTo>
                <a:lnTo>
                  <a:pt x="21669" y="918"/>
                </a:lnTo>
                <a:lnTo>
                  <a:pt x="21669" y="805"/>
                </a:lnTo>
                <a:lnTo>
                  <a:pt x="21691" y="805"/>
                </a:lnTo>
                <a:moveTo>
                  <a:pt x="21691" y="986"/>
                </a:moveTo>
                <a:lnTo>
                  <a:pt x="21691" y="1099"/>
                </a:lnTo>
                <a:lnTo>
                  <a:pt x="21669" y="1099"/>
                </a:lnTo>
                <a:lnTo>
                  <a:pt x="21669" y="986"/>
                </a:lnTo>
                <a:lnTo>
                  <a:pt x="21691" y="986"/>
                </a:lnTo>
                <a:moveTo>
                  <a:pt x="21691" y="1167"/>
                </a:moveTo>
                <a:lnTo>
                  <a:pt x="21691" y="1280"/>
                </a:lnTo>
                <a:lnTo>
                  <a:pt x="21669" y="1280"/>
                </a:lnTo>
                <a:lnTo>
                  <a:pt x="21669" y="1167"/>
                </a:lnTo>
                <a:lnTo>
                  <a:pt x="21691" y="1167"/>
                </a:lnTo>
                <a:moveTo>
                  <a:pt x="21691" y="1348"/>
                </a:moveTo>
                <a:lnTo>
                  <a:pt x="21691" y="1461"/>
                </a:lnTo>
                <a:lnTo>
                  <a:pt x="21669" y="1461"/>
                </a:lnTo>
                <a:lnTo>
                  <a:pt x="21669" y="1348"/>
                </a:lnTo>
                <a:lnTo>
                  <a:pt x="21691" y="1348"/>
                </a:lnTo>
                <a:moveTo>
                  <a:pt x="21635" y="1495"/>
                </a:moveTo>
                <a:lnTo>
                  <a:pt x="21522" y="1495"/>
                </a:lnTo>
                <a:lnTo>
                  <a:pt x="21522" y="1472"/>
                </a:lnTo>
                <a:lnTo>
                  <a:pt x="21635" y="1472"/>
                </a:lnTo>
                <a:lnTo>
                  <a:pt x="21635" y="1495"/>
                </a:lnTo>
                <a:moveTo>
                  <a:pt x="21454" y="1495"/>
                </a:moveTo>
                <a:lnTo>
                  <a:pt x="21340" y="1495"/>
                </a:lnTo>
                <a:lnTo>
                  <a:pt x="21340" y="1472"/>
                </a:lnTo>
                <a:lnTo>
                  <a:pt x="21454" y="1472"/>
                </a:lnTo>
                <a:lnTo>
                  <a:pt x="21454" y="1495"/>
                </a:lnTo>
                <a:moveTo>
                  <a:pt x="21272" y="1495"/>
                </a:moveTo>
                <a:lnTo>
                  <a:pt x="21159" y="1495"/>
                </a:lnTo>
                <a:lnTo>
                  <a:pt x="21159" y="1472"/>
                </a:lnTo>
                <a:lnTo>
                  <a:pt x="21272" y="1472"/>
                </a:lnTo>
                <a:lnTo>
                  <a:pt x="21272" y="1495"/>
                </a:lnTo>
                <a:moveTo>
                  <a:pt x="21091" y="1495"/>
                </a:moveTo>
                <a:lnTo>
                  <a:pt x="20978" y="1495"/>
                </a:lnTo>
                <a:lnTo>
                  <a:pt x="20978" y="1472"/>
                </a:lnTo>
                <a:lnTo>
                  <a:pt x="21091" y="1472"/>
                </a:lnTo>
                <a:lnTo>
                  <a:pt x="21091" y="1495"/>
                </a:lnTo>
                <a:moveTo>
                  <a:pt x="20910" y="1495"/>
                </a:moveTo>
                <a:lnTo>
                  <a:pt x="20797" y="1495"/>
                </a:lnTo>
                <a:lnTo>
                  <a:pt x="20797" y="1472"/>
                </a:lnTo>
                <a:lnTo>
                  <a:pt x="20910" y="1472"/>
                </a:lnTo>
                <a:lnTo>
                  <a:pt x="20910" y="1495"/>
                </a:lnTo>
                <a:moveTo>
                  <a:pt x="20729" y="1495"/>
                </a:moveTo>
                <a:lnTo>
                  <a:pt x="20616" y="1495"/>
                </a:lnTo>
                <a:lnTo>
                  <a:pt x="20616" y="1472"/>
                </a:lnTo>
                <a:lnTo>
                  <a:pt x="20729" y="1472"/>
                </a:lnTo>
                <a:lnTo>
                  <a:pt x="20729" y="1495"/>
                </a:lnTo>
                <a:moveTo>
                  <a:pt x="20548" y="1495"/>
                </a:moveTo>
                <a:lnTo>
                  <a:pt x="20435" y="1495"/>
                </a:lnTo>
                <a:lnTo>
                  <a:pt x="20435" y="1472"/>
                </a:lnTo>
                <a:lnTo>
                  <a:pt x="20548" y="1472"/>
                </a:lnTo>
                <a:lnTo>
                  <a:pt x="20548" y="1495"/>
                </a:lnTo>
                <a:moveTo>
                  <a:pt x="20367" y="1495"/>
                </a:moveTo>
                <a:lnTo>
                  <a:pt x="20254" y="1495"/>
                </a:lnTo>
                <a:lnTo>
                  <a:pt x="20254" y="1472"/>
                </a:lnTo>
                <a:lnTo>
                  <a:pt x="20367" y="1472"/>
                </a:lnTo>
                <a:lnTo>
                  <a:pt x="20367" y="1495"/>
                </a:lnTo>
                <a:moveTo>
                  <a:pt x="20186" y="1495"/>
                </a:moveTo>
                <a:lnTo>
                  <a:pt x="20073" y="1495"/>
                </a:lnTo>
                <a:lnTo>
                  <a:pt x="20073" y="1472"/>
                </a:lnTo>
                <a:lnTo>
                  <a:pt x="20186" y="1472"/>
                </a:lnTo>
                <a:lnTo>
                  <a:pt x="20186" y="1495"/>
                </a:lnTo>
                <a:moveTo>
                  <a:pt x="20005" y="1495"/>
                </a:moveTo>
                <a:lnTo>
                  <a:pt x="19891" y="1495"/>
                </a:lnTo>
                <a:lnTo>
                  <a:pt x="19891" y="1472"/>
                </a:lnTo>
                <a:lnTo>
                  <a:pt x="20005" y="1472"/>
                </a:lnTo>
                <a:lnTo>
                  <a:pt x="20005" y="1495"/>
                </a:lnTo>
                <a:moveTo>
                  <a:pt x="19823" y="1495"/>
                </a:moveTo>
                <a:lnTo>
                  <a:pt x="19710" y="1495"/>
                </a:lnTo>
                <a:lnTo>
                  <a:pt x="19710" y="1472"/>
                </a:lnTo>
                <a:lnTo>
                  <a:pt x="19823" y="1472"/>
                </a:lnTo>
                <a:lnTo>
                  <a:pt x="19823" y="1495"/>
                </a:lnTo>
                <a:moveTo>
                  <a:pt x="19642" y="1495"/>
                </a:moveTo>
                <a:lnTo>
                  <a:pt x="19529" y="1495"/>
                </a:lnTo>
                <a:lnTo>
                  <a:pt x="19529" y="1472"/>
                </a:lnTo>
                <a:lnTo>
                  <a:pt x="19642" y="1472"/>
                </a:lnTo>
                <a:lnTo>
                  <a:pt x="19642" y="1495"/>
                </a:lnTo>
                <a:moveTo>
                  <a:pt x="19461" y="1495"/>
                </a:moveTo>
                <a:lnTo>
                  <a:pt x="19348" y="1495"/>
                </a:lnTo>
                <a:lnTo>
                  <a:pt x="19348" y="1472"/>
                </a:lnTo>
                <a:lnTo>
                  <a:pt x="19461" y="1472"/>
                </a:lnTo>
                <a:lnTo>
                  <a:pt x="19461" y="1495"/>
                </a:lnTo>
                <a:moveTo>
                  <a:pt x="19280" y="1495"/>
                </a:moveTo>
                <a:lnTo>
                  <a:pt x="19167" y="1495"/>
                </a:lnTo>
                <a:lnTo>
                  <a:pt x="19167" y="1472"/>
                </a:lnTo>
                <a:lnTo>
                  <a:pt x="19280" y="1472"/>
                </a:lnTo>
                <a:lnTo>
                  <a:pt x="19280" y="1495"/>
                </a:lnTo>
                <a:moveTo>
                  <a:pt x="19099" y="1495"/>
                </a:moveTo>
                <a:lnTo>
                  <a:pt x="18986" y="1495"/>
                </a:lnTo>
                <a:lnTo>
                  <a:pt x="18986" y="1472"/>
                </a:lnTo>
                <a:lnTo>
                  <a:pt x="19099" y="1472"/>
                </a:lnTo>
                <a:lnTo>
                  <a:pt x="19099" y="1495"/>
                </a:lnTo>
                <a:moveTo>
                  <a:pt x="18918" y="1495"/>
                </a:moveTo>
                <a:lnTo>
                  <a:pt x="18805" y="1495"/>
                </a:lnTo>
                <a:lnTo>
                  <a:pt x="18805" y="1472"/>
                </a:lnTo>
                <a:lnTo>
                  <a:pt x="18918" y="1472"/>
                </a:lnTo>
                <a:lnTo>
                  <a:pt x="18918" y="1495"/>
                </a:lnTo>
                <a:moveTo>
                  <a:pt x="18737" y="1495"/>
                </a:moveTo>
                <a:lnTo>
                  <a:pt x="18623" y="1495"/>
                </a:lnTo>
                <a:lnTo>
                  <a:pt x="18623" y="1472"/>
                </a:lnTo>
                <a:lnTo>
                  <a:pt x="18737" y="1472"/>
                </a:lnTo>
                <a:lnTo>
                  <a:pt x="18737" y="1495"/>
                </a:lnTo>
                <a:moveTo>
                  <a:pt x="18556" y="1495"/>
                </a:moveTo>
                <a:lnTo>
                  <a:pt x="18442" y="1495"/>
                </a:lnTo>
                <a:lnTo>
                  <a:pt x="18442" y="1472"/>
                </a:lnTo>
                <a:lnTo>
                  <a:pt x="18556" y="1472"/>
                </a:lnTo>
                <a:lnTo>
                  <a:pt x="18556" y="1495"/>
                </a:lnTo>
                <a:moveTo>
                  <a:pt x="18374" y="1495"/>
                </a:moveTo>
                <a:lnTo>
                  <a:pt x="18261" y="1495"/>
                </a:lnTo>
                <a:lnTo>
                  <a:pt x="18261" y="1472"/>
                </a:lnTo>
                <a:lnTo>
                  <a:pt x="18374" y="1472"/>
                </a:lnTo>
                <a:lnTo>
                  <a:pt x="18374" y="1495"/>
                </a:lnTo>
                <a:moveTo>
                  <a:pt x="18193" y="1495"/>
                </a:moveTo>
                <a:lnTo>
                  <a:pt x="18080" y="1495"/>
                </a:lnTo>
                <a:lnTo>
                  <a:pt x="18080" y="1472"/>
                </a:lnTo>
                <a:lnTo>
                  <a:pt x="18193" y="1472"/>
                </a:lnTo>
                <a:lnTo>
                  <a:pt x="18193" y="1495"/>
                </a:lnTo>
                <a:moveTo>
                  <a:pt x="18012" y="1495"/>
                </a:moveTo>
                <a:lnTo>
                  <a:pt x="17899" y="1495"/>
                </a:lnTo>
                <a:lnTo>
                  <a:pt x="17899" y="1472"/>
                </a:lnTo>
                <a:lnTo>
                  <a:pt x="18012" y="1472"/>
                </a:lnTo>
                <a:lnTo>
                  <a:pt x="18012" y="1495"/>
                </a:lnTo>
                <a:moveTo>
                  <a:pt x="17831" y="1495"/>
                </a:moveTo>
                <a:lnTo>
                  <a:pt x="17718" y="1495"/>
                </a:lnTo>
                <a:lnTo>
                  <a:pt x="17718" y="1472"/>
                </a:lnTo>
                <a:lnTo>
                  <a:pt x="17831" y="1472"/>
                </a:lnTo>
                <a:lnTo>
                  <a:pt x="17831" y="1495"/>
                </a:lnTo>
                <a:moveTo>
                  <a:pt x="17650" y="1495"/>
                </a:moveTo>
                <a:lnTo>
                  <a:pt x="17537" y="1495"/>
                </a:lnTo>
                <a:lnTo>
                  <a:pt x="17537" y="1472"/>
                </a:lnTo>
                <a:lnTo>
                  <a:pt x="17650" y="1472"/>
                </a:lnTo>
                <a:lnTo>
                  <a:pt x="17650" y="1495"/>
                </a:lnTo>
                <a:moveTo>
                  <a:pt x="17469" y="1495"/>
                </a:moveTo>
                <a:lnTo>
                  <a:pt x="17356" y="1495"/>
                </a:lnTo>
                <a:lnTo>
                  <a:pt x="17356" y="1472"/>
                </a:lnTo>
                <a:lnTo>
                  <a:pt x="17469" y="1472"/>
                </a:lnTo>
                <a:lnTo>
                  <a:pt x="17469" y="1495"/>
                </a:lnTo>
                <a:moveTo>
                  <a:pt x="17288" y="1495"/>
                </a:moveTo>
                <a:lnTo>
                  <a:pt x="17174" y="1495"/>
                </a:lnTo>
                <a:lnTo>
                  <a:pt x="17174" y="1472"/>
                </a:lnTo>
                <a:lnTo>
                  <a:pt x="17288" y="1472"/>
                </a:lnTo>
                <a:lnTo>
                  <a:pt x="17288" y="1495"/>
                </a:lnTo>
                <a:moveTo>
                  <a:pt x="17107" y="1495"/>
                </a:moveTo>
                <a:lnTo>
                  <a:pt x="16993" y="1495"/>
                </a:lnTo>
                <a:lnTo>
                  <a:pt x="16993" y="1472"/>
                </a:lnTo>
                <a:lnTo>
                  <a:pt x="17107" y="1472"/>
                </a:lnTo>
                <a:lnTo>
                  <a:pt x="17107" y="1495"/>
                </a:lnTo>
                <a:moveTo>
                  <a:pt x="16925" y="1495"/>
                </a:moveTo>
                <a:lnTo>
                  <a:pt x="16812" y="1495"/>
                </a:lnTo>
                <a:lnTo>
                  <a:pt x="16812" y="1472"/>
                </a:lnTo>
                <a:lnTo>
                  <a:pt x="16925" y="1472"/>
                </a:lnTo>
                <a:lnTo>
                  <a:pt x="16925" y="1495"/>
                </a:lnTo>
                <a:moveTo>
                  <a:pt x="16744" y="1495"/>
                </a:moveTo>
                <a:lnTo>
                  <a:pt x="16631" y="1495"/>
                </a:lnTo>
                <a:lnTo>
                  <a:pt x="16631" y="1472"/>
                </a:lnTo>
                <a:lnTo>
                  <a:pt x="16744" y="1472"/>
                </a:lnTo>
                <a:lnTo>
                  <a:pt x="16744" y="1495"/>
                </a:lnTo>
                <a:moveTo>
                  <a:pt x="16563" y="1495"/>
                </a:moveTo>
                <a:lnTo>
                  <a:pt x="16450" y="1495"/>
                </a:lnTo>
                <a:lnTo>
                  <a:pt x="16450" y="1472"/>
                </a:lnTo>
                <a:lnTo>
                  <a:pt x="16563" y="1472"/>
                </a:lnTo>
                <a:lnTo>
                  <a:pt x="16563" y="1495"/>
                </a:lnTo>
                <a:moveTo>
                  <a:pt x="16382" y="1495"/>
                </a:moveTo>
                <a:lnTo>
                  <a:pt x="16269" y="1495"/>
                </a:lnTo>
                <a:lnTo>
                  <a:pt x="16269" y="1472"/>
                </a:lnTo>
                <a:lnTo>
                  <a:pt x="16382" y="1472"/>
                </a:lnTo>
                <a:lnTo>
                  <a:pt x="16382" y="1495"/>
                </a:lnTo>
                <a:moveTo>
                  <a:pt x="16201" y="1495"/>
                </a:moveTo>
                <a:lnTo>
                  <a:pt x="16088" y="1495"/>
                </a:lnTo>
                <a:lnTo>
                  <a:pt x="16088" y="1472"/>
                </a:lnTo>
                <a:lnTo>
                  <a:pt x="16201" y="1472"/>
                </a:lnTo>
                <a:lnTo>
                  <a:pt x="16201" y="1495"/>
                </a:lnTo>
                <a:moveTo>
                  <a:pt x="16020" y="1495"/>
                </a:moveTo>
                <a:lnTo>
                  <a:pt x="15907" y="1495"/>
                </a:lnTo>
                <a:lnTo>
                  <a:pt x="15907" y="1472"/>
                </a:lnTo>
                <a:lnTo>
                  <a:pt x="16020" y="1472"/>
                </a:lnTo>
                <a:lnTo>
                  <a:pt x="16020" y="1495"/>
                </a:lnTo>
                <a:moveTo>
                  <a:pt x="15839" y="1495"/>
                </a:moveTo>
                <a:lnTo>
                  <a:pt x="15725" y="1495"/>
                </a:lnTo>
                <a:lnTo>
                  <a:pt x="15725" y="1472"/>
                </a:lnTo>
                <a:lnTo>
                  <a:pt x="15839" y="1472"/>
                </a:lnTo>
                <a:lnTo>
                  <a:pt x="15839" y="1495"/>
                </a:lnTo>
                <a:moveTo>
                  <a:pt x="15658" y="1495"/>
                </a:moveTo>
                <a:lnTo>
                  <a:pt x="15544" y="1495"/>
                </a:lnTo>
                <a:lnTo>
                  <a:pt x="15544" y="1472"/>
                </a:lnTo>
                <a:lnTo>
                  <a:pt x="15658" y="1472"/>
                </a:lnTo>
                <a:lnTo>
                  <a:pt x="15658" y="1495"/>
                </a:lnTo>
                <a:moveTo>
                  <a:pt x="15476" y="1495"/>
                </a:moveTo>
                <a:lnTo>
                  <a:pt x="15363" y="1495"/>
                </a:lnTo>
                <a:lnTo>
                  <a:pt x="15363" y="1472"/>
                </a:lnTo>
                <a:lnTo>
                  <a:pt x="15476" y="1472"/>
                </a:lnTo>
                <a:lnTo>
                  <a:pt x="15476" y="1495"/>
                </a:lnTo>
                <a:moveTo>
                  <a:pt x="15295" y="1495"/>
                </a:moveTo>
                <a:lnTo>
                  <a:pt x="15182" y="1495"/>
                </a:lnTo>
                <a:lnTo>
                  <a:pt x="15182" y="1472"/>
                </a:lnTo>
                <a:lnTo>
                  <a:pt x="15295" y="1472"/>
                </a:lnTo>
                <a:lnTo>
                  <a:pt x="15295" y="1495"/>
                </a:lnTo>
                <a:moveTo>
                  <a:pt x="15114" y="1495"/>
                </a:moveTo>
                <a:lnTo>
                  <a:pt x="15001" y="1495"/>
                </a:lnTo>
                <a:lnTo>
                  <a:pt x="15001" y="1472"/>
                </a:lnTo>
                <a:lnTo>
                  <a:pt x="15114" y="1472"/>
                </a:lnTo>
                <a:lnTo>
                  <a:pt x="15114" y="1495"/>
                </a:lnTo>
                <a:moveTo>
                  <a:pt x="14933" y="1495"/>
                </a:moveTo>
                <a:lnTo>
                  <a:pt x="14820" y="1495"/>
                </a:lnTo>
                <a:lnTo>
                  <a:pt x="14820" y="1472"/>
                </a:lnTo>
                <a:lnTo>
                  <a:pt x="14933" y="1472"/>
                </a:lnTo>
                <a:lnTo>
                  <a:pt x="14933" y="1495"/>
                </a:lnTo>
                <a:moveTo>
                  <a:pt x="14752" y="1495"/>
                </a:moveTo>
                <a:lnTo>
                  <a:pt x="14639" y="1495"/>
                </a:lnTo>
                <a:lnTo>
                  <a:pt x="14639" y="1472"/>
                </a:lnTo>
                <a:lnTo>
                  <a:pt x="14752" y="1472"/>
                </a:lnTo>
                <a:lnTo>
                  <a:pt x="14752" y="1495"/>
                </a:lnTo>
                <a:moveTo>
                  <a:pt x="14571" y="1495"/>
                </a:moveTo>
                <a:lnTo>
                  <a:pt x="14458" y="1495"/>
                </a:lnTo>
                <a:lnTo>
                  <a:pt x="14458" y="1472"/>
                </a:lnTo>
                <a:lnTo>
                  <a:pt x="14571" y="1472"/>
                </a:lnTo>
                <a:lnTo>
                  <a:pt x="14571" y="1495"/>
                </a:lnTo>
                <a:moveTo>
                  <a:pt x="14390" y="1495"/>
                </a:moveTo>
                <a:lnTo>
                  <a:pt x="14276" y="1495"/>
                </a:lnTo>
                <a:lnTo>
                  <a:pt x="14276" y="1472"/>
                </a:lnTo>
                <a:lnTo>
                  <a:pt x="14390" y="1472"/>
                </a:lnTo>
                <a:lnTo>
                  <a:pt x="14390" y="1495"/>
                </a:lnTo>
                <a:moveTo>
                  <a:pt x="14209" y="1495"/>
                </a:moveTo>
                <a:lnTo>
                  <a:pt x="14095" y="1495"/>
                </a:lnTo>
                <a:lnTo>
                  <a:pt x="14095" y="1472"/>
                </a:lnTo>
                <a:lnTo>
                  <a:pt x="14209" y="1472"/>
                </a:lnTo>
                <a:lnTo>
                  <a:pt x="14209" y="1495"/>
                </a:lnTo>
                <a:moveTo>
                  <a:pt x="14027" y="1495"/>
                </a:moveTo>
                <a:lnTo>
                  <a:pt x="13914" y="1495"/>
                </a:lnTo>
                <a:lnTo>
                  <a:pt x="13914" y="1472"/>
                </a:lnTo>
                <a:lnTo>
                  <a:pt x="14027" y="1472"/>
                </a:lnTo>
                <a:lnTo>
                  <a:pt x="14027" y="1495"/>
                </a:lnTo>
                <a:moveTo>
                  <a:pt x="13846" y="1495"/>
                </a:moveTo>
                <a:lnTo>
                  <a:pt x="13733" y="1495"/>
                </a:lnTo>
                <a:lnTo>
                  <a:pt x="13733" y="1472"/>
                </a:lnTo>
                <a:lnTo>
                  <a:pt x="13846" y="1472"/>
                </a:lnTo>
                <a:lnTo>
                  <a:pt x="13846" y="1495"/>
                </a:lnTo>
                <a:moveTo>
                  <a:pt x="13665" y="1495"/>
                </a:moveTo>
                <a:lnTo>
                  <a:pt x="13552" y="1495"/>
                </a:lnTo>
                <a:lnTo>
                  <a:pt x="13552" y="1472"/>
                </a:lnTo>
                <a:lnTo>
                  <a:pt x="13665" y="1472"/>
                </a:lnTo>
                <a:lnTo>
                  <a:pt x="13665" y="1495"/>
                </a:lnTo>
                <a:moveTo>
                  <a:pt x="13484" y="1495"/>
                </a:moveTo>
                <a:lnTo>
                  <a:pt x="13371" y="1495"/>
                </a:lnTo>
                <a:lnTo>
                  <a:pt x="13371" y="1472"/>
                </a:lnTo>
                <a:lnTo>
                  <a:pt x="13484" y="1472"/>
                </a:lnTo>
                <a:lnTo>
                  <a:pt x="13484" y="1495"/>
                </a:lnTo>
                <a:moveTo>
                  <a:pt x="13303" y="1495"/>
                </a:moveTo>
                <a:lnTo>
                  <a:pt x="13190" y="1495"/>
                </a:lnTo>
                <a:lnTo>
                  <a:pt x="13190" y="1472"/>
                </a:lnTo>
                <a:lnTo>
                  <a:pt x="13303" y="1472"/>
                </a:lnTo>
                <a:lnTo>
                  <a:pt x="13303" y="1495"/>
                </a:lnTo>
                <a:moveTo>
                  <a:pt x="13122" y="1495"/>
                </a:moveTo>
                <a:lnTo>
                  <a:pt x="13009" y="1495"/>
                </a:lnTo>
                <a:lnTo>
                  <a:pt x="13009" y="1472"/>
                </a:lnTo>
                <a:lnTo>
                  <a:pt x="13122" y="1472"/>
                </a:lnTo>
                <a:lnTo>
                  <a:pt x="13122" y="1495"/>
                </a:lnTo>
                <a:moveTo>
                  <a:pt x="12941" y="1495"/>
                </a:moveTo>
                <a:lnTo>
                  <a:pt x="12827" y="1495"/>
                </a:lnTo>
                <a:lnTo>
                  <a:pt x="12827" y="1472"/>
                </a:lnTo>
                <a:lnTo>
                  <a:pt x="12941" y="1472"/>
                </a:lnTo>
                <a:lnTo>
                  <a:pt x="12941" y="1495"/>
                </a:lnTo>
                <a:moveTo>
                  <a:pt x="12759" y="1495"/>
                </a:moveTo>
                <a:lnTo>
                  <a:pt x="12646" y="1495"/>
                </a:lnTo>
                <a:lnTo>
                  <a:pt x="12646" y="1472"/>
                </a:lnTo>
                <a:lnTo>
                  <a:pt x="12759" y="1472"/>
                </a:lnTo>
                <a:lnTo>
                  <a:pt x="12759" y="1495"/>
                </a:lnTo>
                <a:moveTo>
                  <a:pt x="12578" y="1495"/>
                </a:moveTo>
                <a:lnTo>
                  <a:pt x="12465" y="1495"/>
                </a:lnTo>
                <a:lnTo>
                  <a:pt x="12465" y="1472"/>
                </a:lnTo>
                <a:lnTo>
                  <a:pt x="12578" y="1472"/>
                </a:lnTo>
                <a:lnTo>
                  <a:pt x="12578" y="1495"/>
                </a:lnTo>
                <a:moveTo>
                  <a:pt x="12397" y="1495"/>
                </a:moveTo>
                <a:lnTo>
                  <a:pt x="12284" y="1495"/>
                </a:lnTo>
                <a:lnTo>
                  <a:pt x="12284" y="1472"/>
                </a:lnTo>
                <a:lnTo>
                  <a:pt x="12397" y="1472"/>
                </a:lnTo>
                <a:lnTo>
                  <a:pt x="12397" y="1495"/>
                </a:lnTo>
                <a:moveTo>
                  <a:pt x="12216" y="1495"/>
                </a:moveTo>
                <a:lnTo>
                  <a:pt x="12103" y="1495"/>
                </a:lnTo>
                <a:lnTo>
                  <a:pt x="12103" y="1472"/>
                </a:lnTo>
                <a:lnTo>
                  <a:pt x="12216" y="1472"/>
                </a:lnTo>
                <a:lnTo>
                  <a:pt x="12216" y="1495"/>
                </a:lnTo>
                <a:moveTo>
                  <a:pt x="12035" y="1495"/>
                </a:moveTo>
                <a:lnTo>
                  <a:pt x="11922" y="1495"/>
                </a:lnTo>
                <a:lnTo>
                  <a:pt x="11922" y="1472"/>
                </a:lnTo>
                <a:lnTo>
                  <a:pt x="12035" y="1472"/>
                </a:lnTo>
                <a:lnTo>
                  <a:pt x="12035" y="1495"/>
                </a:lnTo>
                <a:moveTo>
                  <a:pt x="11854" y="1495"/>
                </a:moveTo>
                <a:lnTo>
                  <a:pt x="11741" y="1495"/>
                </a:lnTo>
                <a:lnTo>
                  <a:pt x="11741" y="1472"/>
                </a:lnTo>
                <a:lnTo>
                  <a:pt x="11854" y="1472"/>
                </a:lnTo>
                <a:lnTo>
                  <a:pt x="11854" y="1495"/>
                </a:lnTo>
                <a:moveTo>
                  <a:pt x="11673" y="1495"/>
                </a:moveTo>
                <a:lnTo>
                  <a:pt x="11560" y="1495"/>
                </a:lnTo>
                <a:lnTo>
                  <a:pt x="11560" y="1472"/>
                </a:lnTo>
                <a:lnTo>
                  <a:pt x="11673" y="1472"/>
                </a:lnTo>
                <a:lnTo>
                  <a:pt x="11673" y="1495"/>
                </a:lnTo>
                <a:moveTo>
                  <a:pt x="11492" y="1495"/>
                </a:moveTo>
                <a:lnTo>
                  <a:pt x="11378" y="1495"/>
                </a:lnTo>
                <a:lnTo>
                  <a:pt x="11378" y="1472"/>
                </a:lnTo>
                <a:lnTo>
                  <a:pt x="11492" y="1472"/>
                </a:lnTo>
                <a:lnTo>
                  <a:pt x="11492" y="1495"/>
                </a:lnTo>
                <a:moveTo>
                  <a:pt x="11310" y="1495"/>
                </a:moveTo>
                <a:lnTo>
                  <a:pt x="11197" y="1495"/>
                </a:lnTo>
                <a:lnTo>
                  <a:pt x="11197" y="1472"/>
                </a:lnTo>
                <a:lnTo>
                  <a:pt x="11310" y="1472"/>
                </a:lnTo>
                <a:lnTo>
                  <a:pt x="11310" y="1495"/>
                </a:lnTo>
                <a:moveTo>
                  <a:pt x="11129" y="1495"/>
                </a:moveTo>
                <a:lnTo>
                  <a:pt x="11016" y="1495"/>
                </a:lnTo>
                <a:lnTo>
                  <a:pt x="11016" y="1472"/>
                </a:lnTo>
                <a:lnTo>
                  <a:pt x="11129" y="1472"/>
                </a:lnTo>
                <a:lnTo>
                  <a:pt x="11129" y="1495"/>
                </a:lnTo>
                <a:moveTo>
                  <a:pt x="10948" y="1495"/>
                </a:moveTo>
                <a:lnTo>
                  <a:pt x="10835" y="1495"/>
                </a:lnTo>
                <a:lnTo>
                  <a:pt x="10835" y="1472"/>
                </a:lnTo>
                <a:lnTo>
                  <a:pt x="10948" y="1472"/>
                </a:lnTo>
                <a:lnTo>
                  <a:pt x="10948" y="1495"/>
                </a:lnTo>
                <a:moveTo>
                  <a:pt x="10767" y="1495"/>
                </a:moveTo>
                <a:lnTo>
                  <a:pt x="10654" y="1495"/>
                </a:lnTo>
                <a:lnTo>
                  <a:pt x="10654" y="1472"/>
                </a:lnTo>
                <a:lnTo>
                  <a:pt x="10767" y="1472"/>
                </a:lnTo>
                <a:lnTo>
                  <a:pt x="10767" y="1495"/>
                </a:lnTo>
                <a:moveTo>
                  <a:pt x="10586" y="1495"/>
                </a:moveTo>
                <a:lnTo>
                  <a:pt x="10473" y="1495"/>
                </a:lnTo>
                <a:lnTo>
                  <a:pt x="10473" y="1472"/>
                </a:lnTo>
                <a:lnTo>
                  <a:pt x="10586" y="1472"/>
                </a:lnTo>
                <a:lnTo>
                  <a:pt x="10586" y="1495"/>
                </a:lnTo>
                <a:moveTo>
                  <a:pt x="10405" y="1495"/>
                </a:moveTo>
                <a:lnTo>
                  <a:pt x="10292" y="1495"/>
                </a:lnTo>
                <a:lnTo>
                  <a:pt x="10292" y="1472"/>
                </a:lnTo>
                <a:lnTo>
                  <a:pt x="10405" y="1472"/>
                </a:lnTo>
                <a:lnTo>
                  <a:pt x="10405" y="1495"/>
                </a:lnTo>
                <a:moveTo>
                  <a:pt x="10224" y="1495"/>
                </a:moveTo>
                <a:lnTo>
                  <a:pt x="10111" y="1495"/>
                </a:lnTo>
                <a:lnTo>
                  <a:pt x="10111" y="1472"/>
                </a:lnTo>
                <a:lnTo>
                  <a:pt x="10224" y="1472"/>
                </a:lnTo>
                <a:lnTo>
                  <a:pt x="10224" y="1495"/>
                </a:lnTo>
                <a:moveTo>
                  <a:pt x="10043" y="1495"/>
                </a:moveTo>
                <a:lnTo>
                  <a:pt x="9929" y="1495"/>
                </a:lnTo>
                <a:lnTo>
                  <a:pt x="9929" y="1472"/>
                </a:lnTo>
                <a:lnTo>
                  <a:pt x="10043" y="1472"/>
                </a:lnTo>
                <a:lnTo>
                  <a:pt x="10043" y="1495"/>
                </a:lnTo>
                <a:moveTo>
                  <a:pt x="9861" y="1495"/>
                </a:moveTo>
                <a:lnTo>
                  <a:pt x="9748" y="1495"/>
                </a:lnTo>
                <a:lnTo>
                  <a:pt x="9748" y="1472"/>
                </a:lnTo>
                <a:lnTo>
                  <a:pt x="9861" y="1472"/>
                </a:lnTo>
                <a:lnTo>
                  <a:pt x="9861" y="1495"/>
                </a:lnTo>
                <a:moveTo>
                  <a:pt x="9680" y="1495"/>
                </a:moveTo>
                <a:lnTo>
                  <a:pt x="9567" y="1495"/>
                </a:lnTo>
                <a:lnTo>
                  <a:pt x="9567" y="1472"/>
                </a:lnTo>
                <a:lnTo>
                  <a:pt x="9680" y="1472"/>
                </a:lnTo>
                <a:lnTo>
                  <a:pt x="9680" y="1495"/>
                </a:lnTo>
                <a:moveTo>
                  <a:pt x="9499" y="1495"/>
                </a:moveTo>
                <a:lnTo>
                  <a:pt x="9386" y="1495"/>
                </a:lnTo>
                <a:lnTo>
                  <a:pt x="9386" y="1472"/>
                </a:lnTo>
                <a:lnTo>
                  <a:pt x="9499" y="1472"/>
                </a:lnTo>
                <a:lnTo>
                  <a:pt x="9499" y="1495"/>
                </a:lnTo>
                <a:moveTo>
                  <a:pt x="9318" y="1495"/>
                </a:moveTo>
                <a:lnTo>
                  <a:pt x="9205" y="1495"/>
                </a:lnTo>
                <a:lnTo>
                  <a:pt x="9205" y="1472"/>
                </a:lnTo>
                <a:lnTo>
                  <a:pt x="9318" y="1472"/>
                </a:lnTo>
                <a:lnTo>
                  <a:pt x="9318" y="1495"/>
                </a:lnTo>
                <a:moveTo>
                  <a:pt x="9137" y="1495"/>
                </a:moveTo>
                <a:lnTo>
                  <a:pt x="9024" y="1495"/>
                </a:lnTo>
                <a:lnTo>
                  <a:pt x="9024" y="1472"/>
                </a:lnTo>
                <a:lnTo>
                  <a:pt x="9137" y="1472"/>
                </a:lnTo>
                <a:lnTo>
                  <a:pt x="9137" y="1495"/>
                </a:lnTo>
                <a:moveTo>
                  <a:pt x="8956" y="1495"/>
                </a:moveTo>
                <a:lnTo>
                  <a:pt x="8843" y="1495"/>
                </a:lnTo>
                <a:lnTo>
                  <a:pt x="8843" y="1472"/>
                </a:lnTo>
                <a:lnTo>
                  <a:pt x="8956" y="1472"/>
                </a:lnTo>
                <a:lnTo>
                  <a:pt x="8956" y="1495"/>
                </a:lnTo>
                <a:moveTo>
                  <a:pt x="8775" y="1495"/>
                </a:moveTo>
                <a:lnTo>
                  <a:pt x="8661" y="1495"/>
                </a:lnTo>
                <a:lnTo>
                  <a:pt x="8661" y="1472"/>
                </a:lnTo>
                <a:lnTo>
                  <a:pt x="8775" y="1472"/>
                </a:lnTo>
                <a:lnTo>
                  <a:pt x="8775" y="1495"/>
                </a:lnTo>
                <a:moveTo>
                  <a:pt x="8594" y="1495"/>
                </a:moveTo>
                <a:lnTo>
                  <a:pt x="8480" y="1495"/>
                </a:lnTo>
                <a:lnTo>
                  <a:pt x="8480" y="1472"/>
                </a:lnTo>
                <a:lnTo>
                  <a:pt x="8594" y="1472"/>
                </a:lnTo>
                <a:lnTo>
                  <a:pt x="8594" y="1495"/>
                </a:lnTo>
                <a:moveTo>
                  <a:pt x="8412" y="1495"/>
                </a:moveTo>
                <a:lnTo>
                  <a:pt x="8298" y="1495"/>
                </a:lnTo>
                <a:lnTo>
                  <a:pt x="8298" y="1472"/>
                </a:lnTo>
                <a:lnTo>
                  <a:pt x="8412" y="1472"/>
                </a:lnTo>
                <a:lnTo>
                  <a:pt x="8412" y="1495"/>
                </a:lnTo>
                <a:moveTo>
                  <a:pt x="8230" y="1495"/>
                </a:moveTo>
                <a:lnTo>
                  <a:pt x="8117" y="1495"/>
                </a:lnTo>
                <a:lnTo>
                  <a:pt x="8117" y="1472"/>
                </a:lnTo>
                <a:lnTo>
                  <a:pt x="8230" y="1472"/>
                </a:lnTo>
                <a:lnTo>
                  <a:pt x="8230" y="1495"/>
                </a:lnTo>
                <a:moveTo>
                  <a:pt x="8049" y="1495"/>
                </a:moveTo>
                <a:lnTo>
                  <a:pt x="7936" y="1495"/>
                </a:lnTo>
                <a:lnTo>
                  <a:pt x="7936" y="1472"/>
                </a:lnTo>
                <a:lnTo>
                  <a:pt x="8049" y="1472"/>
                </a:lnTo>
                <a:lnTo>
                  <a:pt x="8049" y="1495"/>
                </a:lnTo>
                <a:moveTo>
                  <a:pt x="7868" y="1495"/>
                </a:moveTo>
                <a:lnTo>
                  <a:pt x="7755" y="1495"/>
                </a:lnTo>
                <a:lnTo>
                  <a:pt x="7755" y="1472"/>
                </a:lnTo>
                <a:lnTo>
                  <a:pt x="7868" y="1472"/>
                </a:lnTo>
                <a:lnTo>
                  <a:pt x="7868" y="1495"/>
                </a:lnTo>
                <a:moveTo>
                  <a:pt x="7687" y="1495"/>
                </a:moveTo>
                <a:lnTo>
                  <a:pt x="7574" y="1495"/>
                </a:lnTo>
                <a:lnTo>
                  <a:pt x="7574" y="1472"/>
                </a:lnTo>
                <a:lnTo>
                  <a:pt x="7687" y="1472"/>
                </a:lnTo>
                <a:lnTo>
                  <a:pt x="7687" y="1495"/>
                </a:lnTo>
                <a:moveTo>
                  <a:pt x="7506" y="1495"/>
                </a:moveTo>
                <a:lnTo>
                  <a:pt x="7393" y="1495"/>
                </a:lnTo>
                <a:lnTo>
                  <a:pt x="7393" y="1472"/>
                </a:lnTo>
                <a:lnTo>
                  <a:pt x="7506" y="1472"/>
                </a:lnTo>
                <a:lnTo>
                  <a:pt x="7506" y="1495"/>
                </a:lnTo>
                <a:moveTo>
                  <a:pt x="7325" y="1495"/>
                </a:moveTo>
                <a:lnTo>
                  <a:pt x="7211" y="1495"/>
                </a:lnTo>
                <a:lnTo>
                  <a:pt x="7211" y="1472"/>
                </a:lnTo>
                <a:lnTo>
                  <a:pt x="7325" y="1472"/>
                </a:lnTo>
                <a:lnTo>
                  <a:pt x="7325" y="1495"/>
                </a:lnTo>
                <a:moveTo>
                  <a:pt x="7144" y="1495"/>
                </a:moveTo>
                <a:lnTo>
                  <a:pt x="7030" y="1495"/>
                </a:lnTo>
                <a:lnTo>
                  <a:pt x="7030" y="1472"/>
                </a:lnTo>
                <a:lnTo>
                  <a:pt x="7144" y="1472"/>
                </a:lnTo>
                <a:lnTo>
                  <a:pt x="7144" y="1495"/>
                </a:lnTo>
                <a:moveTo>
                  <a:pt x="6962" y="1495"/>
                </a:moveTo>
                <a:lnTo>
                  <a:pt x="6849" y="1495"/>
                </a:lnTo>
                <a:lnTo>
                  <a:pt x="6849" y="1472"/>
                </a:lnTo>
                <a:lnTo>
                  <a:pt x="6962" y="1472"/>
                </a:lnTo>
                <a:lnTo>
                  <a:pt x="6962" y="1495"/>
                </a:lnTo>
                <a:moveTo>
                  <a:pt x="6781" y="1495"/>
                </a:moveTo>
                <a:lnTo>
                  <a:pt x="6668" y="1495"/>
                </a:lnTo>
                <a:lnTo>
                  <a:pt x="6668" y="1472"/>
                </a:lnTo>
                <a:lnTo>
                  <a:pt x="6781" y="1472"/>
                </a:lnTo>
                <a:lnTo>
                  <a:pt x="6781" y="1495"/>
                </a:lnTo>
                <a:moveTo>
                  <a:pt x="6600" y="1495"/>
                </a:moveTo>
                <a:lnTo>
                  <a:pt x="6487" y="1495"/>
                </a:lnTo>
                <a:lnTo>
                  <a:pt x="6487" y="1472"/>
                </a:lnTo>
                <a:lnTo>
                  <a:pt x="6600" y="1472"/>
                </a:lnTo>
                <a:lnTo>
                  <a:pt x="6600" y="1495"/>
                </a:lnTo>
                <a:moveTo>
                  <a:pt x="6419" y="1495"/>
                </a:moveTo>
                <a:lnTo>
                  <a:pt x="6306" y="1495"/>
                </a:lnTo>
                <a:lnTo>
                  <a:pt x="6306" y="1472"/>
                </a:lnTo>
                <a:lnTo>
                  <a:pt x="6419" y="1472"/>
                </a:lnTo>
                <a:lnTo>
                  <a:pt x="6419" y="1495"/>
                </a:lnTo>
                <a:moveTo>
                  <a:pt x="6238" y="1495"/>
                </a:moveTo>
                <a:lnTo>
                  <a:pt x="6125" y="1495"/>
                </a:lnTo>
                <a:lnTo>
                  <a:pt x="6125" y="1472"/>
                </a:lnTo>
                <a:lnTo>
                  <a:pt x="6238" y="1472"/>
                </a:lnTo>
                <a:lnTo>
                  <a:pt x="6238" y="1495"/>
                </a:lnTo>
                <a:moveTo>
                  <a:pt x="6057" y="1495"/>
                </a:moveTo>
                <a:lnTo>
                  <a:pt x="5944" y="1495"/>
                </a:lnTo>
                <a:lnTo>
                  <a:pt x="5944" y="1472"/>
                </a:lnTo>
                <a:lnTo>
                  <a:pt x="6057" y="1472"/>
                </a:lnTo>
                <a:lnTo>
                  <a:pt x="6057" y="1495"/>
                </a:lnTo>
                <a:moveTo>
                  <a:pt x="5876" y="1495"/>
                </a:moveTo>
                <a:lnTo>
                  <a:pt x="5762" y="1495"/>
                </a:lnTo>
                <a:lnTo>
                  <a:pt x="5762" y="1472"/>
                </a:lnTo>
                <a:lnTo>
                  <a:pt x="5876" y="1472"/>
                </a:lnTo>
                <a:lnTo>
                  <a:pt x="5876" y="1495"/>
                </a:lnTo>
                <a:moveTo>
                  <a:pt x="5695" y="1495"/>
                </a:moveTo>
                <a:lnTo>
                  <a:pt x="5581" y="1495"/>
                </a:lnTo>
                <a:lnTo>
                  <a:pt x="5581" y="1472"/>
                </a:lnTo>
                <a:lnTo>
                  <a:pt x="5695" y="1472"/>
                </a:lnTo>
                <a:lnTo>
                  <a:pt x="5695" y="1495"/>
                </a:lnTo>
                <a:moveTo>
                  <a:pt x="5513" y="1495"/>
                </a:moveTo>
                <a:lnTo>
                  <a:pt x="5400" y="1495"/>
                </a:lnTo>
                <a:lnTo>
                  <a:pt x="5400" y="1472"/>
                </a:lnTo>
                <a:lnTo>
                  <a:pt x="5513" y="1472"/>
                </a:lnTo>
                <a:lnTo>
                  <a:pt x="5513" y="1495"/>
                </a:lnTo>
                <a:moveTo>
                  <a:pt x="5332" y="1495"/>
                </a:moveTo>
                <a:lnTo>
                  <a:pt x="5219" y="1495"/>
                </a:lnTo>
                <a:lnTo>
                  <a:pt x="5219" y="1472"/>
                </a:lnTo>
                <a:lnTo>
                  <a:pt x="5332" y="1472"/>
                </a:lnTo>
                <a:lnTo>
                  <a:pt x="5332" y="1495"/>
                </a:lnTo>
                <a:moveTo>
                  <a:pt x="5151" y="1495"/>
                </a:moveTo>
                <a:lnTo>
                  <a:pt x="5038" y="1495"/>
                </a:lnTo>
                <a:lnTo>
                  <a:pt x="5038" y="1472"/>
                </a:lnTo>
                <a:lnTo>
                  <a:pt x="5151" y="1472"/>
                </a:lnTo>
                <a:lnTo>
                  <a:pt x="5151" y="1495"/>
                </a:lnTo>
                <a:moveTo>
                  <a:pt x="4970" y="1495"/>
                </a:moveTo>
                <a:lnTo>
                  <a:pt x="4857" y="1495"/>
                </a:lnTo>
                <a:lnTo>
                  <a:pt x="4857" y="1472"/>
                </a:lnTo>
                <a:lnTo>
                  <a:pt x="4970" y="1472"/>
                </a:lnTo>
                <a:lnTo>
                  <a:pt x="4970" y="1495"/>
                </a:lnTo>
                <a:moveTo>
                  <a:pt x="4789" y="1495"/>
                </a:moveTo>
                <a:lnTo>
                  <a:pt x="4676" y="1495"/>
                </a:lnTo>
                <a:lnTo>
                  <a:pt x="4676" y="1472"/>
                </a:lnTo>
                <a:lnTo>
                  <a:pt x="4789" y="1472"/>
                </a:lnTo>
                <a:lnTo>
                  <a:pt x="4789" y="1495"/>
                </a:lnTo>
                <a:moveTo>
                  <a:pt x="4608" y="1495"/>
                </a:moveTo>
                <a:lnTo>
                  <a:pt x="4495" y="1495"/>
                </a:lnTo>
                <a:lnTo>
                  <a:pt x="4495" y="1472"/>
                </a:lnTo>
                <a:lnTo>
                  <a:pt x="4608" y="1472"/>
                </a:lnTo>
                <a:lnTo>
                  <a:pt x="4608" y="1495"/>
                </a:lnTo>
                <a:moveTo>
                  <a:pt x="4427" y="1495"/>
                </a:moveTo>
                <a:lnTo>
                  <a:pt x="4313" y="1495"/>
                </a:lnTo>
                <a:lnTo>
                  <a:pt x="4313" y="1472"/>
                </a:lnTo>
                <a:lnTo>
                  <a:pt x="4427" y="1472"/>
                </a:lnTo>
                <a:lnTo>
                  <a:pt x="4427" y="1495"/>
                </a:lnTo>
                <a:moveTo>
                  <a:pt x="4246" y="1495"/>
                </a:moveTo>
                <a:lnTo>
                  <a:pt x="4132" y="1495"/>
                </a:lnTo>
                <a:lnTo>
                  <a:pt x="4132" y="1472"/>
                </a:lnTo>
                <a:lnTo>
                  <a:pt x="4246" y="1472"/>
                </a:lnTo>
                <a:lnTo>
                  <a:pt x="4246" y="1495"/>
                </a:lnTo>
                <a:moveTo>
                  <a:pt x="4064" y="1495"/>
                </a:moveTo>
                <a:lnTo>
                  <a:pt x="3951" y="1495"/>
                </a:lnTo>
                <a:lnTo>
                  <a:pt x="3951" y="1472"/>
                </a:lnTo>
                <a:lnTo>
                  <a:pt x="4064" y="1472"/>
                </a:lnTo>
                <a:lnTo>
                  <a:pt x="4064" y="1495"/>
                </a:lnTo>
                <a:moveTo>
                  <a:pt x="3883" y="1495"/>
                </a:moveTo>
                <a:lnTo>
                  <a:pt x="3770" y="1495"/>
                </a:lnTo>
                <a:lnTo>
                  <a:pt x="3770" y="1472"/>
                </a:lnTo>
                <a:lnTo>
                  <a:pt x="3883" y="1472"/>
                </a:lnTo>
                <a:lnTo>
                  <a:pt x="3883" y="1495"/>
                </a:lnTo>
                <a:moveTo>
                  <a:pt x="3702" y="1495"/>
                </a:moveTo>
                <a:lnTo>
                  <a:pt x="3589" y="1495"/>
                </a:lnTo>
                <a:lnTo>
                  <a:pt x="3589" y="1472"/>
                </a:lnTo>
                <a:lnTo>
                  <a:pt x="3702" y="1472"/>
                </a:lnTo>
                <a:lnTo>
                  <a:pt x="3702" y="1495"/>
                </a:lnTo>
                <a:moveTo>
                  <a:pt x="3521" y="1495"/>
                </a:moveTo>
                <a:lnTo>
                  <a:pt x="3408" y="1495"/>
                </a:lnTo>
                <a:lnTo>
                  <a:pt x="3408" y="1472"/>
                </a:lnTo>
                <a:lnTo>
                  <a:pt x="3521" y="1472"/>
                </a:lnTo>
                <a:lnTo>
                  <a:pt x="3521" y="1495"/>
                </a:lnTo>
                <a:moveTo>
                  <a:pt x="3340" y="1495"/>
                </a:moveTo>
                <a:lnTo>
                  <a:pt x="3227" y="1495"/>
                </a:lnTo>
                <a:lnTo>
                  <a:pt x="3227" y="1472"/>
                </a:lnTo>
                <a:lnTo>
                  <a:pt x="3340" y="1472"/>
                </a:lnTo>
                <a:lnTo>
                  <a:pt x="3340" y="1495"/>
                </a:lnTo>
                <a:moveTo>
                  <a:pt x="3159" y="1495"/>
                </a:moveTo>
                <a:lnTo>
                  <a:pt x="3046" y="1495"/>
                </a:lnTo>
                <a:lnTo>
                  <a:pt x="3046" y="1472"/>
                </a:lnTo>
                <a:lnTo>
                  <a:pt x="3159" y="1472"/>
                </a:lnTo>
                <a:lnTo>
                  <a:pt x="3159" y="1495"/>
                </a:lnTo>
                <a:moveTo>
                  <a:pt x="2978" y="1495"/>
                </a:moveTo>
                <a:lnTo>
                  <a:pt x="2864" y="1495"/>
                </a:lnTo>
                <a:lnTo>
                  <a:pt x="2864" y="1472"/>
                </a:lnTo>
                <a:lnTo>
                  <a:pt x="2978" y="1472"/>
                </a:lnTo>
                <a:lnTo>
                  <a:pt x="2978" y="1495"/>
                </a:lnTo>
                <a:moveTo>
                  <a:pt x="2796" y="1495"/>
                </a:moveTo>
                <a:lnTo>
                  <a:pt x="2683" y="1495"/>
                </a:lnTo>
                <a:lnTo>
                  <a:pt x="2683" y="1472"/>
                </a:lnTo>
                <a:lnTo>
                  <a:pt x="2796" y="1472"/>
                </a:lnTo>
                <a:lnTo>
                  <a:pt x="2796" y="1495"/>
                </a:lnTo>
                <a:moveTo>
                  <a:pt x="2615" y="1495"/>
                </a:moveTo>
                <a:lnTo>
                  <a:pt x="2502" y="1495"/>
                </a:lnTo>
                <a:lnTo>
                  <a:pt x="2502" y="1472"/>
                </a:lnTo>
                <a:lnTo>
                  <a:pt x="2615" y="1472"/>
                </a:lnTo>
                <a:lnTo>
                  <a:pt x="2615" y="1495"/>
                </a:lnTo>
                <a:moveTo>
                  <a:pt x="2434" y="1495"/>
                </a:moveTo>
                <a:lnTo>
                  <a:pt x="2321" y="1495"/>
                </a:lnTo>
                <a:lnTo>
                  <a:pt x="2321" y="1472"/>
                </a:lnTo>
                <a:lnTo>
                  <a:pt x="2434" y="1472"/>
                </a:lnTo>
                <a:lnTo>
                  <a:pt x="2434" y="1495"/>
                </a:lnTo>
                <a:moveTo>
                  <a:pt x="2253" y="1495"/>
                </a:moveTo>
                <a:lnTo>
                  <a:pt x="2140" y="1495"/>
                </a:lnTo>
                <a:lnTo>
                  <a:pt x="2140" y="1472"/>
                </a:lnTo>
                <a:lnTo>
                  <a:pt x="2253" y="1472"/>
                </a:lnTo>
                <a:lnTo>
                  <a:pt x="2253" y="1495"/>
                </a:lnTo>
                <a:moveTo>
                  <a:pt x="2072" y="1495"/>
                </a:moveTo>
                <a:lnTo>
                  <a:pt x="1959" y="1495"/>
                </a:lnTo>
                <a:lnTo>
                  <a:pt x="1959" y="1472"/>
                </a:lnTo>
                <a:lnTo>
                  <a:pt x="2072" y="1472"/>
                </a:lnTo>
                <a:lnTo>
                  <a:pt x="2072" y="1495"/>
                </a:lnTo>
                <a:moveTo>
                  <a:pt x="1891" y="1495"/>
                </a:moveTo>
                <a:lnTo>
                  <a:pt x="1778" y="1495"/>
                </a:lnTo>
                <a:lnTo>
                  <a:pt x="1778" y="1472"/>
                </a:lnTo>
                <a:lnTo>
                  <a:pt x="1891" y="1472"/>
                </a:lnTo>
                <a:lnTo>
                  <a:pt x="1891" y="1495"/>
                </a:lnTo>
                <a:moveTo>
                  <a:pt x="1710" y="1495"/>
                </a:moveTo>
                <a:lnTo>
                  <a:pt x="1597" y="1495"/>
                </a:lnTo>
                <a:lnTo>
                  <a:pt x="1597" y="1472"/>
                </a:lnTo>
                <a:lnTo>
                  <a:pt x="1710" y="1472"/>
                </a:lnTo>
                <a:lnTo>
                  <a:pt x="1710" y="1495"/>
                </a:lnTo>
                <a:moveTo>
                  <a:pt x="1529" y="1495"/>
                </a:moveTo>
                <a:lnTo>
                  <a:pt x="1415" y="1495"/>
                </a:lnTo>
                <a:lnTo>
                  <a:pt x="1415" y="1472"/>
                </a:lnTo>
                <a:lnTo>
                  <a:pt x="1529" y="1472"/>
                </a:lnTo>
                <a:lnTo>
                  <a:pt x="1529" y="1495"/>
                </a:lnTo>
                <a:moveTo>
                  <a:pt x="1347" y="1495"/>
                </a:moveTo>
                <a:lnTo>
                  <a:pt x="1234" y="1495"/>
                </a:lnTo>
                <a:lnTo>
                  <a:pt x="1234" y="1472"/>
                </a:lnTo>
                <a:lnTo>
                  <a:pt x="1347" y="1472"/>
                </a:lnTo>
                <a:lnTo>
                  <a:pt x="1347" y="1495"/>
                </a:lnTo>
                <a:moveTo>
                  <a:pt x="1166" y="1495"/>
                </a:moveTo>
                <a:lnTo>
                  <a:pt x="1053" y="1495"/>
                </a:lnTo>
                <a:lnTo>
                  <a:pt x="1053" y="1472"/>
                </a:lnTo>
                <a:lnTo>
                  <a:pt x="1166" y="1472"/>
                </a:lnTo>
                <a:lnTo>
                  <a:pt x="1166" y="1495"/>
                </a:lnTo>
                <a:moveTo>
                  <a:pt x="985" y="1495"/>
                </a:moveTo>
                <a:lnTo>
                  <a:pt x="872" y="1495"/>
                </a:lnTo>
                <a:lnTo>
                  <a:pt x="872" y="1472"/>
                </a:lnTo>
                <a:lnTo>
                  <a:pt x="985" y="1472"/>
                </a:lnTo>
                <a:lnTo>
                  <a:pt x="985" y="1495"/>
                </a:lnTo>
                <a:moveTo>
                  <a:pt x="804" y="1495"/>
                </a:moveTo>
                <a:lnTo>
                  <a:pt x="691" y="1495"/>
                </a:lnTo>
                <a:lnTo>
                  <a:pt x="691" y="1472"/>
                </a:lnTo>
                <a:lnTo>
                  <a:pt x="804" y="1472"/>
                </a:lnTo>
                <a:lnTo>
                  <a:pt x="804" y="1495"/>
                </a:lnTo>
                <a:moveTo>
                  <a:pt x="623" y="1495"/>
                </a:moveTo>
                <a:lnTo>
                  <a:pt x="510" y="1495"/>
                </a:lnTo>
                <a:lnTo>
                  <a:pt x="510" y="1472"/>
                </a:lnTo>
                <a:lnTo>
                  <a:pt x="623" y="1472"/>
                </a:lnTo>
                <a:lnTo>
                  <a:pt x="623" y="1495"/>
                </a:lnTo>
                <a:moveTo>
                  <a:pt x="442" y="1495"/>
                </a:moveTo>
                <a:lnTo>
                  <a:pt x="329" y="1495"/>
                </a:lnTo>
                <a:lnTo>
                  <a:pt x="329" y="1472"/>
                </a:lnTo>
                <a:lnTo>
                  <a:pt x="442" y="1472"/>
                </a:lnTo>
                <a:lnTo>
                  <a:pt x="442" y="1495"/>
                </a:lnTo>
                <a:moveTo>
                  <a:pt x="261" y="1495"/>
                </a:moveTo>
                <a:lnTo>
                  <a:pt x="147" y="1495"/>
                </a:lnTo>
                <a:lnTo>
                  <a:pt x="147" y="1472"/>
                </a:lnTo>
                <a:lnTo>
                  <a:pt x="261" y="1472"/>
                </a:lnTo>
                <a:lnTo>
                  <a:pt x="261" y="1495"/>
                </a:lnTo>
                <a:moveTo>
                  <a:pt x="80" y="1495"/>
                </a:moveTo>
                <a:lnTo>
                  <a:pt x="0" y="1495"/>
                </a:lnTo>
                <a:lnTo>
                  <a:pt x="0" y="1438"/>
                </a:lnTo>
                <a:lnTo>
                  <a:pt x="23" y="1438"/>
                </a:lnTo>
                <a:lnTo>
                  <a:pt x="23" y="1484"/>
                </a:lnTo>
                <a:lnTo>
                  <a:pt x="12" y="1484"/>
                </a:lnTo>
                <a:lnTo>
                  <a:pt x="12" y="1472"/>
                </a:lnTo>
                <a:lnTo>
                  <a:pt x="80" y="1472"/>
                </a:lnTo>
                <a:lnTo>
                  <a:pt x="80" y="1495"/>
                </a:lnTo>
                <a:moveTo>
                  <a:pt x="0" y="1370"/>
                </a:moveTo>
                <a:lnTo>
                  <a:pt x="0" y="1257"/>
                </a:lnTo>
                <a:lnTo>
                  <a:pt x="23" y="1257"/>
                </a:lnTo>
                <a:lnTo>
                  <a:pt x="23" y="1370"/>
                </a:lnTo>
                <a:lnTo>
                  <a:pt x="0" y="1370"/>
                </a:lnTo>
                <a:moveTo>
                  <a:pt x="0" y="1189"/>
                </a:moveTo>
                <a:lnTo>
                  <a:pt x="0" y="1076"/>
                </a:lnTo>
                <a:lnTo>
                  <a:pt x="23" y="1076"/>
                </a:lnTo>
                <a:lnTo>
                  <a:pt x="23" y="1189"/>
                </a:lnTo>
                <a:lnTo>
                  <a:pt x="0" y="1189"/>
                </a:lnTo>
                <a:moveTo>
                  <a:pt x="0" y="1008"/>
                </a:moveTo>
                <a:lnTo>
                  <a:pt x="0" y="895"/>
                </a:lnTo>
                <a:lnTo>
                  <a:pt x="23" y="895"/>
                </a:lnTo>
                <a:lnTo>
                  <a:pt x="23" y="1008"/>
                </a:lnTo>
                <a:lnTo>
                  <a:pt x="0" y="1008"/>
                </a:lnTo>
                <a:moveTo>
                  <a:pt x="0" y="827"/>
                </a:moveTo>
                <a:lnTo>
                  <a:pt x="0" y="714"/>
                </a:lnTo>
                <a:lnTo>
                  <a:pt x="23" y="714"/>
                </a:lnTo>
                <a:lnTo>
                  <a:pt x="23" y="827"/>
                </a:lnTo>
                <a:lnTo>
                  <a:pt x="0" y="827"/>
                </a:lnTo>
                <a:moveTo>
                  <a:pt x="0" y="645"/>
                </a:moveTo>
                <a:lnTo>
                  <a:pt x="0" y="532"/>
                </a:lnTo>
                <a:lnTo>
                  <a:pt x="23" y="532"/>
                </a:lnTo>
                <a:lnTo>
                  <a:pt x="23" y="645"/>
                </a:lnTo>
                <a:lnTo>
                  <a:pt x="0" y="645"/>
                </a:lnTo>
                <a:moveTo>
                  <a:pt x="0" y="464"/>
                </a:moveTo>
                <a:lnTo>
                  <a:pt x="0" y="351"/>
                </a:lnTo>
                <a:lnTo>
                  <a:pt x="23" y="351"/>
                </a:lnTo>
                <a:lnTo>
                  <a:pt x="23" y="464"/>
                </a:lnTo>
                <a:lnTo>
                  <a:pt x="0" y="464"/>
                </a:lnTo>
                <a:moveTo>
                  <a:pt x="0" y="283"/>
                </a:moveTo>
                <a:lnTo>
                  <a:pt x="0" y="170"/>
                </a:lnTo>
                <a:lnTo>
                  <a:pt x="23" y="170"/>
                </a:lnTo>
                <a:lnTo>
                  <a:pt x="23" y="283"/>
                </a:lnTo>
                <a:lnTo>
                  <a:pt x="0" y="283"/>
                </a:lnTo>
                <a:moveTo>
                  <a:pt x="0" y="102"/>
                </a:moveTo>
                <a:lnTo>
                  <a:pt x="0" y="0"/>
                </a:lnTo>
                <a:lnTo>
                  <a:pt x="125" y="0"/>
                </a:lnTo>
                <a:lnTo>
                  <a:pt x="125" y="23"/>
                </a:lnTo>
                <a:lnTo>
                  <a:pt x="12" y="23"/>
                </a:lnTo>
                <a:lnTo>
                  <a:pt x="12" y="12"/>
                </a:lnTo>
                <a:lnTo>
                  <a:pt x="23" y="12"/>
                </a:lnTo>
                <a:lnTo>
                  <a:pt x="23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0" name=""/>
          <p:cNvSpPr/>
          <p:nvPr/>
        </p:nvSpPr>
        <p:spPr>
          <a:xfrm>
            <a:off x="8534520" y="2791800"/>
            <a:ext cx="98280" cy="81720"/>
          </a:xfrm>
          <a:custGeom>
            <a:avLst/>
            <a:gdLst/>
            <a:ahLst/>
            <a:rect l="0" t="0" r="r" b="b"/>
            <a:pathLst>
              <a:path w="273" h="227">
                <a:moveTo>
                  <a:pt x="0" y="0"/>
                </a:moveTo>
                <a:lnTo>
                  <a:pt x="273" y="0"/>
                </a:lnTo>
                <a:lnTo>
                  <a:pt x="273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1" name=""/>
          <p:cNvSpPr/>
          <p:nvPr/>
        </p:nvSpPr>
        <p:spPr>
          <a:xfrm>
            <a:off x="8534520" y="2820240"/>
            <a:ext cx="9792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865080" y="2433600"/>
            <a:ext cx="60145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Biedt farmaceutische patiëntenzorg in een levensechte apotheekomgeving (kerntaakniveau)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978840" y="2782440"/>
            <a:ext cx="640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978840" y="2914200"/>
            <a:ext cx="66866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Voert baliegesprek en triage uit in de simulatieapotheek, onderbouwd met theorie (werkprocesniveau)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978840" y="3067920"/>
            <a:ext cx="3716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Werkproces Wordt vertaald naar: B1-K1-W1 Voert baliegesprek en triage uit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865080" y="2586960"/>
            <a:ext cx="1451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Kerntaak Wordt vertaald naar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555120" y="3411000"/>
            <a:ext cx="69836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Het dossier zegt wat de beroepsbeoefenaar kan; de leeruitkomst is de invulling van de instelling: waar en hoe de student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555120" y="3565800"/>
            <a:ext cx="66150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dat laat zien. De kerntaak levert de leeruitkomst op kerntaakniveau, elk werkproces een leeruitkomst eronder: een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555120" y="3720600"/>
            <a:ext cx="6168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gelaagde structuur. Hier: leren door te simuleren in een levensechte omgeving, met een klein deel theorie.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3219480" y="4014000"/>
            <a:ext cx="32407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Kwaliﬁcatiedossier vertalen naar leeruitkomsten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7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7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79" name=""/>
          <p:cNvSpPr/>
          <p:nvPr/>
        </p:nvSpPr>
        <p:spPr>
          <a:xfrm>
            <a:off x="956160" y="632160"/>
            <a:ext cx="7422480" cy="3993480"/>
          </a:xfrm>
          <a:custGeom>
            <a:avLst/>
            <a:gdLst/>
            <a:ahLst/>
            <a:rect l="0" t="0" r="r" b="b"/>
            <a:pathLst>
              <a:path w="20618" h="11093">
                <a:moveTo>
                  <a:pt x="199" y="0"/>
                </a:moveTo>
                <a:lnTo>
                  <a:pt x="20418" y="0"/>
                </a:lnTo>
                <a:cubicBezTo>
                  <a:pt x="20431" y="0"/>
                  <a:pt x="20444" y="1"/>
                  <a:pt x="20457" y="4"/>
                </a:cubicBezTo>
                <a:cubicBezTo>
                  <a:pt x="20470" y="6"/>
                  <a:pt x="20482" y="10"/>
                  <a:pt x="20494" y="15"/>
                </a:cubicBezTo>
                <a:cubicBezTo>
                  <a:pt x="20506" y="20"/>
                  <a:pt x="20518" y="26"/>
                  <a:pt x="20529" y="33"/>
                </a:cubicBezTo>
                <a:cubicBezTo>
                  <a:pt x="20540" y="41"/>
                  <a:pt x="20550" y="49"/>
                  <a:pt x="20559" y="58"/>
                </a:cubicBezTo>
                <a:cubicBezTo>
                  <a:pt x="20568" y="68"/>
                  <a:pt x="20577" y="78"/>
                  <a:pt x="20584" y="89"/>
                </a:cubicBezTo>
                <a:cubicBezTo>
                  <a:pt x="20591" y="99"/>
                  <a:pt x="20597" y="111"/>
                  <a:pt x="20602" y="123"/>
                </a:cubicBezTo>
                <a:cubicBezTo>
                  <a:pt x="20607" y="135"/>
                  <a:pt x="20611" y="148"/>
                  <a:pt x="20614" y="161"/>
                </a:cubicBezTo>
                <a:cubicBezTo>
                  <a:pt x="20616" y="173"/>
                  <a:pt x="20618" y="186"/>
                  <a:pt x="20618" y="200"/>
                </a:cubicBezTo>
                <a:lnTo>
                  <a:pt x="20618" y="10893"/>
                </a:lnTo>
                <a:cubicBezTo>
                  <a:pt x="20618" y="10907"/>
                  <a:pt x="20616" y="10920"/>
                  <a:pt x="20614" y="10932"/>
                </a:cubicBezTo>
                <a:cubicBezTo>
                  <a:pt x="20611" y="10945"/>
                  <a:pt x="20607" y="10958"/>
                  <a:pt x="20602" y="10970"/>
                </a:cubicBezTo>
                <a:cubicBezTo>
                  <a:pt x="20597" y="10982"/>
                  <a:pt x="20591" y="10994"/>
                  <a:pt x="20584" y="11004"/>
                </a:cubicBezTo>
                <a:cubicBezTo>
                  <a:pt x="20577" y="11015"/>
                  <a:pt x="20568" y="11025"/>
                  <a:pt x="20559" y="11035"/>
                </a:cubicBezTo>
                <a:cubicBezTo>
                  <a:pt x="20550" y="11044"/>
                  <a:pt x="20540" y="11052"/>
                  <a:pt x="20529" y="11060"/>
                </a:cubicBezTo>
                <a:cubicBezTo>
                  <a:pt x="20518" y="11067"/>
                  <a:pt x="20506" y="11073"/>
                  <a:pt x="20494" y="11078"/>
                </a:cubicBezTo>
                <a:cubicBezTo>
                  <a:pt x="20482" y="11083"/>
                  <a:pt x="20470" y="11087"/>
                  <a:pt x="20457" y="11089"/>
                </a:cubicBezTo>
                <a:cubicBezTo>
                  <a:pt x="20444" y="11092"/>
                  <a:pt x="20431" y="11093"/>
                  <a:pt x="20418" y="11093"/>
                </a:cubicBezTo>
                <a:lnTo>
                  <a:pt x="199" y="11093"/>
                </a:lnTo>
                <a:cubicBezTo>
                  <a:pt x="186" y="11093"/>
                  <a:pt x="173" y="11092"/>
                  <a:pt x="160" y="11089"/>
                </a:cubicBezTo>
                <a:cubicBezTo>
                  <a:pt x="147" y="11087"/>
                  <a:pt x="135" y="11083"/>
                  <a:pt x="123" y="11078"/>
                </a:cubicBezTo>
                <a:cubicBezTo>
                  <a:pt x="111" y="11073"/>
                  <a:pt x="99" y="11067"/>
                  <a:pt x="88" y="11060"/>
                </a:cubicBezTo>
                <a:cubicBezTo>
                  <a:pt x="77" y="11052"/>
                  <a:pt x="67" y="11044"/>
                  <a:pt x="58" y="11035"/>
                </a:cubicBezTo>
                <a:cubicBezTo>
                  <a:pt x="49" y="11025"/>
                  <a:pt x="41" y="11015"/>
                  <a:pt x="33" y="11004"/>
                </a:cubicBezTo>
                <a:cubicBezTo>
                  <a:pt x="26" y="10994"/>
                  <a:pt x="20" y="10982"/>
                  <a:pt x="15" y="10970"/>
                </a:cubicBezTo>
                <a:cubicBezTo>
                  <a:pt x="10" y="10958"/>
                  <a:pt x="6" y="10945"/>
                  <a:pt x="3" y="10932"/>
                </a:cubicBezTo>
                <a:cubicBezTo>
                  <a:pt x="1" y="10920"/>
                  <a:pt x="0" y="10907"/>
                  <a:pt x="0" y="10893"/>
                </a:cubicBezTo>
                <a:lnTo>
                  <a:pt x="0" y="200"/>
                </a:lnTo>
                <a:cubicBezTo>
                  <a:pt x="0" y="186"/>
                  <a:pt x="1" y="173"/>
                  <a:pt x="3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1" y="78"/>
                  <a:pt x="49" y="68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0" name=""/>
          <p:cNvSpPr/>
          <p:nvPr/>
        </p:nvSpPr>
        <p:spPr>
          <a:xfrm>
            <a:off x="956160" y="632160"/>
            <a:ext cx="7422480" cy="3993480"/>
          </a:xfrm>
          <a:custGeom>
            <a:avLst/>
            <a:gdLst/>
            <a:ahLst/>
            <a:rect l="0" t="0" r="r" b="b"/>
            <a:pathLst>
              <a:path w="20618" h="11093">
                <a:moveTo>
                  <a:pt x="199" y="0"/>
                </a:moveTo>
                <a:lnTo>
                  <a:pt x="20418" y="0"/>
                </a:lnTo>
                <a:cubicBezTo>
                  <a:pt x="20431" y="0"/>
                  <a:pt x="20444" y="1"/>
                  <a:pt x="20457" y="4"/>
                </a:cubicBezTo>
                <a:cubicBezTo>
                  <a:pt x="20470" y="6"/>
                  <a:pt x="20482" y="10"/>
                  <a:pt x="20494" y="15"/>
                </a:cubicBezTo>
                <a:cubicBezTo>
                  <a:pt x="20506" y="20"/>
                  <a:pt x="20518" y="26"/>
                  <a:pt x="20529" y="33"/>
                </a:cubicBezTo>
                <a:cubicBezTo>
                  <a:pt x="20540" y="41"/>
                  <a:pt x="20550" y="49"/>
                  <a:pt x="20559" y="58"/>
                </a:cubicBezTo>
                <a:cubicBezTo>
                  <a:pt x="20568" y="68"/>
                  <a:pt x="20577" y="78"/>
                  <a:pt x="20584" y="89"/>
                </a:cubicBezTo>
                <a:cubicBezTo>
                  <a:pt x="20591" y="99"/>
                  <a:pt x="20597" y="111"/>
                  <a:pt x="20602" y="123"/>
                </a:cubicBezTo>
                <a:cubicBezTo>
                  <a:pt x="20607" y="135"/>
                  <a:pt x="20611" y="148"/>
                  <a:pt x="20614" y="161"/>
                </a:cubicBezTo>
                <a:cubicBezTo>
                  <a:pt x="20616" y="173"/>
                  <a:pt x="20618" y="186"/>
                  <a:pt x="20618" y="200"/>
                </a:cubicBezTo>
                <a:lnTo>
                  <a:pt x="20618" y="10893"/>
                </a:lnTo>
                <a:cubicBezTo>
                  <a:pt x="20618" y="10907"/>
                  <a:pt x="20616" y="10920"/>
                  <a:pt x="20614" y="10932"/>
                </a:cubicBezTo>
                <a:cubicBezTo>
                  <a:pt x="20611" y="10945"/>
                  <a:pt x="20607" y="10958"/>
                  <a:pt x="20602" y="10970"/>
                </a:cubicBezTo>
                <a:cubicBezTo>
                  <a:pt x="20597" y="10982"/>
                  <a:pt x="20591" y="10994"/>
                  <a:pt x="20584" y="11004"/>
                </a:cubicBezTo>
                <a:cubicBezTo>
                  <a:pt x="20577" y="11015"/>
                  <a:pt x="20568" y="11025"/>
                  <a:pt x="20559" y="11035"/>
                </a:cubicBezTo>
                <a:cubicBezTo>
                  <a:pt x="20550" y="11044"/>
                  <a:pt x="20540" y="11052"/>
                  <a:pt x="20529" y="11060"/>
                </a:cubicBezTo>
                <a:cubicBezTo>
                  <a:pt x="20518" y="11067"/>
                  <a:pt x="20506" y="11073"/>
                  <a:pt x="20494" y="11078"/>
                </a:cubicBezTo>
                <a:cubicBezTo>
                  <a:pt x="20482" y="11083"/>
                  <a:pt x="20470" y="11087"/>
                  <a:pt x="20457" y="11089"/>
                </a:cubicBezTo>
                <a:cubicBezTo>
                  <a:pt x="20444" y="11092"/>
                  <a:pt x="20431" y="11093"/>
                  <a:pt x="20418" y="11093"/>
                </a:cubicBezTo>
                <a:lnTo>
                  <a:pt x="199" y="11093"/>
                </a:lnTo>
                <a:cubicBezTo>
                  <a:pt x="186" y="11093"/>
                  <a:pt x="173" y="11092"/>
                  <a:pt x="160" y="11089"/>
                </a:cubicBezTo>
                <a:cubicBezTo>
                  <a:pt x="147" y="11087"/>
                  <a:pt x="135" y="11083"/>
                  <a:pt x="123" y="11078"/>
                </a:cubicBezTo>
                <a:cubicBezTo>
                  <a:pt x="111" y="11073"/>
                  <a:pt x="99" y="11067"/>
                  <a:pt x="88" y="11060"/>
                </a:cubicBezTo>
                <a:cubicBezTo>
                  <a:pt x="77" y="11052"/>
                  <a:pt x="67" y="11044"/>
                  <a:pt x="58" y="11035"/>
                </a:cubicBezTo>
                <a:cubicBezTo>
                  <a:pt x="49" y="11025"/>
                  <a:pt x="41" y="11015"/>
                  <a:pt x="33" y="11004"/>
                </a:cubicBezTo>
                <a:cubicBezTo>
                  <a:pt x="26" y="10994"/>
                  <a:pt x="20" y="10982"/>
                  <a:pt x="15" y="10970"/>
                </a:cubicBezTo>
                <a:cubicBezTo>
                  <a:pt x="10" y="10958"/>
                  <a:pt x="6" y="10945"/>
                  <a:pt x="3" y="10932"/>
                </a:cubicBezTo>
                <a:cubicBezTo>
                  <a:pt x="1" y="10920"/>
                  <a:pt x="0" y="10907"/>
                  <a:pt x="0" y="10893"/>
                </a:cubicBezTo>
                <a:lnTo>
                  <a:pt x="0" y="200"/>
                </a:lnTo>
                <a:cubicBezTo>
                  <a:pt x="0" y="186"/>
                  <a:pt x="1" y="173"/>
                  <a:pt x="3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1" y="78"/>
                  <a:pt x="49" y="68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close/>
              </a:path>
            </a:pathLst>
          </a:custGeom>
          <a:noFill/>
          <a:ln w="6840">
            <a:solidFill>
              <a:srgbClr val="d8ddd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457200" y="398880"/>
            <a:ext cx="43671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F1 -04   ·  O NTS TAAT  ·  DE  LEER UITKO M S T  IN  CO M PETENTNL-S KILLS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2" name=""/>
          <p:cNvSpPr/>
          <p:nvPr/>
        </p:nvSpPr>
        <p:spPr>
          <a:xfrm>
            <a:off x="1038600" y="916200"/>
            <a:ext cx="1496520" cy="345960"/>
          </a:xfrm>
          <a:custGeom>
            <a:avLst/>
            <a:gdLst/>
            <a:ahLst/>
            <a:rect l="0" t="0" r="r" b="b"/>
            <a:pathLst>
              <a:path w="4157" h="961">
                <a:moveTo>
                  <a:pt x="160" y="0"/>
                </a:moveTo>
                <a:lnTo>
                  <a:pt x="3997" y="0"/>
                </a:lnTo>
                <a:cubicBezTo>
                  <a:pt x="4007" y="0"/>
                  <a:pt x="4018" y="1"/>
                  <a:pt x="4028" y="3"/>
                </a:cubicBezTo>
                <a:cubicBezTo>
                  <a:pt x="4038" y="5"/>
                  <a:pt x="4048" y="8"/>
                  <a:pt x="4058" y="12"/>
                </a:cubicBezTo>
                <a:cubicBezTo>
                  <a:pt x="4068" y="16"/>
                  <a:pt x="4077" y="21"/>
                  <a:pt x="4086" y="27"/>
                </a:cubicBezTo>
                <a:cubicBezTo>
                  <a:pt x="4094" y="33"/>
                  <a:pt x="4102" y="40"/>
                  <a:pt x="4110" y="47"/>
                </a:cubicBezTo>
                <a:cubicBezTo>
                  <a:pt x="4117" y="54"/>
                  <a:pt x="4124" y="63"/>
                  <a:pt x="4130" y="71"/>
                </a:cubicBezTo>
                <a:cubicBezTo>
                  <a:pt x="4136" y="80"/>
                  <a:pt x="4140" y="89"/>
                  <a:pt x="4145" y="99"/>
                </a:cubicBezTo>
                <a:cubicBezTo>
                  <a:pt x="4149" y="109"/>
                  <a:pt x="4152" y="119"/>
                  <a:pt x="4154" y="129"/>
                </a:cubicBezTo>
                <a:cubicBezTo>
                  <a:pt x="4156" y="139"/>
                  <a:pt x="4157" y="150"/>
                  <a:pt x="4157" y="160"/>
                </a:cubicBezTo>
                <a:lnTo>
                  <a:pt x="4157" y="800"/>
                </a:lnTo>
                <a:cubicBezTo>
                  <a:pt x="4157" y="810"/>
                  <a:pt x="4156" y="822"/>
                  <a:pt x="4154" y="832"/>
                </a:cubicBezTo>
                <a:cubicBezTo>
                  <a:pt x="4152" y="842"/>
                  <a:pt x="4149" y="852"/>
                  <a:pt x="4145" y="862"/>
                </a:cubicBezTo>
                <a:cubicBezTo>
                  <a:pt x="4140" y="872"/>
                  <a:pt x="4136" y="881"/>
                  <a:pt x="4130" y="890"/>
                </a:cubicBezTo>
                <a:cubicBezTo>
                  <a:pt x="4124" y="898"/>
                  <a:pt x="4117" y="906"/>
                  <a:pt x="4110" y="914"/>
                </a:cubicBezTo>
                <a:cubicBezTo>
                  <a:pt x="4102" y="921"/>
                  <a:pt x="4094" y="928"/>
                  <a:pt x="4086" y="934"/>
                </a:cubicBezTo>
                <a:cubicBezTo>
                  <a:pt x="4077" y="939"/>
                  <a:pt x="4068" y="944"/>
                  <a:pt x="4058" y="948"/>
                </a:cubicBezTo>
                <a:cubicBezTo>
                  <a:pt x="4048" y="952"/>
                  <a:pt x="4038" y="955"/>
                  <a:pt x="4028" y="957"/>
                </a:cubicBezTo>
                <a:cubicBezTo>
                  <a:pt x="4018" y="960"/>
                  <a:pt x="4007" y="961"/>
                  <a:pt x="3997" y="961"/>
                </a:cubicBezTo>
                <a:lnTo>
                  <a:pt x="160" y="961"/>
                </a:lnTo>
                <a:cubicBezTo>
                  <a:pt x="150" y="961"/>
                  <a:pt x="139" y="960"/>
                  <a:pt x="129" y="957"/>
                </a:cubicBezTo>
                <a:cubicBezTo>
                  <a:pt x="119" y="955"/>
                  <a:pt x="109" y="952"/>
                  <a:pt x="99" y="948"/>
                </a:cubicBezTo>
                <a:cubicBezTo>
                  <a:pt x="89" y="944"/>
                  <a:pt x="80" y="939"/>
                  <a:pt x="71" y="934"/>
                </a:cubicBezTo>
                <a:cubicBezTo>
                  <a:pt x="63" y="928"/>
                  <a:pt x="55" y="921"/>
                  <a:pt x="47" y="914"/>
                </a:cubicBezTo>
                <a:cubicBezTo>
                  <a:pt x="40" y="906"/>
                  <a:pt x="33" y="898"/>
                  <a:pt x="27" y="890"/>
                </a:cubicBezTo>
                <a:cubicBezTo>
                  <a:pt x="21" y="881"/>
                  <a:pt x="16" y="872"/>
                  <a:pt x="12" y="862"/>
                </a:cubicBezTo>
                <a:cubicBezTo>
                  <a:pt x="8" y="852"/>
                  <a:pt x="5" y="842"/>
                  <a:pt x="3" y="832"/>
                </a:cubicBezTo>
                <a:cubicBezTo>
                  <a:pt x="1" y="822"/>
                  <a:pt x="0" y="810"/>
                  <a:pt x="0" y="800"/>
                </a:cubicBez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4"/>
                  <a:pt x="47" y="47"/>
                </a:cubicBezTo>
                <a:cubicBezTo>
                  <a:pt x="55" y="40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3" name=""/>
          <p:cNvSpPr/>
          <p:nvPr/>
        </p:nvSpPr>
        <p:spPr>
          <a:xfrm>
            <a:off x="1038600" y="916200"/>
            <a:ext cx="1496520" cy="345960"/>
          </a:xfrm>
          <a:custGeom>
            <a:avLst/>
            <a:gdLst/>
            <a:ahLst/>
            <a:rect l="0" t="0" r="r" b="b"/>
            <a:pathLst>
              <a:path w="4157" h="961">
                <a:moveTo>
                  <a:pt x="160" y="0"/>
                </a:moveTo>
                <a:lnTo>
                  <a:pt x="3997" y="0"/>
                </a:lnTo>
                <a:cubicBezTo>
                  <a:pt x="4007" y="0"/>
                  <a:pt x="4018" y="1"/>
                  <a:pt x="4028" y="3"/>
                </a:cubicBezTo>
                <a:cubicBezTo>
                  <a:pt x="4038" y="5"/>
                  <a:pt x="4048" y="8"/>
                  <a:pt x="4058" y="12"/>
                </a:cubicBezTo>
                <a:cubicBezTo>
                  <a:pt x="4068" y="16"/>
                  <a:pt x="4077" y="21"/>
                  <a:pt x="4086" y="27"/>
                </a:cubicBezTo>
                <a:cubicBezTo>
                  <a:pt x="4094" y="33"/>
                  <a:pt x="4102" y="40"/>
                  <a:pt x="4110" y="47"/>
                </a:cubicBezTo>
                <a:cubicBezTo>
                  <a:pt x="4117" y="54"/>
                  <a:pt x="4124" y="63"/>
                  <a:pt x="4130" y="71"/>
                </a:cubicBezTo>
                <a:cubicBezTo>
                  <a:pt x="4136" y="80"/>
                  <a:pt x="4140" y="89"/>
                  <a:pt x="4145" y="99"/>
                </a:cubicBezTo>
                <a:cubicBezTo>
                  <a:pt x="4149" y="109"/>
                  <a:pt x="4152" y="119"/>
                  <a:pt x="4154" y="129"/>
                </a:cubicBezTo>
                <a:cubicBezTo>
                  <a:pt x="4156" y="139"/>
                  <a:pt x="4157" y="150"/>
                  <a:pt x="4157" y="160"/>
                </a:cubicBezTo>
                <a:lnTo>
                  <a:pt x="4157" y="800"/>
                </a:lnTo>
                <a:cubicBezTo>
                  <a:pt x="4157" y="810"/>
                  <a:pt x="4156" y="822"/>
                  <a:pt x="4154" y="832"/>
                </a:cubicBezTo>
                <a:cubicBezTo>
                  <a:pt x="4152" y="842"/>
                  <a:pt x="4149" y="852"/>
                  <a:pt x="4145" y="862"/>
                </a:cubicBezTo>
                <a:cubicBezTo>
                  <a:pt x="4140" y="872"/>
                  <a:pt x="4136" y="881"/>
                  <a:pt x="4130" y="890"/>
                </a:cubicBezTo>
                <a:cubicBezTo>
                  <a:pt x="4124" y="898"/>
                  <a:pt x="4117" y="906"/>
                  <a:pt x="4110" y="914"/>
                </a:cubicBezTo>
                <a:cubicBezTo>
                  <a:pt x="4102" y="921"/>
                  <a:pt x="4094" y="928"/>
                  <a:pt x="4086" y="934"/>
                </a:cubicBezTo>
                <a:cubicBezTo>
                  <a:pt x="4077" y="939"/>
                  <a:pt x="4068" y="944"/>
                  <a:pt x="4058" y="948"/>
                </a:cubicBezTo>
                <a:cubicBezTo>
                  <a:pt x="4048" y="952"/>
                  <a:pt x="4038" y="955"/>
                  <a:pt x="4028" y="957"/>
                </a:cubicBezTo>
                <a:cubicBezTo>
                  <a:pt x="4018" y="960"/>
                  <a:pt x="4007" y="961"/>
                  <a:pt x="3997" y="961"/>
                </a:cubicBezTo>
                <a:lnTo>
                  <a:pt x="160" y="961"/>
                </a:lnTo>
                <a:cubicBezTo>
                  <a:pt x="150" y="961"/>
                  <a:pt x="139" y="960"/>
                  <a:pt x="129" y="957"/>
                </a:cubicBezTo>
                <a:cubicBezTo>
                  <a:pt x="119" y="955"/>
                  <a:pt x="109" y="952"/>
                  <a:pt x="99" y="948"/>
                </a:cubicBezTo>
                <a:cubicBezTo>
                  <a:pt x="89" y="944"/>
                  <a:pt x="80" y="939"/>
                  <a:pt x="71" y="934"/>
                </a:cubicBezTo>
                <a:cubicBezTo>
                  <a:pt x="63" y="928"/>
                  <a:pt x="55" y="921"/>
                  <a:pt x="47" y="914"/>
                </a:cubicBezTo>
                <a:cubicBezTo>
                  <a:pt x="40" y="906"/>
                  <a:pt x="33" y="898"/>
                  <a:pt x="27" y="890"/>
                </a:cubicBezTo>
                <a:cubicBezTo>
                  <a:pt x="21" y="881"/>
                  <a:pt x="16" y="872"/>
                  <a:pt x="12" y="862"/>
                </a:cubicBezTo>
                <a:cubicBezTo>
                  <a:pt x="8" y="852"/>
                  <a:pt x="5" y="842"/>
                  <a:pt x="3" y="832"/>
                </a:cubicBezTo>
                <a:cubicBezTo>
                  <a:pt x="1" y="822"/>
                  <a:pt x="0" y="810"/>
                  <a:pt x="0" y="800"/>
                </a:cubicBez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4"/>
                  <a:pt x="47" y="47"/>
                </a:cubicBezTo>
                <a:cubicBezTo>
                  <a:pt x="55" y="40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4" name=""/>
          <p:cNvSpPr/>
          <p:nvPr/>
        </p:nvSpPr>
        <p:spPr>
          <a:xfrm>
            <a:off x="2390760" y="988200"/>
            <a:ext cx="72360" cy="43560"/>
          </a:xfrm>
          <a:custGeom>
            <a:avLst/>
            <a:gdLst/>
            <a:ahLst/>
            <a:rect l="0" t="0" r="r" b="b"/>
            <a:pathLst>
              <a:path w="201" h="121">
                <a:moveTo>
                  <a:pt x="61" y="0"/>
                </a:moveTo>
                <a:lnTo>
                  <a:pt x="141" y="0"/>
                </a:lnTo>
                <a:cubicBezTo>
                  <a:pt x="149" y="0"/>
                  <a:pt x="157" y="2"/>
                  <a:pt x="164" y="5"/>
                </a:cubicBezTo>
                <a:cubicBezTo>
                  <a:pt x="171" y="8"/>
                  <a:pt x="178" y="12"/>
                  <a:pt x="183" y="18"/>
                </a:cubicBezTo>
                <a:cubicBezTo>
                  <a:pt x="189" y="23"/>
                  <a:pt x="193" y="30"/>
                  <a:pt x="196" y="37"/>
                </a:cubicBezTo>
                <a:cubicBezTo>
                  <a:pt x="199" y="44"/>
                  <a:pt x="201" y="53"/>
                  <a:pt x="201" y="61"/>
                </a:cubicBezTo>
                <a:cubicBezTo>
                  <a:pt x="201" y="69"/>
                  <a:pt x="199" y="77"/>
                  <a:pt x="196" y="84"/>
                </a:cubicBezTo>
                <a:cubicBezTo>
                  <a:pt x="193" y="91"/>
                  <a:pt x="189" y="98"/>
                  <a:pt x="183" y="103"/>
                </a:cubicBezTo>
                <a:cubicBezTo>
                  <a:pt x="178" y="109"/>
                  <a:pt x="171" y="113"/>
                  <a:pt x="164" y="116"/>
                </a:cubicBezTo>
                <a:cubicBezTo>
                  <a:pt x="157" y="119"/>
                  <a:pt x="149" y="121"/>
                  <a:pt x="141" y="121"/>
                </a:cubicBezTo>
                <a:lnTo>
                  <a:pt x="61" y="121"/>
                </a:lnTo>
                <a:cubicBezTo>
                  <a:pt x="53" y="121"/>
                  <a:pt x="45" y="119"/>
                  <a:pt x="38" y="116"/>
                </a:cubicBezTo>
                <a:cubicBezTo>
                  <a:pt x="31" y="113"/>
                  <a:pt x="23" y="109"/>
                  <a:pt x="18" y="103"/>
                </a:cubicBezTo>
                <a:cubicBezTo>
                  <a:pt x="12" y="98"/>
                  <a:pt x="8" y="91"/>
                  <a:pt x="5" y="84"/>
                </a:cubicBezTo>
                <a:cubicBezTo>
                  <a:pt x="2" y="77"/>
                  <a:pt x="0" y="69"/>
                  <a:pt x="0" y="61"/>
                </a:cubicBezTo>
                <a:cubicBezTo>
                  <a:pt x="0" y="53"/>
                  <a:pt x="2" y="44"/>
                  <a:pt x="5" y="37"/>
                </a:cubicBezTo>
                <a:cubicBezTo>
                  <a:pt x="8" y="30"/>
                  <a:pt x="12" y="23"/>
                  <a:pt x="18" y="18"/>
                </a:cubicBezTo>
                <a:cubicBezTo>
                  <a:pt x="23" y="12"/>
                  <a:pt x="31" y="8"/>
                  <a:pt x="38" y="5"/>
                </a:cubicBezTo>
                <a:cubicBezTo>
                  <a:pt x="45" y="2"/>
                  <a:pt x="53" y="0"/>
                  <a:pt x="61" y="0"/>
                </a:cubicBez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5" name=""/>
          <p:cNvSpPr/>
          <p:nvPr/>
        </p:nvSpPr>
        <p:spPr>
          <a:xfrm>
            <a:off x="2448360" y="988200"/>
            <a:ext cx="29160" cy="43560"/>
          </a:xfrm>
          <a:custGeom>
            <a:avLst/>
            <a:gdLst/>
            <a:ahLst/>
            <a:rect l="0" t="0" r="r" b="b"/>
            <a:pathLst>
              <a:path w="81" h="121">
                <a:moveTo>
                  <a:pt x="81" y="61"/>
                </a:moveTo>
                <a:cubicBezTo>
                  <a:pt x="81" y="69"/>
                  <a:pt x="80" y="77"/>
                  <a:pt x="78" y="84"/>
                </a:cubicBezTo>
                <a:cubicBezTo>
                  <a:pt x="76" y="91"/>
                  <a:pt x="73" y="98"/>
                  <a:pt x="69" y="103"/>
                </a:cubicBezTo>
                <a:cubicBezTo>
                  <a:pt x="65" y="109"/>
                  <a:pt x="61" y="113"/>
                  <a:pt x="56" y="116"/>
                </a:cubicBezTo>
                <a:cubicBezTo>
                  <a:pt x="51" y="119"/>
                  <a:pt x="46" y="121"/>
                  <a:pt x="41" y="121"/>
                </a:cubicBezTo>
                <a:cubicBezTo>
                  <a:pt x="36" y="121"/>
                  <a:pt x="30" y="119"/>
                  <a:pt x="25" y="116"/>
                </a:cubicBezTo>
                <a:cubicBezTo>
                  <a:pt x="20" y="113"/>
                  <a:pt x="15" y="109"/>
                  <a:pt x="12" y="103"/>
                </a:cubicBezTo>
                <a:cubicBezTo>
                  <a:pt x="8" y="98"/>
                  <a:pt x="5" y="91"/>
                  <a:pt x="3" y="84"/>
                </a:cubicBezTo>
                <a:cubicBezTo>
                  <a:pt x="1" y="77"/>
                  <a:pt x="0" y="69"/>
                  <a:pt x="0" y="61"/>
                </a:cubicBezTo>
                <a:cubicBezTo>
                  <a:pt x="0" y="53"/>
                  <a:pt x="1" y="44"/>
                  <a:pt x="3" y="37"/>
                </a:cubicBezTo>
                <a:cubicBezTo>
                  <a:pt x="5" y="30"/>
                  <a:pt x="8" y="23"/>
                  <a:pt x="12" y="18"/>
                </a:cubicBezTo>
                <a:cubicBezTo>
                  <a:pt x="15" y="12"/>
                  <a:pt x="20" y="8"/>
                  <a:pt x="25" y="5"/>
                </a:cubicBezTo>
                <a:cubicBezTo>
                  <a:pt x="30" y="2"/>
                  <a:pt x="36" y="0"/>
                  <a:pt x="41" y="0"/>
                </a:cubicBezTo>
                <a:cubicBezTo>
                  <a:pt x="46" y="0"/>
                  <a:pt x="51" y="2"/>
                  <a:pt x="56" y="5"/>
                </a:cubicBezTo>
                <a:cubicBezTo>
                  <a:pt x="61" y="8"/>
                  <a:pt x="65" y="12"/>
                  <a:pt x="69" y="18"/>
                </a:cubicBezTo>
                <a:cubicBezTo>
                  <a:pt x="73" y="23"/>
                  <a:pt x="76" y="30"/>
                  <a:pt x="78" y="37"/>
                </a:cubicBezTo>
                <a:cubicBezTo>
                  <a:pt x="80" y="44"/>
                  <a:pt x="81" y="53"/>
                  <a:pt x="81" y="61"/>
                </a:cubicBez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1038960" y="686880"/>
            <a:ext cx="2817000" cy="12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c1c1c"/>
                </a:solidFill>
                <a:latin typeface="DejaVuSans"/>
                <a:ea typeface="DejaVuSans"/>
              </a:rPr>
              <a:t>F1-04 - De leeruitkomst in CompetentNL-skills</a:t>
            </a:r>
            <a:endParaRPr b="0" lang="en-US" sz="8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1110600" y="965880"/>
            <a:ext cx="11340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8" name=""/>
          <p:cNvSpPr/>
          <p:nvPr/>
        </p:nvSpPr>
        <p:spPr>
          <a:xfrm>
            <a:off x="2606400" y="916200"/>
            <a:ext cx="3495960" cy="468000"/>
          </a:xfrm>
          <a:custGeom>
            <a:avLst/>
            <a:gdLst/>
            <a:ahLst/>
            <a:rect l="0" t="0" r="r" b="b"/>
            <a:pathLst>
              <a:path w="9711" h="1300">
                <a:moveTo>
                  <a:pt x="160" y="0"/>
                </a:moveTo>
                <a:lnTo>
                  <a:pt x="9551" y="0"/>
                </a:lnTo>
                <a:cubicBezTo>
                  <a:pt x="9561" y="0"/>
                  <a:pt x="9572" y="1"/>
                  <a:pt x="9582" y="3"/>
                </a:cubicBezTo>
                <a:cubicBezTo>
                  <a:pt x="9592" y="5"/>
                  <a:pt x="9602" y="8"/>
                  <a:pt x="9612" y="12"/>
                </a:cubicBezTo>
                <a:cubicBezTo>
                  <a:pt x="9622" y="16"/>
                  <a:pt x="9631" y="21"/>
                  <a:pt x="9640" y="27"/>
                </a:cubicBezTo>
                <a:cubicBezTo>
                  <a:pt x="9648" y="33"/>
                  <a:pt x="9656" y="40"/>
                  <a:pt x="9664" y="47"/>
                </a:cubicBezTo>
                <a:cubicBezTo>
                  <a:pt x="9671" y="54"/>
                  <a:pt x="9678" y="63"/>
                  <a:pt x="9684" y="71"/>
                </a:cubicBezTo>
                <a:cubicBezTo>
                  <a:pt x="9690" y="80"/>
                  <a:pt x="9694" y="89"/>
                  <a:pt x="9698" y="99"/>
                </a:cubicBezTo>
                <a:cubicBezTo>
                  <a:pt x="9702" y="109"/>
                  <a:pt x="9706" y="119"/>
                  <a:pt x="9708" y="129"/>
                </a:cubicBezTo>
                <a:cubicBezTo>
                  <a:pt x="9710" y="139"/>
                  <a:pt x="9711" y="150"/>
                  <a:pt x="9711" y="160"/>
                </a:cubicBezTo>
                <a:lnTo>
                  <a:pt x="9711" y="1140"/>
                </a:lnTo>
                <a:cubicBezTo>
                  <a:pt x="9711" y="1151"/>
                  <a:pt x="9710" y="1161"/>
                  <a:pt x="9708" y="1172"/>
                </a:cubicBezTo>
                <a:cubicBezTo>
                  <a:pt x="9706" y="1182"/>
                  <a:pt x="9702" y="1192"/>
                  <a:pt x="9698" y="1202"/>
                </a:cubicBezTo>
                <a:cubicBezTo>
                  <a:pt x="9694" y="1211"/>
                  <a:pt x="9690" y="1221"/>
                  <a:pt x="9684" y="1229"/>
                </a:cubicBezTo>
                <a:cubicBezTo>
                  <a:pt x="9678" y="1238"/>
                  <a:pt x="9671" y="1246"/>
                  <a:pt x="9664" y="1254"/>
                </a:cubicBezTo>
                <a:cubicBezTo>
                  <a:pt x="9656" y="1261"/>
                  <a:pt x="9648" y="1268"/>
                  <a:pt x="9640" y="1273"/>
                </a:cubicBezTo>
                <a:cubicBezTo>
                  <a:pt x="9631" y="1279"/>
                  <a:pt x="9622" y="1284"/>
                  <a:pt x="9612" y="1288"/>
                </a:cubicBezTo>
                <a:cubicBezTo>
                  <a:pt x="9602" y="1292"/>
                  <a:pt x="9592" y="1295"/>
                  <a:pt x="9582" y="1297"/>
                </a:cubicBezTo>
                <a:cubicBezTo>
                  <a:pt x="9572" y="1299"/>
                  <a:pt x="9561" y="1300"/>
                  <a:pt x="9551" y="1300"/>
                </a:cubicBezTo>
                <a:lnTo>
                  <a:pt x="160" y="1300"/>
                </a:lnTo>
                <a:cubicBezTo>
                  <a:pt x="150" y="1300"/>
                  <a:pt x="139" y="1299"/>
                  <a:pt x="129" y="1297"/>
                </a:cubicBezTo>
                <a:cubicBezTo>
                  <a:pt x="119" y="1295"/>
                  <a:pt x="109" y="1292"/>
                  <a:pt x="99" y="1288"/>
                </a:cubicBezTo>
                <a:cubicBezTo>
                  <a:pt x="89" y="1284"/>
                  <a:pt x="80" y="1279"/>
                  <a:pt x="71" y="1273"/>
                </a:cubicBezTo>
                <a:cubicBezTo>
                  <a:pt x="63" y="1268"/>
                  <a:pt x="55" y="1261"/>
                  <a:pt x="47" y="1254"/>
                </a:cubicBezTo>
                <a:cubicBezTo>
                  <a:pt x="40" y="1246"/>
                  <a:pt x="33" y="1238"/>
                  <a:pt x="27" y="1229"/>
                </a:cubicBezTo>
                <a:cubicBezTo>
                  <a:pt x="22" y="1221"/>
                  <a:pt x="17" y="1211"/>
                  <a:pt x="13" y="1202"/>
                </a:cubicBezTo>
                <a:cubicBezTo>
                  <a:pt x="9" y="1192"/>
                  <a:pt x="6" y="1182"/>
                  <a:pt x="4" y="1172"/>
                </a:cubicBezTo>
                <a:cubicBezTo>
                  <a:pt x="1" y="1161"/>
                  <a:pt x="0" y="1151"/>
                  <a:pt x="0" y="1140"/>
                </a:cubicBezTo>
                <a:lnTo>
                  <a:pt x="0" y="160"/>
                </a:lnTo>
                <a:cubicBezTo>
                  <a:pt x="0" y="150"/>
                  <a:pt x="1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89"/>
                  <a:pt x="22" y="80"/>
                  <a:pt x="27" y="71"/>
                </a:cubicBezTo>
                <a:cubicBezTo>
                  <a:pt x="33" y="63"/>
                  <a:pt x="40" y="54"/>
                  <a:pt x="47" y="47"/>
                </a:cubicBezTo>
                <a:cubicBezTo>
                  <a:pt x="55" y="40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9" name=""/>
          <p:cNvSpPr/>
          <p:nvPr/>
        </p:nvSpPr>
        <p:spPr>
          <a:xfrm>
            <a:off x="2606400" y="916200"/>
            <a:ext cx="3495960" cy="468000"/>
          </a:xfrm>
          <a:custGeom>
            <a:avLst/>
            <a:gdLst/>
            <a:ahLst/>
            <a:rect l="0" t="0" r="r" b="b"/>
            <a:pathLst>
              <a:path w="9711" h="1300">
                <a:moveTo>
                  <a:pt x="160" y="0"/>
                </a:moveTo>
                <a:lnTo>
                  <a:pt x="9551" y="0"/>
                </a:lnTo>
                <a:cubicBezTo>
                  <a:pt x="9561" y="0"/>
                  <a:pt x="9572" y="1"/>
                  <a:pt x="9582" y="3"/>
                </a:cubicBezTo>
                <a:cubicBezTo>
                  <a:pt x="9592" y="5"/>
                  <a:pt x="9602" y="8"/>
                  <a:pt x="9612" y="12"/>
                </a:cubicBezTo>
                <a:cubicBezTo>
                  <a:pt x="9622" y="16"/>
                  <a:pt x="9631" y="21"/>
                  <a:pt x="9640" y="27"/>
                </a:cubicBezTo>
                <a:cubicBezTo>
                  <a:pt x="9648" y="33"/>
                  <a:pt x="9656" y="40"/>
                  <a:pt x="9664" y="47"/>
                </a:cubicBezTo>
                <a:cubicBezTo>
                  <a:pt x="9671" y="54"/>
                  <a:pt x="9678" y="63"/>
                  <a:pt x="9684" y="71"/>
                </a:cubicBezTo>
                <a:cubicBezTo>
                  <a:pt x="9690" y="80"/>
                  <a:pt x="9694" y="89"/>
                  <a:pt x="9698" y="99"/>
                </a:cubicBezTo>
                <a:cubicBezTo>
                  <a:pt x="9702" y="109"/>
                  <a:pt x="9706" y="119"/>
                  <a:pt x="9708" y="129"/>
                </a:cubicBezTo>
                <a:cubicBezTo>
                  <a:pt x="9710" y="139"/>
                  <a:pt x="9711" y="150"/>
                  <a:pt x="9711" y="160"/>
                </a:cubicBezTo>
                <a:lnTo>
                  <a:pt x="9711" y="1140"/>
                </a:lnTo>
                <a:cubicBezTo>
                  <a:pt x="9711" y="1151"/>
                  <a:pt x="9710" y="1161"/>
                  <a:pt x="9708" y="1172"/>
                </a:cubicBezTo>
                <a:cubicBezTo>
                  <a:pt x="9706" y="1182"/>
                  <a:pt x="9702" y="1192"/>
                  <a:pt x="9698" y="1202"/>
                </a:cubicBezTo>
                <a:cubicBezTo>
                  <a:pt x="9694" y="1211"/>
                  <a:pt x="9690" y="1221"/>
                  <a:pt x="9684" y="1229"/>
                </a:cubicBezTo>
                <a:cubicBezTo>
                  <a:pt x="9678" y="1238"/>
                  <a:pt x="9671" y="1246"/>
                  <a:pt x="9664" y="1254"/>
                </a:cubicBezTo>
                <a:cubicBezTo>
                  <a:pt x="9656" y="1261"/>
                  <a:pt x="9648" y="1268"/>
                  <a:pt x="9640" y="1273"/>
                </a:cubicBezTo>
                <a:cubicBezTo>
                  <a:pt x="9631" y="1279"/>
                  <a:pt x="9622" y="1284"/>
                  <a:pt x="9612" y="1288"/>
                </a:cubicBezTo>
                <a:cubicBezTo>
                  <a:pt x="9602" y="1292"/>
                  <a:pt x="9592" y="1295"/>
                  <a:pt x="9582" y="1297"/>
                </a:cubicBezTo>
                <a:cubicBezTo>
                  <a:pt x="9572" y="1299"/>
                  <a:pt x="9561" y="1300"/>
                  <a:pt x="9551" y="1300"/>
                </a:cubicBezTo>
                <a:lnTo>
                  <a:pt x="160" y="1300"/>
                </a:lnTo>
                <a:cubicBezTo>
                  <a:pt x="150" y="1300"/>
                  <a:pt x="139" y="1299"/>
                  <a:pt x="129" y="1297"/>
                </a:cubicBezTo>
                <a:cubicBezTo>
                  <a:pt x="119" y="1295"/>
                  <a:pt x="109" y="1292"/>
                  <a:pt x="99" y="1288"/>
                </a:cubicBezTo>
                <a:cubicBezTo>
                  <a:pt x="89" y="1284"/>
                  <a:pt x="80" y="1279"/>
                  <a:pt x="71" y="1273"/>
                </a:cubicBezTo>
                <a:cubicBezTo>
                  <a:pt x="63" y="1268"/>
                  <a:pt x="55" y="1261"/>
                  <a:pt x="47" y="1254"/>
                </a:cubicBezTo>
                <a:cubicBezTo>
                  <a:pt x="40" y="1246"/>
                  <a:pt x="33" y="1238"/>
                  <a:pt x="27" y="1229"/>
                </a:cubicBezTo>
                <a:cubicBezTo>
                  <a:pt x="22" y="1221"/>
                  <a:pt x="17" y="1211"/>
                  <a:pt x="13" y="1202"/>
                </a:cubicBezTo>
                <a:cubicBezTo>
                  <a:pt x="9" y="1192"/>
                  <a:pt x="6" y="1182"/>
                  <a:pt x="4" y="1172"/>
                </a:cubicBezTo>
                <a:cubicBezTo>
                  <a:pt x="1" y="1161"/>
                  <a:pt x="0" y="1151"/>
                  <a:pt x="0" y="1140"/>
                </a:cubicBezTo>
                <a:lnTo>
                  <a:pt x="0" y="160"/>
                </a:lnTo>
                <a:cubicBezTo>
                  <a:pt x="0" y="150"/>
                  <a:pt x="1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89"/>
                  <a:pt x="22" y="80"/>
                  <a:pt x="27" y="71"/>
                </a:cubicBezTo>
                <a:cubicBezTo>
                  <a:pt x="33" y="63"/>
                  <a:pt x="40" y="54"/>
                  <a:pt x="47" y="47"/>
                </a:cubicBezTo>
                <a:cubicBezTo>
                  <a:pt x="55" y="40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0" name=""/>
          <p:cNvSpPr/>
          <p:nvPr/>
        </p:nvSpPr>
        <p:spPr>
          <a:xfrm>
            <a:off x="5958000" y="966600"/>
            <a:ext cx="93960" cy="86760"/>
          </a:xfrm>
          <a:custGeom>
            <a:avLst/>
            <a:gdLst/>
            <a:ahLst/>
            <a:rect l="0" t="0" r="r" b="b"/>
            <a:pathLst>
              <a:path w="261" h="241">
                <a:moveTo>
                  <a:pt x="0" y="60"/>
                </a:moveTo>
                <a:lnTo>
                  <a:pt x="161" y="60"/>
                </a:lnTo>
                <a:lnTo>
                  <a:pt x="161" y="0"/>
                </a:lnTo>
                <a:lnTo>
                  <a:pt x="261" y="121"/>
                </a:lnTo>
                <a:lnTo>
                  <a:pt x="161" y="241"/>
                </a:lnTo>
                <a:lnTo>
                  <a:pt x="161" y="181"/>
                </a:lnTo>
                <a:lnTo>
                  <a:pt x="0" y="181"/>
                </a:lnTo>
                <a:lnTo>
                  <a:pt x="0" y="6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1110600" y="1082160"/>
            <a:ext cx="11451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2678760" y="965880"/>
            <a:ext cx="4777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2678760" y="1082160"/>
            <a:ext cx="27867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Kwaliﬁcatiedossier vertalen naar leeruitkomsten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4" name=""/>
          <p:cNvSpPr/>
          <p:nvPr/>
        </p:nvSpPr>
        <p:spPr>
          <a:xfrm>
            <a:off x="1407240" y="1383840"/>
            <a:ext cx="11160" cy="144360"/>
          </a:xfrm>
          <a:custGeom>
            <a:avLst/>
            <a:gdLst/>
            <a:ahLst/>
            <a:rect l="0" t="0" r="r" b="b"/>
            <a:pathLst>
              <a:path w="31" h="401">
                <a:moveTo>
                  <a:pt x="31" y="0"/>
                </a:moveTo>
                <a:lnTo>
                  <a:pt x="31" y="60"/>
                </a:lnTo>
                <a:lnTo>
                  <a:pt x="0" y="60"/>
                </a:lnTo>
                <a:lnTo>
                  <a:pt x="0" y="0"/>
                </a:lnTo>
                <a:lnTo>
                  <a:pt x="31" y="0"/>
                </a:lnTo>
                <a:moveTo>
                  <a:pt x="31" y="120"/>
                </a:moveTo>
                <a:lnTo>
                  <a:pt x="31" y="180"/>
                </a:lnTo>
                <a:lnTo>
                  <a:pt x="0" y="180"/>
                </a:lnTo>
                <a:lnTo>
                  <a:pt x="0" y="120"/>
                </a:lnTo>
                <a:lnTo>
                  <a:pt x="31" y="120"/>
                </a:lnTo>
                <a:moveTo>
                  <a:pt x="31" y="240"/>
                </a:moveTo>
                <a:lnTo>
                  <a:pt x="31" y="300"/>
                </a:lnTo>
                <a:lnTo>
                  <a:pt x="0" y="300"/>
                </a:lnTo>
                <a:lnTo>
                  <a:pt x="0" y="240"/>
                </a:lnTo>
                <a:lnTo>
                  <a:pt x="31" y="240"/>
                </a:lnTo>
                <a:moveTo>
                  <a:pt x="31" y="361"/>
                </a:moveTo>
                <a:lnTo>
                  <a:pt x="31" y="401"/>
                </a:lnTo>
                <a:lnTo>
                  <a:pt x="0" y="401"/>
                </a:lnTo>
                <a:lnTo>
                  <a:pt x="0" y="361"/>
                </a:lnTo>
                <a:lnTo>
                  <a:pt x="31" y="361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5" name=""/>
          <p:cNvSpPr/>
          <p:nvPr/>
        </p:nvSpPr>
        <p:spPr>
          <a:xfrm>
            <a:off x="1376640" y="1484640"/>
            <a:ext cx="72360" cy="43560"/>
          </a:xfrm>
          <a:custGeom>
            <a:avLst/>
            <a:gdLst/>
            <a:ahLst/>
            <a:rect l="0" t="0" r="r" b="b"/>
            <a:pathLst>
              <a:path fill="none" w="201" h="121">
                <a:moveTo>
                  <a:pt x="0" y="0"/>
                </a:moveTo>
                <a:lnTo>
                  <a:pt x="101" y="121"/>
                </a:lnTo>
                <a:lnTo>
                  <a:pt x="201" y="0"/>
                </a:lnTo>
              </a:path>
            </a:pathLst>
          </a:custGeom>
          <a:ln w="10440">
            <a:solidFill>
              <a:srgbClr val="a8a85a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6" name=""/>
          <p:cNvSpPr/>
          <p:nvPr/>
        </p:nvSpPr>
        <p:spPr>
          <a:xfrm>
            <a:off x="1240200" y="1556640"/>
            <a:ext cx="7055640" cy="964440"/>
          </a:xfrm>
          <a:custGeom>
            <a:avLst/>
            <a:gdLst/>
            <a:ahLst/>
            <a:rect l="0" t="0" r="r" b="b"/>
            <a:pathLst>
              <a:path w="19599" h="2679">
                <a:moveTo>
                  <a:pt x="0" y="0"/>
                </a:moveTo>
                <a:lnTo>
                  <a:pt x="19599" y="0"/>
                </a:lnTo>
                <a:lnTo>
                  <a:pt x="19599" y="2679"/>
                </a:lnTo>
                <a:lnTo>
                  <a:pt x="0" y="267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7" name=""/>
          <p:cNvSpPr/>
          <p:nvPr/>
        </p:nvSpPr>
        <p:spPr>
          <a:xfrm>
            <a:off x="1236600" y="1553040"/>
            <a:ext cx="7062840" cy="971640"/>
          </a:xfrm>
          <a:custGeom>
            <a:avLst/>
            <a:gdLst/>
            <a:ahLst/>
            <a:rect l="0" t="0" r="r" b="b"/>
            <a:pathLst>
              <a:path w="19619" h="2699">
                <a:moveTo>
                  <a:pt x="170" y="0"/>
                </a:moveTo>
                <a:lnTo>
                  <a:pt x="269" y="0"/>
                </a:lnTo>
                <a:lnTo>
                  <a:pt x="269" y="20"/>
                </a:lnTo>
                <a:lnTo>
                  <a:pt x="170" y="20"/>
                </a:lnTo>
                <a:lnTo>
                  <a:pt x="170" y="0"/>
                </a:lnTo>
                <a:moveTo>
                  <a:pt x="329" y="0"/>
                </a:moveTo>
                <a:lnTo>
                  <a:pt x="429" y="0"/>
                </a:lnTo>
                <a:lnTo>
                  <a:pt x="429" y="20"/>
                </a:lnTo>
                <a:lnTo>
                  <a:pt x="329" y="20"/>
                </a:lnTo>
                <a:lnTo>
                  <a:pt x="329" y="0"/>
                </a:lnTo>
                <a:moveTo>
                  <a:pt x="489" y="0"/>
                </a:moveTo>
                <a:lnTo>
                  <a:pt x="589" y="0"/>
                </a:lnTo>
                <a:lnTo>
                  <a:pt x="589" y="20"/>
                </a:lnTo>
                <a:lnTo>
                  <a:pt x="489" y="20"/>
                </a:lnTo>
                <a:lnTo>
                  <a:pt x="489" y="0"/>
                </a:lnTo>
                <a:moveTo>
                  <a:pt x="649" y="0"/>
                </a:moveTo>
                <a:lnTo>
                  <a:pt x="749" y="0"/>
                </a:lnTo>
                <a:lnTo>
                  <a:pt x="749" y="20"/>
                </a:lnTo>
                <a:lnTo>
                  <a:pt x="649" y="20"/>
                </a:lnTo>
                <a:lnTo>
                  <a:pt x="649" y="0"/>
                </a:lnTo>
                <a:moveTo>
                  <a:pt x="809" y="0"/>
                </a:moveTo>
                <a:lnTo>
                  <a:pt x="909" y="0"/>
                </a:lnTo>
                <a:lnTo>
                  <a:pt x="909" y="20"/>
                </a:lnTo>
                <a:lnTo>
                  <a:pt x="809" y="20"/>
                </a:lnTo>
                <a:lnTo>
                  <a:pt x="809" y="0"/>
                </a:lnTo>
                <a:moveTo>
                  <a:pt x="969" y="0"/>
                </a:moveTo>
                <a:lnTo>
                  <a:pt x="1069" y="0"/>
                </a:lnTo>
                <a:lnTo>
                  <a:pt x="1069" y="20"/>
                </a:lnTo>
                <a:lnTo>
                  <a:pt x="969" y="20"/>
                </a:lnTo>
                <a:lnTo>
                  <a:pt x="969" y="0"/>
                </a:lnTo>
                <a:moveTo>
                  <a:pt x="1128" y="0"/>
                </a:moveTo>
                <a:lnTo>
                  <a:pt x="1228" y="0"/>
                </a:lnTo>
                <a:lnTo>
                  <a:pt x="1228" y="20"/>
                </a:lnTo>
                <a:lnTo>
                  <a:pt x="1128" y="20"/>
                </a:lnTo>
                <a:lnTo>
                  <a:pt x="1128" y="0"/>
                </a:lnTo>
                <a:moveTo>
                  <a:pt x="1288" y="0"/>
                </a:moveTo>
                <a:lnTo>
                  <a:pt x="1388" y="0"/>
                </a:lnTo>
                <a:lnTo>
                  <a:pt x="1388" y="20"/>
                </a:lnTo>
                <a:lnTo>
                  <a:pt x="1288" y="20"/>
                </a:lnTo>
                <a:lnTo>
                  <a:pt x="1288" y="0"/>
                </a:lnTo>
                <a:moveTo>
                  <a:pt x="1448" y="0"/>
                </a:moveTo>
                <a:lnTo>
                  <a:pt x="1548" y="0"/>
                </a:lnTo>
                <a:lnTo>
                  <a:pt x="1548" y="20"/>
                </a:lnTo>
                <a:lnTo>
                  <a:pt x="1448" y="20"/>
                </a:lnTo>
                <a:lnTo>
                  <a:pt x="1448" y="0"/>
                </a:lnTo>
                <a:moveTo>
                  <a:pt x="1608" y="0"/>
                </a:moveTo>
                <a:lnTo>
                  <a:pt x="1708" y="0"/>
                </a:lnTo>
                <a:lnTo>
                  <a:pt x="1708" y="20"/>
                </a:lnTo>
                <a:lnTo>
                  <a:pt x="1608" y="20"/>
                </a:lnTo>
                <a:lnTo>
                  <a:pt x="1608" y="0"/>
                </a:lnTo>
                <a:moveTo>
                  <a:pt x="1768" y="0"/>
                </a:moveTo>
                <a:lnTo>
                  <a:pt x="1868" y="0"/>
                </a:lnTo>
                <a:lnTo>
                  <a:pt x="1868" y="20"/>
                </a:lnTo>
                <a:lnTo>
                  <a:pt x="1768" y="20"/>
                </a:lnTo>
                <a:lnTo>
                  <a:pt x="1768" y="0"/>
                </a:lnTo>
                <a:moveTo>
                  <a:pt x="1928" y="0"/>
                </a:moveTo>
                <a:lnTo>
                  <a:pt x="2027" y="0"/>
                </a:lnTo>
                <a:lnTo>
                  <a:pt x="2027" y="20"/>
                </a:lnTo>
                <a:lnTo>
                  <a:pt x="1928" y="20"/>
                </a:lnTo>
                <a:lnTo>
                  <a:pt x="1928" y="0"/>
                </a:lnTo>
                <a:moveTo>
                  <a:pt x="2087" y="0"/>
                </a:moveTo>
                <a:lnTo>
                  <a:pt x="2187" y="0"/>
                </a:lnTo>
                <a:lnTo>
                  <a:pt x="2187" y="20"/>
                </a:lnTo>
                <a:lnTo>
                  <a:pt x="2087" y="20"/>
                </a:lnTo>
                <a:lnTo>
                  <a:pt x="2087" y="0"/>
                </a:lnTo>
                <a:moveTo>
                  <a:pt x="2247" y="0"/>
                </a:moveTo>
                <a:lnTo>
                  <a:pt x="2347" y="0"/>
                </a:lnTo>
                <a:lnTo>
                  <a:pt x="2347" y="20"/>
                </a:lnTo>
                <a:lnTo>
                  <a:pt x="2247" y="20"/>
                </a:lnTo>
                <a:lnTo>
                  <a:pt x="2247" y="0"/>
                </a:lnTo>
                <a:moveTo>
                  <a:pt x="2407" y="0"/>
                </a:moveTo>
                <a:lnTo>
                  <a:pt x="2507" y="0"/>
                </a:lnTo>
                <a:lnTo>
                  <a:pt x="2507" y="20"/>
                </a:lnTo>
                <a:lnTo>
                  <a:pt x="2407" y="20"/>
                </a:lnTo>
                <a:lnTo>
                  <a:pt x="2407" y="0"/>
                </a:lnTo>
                <a:moveTo>
                  <a:pt x="2567" y="0"/>
                </a:moveTo>
                <a:lnTo>
                  <a:pt x="2667" y="0"/>
                </a:lnTo>
                <a:lnTo>
                  <a:pt x="2667" y="20"/>
                </a:lnTo>
                <a:lnTo>
                  <a:pt x="2567" y="20"/>
                </a:lnTo>
                <a:lnTo>
                  <a:pt x="2567" y="0"/>
                </a:lnTo>
                <a:moveTo>
                  <a:pt x="2727" y="0"/>
                </a:moveTo>
                <a:lnTo>
                  <a:pt x="2827" y="0"/>
                </a:lnTo>
                <a:lnTo>
                  <a:pt x="2827" y="20"/>
                </a:lnTo>
                <a:lnTo>
                  <a:pt x="2727" y="20"/>
                </a:lnTo>
                <a:lnTo>
                  <a:pt x="2727" y="0"/>
                </a:lnTo>
                <a:moveTo>
                  <a:pt x="2886" y="0"/>
                </a:moveTo>
                <a:lnTo>
                  <a:pt x="2986" y="0"/>
                </a:lnTo>
                <a:lnTo>
                  <a:pt x="2986" y="20"/>
                </a:lnTo>
                <a:lnTo>
                  <a:pt x="2886" y="20"/>
                </a:lnTo>
                <a:lnTo>
                  <a:pt x="2886" y="0"/>
                </a:lnTo>
                <a:moveTo>
                  <a:pt x="3046" y="0"/>
                </a:moveTo>
                <a:lnTo>
                  <a:pt x="3146" y="0"/>
                </a:lnTo>
                <a:lnTo>
                  <a:pt x="3146" y="20"/>
                </a:lnTo>
                <a:lnTo>
                  <a:pt x="3046" y="20"/>
                </a:lnTo>
                <a:lnTo>
                  <a:pt x="3046" y="0"/>
                </a:lnTo>
                <a:moveTo>
                  <a:pt x="3206" y="0"/>
                </a:moveTo>
                <a:lnTo>
                  <a:pt x="3306" y="0"/>
                </a:lnTo>
                <a:lnTo>
                  <a:pt x="3306" y="20"/>
                </a:lnTo>
                <a:lnTo>
                  <a:pt x="3206" y="20"/>
                </a:lnTo>
                <a:lnTo>
                  <a:pt x="3206" y="0"/>
                </a:lnTo>
                <a:moveTo>
                  <a:pt x="3366" y="0"/>
                </a:moveTo>
                <a:lnTo>
                  <a:pt x="3466" y="0"/>
                </a:lnTo>
                <a:lnTo>
                  <a:pt x="3466" y="20"/>
                </a:lnTo>
                <a:lnTo>
                  <a:pt x="3366" y="20"/>
                </a:lnTo>
                <a:lnTo>
                  <a:pt x="3366" y="0"/>
                </a:lnTo>
                <a:moveTo>
                  <a:pt x="3526" y="0"/>
                </a:moveTo>
                <a:lnTo>
                  <a:pt x="3626" y="0"/>
                </a:lnTo>
                <a:lnTo>
                  <a:pt x="3626" y="20"/>
                </a:lnTo>
                <a:lnTo>
                  <a:pt x="3526" y="20"/>
                </a:lnTo>
                <a:lnTo>
                  <a:pt x="3526" y="0"/>
                </a:lnTo>
                <a:moveTo>
                  <a:pt x="3686" y="0"/>
                </a:moveTo>
                <a:lnTo>
                  <a:pt x="3785" y="0"/>
                </a:lnTo>
                <a:lnTo>
                  <a:pt x="3785" y="20"/>
                </a:lnTo>
                <a:lnTo>
                  <a:pt x="3686" y="20"/>
                </a:lnTo>
                <a:lnTo>
                  <a:pt x="3686" y="0"/>
                </a:lnTo>
                <a:moveTo>
                  <a:pt x="3845" y="0"/>
                </a:moveTo>
                <a:lnTo>
                  <a:pt x="3945" y="0"/>
                </a:lnTo>
                <a:lnTo>
                  <a:pt x="3945" y="20"/>
                </a:lnTo>
                <a:lnTo>
                  <a:pt x="3845" y="20"/>
                </a:lnTo>
                <a:lnTo>
                  <a:pt x="3845" y="0"/>
                </a:lnTo>
                <a:moveTo>
                  <a:pt x="4005" y="0"/>
                </a:moveTo>
                <a:lnTo>
                  <a:pt x="4105" y="0"/>
                </a:lnTo>
                <a:lnTo>
                  <a:pt x="4105" y="20"/>
                </a:lnTo>
                <a:lnTo>
                  <a:pt x="4005" y="20"/>
                </a:lnTo>
                <a:lnTo>
                  <a:pt x="4005" y="0"/>
                </a:lnTo>
                <a:moveTo>
                  <a:pt x="4165" y="0"/>
                </a:moveTo>
                <a:lnTo>
                  <a:pt x="4265" y="0"/>
                </a:lnTo>
                <a:lnTo>
                  <a:pt x="4265" y="20"/>
                </a:lnTo>
                <a:lnTo>
                  <a:pt x="4165" y="20"/>
                </a:lnTo>
                <a:lnTo>
                  <a:pt x="4165" y="0"/>
                </a:lnTo>
                <a:moveTo>
                  <a:pt x="4325" y="0"/>
                </a:moveTo>
                <a:lnTo>
                  <a:pt x="4425" y="0"/>
                </a:lnTo>
                <a:lnTo>
                  <a:pt x="4425" y="20"/>
                </a:lnTo>
                <a:lnTo>
                  <a:pt x="4325" y="20"/>
                </a:lnTo>
                <a:lnTo>
                  <a:pt x="4325" y="0"/>
                </a:lnTo>
                <a:moveTo>
                  <a:pt x="4485" y="0"/>
                </a:moveTo>
                <a:lnTo>
                  <a:pt x="4585" y="0"/>
                </a:lnTo>
                <a:lnTo>
                  <a:pt x="4585" y="20"/>
                </a:lnTo>
                <a:lnTo>
                  <a:pt x="4485" y="20"/>
                </a:lnTo>
                <a:lnTo>
                  <a:pt x="4485" y="0"/>
                </a:lnTo>
                <a:moveTo>
                  <a:pt x="4645" y="0"/>
                </a:moveTo>
                <a:lnTo>
                  <a:pt x="4744" y="0"/>
                </a:lnTo>
                <a:lnTo>
                  <a:pt x="4744" y="20"/>
                </a:lnTo>
                <a:lnTo>
                  <a:pt x="4645" y="20"/>
                </a:lnTo>
                <a:lnTo>
                  <a:pt x="4645" y="0"/>
                </a:lnTo>
                <a:moveTo>
                  <a:pt x="4804" y="0"/>
                </a:moveTo>
                <a:lnTo>
                  <a:pt x="4904" y="0"/>
                </a:lnTo>
                <a:lnTo>
                  <a:pt x="4904" y="20"/>
                </a:lnTo>
                <a:lnTo>
                  <a:pt x="4804" y="20"/>
                </a:lnTo>
                <a:lnTo>
                  <a:pt x="4804" y="0"/>
                </a:lnTo>
                <a:moveTo>
                  <a:pt x="4964" y="0"/>
                </a:moveTo>
                <a:lnTo>
                  <a:pt x="5064" y="0"/>
                </a:lnTo>
                <a:lnTo>
                  <a:pt x="5064" y="20"/>
                </a:lnTo>
                <a:lnTo>
                  <a:pt x="4964" y="20"/>
                </a:lnTo>
                <a:lnTo>
                  <a:pt x="4964" y="0"/>
                </a:lnTo>
                <a:moveTo>
                  <a:pt x="5124" y="0"/>
                </a:moveTo>
                <a:lnTo>
                  <a:pt x="5224" y="0"/>
                </a:lnTo>
                <a:lnTo>
                  <a:pt x="5224" y="20"/>
                </a:lnTo>
                <a:lnTo>
                  <a:pt x="5124" y="20"/>
                </a:lnTo>
                <a:lnTo>
                  <a:pt x="5124" y="0"/>
                </a:lnTo>
                <a:moveTo>
                  <a:pt x="5284" y="0"/>
                </a:moveTo>
                <a:lnTo>
                  <a:pt x="5384" y="0"/>
                </a:lnTo>
                <a:lnTo>
                  <a:pt x="5384" y="20"/>
                </a:lnTo>
                <a:lnTo>
                  <a:pt x="5284" y="20"/>
                </a:lnTo>
                <a:lnTo>
                  <a:pt x="5284" y="0"/>
                </a:lnTo>
                <a:moveTo>
                  <a:pt x="5444" y="0"/>
                </a:moveTo>
                <a:lnTo>
                  <a:pt x="5544" y="0"/>
                </a:lnTo>
                <a:lnTo>
                  <a:pt x="5544" y="20"/>
                </a:lnTo>
                <a:lnTo>
                  <a:pt x="5444" y="20"/>
                </a:lnTo>
                <a:lnTo>
                  <a:pt x="5444" y="0"/>
                </a:lnTo>
                <a:moveTo>
                  <a:pt x="5603" y="0"/>
                </a:moveTo>
                <a:lnTo>
                  <a:pt x="5703" y="0"/>
                </a:lnTo>
                <a:lnTo>
                  <a:pt x="5703" y="20"/>
                </a:lnTo>
                <a:lnTo>
                  <a:pt x="5603" y="20"/>
                </a:lnTo>
                <a:lnTo>
                  <a:pt x="5603" y="0"/>
                </a:lnTo>
                <a:moveTo>
                  <a:pt x="5763" y="0"/>
                </a:moveTo>
                <a:lnTo>
                  <a:pt x="5863" y="0"/>
                </a:lnTo>
                <a:lnTo>
                  <a:pt x="5863" y="20"/>
                </a:lnTo>
                <a:lnTo>
                  <a:pt x="5763" y="20"/>
                </a:lnTo>
                <a:lnTo>
                  <a:pt x="5763" y="0"/>
                </a:lnTo>
                <a:moveTo>
                  <a:pt x="5923" y="0"/>
                </a:moveTo>
                <a:lnTo>
                  <a:pt x="6023" y="0"/>
                </a:lnTo>
                <a:lnTo>
                  <a:pt x="6023" y="20"/>
                </a:lnTo>
                <a:lnTo>
                  <a:pt x="5923" y="20"/>
                </a:lnTo>
                <a:lnTo>
                  <a:pt x="5923" y="0"/>
                </a:lnTo>
                <a:moveTo>
                  <a:pt x="6083" y="0"/>
                </a:moveTo>
                <a:lnTo>
                  <a:pt x="6183" y="0"/>
                </a:lnTo>
                <a:lnTo>
                  <a:pt x="6183" y="20"/>
                </a:lnTo>
                <a:lnTo>
                  <a:pt x="6083" y="20"/>
                </a:lnTo>
                <a:lnTo>
                  <a:pt x="6083" y="0"/>
                </a:lnTo>
                <a:moveTo>
                  <a:pt x="6243" y="0"/>
                </a:moveTo>
                <a:lnTo>
                  <a:pt x="6343" y="0"/>
                </a:lnTo>
                <a:lnTo>
                  <a:pt x="6343" y="20"/>
                </a:lnTo>
                <a:lnTo>
                  <a:pt x="6243" y="20"/>
                </a:lnTo>
                <a:lnTo>
                  <a:pt x="6243" y="0"/>
                </a:lnTo>
                <a:moveTo>
                  <a:pt x="6404" y="0"/>
                </a:moveTo>
                <a:lnTo>
                  <a:pt x="6503" y="0"/>
                </a:lnTo>
                <a:lnTo>
                  <a:pt x="6503" y="20"/>
                </a:lnTo>
                <a:lnTo>
                  <a:pt x="6404" y="20"/>
                </a:lnTo>
                <a:lnTo>
                  <a:pt x="6404" y="0"/>
                </a:lnTo>
                <a:moveTo>
                  <a:pt x="6563" y="0"/>
                </a:moveTo>
                <a:lnTo>
                  <a:pt x="6663" y="0"/>
                </a:lnTo>
                <a:lnTo>
                  <a:pt x="6663" y="20"/>
                </a:lnTo>
                <a:lnTo>
                  <a:pt x="6563" y="20"/>
                </a:lnTo>
                <a:lnTo>
                  <a:pt x="6563" y="0"/>
                </a:lnTo>
                <a:moveTo>
                  <a:pt x="6723" y="0"/>
                </a:moveTo>
                <a:lnTo>
                  <a:pt x="6823" y="0"/>
                </a:lnTo>
                <a:lnTo>
                  <a:pt x="6823" y="20"/>
                </a:lnTo>
                <a:lnTo>
                  <a:pt x="6723" y="20"/>
                </a:lnTo>
                <a:lnTo>
                  <a:pt x="6723" y="0"/>
                </a:lnTo>
                <a:moveTo>
                  <a:pt x="6883" y="0"/>
                </a:moveTo>
                <a:lnTo>
                  <a:pt x="6983" y="0"/>
                </a:lnTo>
                <a:lnTo>
                  <a:pt x="6983" y="20"/>
                </a:lnTo>
                <a:lnTo>
                  <a:pt x="6883" y="20"/>
                </a:lnTo>
                <a:lnTo>
                  <a:pt x="6883" y="0"/>
                </a:lnTo>
                <a:moveTo>
                  <a:pt x="7043" y="0"/>
                </a:moveTo>
                <a:lnTo>
                  <a:pt x="7143" y="0"/>
                </a:lnTo>
                <a:lnTo>
                  <a:pt x="7143" y="20"/>
                </a:lnTo>
                <a:lnTo>
                  <a:pt x="7043" y="20"/>
                </a:lnTo>
                <a:lnTo>
                  <a:pt x="7043" y="0"/>
                </a:lnTo>
                <a:moveTo>
                  <a:pt x="7203" y="0"/>
                </a:moveTo>
                <a:lnTo>
                  <a:pt x="7303" y="0"/>
                </a:lnTo>
                <a:lnTo>
                  <a:pt x="7303" y="20"/>
                </a:lnTo>
                <a:lnTo>
                  <a:pt x="7203" y="20"/>
                </a:lnTo>
                <a:lnTo>
                  <a:pt x="7203" y="0"/>
                </a:lnTo>
                <a:moveTo>
                  <a:pt x="7362" y="0"/>
                </a:moveTo>
                <a:lnTo>
                  <a:pt x="7462" y="0"/>
                </a:lnTo>
                <a:lnTo>
                  <a:pt x="7462" y="20"/>
                </a:lnTo>
                <a:lnTo>
                  <a:pt x="7362" y="20"/>
                </a:lnTo>
                <a:lnTo>
                  <a:pt x="7362" y="0"/>
                </a:lnTo>
                <a:moveTo>
                  <a:pt x="7522" y="0"/>
                </a:moveTo>
                <a:lnTo>
                  <a:pt x="7622" y="0"/>
                </a:lnTo>
                <a:lnTo>
                  <a:pt x="7622" y="20"/>
                </a:lnTo>
                <a:lnTo>
                  <a:pt x="7522" y="20"/>
                </a:lnTo>
                <a:lnTo>
                  <a:pt x="7522" y="0"/>
                </a:lnTo>
                <a:moveTo>
                  <a:pt x="7682" y="0"/>
                </a:moveTo>
                <a:lnTo>
                  <a:pt x="7782" y="0"/>
                </a:lnTo>
                <a:lnTo>
                  <a:pt x="7782" y="20"/>
                </a:lnTo>
                <a:lnTo>
                  <a:pt x="7682" y="20"/>
                </a:lnTo>
                <a:lnTo>
                  <a:pt x="7682" y="0"/>
                </a:lnTo>
                <a:moveTo>
                  <a:pt x="7842" y="0"/>
                </a:moveTo>
                <a:lnTo>
                  <a:pt x="7942" y="0"/>
                </a:lnTo>
                <a:lnTo>
                  <a:pt x="7942" y="20"/>
                </a:lnTo>
                <a:lnTo>
                  <a:pt x="7842" y="20"/>
                </a:lnTo>
                <a:lnTo>
                  <a:pt x="7842" y="0"/>
                </a:lnTo>
                <a:moveTo>
                  <a:pt x="8002" y="0"/>
                </a:moveTo>
                <a:lnTo>
                  <a:pt x="8102" y="0"/>
                </a:lnTo>
                <a:lnTo>
                  <a:pt x="8102" y="20"/>
                </a:lnTo>
                <a:lnTo>
                  <a:pt x="8002" y="20"/>
                </a:lnTo>
                <a:lnTo>
                  <a:pt x="8002" y="0"/>
                </a:lnTo>
                <a:moveTo>
                  <a:pt x="8162" y="0"/>
                </a:moveTo>
                <a:lnTo>
                  <a:pt x="8261" y="0"/>
                </a:lnTo>
                <a:lnTo>
                  <a:pt x="8261" y="20"/>
                </a:lnTo>
                <a:lnTo>
                  <a:pt x="8162" y="20"/>
                </a:lnTo>
                <a:lnTo>
                  <a:pt x="8162" y="0"/>
                </a:lnTo>
                <a:moveTo>
                  <a:pt x="8321" y="0"/>
                </a:moveTo>
                <a:lnTo>
                  <a:pt x="8421" y="0"/>
                </a:lnTo>
                <a:lnTo>
                  <a:pt x="8421" y="20"/>
                </a:lnTo>
                <a:lnTo>
                  <a:pt x="8321" y="20"/>
                </a:lnTo>
                <a:lnTo>
                  <a:pt x="8321" y="0"/>
                </a:lnTo>
                <a:moveTo>
                  <a:pt x="8481" y="0"/>
                </a:moveTo>
                <a:lnTo>
                  <a:pt x="8581" y="0"/>
                </a:lnTo>
                <a:lnTo>
                  <a:pt x="8581" y="20"/>
                </a:lnTo>
                <a:lnTo>
                  <a:pt x="8481" y="20"/>
                </a:lnTo>
                <a:lnTo>
                  <a:pt x="8481" y="0"/>
                </a:lnTo>
                <a:moveTo>
                  <a:pt x="8641" y="0"/>
                </a:moveTo>
                <a:lnTo>
                  <a:pt x="8741" y="0"/>
                </a:lnTo>
                <a:lnTo>
                  <a:pt x="8741" y="20"/>
                </a:lnTo>
                <a:lnTo>
                  <a:pt x="8641" y="20"/>
                </a:lnTo>
                <a:lnTo>
                  <a:pt x="8641" y="0"/>
                </a:lnTo>
                <a:moveTo>
                  <a:pt x="8801" y="0"/>
                </a:moveTo>
                <a:lnTo>
                  <a:pt x="8901" y="0"/>
                </a:lnTo>
                <a:lnTo>
                  <a:pt x="8901" y="20"/>
                </a:lnTo>
                <a:lnTo>
                  <a:pt x="8801" y="20"/>
                </a:lnTo>
                <a:lnTo>
                  <a:pt x="8801" y="0"/>
                </a:lnTo>
                <a:moveTo>
                  <a:pt x="8961" y="0"/>
                </a:moveTo>
                <a:lnTo>
                  <a:pt x="9061" y="0"/>
                </a:lnTo>
                <a:lnTo>
                  <a:pt x="9061" y="20"/>
                </a:lnTo>
                <a:lnTo>
                  <a:pt x="8961" y="20"/>
                </a:lnTo>
                <a:lnTo>
                  <a:pt x="8961" y="0"/>
                </a:lnTo>
                <a:moveTo>
                  <a:pt x="9121" y="0"/>
                </a:moveTo>
                <a:lnTo>
                  <a:pt x="9220" y="0"/>
                </a:lnTo>
                <a:lnTo>
                  <a:pt x="9220" y="20"/>
                </a:lnTo>
                <a:lnTo>
                  <a:pt x="9121" y="20"/>
                </a:lnTo>
                <a:lnTo>
                  <a:pt x="9121" y="0"/>
                </a:lnTo>
                <a:moveTo>
                  <a:pt x="9280" y="0"/>
                </a:moveTo>
                <a:lnTo>
                  <a:pt x="9380" y="0"/>
                </a:lnTo>
                <a:lnTo>
                  <a:pt x="9380" y="20"/>
                </a:lnTo>
                <a:lnTo>
                  <a:pt x="9280" y="20"/>
                </a:lnTo>
                <a:lnTo>
                  <a:pt x="9280" y="0"/>
                </a:lnTo>
                <a:moveTo>
                  <a:pt x="9440" y="0"/>
                </a:moveTo>
                <a:lnTo>
                  <a:pt x="9540" y="0"/>
                </a:lnTo>
                <a:lnTo>
                  <a:pt x="9540" y="20"/>
                </a:lnTo>
                <a:lnTo>
                  <a:pt x="9440" y="20"/>
                </a:lnTo>
                <a:lnTo>
                  <a:pt x="9440" y="0"/>
                </a:lnTo>
                <a:moveTo>
                  <a:pt x="9600" y="0"/>
                </a:moveTo>
                <a:lnTo>
                  <a:pt x="9700" y="0"/>
                </a:lnTo>
                <a:lnTo>
                  <a:pt x="9700" y="20"/>
                </a:lnTo>
                <a:lnTo>
                  <a:pt x="9600" y="20"/>
                </a:lnTo>
                <a:lnTo>
                  <a:pt x="9600" y="0"/>
                </a:lnTo>
                <a:moveTo>
                  <a:pt x="9760" y="0"/>
                </a:moveTo>
                <a:lnTo>
                  <a:pt x="9860" y="0"/>
                </a:lnTo>
                <a:lnTo>
                  <a:pt x="9860" y="20"/>
                </a:lnTo>
                <a:lnTo>
                  <a:pt x="9760" y="20"/>
                </a:lnTo>
                <a:lnTo>
                  <a:pt x="9760" y="0"/>
                </a:lnTo>
                <a:moveTo>
                  <a:pt x="9920" y="0"/>
                </a:moveTo>
                <a:lnTo>
                  <a:pt x="10020" y="0"/>
                </a:lnTo>
                <a:lnTo>
                  <a:pt x="10020" y="20"/>
                </a:lnTo>
                <a:lnTo>
                  <a:pt x="9920" y="20"/>
                </a:lnTo>
                <a:lnTo>
                  <a:pt x="9920" y="0"/>
                </a:lnTo>
                <a:moveTo>
                  <a:pt x="10079" y="0"/>
                </a:moveTo>
                <a:lnTo>
                  <a:pt x="10179" y="0"/>
                </a:lnTo>
                <a:lnTo>
                  <a:pt x="10179" y="20"/>
                </a:lnTo>
                <a:lnTo>
                  <a:pt x="10079" y="20"/>
                </a:lnTo>
                <a:lnTo>
                  <a:pt x="10079" y="0"/>
                </a:lnTo>
                <a:moveTo>
                  <a:pt x="10239" y="0"/>
                </a:moveTo>
                <a:lnTo>
                  <a:pt x="10339" y="0"/>
                </a:lnTo>
                <a:lnTo>
                  <a:pt x="10339" y="20"/>
                </a:lnTo>
                <a:lnTo>
                  <a:pt x="10239" y="20"/>
                </a:lnTo>
                <a:lnTo>
                  <a:pt x="10239" y="0"/>
                </a:lnTo>
                <a:moveTo>
                  <a:pt x="10399" y="0"/>
                </a:moveTo>
                <a:lnTo>
                  <a:pt x="10499" y="0"/>
                </a:lnTo>
                <a:lnTo>
                  <a:pt x="10499" y="20"/>
                </a:lnTo>
                <a:lnTo>
                  <a:pt x="10399" y="20"/>
                </a:lnTo>
                <a:lnTo>
                  <a:pt x="10399" y="0"/>
                </a:lnTo>
                <a:moveTo>
                  <a:pt x="10559" y="0"/>
                </a:moveTo>
                <a:lnTo>
                  <a:pt x="10659" y="0"/>
                </a:lnTo>
                <a:lnTo>
                  <a:pt x="10659" y="20"/>
                </a:lnTo>
                <a:lnTo>
                  <a:pt x="10559" y="20"/>
                </a:lnTo>
                <a:lnTo>
                  <a:pt x="10559" y="0"/>
                </a:lnTo>
                <a:moveTo>
                  <a:pt x="10719" y="0"/>
                </a:moveTo>
                <a:lnTo>
                  <a:pt x="10819" y="0"/>
                </a:lnTo>
                <a:lnTo>
                  <a:pt x="10819" y="20"/>
                </a:lnTo>
                <a:lnTo>
                  <a:pt x="10719" y="20"/>
                </a:lnTo>
                <a:lnTo>
                  <a:pt x="10719" y="0"/>
                </a:lnTo>
                <a:moveTo>
                  <a:pt x="10879" y="0"/>
                </a:moveTo>
                <a:lnTo>
                  <a:pt x="10978" y="0"/>
                </a:lnTo>
                <a:lnTo>
                  <a:pt x="10978" y="20"/>
                </a:lnTo>
                <a:lnTo>
                  <a:pt x="10879" y="20"/>
                </a:lnTo>
                <a:lnTo>
                  <a:pt x="10879" y="0"/>
                </a:lnTo>
                <a:moveTo>
                  <a:pt x="11038" y="0"/>
                </a:moveTo>
                <a:lnTo>
                  <a:pt x="11138" y="0"/>
                </a:lnTo>
                <a:lnTo>
                  <a:pt x="11138" y="20"/>
                </a:lnTo>
                <a:lnTo>
                  <a:pt x="11038" y="20"/>
                </a:lnTo>
                <a:lnTo>
                  <a:pt x="11038" y="0"/>
                </a:lnTo>
                <a:moveTo>
                  <a:pt x="11198" y="0"/>
                </a:moveTo>
                <a:lnTo>
                  <a:pt x="11298" y="0"/>
                </a:lnTo>
                <a:lnTo>
                  <a:pt x="11298" y="20"/>
                </a:lnTo>
                <a:lnTo>
                  <a:pt x="11198" y="20"/>
                </a:lnTo>
                <a:lnTo>
                  <a:pt x="11198" y="0"/>
                </a:lnTo>
                <a:moveTo>
                  <a:pt x="11358" y="0"/>
                </a:moveTo>
                <a:lnTo>
                  <a:pt x="11458" y="0"/>
                </a:lnTo>
                <a:lnTo>
                  <a:pt x="11458" y="20"/>
                </a:lnTo>
                <a:lnTo>
                  <a:pt x="11358" y="20"/>
                </a:lnTo>
                <a:lnTo>
                  <a:pt x="11358" y="0"/>
                </a:lnTo>
                <a:moveTo>
                  <a:pt x="11518" y="0"/>
                </a:moveTo>
                <a:lnTo>
                  <a:pt x="11618" y="0"/>
                </a:lnTo>
                <a:lnTo>
                  <a:pt x="11618" y="20"/>
                </a:lnTo>
                <a:lnTo>
                  <a:pt x="11518" y="20"/>
                </a:lnTo>
                <a:lnTo>
                  <a:pt x="11518" y="0"/>
                </a:lnTo>
                <a:moveTo>
                  <a:pt x="11678" y="0"/>
                </a:moveTo>
                <a:lnTo>
                  <a:pt x="11778" y="0"/>
                </a:lnTo>
                <a:lnTo>
                  <a:pt x="11778" y="20"/>
                </a:lnTo>
                <a:lnTo>
                  <a:pt x="11678" y="20"/>
                </a:lnTo>
                <a:lnTo>
                  <a:pt x="11678" y="0"/>
                </a:lnTo>
                <a:moveTo>
                  <a:pt x="11838" y="0"/>
                </a:moveTo>
                <a:lnTo>
                  <a:pt x="11937" y="0"/>
                </a:lnTo>
                <a:lnTo>
                  <a:pt x="11937" y="20"/>
                </a:lnTo>
                <a:lnTo>
                  <a:pt x="11838" y="20"/>
                </a:lnTo>
                <a:lnTo>
                  <a:pt x="11838" y="0"/>
                </a:lnTo>
                <a:moveTo>
                  <a:pt x="11997" y="0"/>
                </a:moveTo>
                <a:lnTo>
                  <a:pt x="12097" y="0"/>
                </a:lnTo>
                <a:lnTo>
                  <a:pt x="12097" y="20"/>
                </a:lnTo>
                <a:lnTo>
                  <a:pt x="11997" y="20"/>
                </a:lnTo>
                <a:lnTo>
                  <a:pt x="11997" y="0"/>
                </a:lnTo>
                <a:moveTo>
                  <a:pt x="12157" y="0"/>
                </a:moveTo>
                <a:lnTo>
                  <a:pt x="12257" y="0"/>
                </a:lnTo>
                <a:lnTo>
                  <a:pt x="12257" y="20"/>
                </a:lnTo>
                <a:lnTo>
                  <a:pt x="12157" y="20"/>
                </a:lnTo>
                <a:lnTo>
                  <a:pt x="12157" y="0"/>
                </a:lnTo>
                <a:moveTo>
                  <a:pt x="12317" y="0"/>
                </a:moveTo>
                <a:lnTo>
                  <a:pt x="12417" y="0"/>
                </a:lnTo>
                <a:lnTo>
                  <a:pt x="12417" y="20"/>
                </a:lnTo>
                <a:lnTo>
                  <a:pt x="12317" y="20"/>
                </a:lnTo>
                <a:lnTo>
                  <a:pt x="12317" y="0"/>
                </a:lnTo>
                <a:moveTo>
                  <a:pt x="12477" y="0"/>
                </a:moveTo>
                <a:lnTo>
                  <a:pt x="12577" y="0"/>
                </a:lnTo>
                <a:lnTo>
                  <a:pt x="12577" y="20"/>
                </a:lnTo>
                <a:lnTo>
                  <a:pt x="12477" y="20"/>
                </a:lnTo>
                <a:lnTo>
                  <a:pt x="12477" y="0"/>
                </a:lnTo>
                <a:moveTo>
                  <a:pt x="12637" y="0"/>
                </a:moveTo>
                <a:lnTo>
                  <a:pt x="12737" y="0"/>
                </a:lnTo>
                <a:lnTo>
                  <a:pt x="12737" y="20"/>
                </a:lnTo>
                <a:lnTo>
                  <a:pt x="12637" y="20"/>
                </a:lnTo>
                <a:lnTo>
                  <a:pt x="12637" y="0"/>
                </a:lnTo>
                <a:moveTo>
                  <a:pt x="12796" y="0"/>
                </a:moveTo>
                <a:lnTo>
                  <a:pt x="12896" y="0"/>
                </a:lnTo>
                <a:lnTo>
                  <a:pt x="12896" y="20"/>
                </a:lnTo>
                <a:lnTo>
                  <a:pt x="12796" y="20"/>
                </a:lnTo>
                <a:lnTo>
                  <a:pt x="12796" y="0"/>
                </a:lnTo>
                <a:moveTo>
                  <a:pt x="12956" y="0"/>
                </a:moveTo>
                <a:lnTo>
                  <a:pt x="13056" y="0"/>
                </a:lnTo>
                <a:lnTo>
                  <a:pt x="13056" y="20"/>
                </a:lnTo>
                <a:lnTo>
                  <a:pt x="12956" y="20"/>
                </a:lnTo>
                <a:lnTo>
                  <a:pt x="12956" y="0"/>
                </a:lnTo>
                <a:moveTo>
                  <a:pt x="13116" y="0"/>
                </a:moveTo>
                <a:lnTo>
                  <a:pt x="13216" y="0"/>
                </a:lnTo>
                <a:lnTo>
                  <a:pt x="13216" y="20"/>
                </a:lnTo>
                <a:lnTo>
                  <a:pt x="13116" y="20"/>
                </a:lnTo>
                <a:lnTo>
                  <a:pt x="13116" y="0"/>
                </a:lnTo>
                <a:moveTo>
                  <a:pt x="13276" y="0"/>
                </a:moveTo>
                <a:lnTo>
                  <a:pt x="13376" y="0"/>
                </a:lnTo>
                <a:lnTo>
                  <a:pt x="13376" y="20"/>
                </a:lnTo>
                <a:lnTo>
                  <a:pt x="13276" y="20"/>
                </a:lnTo>
                <a:lnTo>
                  <a:pt x="13276" y="0"/>
                </a:lnTo>
                <a:moveTo>
                  <a:pt x="13436" y="0"/>
                </a:moveTo>
                <a:lnTo>
                  <a:pt x="13536" y="0"/>
                </a:lnTo>
                <a:lnTo>
                  <a:pt x="13536" y="20"/>
                </a:lnTo>
                <a:lnTo>
                  <a:pt x="13436" y="20"/>
                </a:lnTo>
                <a:lnTo>
                  <a:pt x="13436" y="0"/>
                </a:lnTo>
                <a:moveTo>
                  <a:pt x="13596" y="0"/>
                </a:moveTo>
                <a:lnTo>
                  <a:pt x="13695" y="0"/>
                </a:lnTo>
                <a:lnTo>
                  <a:pt x="13695" y="20"/>
                </a:lnTo>
                <a:lnTo>
                  <a:pt x="13596" y="20"/>
                </a:lnTo>
                <a:lnTo>
                  <a:pt x="13596" y="0"/>
                </a:lnTo>
                <a:moveTo>
                  <a:pt x="13755" y="0"/>
                </a:moveTo>
                <a:lnTo>
                  <a:pt x="13855" y="0"/>
                </a:lnTo>
                <a:lnTo>
                  <a:pt x="13855" y="20"/>
                </a:lnTo>
                <a:lnTo>
                  <a:pt x="13755" y="20"/>
                </a:lnTo>
                <a:lnTo>
                  <a:pt x="13755" y="0"/>
                </a:lnTo>
                <a:moveTo>
                  <a:pt x="13915" y="0"/>
                </a:moveTo>
                <a:lnTo>
                  <a:pt x="14015" y="0"/>
                </a:lnTo>
                <a:lnTo>
                  <a:pt x="14015" y="20"/>
                </a:lnTo>
                <a:lnTo>
                  <a:pt x="13915" y="20"/>
                </a:lnTo>
                <a:lnTo>
                  <a:pt x="13915" y="0"/>
                </a:lnTo>
                <a:moveTo>
                  <a:pt x="14075" y="0"/>
                </a:moveTo>
                <a:lnTo>
                  <a:pt x="14175" y="0"/>
                </a:lnTo>
                <a:lnTo>
                  <a:pt x="14175" y="20"/>
                </a:lnTo>
                <a:lnTo>
                  <a:pt x="14075" y="20"/>
                </a:lnTo>
                <a:lnTo>
                  <a:pt x="14075" y="0"/>
                </a:lnTo>
                <a:moveTo>
                  <a:pt x="14235" y="0"/>
                </a:moveTo>
                <a:lnTo>
                  <a:pt x="14335" y="0"/>
                </a:lnTo>
                <a:lnTo>
                  <a:pt x="14335" y="20"/>
                </a:lnTo>
                <a:lnTo>
                  <a:pt x="14235" y="20"/>
                </a:lnTo>
                <a:lnTo>
                  <a:pt x="14235" y="0"/>
                </a:lnTo>
                <a:moveTo>
                  <a:pt x="14395" y="0"/>
                </a:moveTo>
                <a:lnTo>
                  <a:pt x="14495" y="0"/>
                </a:lnTo>
                <a:lnTo>
                  <a:pt x="14495" y="20"/>
                </a:lnTo>
                <a:lnTo>
                  <a:pt x="14395" y="20"/>
                </a:lnTo>
                <a:lnTo>
                  <a:pt x="14395" y="0"/>
                </a:lnTo>
                <a:moveTo>
                  <a:pt x="14554" y="0"/>
                </a:moveTo>
                <a:lnTo>
                  <a:pt x="14654" y="0"/>
                </a:lnTo>
                <a:lnTo>
                  <a:pt x="14654" y="20"/>
                </a:lnTo>
                <a:lnTo>
                  <a:pt x="14554" y="20"/>
                </a:lnTo>
                <a:lnTo>
                  <a:pt x="14554" y="0"/>
                </a:lnTo>
                <a:moveTo>
                  <a:pt x="14714" y="0"/>
                </a:moveTo>
                <a:lnTo>
                  <a:pt x="14814" y="0"/>
                </a:lnTo>
                <a:lnTo>
                  <a:pt x="14814" y="20"/>
                </a:lnTo>
                <a:lnTo>
                  <a:pt x="14714" y="20"/>
                </a:lnTo>
                <a:lnTo>
                  <a:pt x="14714" y="0"/>
                </a:lnTo>
                <a:moveTo>
                  <a:pt x="14874" y="0"/>
                </a:moveTo>
                <a:lnTo>
                  <a:pt x="14974" y="0"/>
                </a:lnTo>
                <a:lnTo>
                  <a:pt x="14974" y="20"/>
                </a:lnTo>
                <a:lnTo>
                  <a:pt x="14874" y="20"/>
                </a:lnTo>
                <a:lnTo>
                  <a:pt x="14874" y="0"/>
                </a:lnTo>
                <a:moveTo>
                  <a:pt x="15034" y="0"/>
                </a:moveTo>
                <a:lnTo>
                  <a:pt x="15134" y="0"/>
                </a:lnTo>
                <a:lnTo>
                  <a:pt x="15134" y="20"/>
                </a:lnTo>
                <a:lnTo>
                  <a:pt x="15034" y="20"/>
                </a:lnTo>
                <a:lnTo>
                  <a:pt x="15034" y="0"/>
                </a:lnTo>
                <a:moveTo>
                  <a:pt x="15194" y="0"/>
                </a:moveTo>
                <a:lnTo>
                  <a:pt x="15294" y="0"/>
                </a:lnTo>
                <a:lnTo>
                  <a:pt x="15294" y="20"/>
                </a:lnTo>
                <a:lnTo>
                  <a:pt x="15194" y="20"/>
                </a:lnTo>
                <a:lnTo>
                  <a:pt x="15194" y="0"/>
                </a:lnTo>
                <a:moveTo>
                  <a:pt x="15354" y="0"/>
                </a:moveTo>
                <a:lnTo>
                  <a:pt x="15453" y="0"/>
                </a:lnTo>
                <a:lnTo>
                  <a:pt x="15453" y="20"/>
                </a:lnTo>
                <a:lnTo>
                  <a:pt x="15354" y="20"/>
                </a:lnTo>
                <a:lnTo>
                  <a:pt x="15354" y="0"/>
                </a:lnTo>
                <a:moveTo>
                  <a:pt x="15513" y="0"/>
                </a:moveTo>
                <a:lnTo>
                  <a:pt x="15613" y="0"/>
                </a:lnTo>
                <a:lnTo>
                  <a:pt x="15613" y="20"/>
                </a:lnTo>
                <a:lnTo>
                  <a:pt x="15513" y="20"/>
                </a:lnTo>
                <a:lnTo>
                  <a:pt x="15513" y="0"/>
                </a:lnTo>
                <a:moveTo>
                  <a:pt x="15673" y="0"/>
                </a:moveTo>
                <a:lnTo>
                  <a:pt x="15773" y="0"/>
                </a:lnTo>
                <a:lnTo>
                  <a:pt x="15773" y="20"/>
                </a:lnTo>
                <a:lnTo>
                  <a:pt x="15673" y="20"/>
                </a:lnTo>
                <a:lnTo>
                  <a:pt x="15673" y="0"/>
                </a:lnTo>
                <a:moveTo>
                  <a:pt x="15833" y="0"/>
                </a:moveTo>
                <a:lnTo>
                  <a:pt x="15933" y="0"/>
                </a:lnTo>
                <a:lnTo>
                  <a:pt x="15933" y="20"/>
                </a:lnTo>
                <a:lnTo>
                  <a:pt x="15833" y="20"/>
                </a:lnTo>
                <a:lnTo>
                  <a:pt x="15833" y="0"/>
                </a:lnTo>
                <a:moveTo>
                  <a:pt x="15993" y="0"/>
                </a:moveTo>
                <a:lnTo>
                  <a:pt x="16093" y="0"/>
                </a:lnTo>
                <a:lnTo>
                  <a:pt x="16093" y="20"/>
                </a:lnTo>
                <a:lnTo>
                  <a:pt x="15993" y="20"/>
                </a:lnTo>
                <a:lnTo>
                  <a:pt x="15993" y="0"/>
                </a:lnTo>
                <a:moveTo>
                  <a:pt x="16153" y="0"/>
                </a:moveTo>
                <a:lnTo>
                  <a:pt x="16253" y="0"/>
                </a:lnTo>
                <a:lnTo>
                  <a:pt x="16253" y="20"/>
                </a:lnTo>
                <a:lnTo>
                  <a:pt x="16153" y="20"/>
                </a:lnTo>
                <a:lnTo>
                  <a:pt x="16153" y="0"/>
                </a:lnTo>
                <a:moveTo>
                  <a:pt x="16313" y="0"/>
                </a:moveTo>
                <a:lnTo>
                  <a:pt x="16412" y="0"/>
                </a:lnTo>
                <a:lnTo>
                  <a:pt x="16412" y="20"/>
                </a:lnTo>
                <a:lnTo>
                  <a:pt x="16313" y="20"/>
                </a:lnTo>
                <a:lnTo>
                  <a:pt x="16313" y="0"/>
                </a:lnTo>
                <a:moveTo>
                  <a:pt x="16472" y="0"/>
                </a:moveTo>
                <a:lnTo>
                  <a:pt x="16572" y="0"/>
                </a:lnTo>
                <a:lnTo>
                  <a:pt x="16572" y="20"/>
                </a:lnTo>
                <a:lnTo>
                  <a:pt x="16472" y="20"/>
                </a:lnTo>
                <a:lnTo>
                  <a:pt x="16472" y="0"/>
                </a:lnTo>
                <a:moveTo>
                  <a:pt x="16632" y="0"/>
                </a:moveTo>
                <a:lnTo>
                  <a:pt x="16732" y="0"/>
                </a:lnTo>
                <a:lnTo>
                  <a:pt x="16732" y="20"/>
                </a:lnTo>
                <a:lnTo>
                  <a:pt x="16632" y="20"/>
                </a:lnTo>
                <a:lnTo>
                  <a:pt x="16632" y="0"/>
                </a:lnTo>
                <a:moveTo>
                  <a:pt x="16792" y="0"/>
                </a:moveTo>
                <a:lnTo>
                  <a:pt x="16892" y="0"/>
                </a:lnTo>
                <a:lnTo>
                  <a:pt x="16892" y="20"/>
                </a:lnTo>
                <a:lnTo>
                  <a:pt x="16792" y="20"/>
                </a:lnTo>
                <a:lnTo>
                  <a:pt x="16792" y="0"/>
                </a:lnTo>
                <a:moveTo>
                  <a:pt x="16952" y="0"/>
                </a:moveTo>
                <a:lnTo>
                  <a:pt x="17052" y="0"/>
                </a:lnTo>
                <a:lnTo>
                  <a:pt x="17052" y="20"/>
                </a:lnTo>
                <a:lnTo>
                  <a:pt x="16952" y="20"/>
                </a:lnTo>
                <a:lnTo>
                  <a:pt x="16952" y="0"/>
                </a:lnTo>
                <a:moveTo>
                  <a:pt x="17112" y="0"/>
                </a:moveTo>
                <a:lnTo>
                  <a:pt x="17212" y="0"/>
                </a:lnTo>
                <a:lnTo>
                  <a:pt x="17212" y="20"/>
                </a:lnTo>
                <a:lnTo>
                  <a:pt x="17112" y="20"/>
                </a:lnTo>
                <a:lnTo>
                  <a:pt x="17112" y="0"/>
                </a:lnTo>
                <a:moveTo>
                  <a:pt x="17271" y="0"/>
                </a:moveTo>
                <a:lnTo>
                  <a:pt x="17371" y="0"/>
                </a:lnTo>
                <a:lnTo>
                  <a:pt x="17371" y="20"/>
                </a:lnTo>
                <a:lnTo>
                  <a:pt x="17271" y="20"/>
                </a:lnTo>
                <a:lnTo>
                  <a:pt x="17271" y="0"/>
                </a:lnTo>
                <a:moveTo>
                  <a:pt x="17431" y="0"/>
                </a:moveTo>
                <a:lnTo>
                  <a:pt x="17531" y="0"/>
                </a:lnTo>
                <a:lnTo>
                  <a:pt x="17531" y="20"/>
                </a:lnTo>
                <a:lnTo>
                  <a:pt x="17431" y="20"/>
                </a:lnTo>
                <a:lnTo>
                  <a:pt x="17431" y="0"/>
                </a:lnTo>
                <a:moveTo>
                  <a:pt x="17591" y="0"/>
                </a:moveTo>
                <a:lnTo>
                  <a:pt x="17691" y="0"/>
                </a:lnTo>
                <a:lnTo>
                  <a:pt x="17691" y="20"/>
                </a:lnTo>
                <a:lnTo>
                  <a:pt x="17591" y="20"/>
                </a:lnTo>
                <a:lnTo>
                  <a:pt x="17591" y="0"/>
                </a:lnTo>
                <a:moveTo>
                  <a:pt x="17751" y="0"/>
                </a:moveTo>
                <a:lnTo>
                  <a:pt x="17851" y="0"/>
                </a:lnTo>
                <a:lnTo>
                  <a:pt x="17851" y="20"/>
                </a:lnTo>
                <a:lnTo>
                  <a:pt x="17751" y="20"/>
                </a:lnTo>
                <a:lnTo>
                  <a:pt x="17751" y="0"/>
                </a:lnTo>
                <a:moveTo>
                  <a:pt x="17911" y="0"/>
                </a:moveTo>
                <a:lnTo>
                  <a:pt x="18011" y="0"/>
                </a:lnTo>
                <a:lnTo>
                  <a:pt x="18011" y="20"/>
                </a:lnTo>
                <a:lnTo>
                  <a:pt x="17911" y="20"/>
                </a:lnTo>
                <a:lnTo>
                  <a:pt x="17911" y="0"/>
                </a:lnTo>
                <a:moveTo>
                  <a:pt x="18071" y="0"/>
                </a:moveTo>
                <a:lnTo>
                  <a:pt x="18170" y="0"/>
                </a:lnTo>
                <a:lnTo>
                  <a:pt x="18170" y="20"/>
                </a:lnTo>
                <a:lnTo>
                  <a:pt x="18071" y="20"/>
                </a:lnTo>
                <a:lnTo>
                  <a:pt x="18071" y="0"/>
                </a:lnTo>
                <a:moveTo>
                  <a:pt x="18230" y="0"/>
                </a:moveTo>
                <a:lnTo>
                  <a:pt x="18330" y="0"/>
                </a:lnTo>
                <a:lnTo>
                  <a:pt x="18330" y="20"/>
                </a:lnTo>
                <a:lnTo>
                  <a:pt x="18230" y="20"/>
                </a:lnTo>
                <a:lnTo>
                  <a:pt x="18230" y="0"/>
                </a:lnTo>
                <a:moveTo>
                  <a:pt x="18390" y="0"/>
                </a:moveTo>
                <a:lnTo>
                  <a:pt x="18490" y="0"/>
                </a:lnTo>
                <a:lnTo>
                  <a:pt x="18490" y="20"/>
                </a:lnTo>
                <a:lnTo>
                  <a:pt x="18390" y="20"/>
                </a:lnTo>
                <a:lnTo>
                  <a:pt x="18390" y="0"/>
                </a:lnTo>
                <a:moveTo>
                  <a:pt x="18550" y="0"/>
                </a:moveTo>
                <a:lnTo>
                  <a:pt x="18650" y="0"/>
                </a:lnTo>
                <a:lnTo>
                  <a:pt x="18650" y="20"/>
                </a:lnTo>
                <a:lnTo>
                  <a:pt x="18550" y="20"/>
                </a:lnTo>
                <a:lnTo>
                  <a:pt x="18550" y="0"/>
                </a:lnTo>
                <a:moveTo>
                  <a:pt x="18710" y="0"/>
                </a:moveTo>
                <a:lnTo>
                  <a:pt x="18810" y="0"/>
                </a:lnTo>
                <a:lnTo>
                  <a:pt x="18810" y="20"/>
                </a:lnTo>
                <a:lnTo>
                  <a:pt x="18710" y="20"/>
                </a:lnTo>
                <a:lnTo>
                  <a:pt x="18710" y="0"/>
                </a:lnTo>
                <a:moveTo>
                  <a:pt x="18870" y="0"/>
                </a:moveTo>
                <a:lnTo>
                  <a:pt x="18970" y="0"/>
                </a:lnTo>
                <a:lnTo>
                  <a:pt x="18970" y="20"/>
                </a:lnTo>
                <a:lnTo>
                  <a:pt x="18870" y="20"/>
                </a:lnTo>
                <a:lnTo>
                  <a:pt x="18870" y="0"/>
                </a:lnTo>
                <a:moveTo>
                  <a:pt x="19030" y="0"/>
                </a:moveTo>
                <a:lnTo>
                  <a:pt x="19129" y="0"/>
                </a:lnTo>
                <a:lnTo>
                  <a:pt x="19129" y="20"/>
                </a:lnTo>
                <a:lnTo>
                  <a:pt x="19030" y="20"/>
                </a:lnTo>
                <a:lnTo>
                  <a:pt x="19030" y="0"/>
                </a:lnTo>
                <a:moveTo>
                  <a:pt x="19189" y="0"/>
                </a:moveTo>
                <a:lnTo>
                  <a:pt x="19289" y="0"/>
                </a:lnTo>
                <a:lnTo>
                  <a:pt x="19289" y="20"/>
                </a:lnTo>
                <a:lnTo>
                  <a:pt x="19189" y="20"/>
                </a:lnTo>
                <a:lnTo>
                  <a:pt x="19189" y="0"/>
                </a:lnTo>
                <a:moveTo>
                  <a:pt x="19349" y="0"/>
                </a:moveTo>
                <a:lnTo>
                  <a:pt x="19449" y="0"/>
                </a:lnTo>
                <a:lnTo>
                  <a:pt x="19449" y="20"/>
                </a:lnTo>
                <a:lnTo>
                  <a:pt x="19349" y="20"/>
                </a:lnTo>
                <a:lnTo>
                  <a:pt x="19349" y="0"/>
                </a:lnTo>
                <a:moveTo>
                  <a:pt x="19509" y="0"/>
                </a:moveTo>
                <a:lnTo>
                  <a:pt x="19609" y="0"/>
                </a:lnTo>
                <a:lnTo>
                  <a:pt x="19609" y="20"/>
                </a:lnTo>
                <a:lnTo>
                  <a:pt x="19509" y="20"/>
                </a:lnTo>
                <a:lnTo>
                  <a:pt x="19509" y="0"/>
                </a:lnTo>
                <a:moveTo>
                  <a:pt x="19619" y="70"/>
                </a:moveTo>
                <a:lnTo>
                  <a:pt x="19619" y="170"/>
                </a:lnTo>
                <a:lnTo>
                  <a:pt x="19599" y="170"/>
                </a:lnTo>
                <a:lnTo>
                  <a:pt x="19599" y="70"/>
                </a:lnTo>
                <a:lnTo>
                  <a:pt x="19619" y="70"/>
                </a:lnTo>
                <a:moveTo>
                  <a:pt x="19619" y="230"/>
                </a:moveTo>
                <a:lnTo>
                  <a:pt x="19619" y="330"/>
                </a:lnTo>
                <a:lnTo>
                  <a:pt x="19599" y="330"/>
                </a:lnTo>
                <a:lnTo>
                  <a:pt x="19599" y="230"/>
                </a:lnTo>
                <a:lnTo>
                  <a:pt x="19619" y="230"/>
                </a:lnTo>
                <a:moveTo>
                  <a:pt x="19619" y="390"/>
                </a:moveTo>
                <a:lnTo>
                  <a:pt x="19619" y="490"/>
                </a:lnTo>
                <a:lnTo>
                  <a:pt x="19599" y="490"/>
                </a:lnTo>
                <a:lnTo>
                  <a:pt x="19599" y="390"/>
                </a:lnTo>
                <a:lnTo>
                  <a:pt x="19619" y="390"/>
                </a:lnTo>
                <a:moveTo>
                  <a:pt x="19619" y="550"/>
                </a:moveTo>
                <a:lnTo>
                  <a:pt x="19619" y="650"/>
                </a:lnTo>
                <a:lnTo>
                  <a:pt x="19599" y="650"/>
                </a:lnTo>
                <a:lnTo>
                  <a:pt x="19599" y="550"/>
                </a:lnTo>
                <a:lnTo>
                  <a:pt x="19619" y="550"/>
                </a:lnTo>
                <a:moveTo>
                  <a:pt x="19619" y="710"/>
                </a:moveTo>
                <a:lnTo>
                  <a:pt x="19619" y="809"/>
                </a:lnTo>
                <a:lnTo>
                  <a:pt x="19599" y="809"/>
                </a:lnTo>
                <a:lnTo>
                  <a:pt x="19599" y="710"/>
                </a:lnTo>
                <a:lnTo>
                  <a:pt x="19619" y="710"/>
                </a:lnTo>
                <a:moveTo>
                  <a:pt x="19619" y="869"/>
                </a:moveTo>
                <a:lnTo>
                  <a:pt x="19619" y="969"/>
                </a:lnTo>
                <a:lnTo>
                  <a:pt x="19599" y="969"/>
                </a:lnTo>
                <a:lnTo>
                  <a:pt x="19599" y="869"/>
                </a:lnTo>
                <a:lnTo>
                  <a:pt x="19619" y="869"/>
                </a:lnTo>
                <a:moveTo>
                  <a:pt x="19619" y="1029"/>
                </a:moveTo>
                <a:lnTo>
                  <a:pt x="19619" y="1129"/>
                </a:lnTo>
                <a:lnTo>
                  <a:pt x="19599" y="1129"/>
                </a:lnTo>
                <a:lnTo>
                  <a:pt x="19599" y="1029"/>
                </a:lnTo>
                <a:lnTo>
                  <a:pt x="19619" y="1029"/>
                </a:lnTo>
                <a:moveTo>
                  <a:pt x="19619" y="1189"/>
                </a:moveTo>
                <a:lnTo>
                  <a:pt x="19619" y="1289"/>
                </a:lnTo>
                <a:lnTo>
                  <a:pt x="19599" y="1289"/>
                </a:lnTo>
                <a:lnTo>
                  <a:pt x="19599" y="1189"/>
                </a:lnTo>
                <a:lnTo>
                  <a:pt x="19619" y="1189"/>
                </a:lnTo>
                <a:moveTo>
                  <a:pt x="19619" y="1349"/>
                </a:moveTo>
                <a:lnTo>
                  <a:pt x="19619" y="1449"/>
                </a:lnTo>
                <a:lnTo>
                  <a:pt x="19599" y="1449"/>
                </a:lnTo>
                <a:lnTo>
                  <a:pt x="19599" y="1349"/>
                </a:lnTo>
                <a:lnTo>
                  <a:pt x="19619" y="1349"/>
                </a:lnTo>
                <a:moveTo>
                  <a:pt x="19619" y="1509"/>
                </a:moveTo>
                <a:lnTo>
                  <a:pt x="19619" y="1609"/>
                </a:lnTo>
                <a:lnTo>
                  <a:pt x="19599" y="1609"/>
                </a:lnTo>
                <a:lnTo>
                  <a:pt x="19599" y="1509"/>
                </a:lnTo>
                <a:lnTo>
                  <a:pt x="19619" y="1509"/>
                </a:lnTo>
                <a:moveTo>
                  <a:pt x="19619" y="1669"/>
                </a:moveTo>
                <a:lnTo>
                  <a:pt x="19619" y="1769"/>
                </a:lnTo>
                <a:lnTo>
                  <a:pt x="19599" y="1769"/>
                </a:lnTo>
                <a:lnTo>
                  <a:pt x="19599" y="1669"/>
                </a:lnTo>
                <a:lnTo>
                  <a:pt x="19619" y="1669"/>
                </a:lnTo>
                <a:moveTo>
                  <a:pt x="19619" y="1829"/>
                </a:moveTo>
                <a:lnTo>
                  <a:pt x="19619" y="1929"/>
                </a:lnTo>
                <a:lnTo>
                  <a:pt x="19599" y="1929"/>
                </a:lnTo>
                <a:lnTo>
                  <a:pt x="19599" y="1829"/>
                </a:lnTo>
                <a:lnTo>
                  <a:pt x="19619" y="1829"/>
                </a:lnTo>
                <a:moveTo>
                  <a:pt x="19619" y="1989"/>
                </a:moveTo>
                <a:lnTo>
                  <a:pt x="19619" y="2089"/>
                </a:lnTo>
                <a:lnTo>
                  <a:pt x="19599" y="2089"/>
                </a:lnTo>
                <a:lnTo>
                  <a:pt x="19599" y="1989"/>
                </a:lnTo>
                <a:lnTo>
                  <a:pt x="19619" y="1989"/>
                </a:lnTo>
                <a:moveTo>
                  <a:pt x="19619" y="2149"/>
                </a:moveTo>
                <a:lnTo>
                  <a:pt x="19619" y="2248"/>
                </a:lnTo>
                <a:lnTo>
                  <a:pt x="19599" y="2248"/>
                </a:lnTo>
                <a:lnTo>
                  <a:pt x="19599" y="2149"/>
                </a:lnTo>
                <a:lnTo>
                  <a:pt x="19619" y="2149"/>
                </a:lnTo>
                <a:moveTo>
                  <a:pt x="19619" y="2308"/>
                </a:moveTo>
                <a:lnTo>
                  <a:pt x="19619" y="2408"/>
                </a:lnTo>
                <a:lnTo>
                  <a:pt x="19599" y="2408"/>
                </a:lnTo>
                <a:lnTo>
                  <a:pt x="19599" y="2308"/>
                </a:lnTo>
                <a:lnTo>
                  <a:pt x="19619" y="2308"/>
                </a:lnTo>
                <a:moveTo>
                  <a:pt x="19619" y="2469"/>
                </a:moveTo>
                <a:lnTo>
                  <a:pt x="19619" y="2569"/>
                </a:lnTo>
                <a:lnTo>
                  <a:pt x="19599" y="2569"/>
                </a:lnTo>
                <a:lnTo>
                  <a:pt x="19599" y="2469"/>
                </a:lnTo>
                <a:lnTo>
                  <a:pt x="19619" y="2469"/>
                </a:lnTo>
                <a:moveTo>
                  <a:pt x="19619" y="2629"/>
                </a:moveTo>
                <a:lnTo>
                  <a:pt x="19619" y="2699"/>
                </a:lnTo>
                <a:lnTo>
                  <a:pt x="19569" y="2699"/>
                </a:lnTo>
                <a:lnTo>
                  <a:pt x="19569" y="2679"/>
                </a:lnTo>
                <a:lnTo>
                  <a:pt x="19609" y="2679"/>
                </a:lnTo>
                <a:lnTo>
                  <a:pt x="19609" y="2689"/>
                </a:lnTo>
                <a:lnTo>
                  <a:pt x="19599" y="2689"/>
                </a:lnTo>
                <a:lnTo>
                  <a:pt x="19599" y="2629"/>
                </a:lnTo>
                <a:lnTo>
                  <a:pt x="19619" y="2629"/>
                </a:lnTo>
                <a:moveTo>
                  <a:pt x="19509" y="2699"/>
                </a:moveTo>
                <a:lnTo>
                  <a:pt x="19409" y="2699"/>
                </a:lnTo>
                <a:lnTo>
                  <a:pt x="19409" y="2679"/>
                </a:lnTo>
                <a:lnTo>
                  <a:pt x="19509" y="2679"/>
                </a:lnTo>
                <a:lnTo>
                  <a:pt x="19509" y="2699"/>
                </a:lnTo>
                <a:moveTo>
                  <a:pt x="19349" y="2699"/>
                </a:moveTo>
                <a:lnTo>
                  <a:pt x="19249" y="2699"/>
                </a:lnTo>
                <a:lnTo>
                  <a:pt x="19249" y="2679"/>
                </a:lnTo>
                <a:lnTo>
                  <a:pt x="19349" y="2679"/>
                </a:lnTo>
                <a:lnTo>
                  <a:pt x="19349" y="2699"/>
                </a:lnTo>
                <a:moveTo>
                  <a:pt x="19189" y="2699"/>
                </a:moveTo>
                <a:lnTo>
                  <a:pt x="19089" y="2699"/>
                </a:lnTo>
                <a:lnTo>
                  <a:pt x="19089" y="2679"/>
                </a:lnTo>
                <a:lnTo>
                  <a:pt x="19189" y="2679"/>
                </a:lnTo>
                <a:lnTo>
                  <a:pt x="19189" y="2699"/>
                </a:lnTo>
                <a:moveTo>
                  <a:pt x="19030" y="2699"/>
                </a:moveTo>
                <a:lnTo>
                  <a:pt x="18930" y="2699"/>
                </a:lnTo>
                <a:lnTo>
                  <a:pt x="18930" y="2679"/>
                </a:lnTo>
                <a:lnTo>
                  <a:pt x="19030" y="2679"/>
                </a:lnTo>
                <a:lnTo>
                  <a:pt x="19030" y="2699"/>
                </a:lnTo>
                <a:moveTo>
                  <a:pt x="18870" y="2699"/>
                </a:moveTo>
                <a:lnTo>
                  <a:pt x="18770" y="2699"/>
                </a:lnTo>
                <a:lnTo>
                  <a:pt x="18770" y="2679"/>
                </a:lnTo>
                <a:lnTo>
                  <a:pt x="18870" y="2679"/>
                </a:lnTo>
                <a:lnTo>
                  <a:pt x="18870" y="2699"/>
                </a:lnTo>
                <a:moveTo>
                  <a:pt x="18710" y="2699"/>
                </a:moveTo>
                <a:lnTo>
                  <a:pt x="18610" y="2699"/>
                </a:lnTo>
                <a:lnTo>
                  <a:pt x="18610" y="2679"/>
                </a:lnTo>
                <a:lnTo>
                  <a:pt x="18710" y="2679"/>
                </a:lnTo>
                <a:lnTo>
                  <a:pt x="18710" y="2699"/>
                </a:lnTo>
                <a:moveTo>
                  <a:pt x="18550" y="2699"/>
                </a:moveTo>
                <a:lnTo>
                  <a:pt x="18450" y="2699"/>
                </a:lnTo>
                <a:lnTo>
                  <a:pt x="18450" y="2679"/>
                </a:lnTo>
                <a:lnTo>
                  <a:pt x="18550" y="2679"/>
                </a:lnTo>
                <a:lnTo>
                  <a:pt x="18550" y="2699"/>
                </a:lnTo>
                <a:moveTo>
                  <a:pt x="18390" y="2699"/>
                </a:moveTo>
                <a:lnTo>
                  <a:pt x="18290" y="2699"/>
                </a:lnTo>
                <a:lnTo>
                  <a:pt x="18290" y="2679"/>
                </a:lnTo>
                <a:lnTo>
                  <a:pt x="18390" y="2679"/>
                </a:lnTo>
                <a:lnTo>
                  <a:pt x="18390" y="2699"/>
                </a:lnTo>
                <a:moveTo>
                  <a:pt x="18230" y="2699"/>
                </a:moveTo>
                <a:lnTo>
                  <a:pt x="18131" y="2699"/>
                </a:lnTo>
                <a:lnTo>
                  <a:pt x="18131" y="2679"/>
                </a:lnTo>
                <a:lnTo>
                  <a:pt x="18230" y="2679"/>
                </a:lnTo>
                <a:lnTo>
                  <a:pt x="18230" y="2699"/>
                </a:lnTo>
                <a:moveTo>
                  <a:pt x="18071" y="2699"/>
                </a:moveTo>
                <a:lnTo>
                  <a:pt x="17971" y="2699"/>
                </a:lnTo>
                <a:lnTo>
                  <a:pt x="17971" y="2679"/>
                </a:lnTo>
                <a:lnTo>
                  <a:pt x="18071" y="2679"/>
                </a:lnTo>
                <a:lnTo>
                  <a:pt x="18071" y="2699"/>
                </a:lnTo>
                <a:moveTo>
                  <a:pt x="17911" y="2699"/>
                </a:moveTo>
                <a:lnTo>
                  <a:pt x="17811" y="2699"/>
                </a:lnTo>
                <a:lnTo>
                  <a:pt x="17811" y="2679"/>
                </a:lnTo>
                <a:lnTo>
                  <a:pt x="17911" y="2679"/>
                </a:lnTo>
                <a:lnTo>
                  <a:pt x="17911" y="2699"/>
                </a:lnTo>
                <a:moveTo>
                  <a:pt x="17751" y="2699"/>
                </a:moveTo>
                <a:lnTo>
                  <a:pt x="17651" y="2699"/>
                </a:lnTo>
                <a:lnTo>
                  <a:pt x="17651" y="2679"/>
                </a:lnTo>
                <a:lnTo>
                  <a:pt x="17751" y="2679"/>
                </a:lnTo>
                <a:lnTo>
                  <a:pt x="17751" y="2699"/>
                </a:lnTo>
                <a:moveTo>
                  <a:pt x="17591" y="2699"/>
                </a:moveTo>
                <a:lnTo>
                  <a:pt x="17491" y="2699"/>
                </a:lnTo>
                <a:lnTo>
                  <a:pt x="17491" y="2679"/>
                </a:lnTo>
                <a:lnTo>
                  <a:pt x="17591" y="2679"/>
                </a:lnTo>
                <a:lnTo>
                  <a:pt x="17591" y="2699"/>
                </a:lnTo>
                <a:moveTo>
                  <a:pt x="17431" y="2699"/>
                </a:moveTo>
                <a:lnTo>
                  <a:pt x="17331" y="2699"/>
                </a:lnTo>
                <a:lnTo>
                  <a:pt x="17331" y="2679"/>
                </a:lnTo>
                <a:lnTo>
                  <a:pt x="17431" y="2679"/>
                </a:lnTo>
                <a:lnTo>
                  <a:pt x="17431" y="2699"/>
                </a:lnTo>
                <a:moveTo>
                  <a:pt x="17271" y="2699"/>
                </a:moveTo>
                <a:lnTo>
                  <a:pt x="17172" y="2699"/>
                </a:lnTo>
                <a:lnTo>
                  <a:pt x="17172" y="2679"/>
                </a:lnTo>
                <a:lnTo>
                  <a:pt x="17271" y="2679"/>
                </a:lnTo>
                <a:lnTo>
                  <a:pt x="17271" y="2699"/>
                </a:lnTo>
                <a:moveTo>
                  <a:pt x="17112" y="2699"/>
                </a:moveTo>
                <a:lnTo>
                  <a:pt x="17012" y="2699"/>
                </a:lnTo>
                <a:lnTo>
                  <a:pt x="17012" y="2679"/>
                </a:lnTo>
                <a:lnTo>
                  <a:pt x="17112" y="2679"/>
                </a:lnTo>
                <a:lnTo>
                  <a:pt x="17112" y="2699"/>
                </a:lnTo>
                <a:moveTo>
                  <a:pt x="16952" y="2699"/>
                </a:moveTo>
                <a:lnTo>
                  <a:pt x="16852" y="2699"/>
                </a:lnTo>
                <a:lnTo>
                  <a:pt x="16852" y="2679"/>
                </a:lnTo>
                <a:lnTo>
                  <a:pt x="16952" y="2679"/>
                </a:lnTo>
                <a:lnTo>
                  <a:pt x="16952" y="2699"/>
                </a:lnTo>
                <a:moveTo>
                  <a:pt x="16792" y="2699"/>
                </a:moveTo>
                <a:lnTo>
                  <a:pt x="16692" y="2699"/>
                </a:lnTo>
                <a:lnTo>
                  <a:pt x="16692" y="2679"/>
                </a:lnTo>
                <a:lnTo>
                  <a:pt x="16792" y="2679"/>
                </a:lnTo>
                <a:lnTo>
                  <a:pt x="16792" y="2699"/>
                </a:lnTo>
                <a:moveTo>
                  <a:pt x="16632" y="2699"/>
                </a:moveTo>
                <a:lnTo>
                  <a:pt x="16532" y="2699"/>
                </a:lnTo>
                <a:lnTo>
                  <a:pt x="16532" y="2679"/>
                </a:lnTo>
                <a:lnTo>
                  <a:pt x="16632" y="2679"/>
                </a:lnTo>
                <a:lnTo>
                  <a:pt x="16632" y="2699"/>
                </a:lnTo>
                <a:moveTo>
                  <a:pt x="16472" y="2699"/>
                </a:moveTo>
                <a:lnTo>
                  <a:pt x="16372" y="2699"/>
                </a:lnTo>
                <a:lnTo>
                  <a:pt x="16372" y="2679"/>
                </a:lnTo>
                <a:lnTo>
                  <a:pt x="16472" y="2679"/>
                </a:lnTo>
                <a:lnTo>
                  <a:pt x="16472" y="2699"/>
                </a:lnTo>
                <a:moveTo>
                  <a:pt x="16313" y="2699"/>
                </a:moveTo>
                <a:lnTo>
                  <a:pt x="16213" y="2699"/>
                </a:lnTo>
                <a:lnTo>
                  <a:pt x="16213" y="2679"/>
                </a:lnTo>
                <a:lnTo>
                  <a:pt x="16313" y="2679"/>
                </a:lnTo>
                <a:lnTo>
                  <a:pt x="16313" y="2699"/>
                </a:lnTo>
                <a:moveTo>
                  <a:pt x="16153" y="2699"/>
                </a:moveTo>
                <a:lnTo>
                  <a:pt x="16053" y="2699"/>
                </a:lnTo>
                <a:lnTo>
                  <a:pt x="16053" y="2679"/>
                </a:lnTo>
                <a:lnTo>
                  <a:pt x="16153" y="2679"/>
                </a:lnTo>
                <a:lnTo>
                  <a:pt x="16153" y="2699"/>
                </a:lnTo>
                <a:moveTo>
                  <a:pt x="15993" y="2699"/>
                </a:moveTo>
                <a:lnTo>
                  <a:pt x="15893" y="2699"/>
                </a:lnTo>
                <a:lnTo>
                  <a:pt x="15893" y="2679"/>
                </a:lnTo>
                <a:lnTo>
                  <a:pt x="15993" y="2679"/>
                </a:lnTo>
                <a:lnTo>
                  <a:pt x="15993" y="2699"/>
                </a:lnTo>
                <a:moveTo>
                  <a:pt x="15833" y="2699"/>
                </a:moveTo>
                <a:lnTo>
                  <a:pt x="15733" y="2699"/>
                </a:lnTo>
                <a:lnTo>
                  <a:pt x="15733" y="2679"/>
                </a:lnTo>
                <a:lnTo>
                  <a:pt x="15833" y="2679"/>
                </a:lnTo>
                <a:lnTo>
                  <a:pt x="15833" y="2699"/>
                </a:lnTo>
                <a:moveTo>
                  <a:pt x="15673" y="2699"/>
                </a:moveTo>
                <a:lnTo>
                  <a:pt x="15573" y="2699"/>
                </a:lnTo>
                <a:lnTo>
                  <a:pt x="15573" y="2679"/>
                </a:lnTo>
                <a:lnTo>
                  <a:pt x="15673" y="2679"/>
                </a:lnTo>
                <a:lnTo>
                  <a:pt x="15673" y="2699"/>
                </a:lnTo>
                <a:moveTo>
                  <a:pt x="15513" y="2699"/>
                </a:moveTo>
                <a:lnTo>
                  <a:pt x="15414" y="2699"/>
                </a:lnTo>
                <a:lnTo>
                  <a:pt x="15414" y="2679"/>
                </a:lnTo>
                <a:lnTo>
                  <a:pt x="15513" y="2679"/>
                </a:lnTo>
                <a:lnTo>
                  <a:pt x="15513" y="2699"/>
                </a:lnTo>
                <a:moveTo>
                  <a:pt x="15354" y="2699"/>
                </a:moveTo>
                <a:lnTo>
                  <a:pt x="15254" y="2699"/>
                </a:lnTo>
                <a:lnTo>
                  <a:pt x="15254" y="2679"/>
                </a:lnTo>
                <a:lnTo>
                  <a:pt x="15354" y="2679"/>
                </a:lnTo>
                <a:lnTo>
                  <a:pt x="15354" y="2699"/>
                </a:lnTo>
                <a:moveTo>
                  <a:pt x="15194" y="2699"/>
                </a:moveTo>
                <a:lnTo>
                  <a:pt x="15094" y="2699"/>
                </a:lnTo>
                <a:lnTo>
                  <a:pt x="15094" y="2679"/>
                </a:lnTo>
                <a:lnTo>
                  <a:pt x="15194" y="2679"/>
                </a:lnTo>
                <a:lnTo>
                  <a:pt x="15194" y="2699"/>
                </a:lnTo>
                <a:moveTo>
                  <a:pt x="15034" y="2699"/>
                </a:moveTo>
                <a:lnTo>
                  <a:pt x="14934" y="2699"/>
                </a:lnTo>
                <a:lnTo>
                  <a:pt x="14934" y="2679"/>
                </a:lnTo>
                <a:lnTo>
                  <a:pt x="15034" y="2679"/>
                </a:lnTo>
                <a:lnTo>
                  <a:pt x="15034" y="2699"/>
                </a:lnTo>
                <a:moveTo>
                  <a:pt x="14874" y="2699"/>
                </a:moveTo>
                <a:lnTo>
                  <a:pt x="14774" y="2699"/>
                </a:lnTo>
                <a:lnTo>
                  <a:pt x="14774" y="2679"/>
                </a:lnTo>
                <a:lnTo>
                  <a:pt x="14874" y="2679"/>
                </a:lnTo>
                <a:lnTo>
                  <a:pt x="14874" y="2699"/>
                </a:lnTo>
                <a:moveTo>
                  <a:pt x="14714" y="2699"/>
                </a:moveTo>
                <a:lnTo>
                  <a:pt x="14614" y="2699"/>
                </a:lnTo>
                <a:lnTo>
                  <a:pt x="14614" y="2679"/>
                </a:lnTo>
                <a:lnTo>
                  <a:pt x="14714" y="2679"/>
                </a:lnTo>
                <a:lnTo>
                  <a:pt x="14714" y="2699"/>
                </a:lnTo>
                <a:moveTo>
                  <a:pt x="14554" y="2699"/>
                </a:moveTo>
                <a:lnTo>
                  <a:pt x="14455" y="2699"/>
                </a:lnTo>
                <a:lnTo>
                  <a:pt x="14455" y="2679"/>
                </a:lnTo>
                <a:lnTo>
                  <a:pt x="14554" y="2679"/>
                </a:lnTo>
                <a:lnTo>
                  <a:pt x="14554" y="2699"/>
                </a:lnTo>
                <a:moveTo>
                  <a:pt x="14395" y="2699"/>
                </a:moveTo>
                <a:lnTo>
                  <a:pt x="14295" y="2699"/>
                </a:lnTo>
                <a:lnTo>
                  <a:pt x="14295" y="2679"/>
                </a:lnTo>
                <a:lnTo>
                  <a:pt x="14395" y="2679"/>
                </a:lnTo>
                <a:lnTo>
                  <a:pt x="14395" y="2699"/>
                </a:lnTo>
                <a:moveTo>
                  <a:pt x="14235" y="2699"/>
                </a:moveTo>
                <a:lnTo>
                  <a:pt x="14135" y="2699"/>
                </a:lnTo>
                <a:lnTo>
                  <a:pt x="14135" y="2679"/>
                </a:lnTo>
                <a:lnTo>
                  <a:pt x="14235" y="2679"/>
                </a:lnTo>
                <a:lnTo>
                  <a:pt x="14235" y="2699"/>
                </a:lnTo>
                <a:moveTo>
                  <a:pt x="14075" y="2699"/>
                </a:moveTo>
                <a:lnTo>
                  <a:pt x="13975" y="2699"/>
                </a:lnTo>
                <a:lnTo>
                  <a:pt x="13975" y="2679"/>
                </a:lnTo>
                <a:lnTo>
                  <a:pt x="14075" y="2679"/>
                </a:lnTo>
                <a:lnTo>
                  <a:pt x="14075" y="2699"/>
                </a:lnTo>
                <a:moveTo>
                  <a:pt x="13915" y="2699"/>
                </a:moveTo>
                <a:lnTo>
                  <a:pt x="13815" y="2699"/>
                </a:lnTo>
                <a:lnTo>
                  <a:pt x="13815" y="2679"/>
                </a:lnTo>
                <a:lnTo>
                  <a:pt x="13915" y="2679"/>
                </a:lnTo>
                <a:lnTo>
                  <a:pt x="13915" y="2699"/>
                </a:lnTo>
                <a:moveTo>
                  <a:pt x="13755" y="2699"/>
                </a:moveTo>
                <a:lnTo>
                  <a:pt x="13655" y="2699"/>
                </a:lnTo>
                <a:lnTo>
                  <a:pt x="13655" y="2679"/>
                </a:lnTo>
                <a:lnTo>
                  <a:pt x="13755" y="2679"/>
                </a:lnTo>
                <a:lnTo>
                  <a:pt x="13755" y="2699"/>
                </a:lnTo>
                <a:moveTo>
                  <a:pt x="13596" y="2699"/>
                </a:moveTo>
                <a:lnTo>
                  <a:pt x="13496" y="2699"/>
                </a:lnTo>
                <a:lnTo>
                  <a:pt x="13496" y="2679"/>
                </a:lnTo>
                <a:lnTo>
                  <a:pt x="13596" y="2679"/>
                </a:lnTo>
                <a:lnTo>
                  <a:pt x="13596" y="2699"/>
                </a:lnTo>
                <a:moveTo>
                  <a:pt x="13436" y="2699"/>
                </a:moveTo>
                <a:lnTo>
                  <a:pt x="13336" y="2699"/>
                </a:lnTo>
                <a:lnTo>
                  <a:pt x="13336" y="2679"/>
                </a:lnTo>
                <a:lnTo>
                  <a:pt x="13436" y="2679"/>
                </a:lnTo>
                <a:lnTo>
                  <a:pt x="13436" y="2699"/>
                </a:lnTo>
                <a:moveTo>
                  <a:pt x="13276" y="2699"/>
                </a:moveTo>
                <a:lnTo>
                  <a:pt x="13176" y="2699"/>
                </a:lnTo>
                <a:lnTo>
                  <a:pt x="13176" y="2679"/>
                </a:lnTo>
                <a:lnTo>
                  <a:pt x="13276" y="2679"/>
                </a:lnTo>
                <a:lnTo>
                  <a:pt x="13276" y="2699"/>
                </a:lnTo>
                <a:moveTo>
                  <a:pt x="13116" y="2699"/>
                </a:moveTo>
                <a:lnTo>
                  <a:pt x="13016" y="2699"/>
                </a:lnTo>
                <a:lnTo>
                  <a:pt x="13016" y="2679"/>
                </a:lnTo>
                <a:lnTo>
                  <a:pt x="13116" y="2679"/>
                </a:lnTo>
                <a:lnTo>
                  <a:pt x="13116" y="2699"/>
                </a:lnTo>
                <a:moveTo>
                  <a:pt x="12956" y="2699"/>
                </a:moveTo>
                <a:lnTo>
                  <a:pt x="12856" y="2699"/>
                </a:lnTo>
                <a:lnTo>
                  <a:pt x="12856" y="2679"/>
                </a:lnTo>
                <a:lnTo>
                  <a:pt x="12956" y="2679"/>
                </a:lnTo>
                <a:lnTo>
                  <a:pt x="12956" y="2699"/>
                </a:lnTo>
                <a:moveTo>
                  <a:pt x="12796" y="2699"/>
                </a:moveTo>
                <a:lnTo>
                  <a:pt x="12697" y="2699"/>
                </a:lnTo>
                <a:lnTo>
                  <a:pt x="12697" y="2679"/>
                </a:lnTo>
                <a:lnTo>
                  <a:pt x="12796" y="2679"/>
                </a:lnTo>
                <a:lnTo>
                  <a:pt x="12796" y="2699"/>
                </a:lnTo>
                <a:moveTo>
                  <a:pt x="12637" y="2699"/>
                </a:moveTo>
                <a:lnTo>
                  <a:pt x="12537" y="2699"/>
                </a:lnTo>
                <a:lnTo>
                  <a:pt x="12537" y="2679"/>
                </a:lnTo>
                <a:lnTo>
                  <a:pt x="12637" y="2679"/>
                </a:lnTo>
                <a:lnTo>
                  <a:pt x="12637" y="2699"/>
                </a:lnTo>
                <a:moveTo>
                  <a:pt x="12477" y="2699"/>
                </a:moveTo>
                <a:lnTo>
                  <a:pt x="12377" y="2699"/>
                </a:lnTo>
                <a:lnTo>
                  <a:pt x="12377" y="2679"/>
                </a:lnTo>
                <a:lnTo>
                  <a:pt x="12477" y="2679"/>
                </a:lnTo>
                <a:lnTo>
                  <a:pt x="12477" y="2699"/>
                </a:lnTo>
                <a:moveTo>
                  <a:pt x="12317" y="2699"/>
                </a:moveTo>
                <a:lnTo>
                  <a:pt x="12217" y="2699"/>
                </a:lnTo>
                <a:lnTo>
                  <a:pt x="12217" y="2679"/>
                </a:lnTo>
                <a:lnTo>
                  <a:pt x="12317" y="2679"/>
                </a:lnTo>
                <a:lnTo>
                  <a:pt x="12317" y="2699"/>
                </a:lnTo>
                <a:moveTo>
                  <a:pt x="12157" y="2699"/>
                </a:moveTo>
                <a:lnTo>
                  <a:pt x="12057" y="2699"/>
                </a:lnTo>
                <a:lnTo>
                  <a:pt x="12057" y="2679"/>
                </a:lnTo>
                <a:lnTo>
                  <a:pt x="12157" y="2679"/>
                </a:lnTo>
                <a:lnTo>
                  <a:pt x="12157" y="2699"/>
                </a:lnTo>
                <a:moveTo>
                  <a:pt x="11997" y="2699"/>
                </a:moveTo>
                <a:lnTo>
                  <a:pt x="11897" y="2699"/>
                </a:lnTo>
                <a:lnTo>
                  <a:pt x="11897" y="2679"/>
                </a:lnTo>
                <a:lnTo>
                  <a:pt x="11997" y="2679"/>
                </a:lnTo>
                <a:lnTo>
                  <a:pt x="11997" y="2699"/>
                </a:lnTo>
                <a:moveTo>
                  <a:pt x="11838" y="2699"/>
                </a:moveTo>
                <a:lnTo>
                  <a:pt x="11738" y="2699"/>
                </a:lnTo>
                <a:lnTo>
                  <a:pt x="11738" y="2679"/>
                </a:lnTo>
                <a:lnTo>
                  <a:pt x="11838" y="2679"/>
                </a:lnTo>
                <a:lnTo>
                  <a:pt x="11838" y="2699"/>
                </a:lnTo>
                <a:moveTo>
                  <a:pt x="11678" y="2699"/>
                </a:moveTo>
                <a:lnTo>
                  <a:pt x="11578" y="2699"/>
                </a:lnTo>
                <a:lnTo>
                  <a:pt x="11578" y="2679"/>
                </a:lnTo>
                <a:lnTo>
                  <a:pt x="11678" y="2679"/>
                </a:lnTo>
                <a:lnTo>
                  <a:pt x="11678" y="2699"/>
                </a:lnTo>
                <a:moveTo>
                  <a:pt x="11518" y="2699"/>
                </a:moveTo>
                <a:lnTo>
                  <a:pt x="11418" y="2699"/>
                </a:lnTo>
                <a:lnTo>
                  <a:pt x="11418" y="2679"/>
                </a:lnTo>
                <a:lnTo>
                  <a:pt x="11518" y="2679"/>
                </a:lnTo>
                <a:lnTo>
                  <a:pt x="11518" y="2699"/>
                </a:lnTo>
                <a:moveTo>
                  <a:pt x="11358" y="2699"/>
                </a:moveTo>
                <a:lnTo>
                  <a:pt x="11258" y="2699"/>
                </a:lnTo>
                <a:lnTo>
                  <a:pt x="11258" y="2679"/>
                </a:lnTo>
                <a:lnTo>
                  <a:pt x="11358" y="2679"/>
                </a:lnTo>
                <a:lnTo>
                  <a:pt x="11358" y="2699"/>
                </a:lnTo>
                <a:moveTo>
                  <a:pt x="11198" y="2699"/>
                </a:moveTo>
                <a:lnTo>
                  <a:pt x="11098" y="2699"/>
                </a:lnTo>
                <a:lnTo>
                  <a:pt x="11098" y="2679"/>
                </a:lnTo>
                <a:lnTo>
                  <a:pt x="11198" y="2679"/>
                </a:lnTo>
                <a:lnTo>
                  <a:pt x="11198" y="2699"/>
                </a:lnTo>
                <a:moveTo>
                  <a:pt x="11038" y="2699"/>
                </a:moveTo>
                <a:lnTo>
                  <a:pt x="10939" y="2699"/>
                </a:lnTo>
                <a:lnTo>
                  <a:pt x="10939" y="2679"/>
                </a:lnTo>
                <a:lnTo>
                  <a:pt x="11038" y="2679"/>
                </a:lnTo>
                <a:lnTo>
                  <a:pt x="11038" y="2699"/>
                </a:lnTo>
                <a:moveTo>
                  <a:pt x="10879" y="2699"/>
                </a:moveTo>
                <a:lnTo>
                  <a:pt x="10779" y="2699"/>
                </a:lnTo>
                <a:lnTo>
                  <a:pt x="10779" y="2679"/>
                </a:lnTo>
                <a:lnTo>
                  <a:pt x="10879" y="2679"/>
                </a:lnTo>
                <a:lnTo>
                  <a:pt x="10879" y="2699"/>
                </a:lnTo>
                <a:moveTo>
                  <a:pt x="10719" y="2699"/>
                </a:moveTo>
                <a:lnTo>
                  <a:pt x="10619" y="2699"/>
                </a:lnTo>
                <a:lnTo>
                  <a:pt x="10619" y="2679"/>
                </a:lnTo>
                <a:lnTo>
                  <a:pt x="10719" y="2679"/>
                </a:lnTo>
                <a:lnTo>
                  <a:pt x="10719" y="2699"/>
                </a:lnTo>
                <a:moveTo>
                  <a:pt x="10559" y="2699"/>
                </a:moveTo>
                <a:lnTo>
                  <a:pt x="10459" y="2699"/>
                </a:lnTo>
                <a:lnTo>
                  <a:pt x="10459" y="2679"/>
                </a:lnTo>
                <a:lnTo>
                  <a:pt x="10559" y="2679"/>
                </a:lnTo>
                <a:lnTo>
                  <a:pt x="10559" y="2699"/>
                </a:lnTo>
                <a:moveTo>
                  <a:pt x="10399" y="2699"/>
                </a:moveTo>
                <a:lnTo>
                  <a:pt x="10299" y="2699"/>
                </a:lnTo>
                <a:lnTo>
                  <a:pt x="10299" y="2679"/>
                </a:lnTo>
                <a:lnTo>
                  <a:pt x="10399" y="2679"/>
                </a:lnTo>
                <a:lnTo>
                  <a:pt x="10399" y="2699"/>
                </a:lnTo>
                <a:moveTo>
                  <a:pt x="10239" y="2699"/>
                </a:moveTo>
                <a:lnTo>
                  <a:pt x="10139" y="2699"/>
                </a:lnTo>
                <a:lnTo>
                  <a:pt x="10139" y="2679"/>
                </a:lnTo>
                <a:lnTo>
                  <a:pt x="10239" y="2679"/>
                </a:lnTo>
                <a:lnTo>
                  <a:pt x="10239" y="2699"/>
                </a:lnTo>
                <a:moveTo>
                  <a:pt x="10079" y="2699"/>
                </a:moveTo>
                <a:lnTo>
                  <a:pt x="9980" y="2699"/>
                </a:lnTo>
                <a:lnTo>
                  <a:pt x="9980" y="2679"/>
                </a:lnTo>
                <a:lnTo>
                  <a:pt x="10079" y="2679"/>
                </a:lnTo>
                <a:lnTo>
                  <a:pt x="10079" y="2699"/>
                </a:lnTo>
                <a:moveTo>
                  <a:pt x="9920" y="2699"/>
                </a:moveTo>
                <a:lnTo>
                  <a:pt x="9820" y="2699"/>
                </a:lnTo>
                <a:lnTo>
                  <a:pt x="9820" y="2679"/>
                </a:lnTo>
                <a:lnTo>
                  <a:pt x="9920" y="2679"/>
                </a:lnTo>
                <a:lnTo>
                  <a:pt x="9920" y="2699"/>
                </a:lnTo>
                <a:moveTo>
                  <a:pt x="9760" y="2699"/>
                </a:moveTo>
                <a:lnTo>
                  <a:pt x="9660" y="2699"/>
                </a:lnTo>
                <a:lnTo>
                  <a:pt x="9660" y="2679"/>
                </a:lnTo>
                <a:lnTo>
                  <a:pt x="9760" y="2679"/>
                </a:lnTo>
                <a:lnTo>
                  <a:pt x="9760" y="2699"/>
                </a:lnTo>
                <a:moveTo>
                  <a:pt x="9600" y="2699"/>
                </a:moveTo>
                <a:lnTo>
                  <a:pt x="9500" y="2699"/>
                </a:lnTo>
                <a:lnTo>
                  <a:pt x="9500" y="2679"/>
                </a:lnTo>
                <a:lnTo>
                  <a:pt x="9600" y="2679"/>
                </a:lnTo>
                <a:lnTo>
                  <a:pt x="9600" y="2699"/>
                </a:lnTo>
                <a:moveTo>
                  <a:pt x="9440" y="2699"/>
                </a:moveTo>
                <a:lnTo>
                  <a:pt x="9340" y="2699"/>
                </a:lnTo>
                <a:lnTo>
                  <a:pt x="9340" y="2679"/>
                </a:lnTo>
                <a:lnTo>
                  <a:pt x="9440" y="2679"/>
                </a:lnTo>
                <a:lnTo>
                  <a:pt x="9440" y="2699"/>
                </a:lnTo>
                <a:moveTo>
                  <a:pt x="9280" y="2699"/>
                </a:moveTo>
                <a:lnTo>
                  <a:pt x="9180" y="2699"/>
                </a:lnTo>
                <a:lnTo>
                  <a:pt x="9180" y="2679"/>
                </a:lnTo>
                <a:lnTo>
                  <a:pt x="9280" y="2679"/>
                </a:lnTo>
                <a:lnTo>
                  <a:pt x="9280" y="2699"/>
                </a:lnTo>
                <a:moveTo>
                  <a:pt x="9121" y="2699"/>
                </a:moveTo>
                <a:lnTo>
                  <a:pt x="9021" y="2699"/>
                </a:lnTo>
                <a:lnTo>
                  <a:pt x="9021" y="2679"/>
                </a:lnTo>
                <a:lnTo>
                  <a:pt x="9121" y="2679"/>
                </a:lnTo>
                <a:lnTo>
                  <a:pt x="9121" y="2699"/>
                </a:lnTo>
                <a:moveTo>
                  <a:pt x="8961" y="2699"/>
                </a:moveTo>
                <a:lnTo>
                  <a:pt x="8861" y="2699"/>
                </a:lnTo>
                <a:lnTo>
                  <a:pt x="8861" y="2679"/>
                </a:lnTo>
                <a:lnTo>
                  <a:pt x="8961" y="2679"/>
                </a:lnTo>
                <a:lnTo>
                  <a:pt x="8961" y="2699"/>
                </a:lnTo>
                <a:moveTo>
                  <a:pt x="8801" y="2699"/>
                </a:moveTo>
                <a:lnTo>
                  <a:pt x="8701" y="2699"/>
                </a:lnTo>
                <a:lnTo>
                  <a:pt x="8701" y="2679"/>
                </a:lnTo>
                <a:lnTo>
                  <a:pt x="8801" y="2679"/>
                </a:lnTo>
                <a:lnTo>
                  <a:pt x="8801" y="2699"/>
                </a:lnTo>
                <a:moveTo>
                  <a:pt x="8641" y="2699"/>
                </a:moveTo>
                <a:lnTo>
                  <a:pt x="8541" y="2699"/>
                </a:lnTo>
                <a:lnTo>
                  <a:pt x="8541" y="2679"/>
                </a:lnTo>
                <a:lnTo>
                  <a:pt x="8641" y="2679"/>
                </a:lnTo>
                <a:lnTo>
                  <a:pt x="8641" y="2699"/>
                </a:lnTo>
                <a:moveTo>
                  <a:pt x="8481" y="2699"/>
                </a:moveTo>
                <a:lnTo>
                  <a:pt x="8381" y="2699"/>
                </a:lnTo>
                <a:lnTo>
                  <a:pt x="8381" y="2679"/>
                </a:lnTo>
                <a:lnTo>
                  <a:pt x="8481" y="2679"/>
                </a:lnTo>
                <a:lnTo>
                  <a:pt x="8481" y="2699"/>
                </a:lnTo>
                <a:moveTo>
                  <a:pt x="8321" y="2699"/>
                </a:moveTo>
                <a:lnTo>
                  <a:pt x="8222" y="2699"/>
                </a:lnTo>
                <a:lnTo>
                  <a:pt x="8222" y="2679"/>
                </a:lnTo>
                <a:lnTo>
                  <a:pt x="8321" y="2679"/>
                </a:lnTo>
                <a:lnTo>
                  <a:pt x="8321" y="2699"/>
                </a:lnTo>
                <a:moveTo>
                  <a:pt x="8162" y="2699"/>
                </a:moveTo>
                <a:lnTo>
                  <a:pt x="8062" y="2699"/>
                </a:lnTo>
                <a:lnTo>
                  <a:pt x="8062" y="2679"/>
                </a:lnTo>
                <a:lnTo>
                  <a:pt x="8162" y="2679"/>
                </a:lnTo>
                <a:lnTo>
                  <a:pt x="8162" y="2699"/>
                </a:lnTo>
                <a:moveTo>
                  <a:pt x="8002" y="2699"/>
                </a:moveTo>
                <a:lnTo>
                  <a:pt x="7902" y="2699"/>
                </a:lnTo>
                <a:lnTo>
                  <a:pt x="7902" y="2679"/>
                </a:lnTo>
                <a:lnTo>
                  <a:pt x="8002" y="2679"/>
                </a:lnTo>
                <a:lnTo>
                  <a:pt x="8002" y="2699"/>
                </a:lnTo>
                <a:moveTo>
                  <a:pt x="7842" y="2699"/>
                </a:moveTo>
                <a:lnTo>
                  <a:pt x="7742" y="2699"/>
                </a:lnTo>
                <a:lnTo>
                  <a:pt x="7742" y="2679"/>
                </a:lnTo>
                <a:lnTo>
                  <a:pt x="7842" y="2679"/>
                </a:lnTo>
                <a:lnTo>
                  <a:pt x="7842" y="2699"/>
                </a:lnTo>
                <a:moveTo>
                  <a:pt x="7682" y="2699"/>
                </a:moveTo>
                <a:lnTo>
                  <a:pt x="7582" y="2699"/>
                </a:lnTo>
                <a:lnTo>
                  <a:pt x="7582" y="2679"/>
                </a:lnTo>
                <a:lnTo>
                  <a:pt x="7682" y="2679"/>
                </a:lnTo>
                <a:lnTo>
                  <a:pt x="7682" y="2699"/>
                </a:lnTo>
                <a:moveTo>
                  <a:pt x="7522" y="2699"/>
                </a:moveTo>
                <a:lnTo>
                  <a:pt x="7422" y="2699"/>
                </a:lnTo>
                <a:lnTo>
                  <a:pt x="7422" y="2679"/>
                </a:lnTo>
                <a:lnTo>
                  <a:pt x="7522" y="2679"/>
                </a:lnTo>
                <a:lnTo>
                  <a:pt x="7522" y="2699"/>
                </a:lnTo>
                <a:moveTo>
                  <a:pt x="7362" y="2699"/>
                </a:moveTo>
                <a:lnTo>
                  <a:pt x="7263" y="2699"/>
                </a:lnTo>
                <a:lnTo>
                  <a:pt x="7263" y="2679"/>
                </a:lnTo>
                <a:lnTo>
                  <a:pt x="7362" y="2679"/>
                </a:lnTo>
                <a:lnTo>
                  <a:pt x="7362" y="2699"/>
                </a:lnTo>
                <a:moveTo>
                  <a:pt x="7203" y="2699"/>
                </a:moveTo>
                <a:lnTo>
                  <a:pt x="7103" y="2699"/>
                </a:lnTo>
                <a:lnTo>
                  <a:pt x="7103" y="2679"/>
                </a:lnTo>
                <a:lnTo>
                  <a:pt x="7203" y="2679"/>
                </a:lnTo>
                <a:lnTo>
                  <a:pt x="7203" y="2699"/>
                </a:lnTo>
                <a:moveTo>
                  <a:pt x="7043" y="2699"/>
                </a:moveTo>
                <a:lnTo>
                  <a:pt x="6943" y="2699"/>
                </a:lnTo>
                <a:lnTo>
                  <a:pt x="6943" y="2679"/>
                </a:lnTo>
                <a:lnTo>
                  <a:pt x="7043" y="2679"/>
                </a:lnTo>
                <a:lnTo>
                  <a:pt x="7043" y="2699"/>
                </a:lnTo>
                <a:moveTo>
                  <a:pt x="6883" y="2699"/>
                </a:moveTo>
                <a:lnTo>
                  <a:pt x="6783" y="2699"/>
                </a:lnTo>
                <a:lnTo>
                  <a:pt x="6783" y="2679"/>
                </a:lnTo>
                <a:lnTo>
                  <a:pt x="6883" y="2679"/>
                </a:lnTo>
                <a:lnTo>
                  <a:pt x="6883" y="2699"/>
                </a:lnTo>
                <a:moveTo>
                  <a:pt x="6723" y="2699"/>
                </a:moveTo>
                <a:lnTo>
                  <a:pt x="6623" y="2699"/>
                </a:lnTo>
                <a:lnTo>
                  <a:pt x="6623" y="2679"/>
                </a:lnTo>
                <a:lnTo>
                  <a:pt x="6723" y="2679"/>
                </a:lnTo>
                <a:lnTo>
                  <a:pt x="6723" y="2699"/>
                </a:lnTo>
                <a:moveTo>
                  <a:pt x="6563" y="2699"/>
                </a:moveTo>
                <a:lnTo>
                  <a:pt x="6463" y="2699"/>
                </a:lnTo>
                <a:lnTo>
                  <a:pt x="6463" y="2679"/>
                </a:lnTo>
                <a:lnTo>
                  <a:pt x="6563" y="2679"/>
                </a:lnTo>
                <a:lnTo>
                  <a:pt x="6563" y="2699"/>
                </a:lnTo>
                <a:moveTo>
                  <a:pt x="6404" y="2699"/>
                </a:moveTo>
                <a:lnTo>
                  <a:pt x="6303" y="2699"/>
                </a:lnTo>
                <a:lnTo>
                  <a:pt x="6303" y="2679"/>
                </a:lnTo>
                <a:lnTo>
                  <a:pt x="6404" y="2679"/>
                </a:lnTo>
                <a:lnTo>
                  <a:pt x="6404" y="2699"/>
                </a:lnTo>
                <a:moveTo>
                  <a:pt x="6243" y="2699"/>
                </a:moveTo>
                <a:lnTo>
                  <a:pt x="6143" y="2699"/>
                </a:lnTo>
                <a:lnTo>
                  <a:pt x="6143" y="2679"/>
                </a:lnTo>
                <a:lnTo>
                  <a:pt x="6243" y="2679"/>
                </a:lnTo>
                <a:lnTo>
                  <a:pt x="6243" y="2699"/>
                </a:lnTo>
                <a:moveTo>
                  <a:pt x="6083" y="2699"/>
                </a:moveTo>
                <a:lnTo>
                  <a:pt x="5983" y="2699"/>
                </a:lnTo>
                <a:lnTo>
                  <a:pt x="5983" y="2679"/>
                </a:lnTo>
                <a:lnTo>
                  <a:pt x="6083" y="2679"/>
                </a:lnTo>
                <a:lnTo>
                  <a:pt x="6083" y="2699"/>
                </a:lnTo>
                <a:moveTo>
                  <a:pt x="5923" y="2699"/>
                </a:moveTo>
                <a:lnTo>
                  <a:pt x="5823" y="2699"/>
                </a:lnTo>
                <a:lnTo>
                  <a:pt x="5823" y="2679"/>
                </a:lnTo>
                <a:lnTo>
                  <a:pt x="5923" y="2679"/>
                </a:lnTo>
                <a:lnTo>
                  <a:pt x="5923" y="2699"/>
                </a:lnTo>
                <a:moveTo>
                  <a:pt x="5763" y="2699"/>
                </a:moveTo>
                <a:lnTo>
                  <a:pt x="5663" y="2699"/>
                </a:lnTo>
                <a:lnTo>
                  <a:pt x="5663" y="2679"/>
                </a:lnTo>
                <a:lnTo>
                  <a:pt x="5763" y="2679"/>
                </a:lnTo>
                <a:lnTo>
                  <a:pt x="5763" y="2699"/>
                </a:lnTo>
                <a:moveTo>
                  <a:pt x="5603" y="2699"/>
                </a:moveTo>
                <a:lnTo>
                  <a:pt x="5504" y="2699"/>
                </a:lnTo>
                <a:lnTo>
                  <a:pt x="5504" y="2679"/>
                </a:lnTo>
                <a:lnTo>
                  <a:pt x="5603" y="2679"/>
                </a:lnTo>
                <a:lnTo>
                  <a:pt x="5603" y="2699"/>
                </a:lnTo>
                <a:moveTo>
                  <a:pt x="5444" y="2699"/>
                </a:moveTo>
                <a:lnTo>
                  <a:pt x="5344" y="2699"/>
                </a:lnTo>
                <a:lnTo>
                  <a:pt x="5344" y="2679"/>
                </a:lnTo>
                <a:lnTo>
                  <a:pt x="5444" y="2679"/>
                </a:lnTo>
                <a:lnTo>
                  <a:pt x="5444" y="2699"/>
                </a:lnTo>
                <a:moveTo>
                  <a:pt x="5284" y="2699"/>
                </a:moveTo>
                <a:lnTo>
                  <a:pt x="5184" y="2699"/>
                </a:lnTo>
                <a:lnTo>
                  <a:pt x="5184" y="2679"/>
                </a:lnTo>
                <a:lnTo>
                  <a:pt x="5284" y="2679"/>
                </a:lnTo>
                <a:lnTo>
                  <a:pt x="5284" y="2699"/>
                </a:lnTo>
                <a:moveTo>
                  <a:pt x="5124" y="2699"/>
                </a:moveTo>
                <a:lnTo>
                  <a:pt x="5024" y="2699"/>
                </a:lnTo>
                <a:lnTo>
                  <a:pt x="5024" y="2679"/>
                </a:lnTo>
                <a:lnTo>
                  <a:pt x="5124" y="2679"/>
                </a:lnTo>
                <a:lnTo>
                  <a:pt x="5124" y="2699"/>
                </a:lnTo>
                <a:moveTo>
                  <a:pt x="4964" y="2699"/>
                </a:moveTo>
                <a:lnTo>
                  <a:pt x="4864" y="2699"/>
                </a:lnTo>
                <a:lnTo>
                  <a:pt x="4864" y="2679"/>
                </a:lnTo>
                <a:lnTo>
                  <a:pt x="4964" y="2679"/>
                </a:lnTo>
                <a:lnTo>
                  <a:pt x="4964" y="2699"/>
                </a:lnTo>
                <a:moveTo>
                  <a:pt x="4804" y="2699"/>
                </a:moveTo>
                <a:lnTo>
                  <a:pt x="4704" y="2699"/>
                </a:lnTo>
                <a:lnTo>
                  <a:pt x="4704" y="2679"/>
                </a:lnTo>
                <a:lnTo>
                  <a:pt x="4804" y="2679"/>
                </a:lnTo>
                <a:lnTo>
                  <a:pt x="4804" y="2699"/>
                </a:lnTo>
                <a:moveTo>
                  <a:pt x="4645" y="2699"/>
                </a:moveTo>
                <a:lnTo>
                  <a:pt x="4545" y="2699"/>
                </a:lnTo>
                <a:lnTo>
                  <a:pt x="4545" y="2679"/>
                </a:lnTo>
                <a:lnTo>
                  <a:pt x="4645" y="2679"/>
                </a:lnTo>
                <a:lnTo>
                  <a:pt x="4645" y="2699"/>
                </a:lnTo>
                <a:moveTo>
                  <a:pt x="4485" y="2699"/>
                </a:moveTo>
                <a:lnTo>
                  <a:pt x="4385" y="2699"/>
                </a:lnTo>
                <a:lnTo>
                  <a:pt x="4385" y="2679"/>
                </a:lnTo>
                <a:lnTo>
                  <a:pt x="4485" y="2679"/>
                </a:lnTo>
                <a:lnTo>
                  <a:pt x="4485" y="2699"/>
                </a:lnTo>
                <a:moveTo>
                  <a:pt x="4325" y="2699"/>
                </a:moveTo>
                <a:lnTo>
                  <a:pt x="4225" y="2699"/>
                </a:lnTo>
                <a:lnTo>
                  <a:pt x="4225" y="2679"/>
                </a:lnTo>
                <a:lnTo>
                  <a:pt x="4325" y="2679"/>
                </a:lnTo>
                <a:lnTo>
                  <a:pt x="4325" y="2699"/>
                </a:lnTo>
                <a:moveTo>
                  <a:pt x="4165" y="2699"/>
                </a:moveTo>
                <a:lnTo>
                  <a:pt x="4065" y="2699"/>
                </a:lnTo>
                <a:lnTo>
                  <a:pt x="4065" y="2679"/>
                </a:lnTo>
                <a:lnTo>
                  <a:pt x="4165" y="2679"/>
                </a:lnTo>
                <a:lnTo>
                  <a:pt x="4165" y="2699"/>
                </a:lnTo>
                <a:moveTo>
                  <a:pt x="4005" y="2699"/>
                </a:moveTo>
                <a:lnTo>
                  <a:pt x="3905" y="2699"/>
                </a:lnTo>
                <a:lnTo>
                  <a:pt x="3905" y="2679"/>
                </a:lnTo>
                <a:lnTo>
                  <a:pt x="4005" y="2679"/>
                </a:lnTo>
                <a:lnTo>
                  <a:pt x="4005" y="2699"/>
                </a:lnTo>
                <a:moveTo>
                  <a:pt x="3845" y="2699"/>
                </a:moveTo>
                <a:lnTo>
                  <a:pt x="3746" y="2699"/>
                </a:lnTo>
                <a:lnTo>
                  <a:pt x="3746" y="2679"/>
                </a:lnTo>
                <a:lnTo>
                  <a:pt x="3845" y="2679"/>
                </a:lnTo>
                <a:lnTo>
                  <a:pt x="3845" y="2699"/>
                </a:lnTo>
                <a:moveTo>
                  <a:pt x="3686" y="2699"/>
                </a:moveTo>
                <a:lnTo>
                  <a:pt x="3586" y="2699"/>
                </a:lnTo>
                <a:lnTo>
                  <a:pt x="3586" y="2679"/>
                </a:lnTo>
                <a:lnTo>
                  <a:pt x="3686" y="2679"/>
                </a:lnTo>
                <a:lnTo>
                  <a:pt x="3686" y="2699"/>
                </a:lnTo>
                <a:moveTo>
                  <a:pt x="3526" y="2699"/>
                </a:moveTo>
                <a:lnTo>
                  <a:pt x="3426" y="2699"/>
                </a:lnTo>
                <a:lnTo>
                  <a:pt x="3426" y="2679"/>
                </a:lnTo>
                <a:lnTo>
                  <a:pt x="3526" y="2679"/>
                </a:lnTo>
                <a:lnTo>
                  <a:pt x="3526" y="2699"/>
                </a:lnTo>
                <a:moveTo>
                  <a:pt x="3366" y="2699"/>
                </a:moveTo>
                <a:lnTo>
                  <a:pt x="3266" y="2699"/>
                </a:lnTo>
                <a:lnTo>
                  <a:pt x="3266" y="2679"/>
                </a:lnTo>
                <a:lnTo>
                  <a:pt x="3366" y="2679"/>
                </a:lnTo>
                <a:lnTo>
                  <a:pt x="3366" y="2699"/>
                </a:lnTo>
                <a:moveTo>
                  <a:pt x="3206" y="2699"/>
                </a:moveTo>
                <a:lnTo>
                  <a:pt x="3106" y="2699"/>
                </a:lnTo>
                <a:lnTo>
                  <a:pt x="3106" y="2679"/>
                </a:lnTo>
                <a:lnTo>
                  <a:pt x="3206" y="2679"/>
                </a:lnTo>
                <a:lnTo>
                  <a:pt x="3206" y="2699"/>
                </a:lnTo>
                <a:moveTo>
                  <a:pt x="3046" y="2699"/>
                </a:moveTo>
                <a:lnTo>
                  <a:pt x="2946" y="2699"/>
                </a:lnTo>
                <a:lnTo>
                  <a:pt x="2946" y="2679"/>
                </a:lnTo>
                <a:lnTo>
                  <a:pt x="3046" y="2679"/>
                </a:lnTo>
                <a:lnTo>
                  <a:pt x="3046" y="2699"/>
                </a:lnTo>
                <a:moveTo>
                  <a:pt x="2886" y="2699"/>
                </a:moveTo>
                <a:lnTo>
                  <a:pt x="2787" y="2699"/>
                </a:lnTo>
                <a:lnTo>
                  <a:pt x="2787" y="2679"/>
                </a:lnTo>
                <a:lnTo>
                  <a:pt x="2886" y="2679"/>
                </a:lnTo>
                <a:lnTo>
                  <a:pt x="2886" y="2699"/>
                </a:lnTo>
                <a:moveTo>
                  <a:pt x="2727" y="2699"/>
                </a:moveTo>
                <a:lnTo>
                  <a:pt x="2627" y="2699"/>
                </a:lnTo>
                <a:lnTo>
                  <a:pt x="2627" y="2679"/>
                </a:lnTo>
                <a:lnTo>
                  <a:pt x="2727" y="2679"/>
                </a:lnTo>
                <a:lnTo>
                  <a:pt x="2727" y="2699"/>
                </a:lnTo>
                <a:moveTo>
                  <a:pt x="2567" y="2699"/>
                </a:moveTo>
                <a:lnTo>
                  <a:pt x="2467" y="2699"/>
                </a:lnTo>
                <a:lnTo>
                  <a:pt x="2467" y="2679"/>
                </a:lnTo>
                <a:lnTo>
                  <a:pt x="2567" y="2679"/>
                </a:lnTo>
                <a:lnTo>
                  <a:pt x="2567" y="2699"/>
                </a:lnTo>
                <a:moveTo>
                  <a:pt x="2407" y="2699"/>
                </a:moveTo>
                <a:lnTo>
                  <a:pt x="2307" y="2699"/>
                </a:lnTo>
                <a:lnTo>
                  <a:pt x="2307" y="2679"/>
                </a:lnTo>
                <a:lnTo>
                  <a:pt x="2407" y="2679"/>
                </a:lnTo>
                <a:lnTo>
                  <a:pt x="2407" y="2699"/>
                </a:lnTo>
                <a:moveTo>
                  <a:pt x="2247" y="2699"/>
                </a:moveTo>
                <a:lnTo>
                  <a:pt x="2147" y="2699"/>
                </a:lnTo>
                <a:lnTo>
                  <a:pt x="2147" y="2679"/>
                </a:lnTo>
                <a:lnTo>
                  <a:pt x="2247" y="2679"/>
                </a:lnTo>
                <a:lnTo>
                  <a:pt x="2247" y="2699"/>
                </a:lnTo>
                <a:moveTo>
                  <a:pt x="2087" y="2699"/>
                </a:moveTo>
                <a:lnTo>
                  <a:pt x="1987" y="2699"/>
                </a:lnTo>
                <a:lnTo>
                  <a:pt x="1987" y="2679"/>
                </a:lnTo>
                <a:lnTo>
                  <a:pt x="2087" y="2679"/>
                </a:lnTo>
                <a:lnTo>
                  <a:pt x="2087" y="2699"/>
                </a:lnTo>
                <a:moveTo>
                  <a:pt x="1928" y="2699"/>
                </a:moveTo>
                <a:lnTo>
                  <a:pt x="1828" y="2699"/>
                </a:lnTo>
                <a:lnTo>
                  <a:pt x="1828" y="2679"/>
                </a:lnTo>
                <a:lnTo>
                  <a:pt x="1928" y="2679"/>
                </a:lnTo>
                <a:lnTo>
                  <a:pt x="1928" y="2699"/>
                </a:lnTo>
                <a:moveTo>
                  <a:pt x="1768" y="2699"/>
                </a:moveTo>
                <a:lnTo>
                  <a:pt x="1668" y="2699"/>
                </a:lnTo>
                <a:lnTo>
                  <a:pt x="1668" y="2679"/>
                </a:lnTo>
                <a:lnTo>
                  <a:pt x="1768" y="2679"/>
                </a:lnTo>
                <a:lnTo>
                  <a:pt x="1768" y="2699"/>
                </a:lnTo>
                <a:moveTo>
                  <a:pt x="1608" y="2699"/>
                </a:moveTo>
                <a:lnTo>
                  <a:pt x="1508" y="2699"/>
                </a:lnTo>
                <a:lnTo>
                  <a:pt x="1508" y="2679"/>
                </a:lnTo>
                <a:lnTo>
                  <a:pt x="1608" y="2679"/>
                </a:lnTo>
                <a:lnTo>
                  <a:pt x="1608" y="2699"/>
                </a:lnTo>
                <a:moveTo>
                  <a:pt x="1448" y="2699"/>
                </a:moveTo>
                <a:lnTo>
                  <a:pt x="1348" y="2699"/>
                </a:lnTo>
                <a:lnTo>
                  <a:pt x="1348" y="2679"/>
                </a:lnTo>
                <a:lnTo>
                  <a:pt x="1448" y="2679"/>
                </a:lnTo>
                <a:lnTo>
                  <a:pt x="1448" y="2699"/>
                </a:lnTo>
                <a:moveTo>
                  <a:pt x="1288" y="2699"/>
                </a:moveTo>
                <a:lnTo>
                  <a:pt x="1188" y="2699"/>
                </a:lnTo>
                <a:lnTo>
                  <a:pt x="1188" y="2679"/>
                </a:lnTo>
                <a:lnTo>
                  <a:pt x="1288" y="2679"/>
                </a:lnTo>
                <a:lnTo>
                  <a:pt x="1288" y="2699"/>
                </a:lnTo>
                <a:moveTo>
                  <a:pt x="1128" y="2699"/>
                </a:moveTo>
                <a:lnTo>
                  <a:pt x="1029" y="2699"/>
                </a:lnTo>
                <a:lnTo>
                  <a:pt x="1029" y="2679"/>
                </a:lnTo>
                <a:lnTo>
                  <a:pt x="1128" y="2679"/>
                </a:lnTo>
                <a:lnTo>
                  <a:pt x="1128" y="2699"/>
                </a:lnTo>
                <a:moveTo>
                  <a:pt x="969" y="2699"/>
                </a:moveTo>
                <a:lnTo>
                  <a:pt x="869" y="2699"/>
                </a:lnTo>
                <a:lnTo>
                  <a:pt x="869" y="2679"/>
                </a:lnTo>
                <a:lnTo>
                  <a:pt x="969" y="2679"/>
                </a:lnTo>
                <a:lnTo>
                  <a:pt x="969" y="2699"/>
                </a:lnTo>
                <a:moveTo>
                  <a:pt x="809" y="2699"/>
                </a:moveTo>
                <a:lnTo>
                  <a:pt x="709" y="2699"/>
                </a:lnTo>
                <a:lnTo>
                  <a:pt x="709" y="2679"/>
                </a:lnTo>
                <a:lnTo>
                  <a:pt x="809" y="2679"/>
                </a:lnTo>
                <a:lnTo>
                  <a:pt x="809" y="2699"/>
                </a:lnTo>
                <a:moveTo>
                  <a:pt x="649" y="2699"/>
                </a:moveTo>
                <a:lnTo>
                  <a:pt x="549" y="2699"/>
                </a:lnTo>
                <a:lnTo>
                  <a:pt x="549" y="2679"/>
                </a:lnTo>
                <a:lnTo>
                  <a:pt x="649" y="2679"/>
                </a:lnTo>
                <a:lnTo>
                  <a:pt x="649" y="2699"/>
                </a:lnTo>
                <a:moveTo>
                  <a:pt x="489" y="2699"/>
                </a:moveTo>
                <a:lnTo>
                  <a:pt x="389" y="2699"/>
                </a:lnTo>
                <a:lnTo>
                  <a:pt x="389" y="2679"/>
                </a:lnTo>
                <a:lnTo>
                  <a:pt x="489" y="2679"/>
                </a:lnTo>
                <a:lnTo>
                  <a:pt x="489" y="2699"/>
                </a:lnTo>
                <a:moveTo>
                  <a:pt x="329" y="2699"/>
                </a:moveTo>
                <a:lnTo>
                  <a:pt x="229" y="2699"/>
                </a:lnTo>
                <a:lnTo>
                  <a:pt x="229" y="2679"/>
                </a:lnTo>
                <a:lnTo>
                  <a:pt x="329" y="2679"/>
                </a:lnTo>
                <a:lnTo>
                  <a:pt x="329" y="2699"/>
                </a:lnTo>
                <a:moveTo>
                  <a:pt x="170" y="2699"/>
                </a:moveTo>
                <a:lnTo>
                  <a:pt x="70" y="2699"/>
                </a:lnTo>
                <a:lnTo>
                  <a:pt x="70" y="2679"/>
                </a:lnTo>
                <a:lnTo>
                  <a:pt x="170" y="2679"/>
                </a:lnTo>
                <a:lnTo>
                  <a:pt x="170" y="2699"/>
                </a:lnTo>
                <a:moveTo>
                  <a:pt x="0" y="2689"/>
                </a:moveTo>
                <a:lnTo>
                  <a:pt x="0" y="2589"/>
                </a:lnTo>
                <a:lnTo>
                  <a:pt x="20" y="2589"/>
                </a:lnTo>
                <a:lnTo>
                  <a:pt x="20" y="2689"/>
                </a:lnTo>
                <a:lnTo>
                  <a:pt x="0" y="2689"/>
                </a:lnTo>
                <a:moveTo>
                  <a:pt x="0" y="2529"/>
                </a:moveTo>
                <a:lnTo>
                  <a:pt x="0" y="2428"/>
                </a:lnTo>
                <a:lnTo>
                  <a:pt x="20" y="2428"/>
                </a:lnTo>
                <a:lnTo>
                  <a:pt x="20" y="2529"/>
                </a:lnTo>
                <a:lnTo>
                  <a:pt x="0" y="2529"/>
                </a:lnTo>
                <a:moveTo>
                  <a:pt x="0" y="2368"/>
                </a:moveTo>
                <a:lnTo>
                  <a:pt x="0" y="2268"/>
                </a:lnTo>
                <a:lnTo>
                  <a:pt x="20" y="2268"/>
                </a:lnTo>
                <a:lnTo>
                  <a:pt x="20" y="2368"/>
                </a:lnTo>
                <a:lnTo>
                  <a:pt x="0" y="2368"/>
                </a:lnTo>
                <a:moveTo>
                  <a:pt x="0" y="2209"/>
                </a:moveTo>
                <a:lnTo>
                  <a:pt x="0" y="2109"/>
                </a:lnTo>
                <a:lnTo>
                  <a:pt x="20" y="2109"/>
                </a:lnTo>
                <a:lnTo>
                  <a:pt x="20" y="2209"/>
                </a:lnTo>
                <a:lnTo>
                  <a:pt x="0" y="2209"/>
                </a:lnTo>
                <a:moveTo>
                  <a:pt x="0" y="2049"/>
                </a:moveTo>
                <a:lnTo>
                  <a:pt x="0" y="1949"/>
                </a:lnTo>
                <a:lnTo>
                  <a:pt x="20" y="1949"/>
                </a:lnTo>
                <a:lnTo>
                  <a:pt x="20" y="2049"/>
                </a:lnTo>
                <a:lnTo>
                  <a:pt x="0" y="2049"/>
                </a:lnTo>
                <a:moveTo>
                  <a:pt x="0" y="1889"/>
                </a:moveTo>
                <a:lnTo>
                  <a:pt x="0" y="1789"/>
                </a:lnTo>
                <a:lnTo>
                  <a:pt x="20" y="1789"/>
                </a:lnTo>
                <a:lnTo>
                  <a:pt x="20" y="1889"/>
                </a:lnTo>
                <a:lnTo>
                  <a:pt x="0" y="1889"/>
                </a:lnTo>
                <a:moveTo>
                  <a:pt x="0" y="1729"/>
                </a:moveTo>
                <a:lnTo>
                  <a:pt x="0" y="1629"/>
                </a:lnTo>
                <a:lnTo>
                  <a:pt x="20" y="1629"/>
                </a:lnTo>
                <a:lnTo>
                  <a:pt x="20" y="1729"/>
                </a:lnTo>
                <a:lnTo>
                  <a:pt x="0" y="1729"/>
                </a:lnTo>
                <a:moveTo>
                  <a:pt x="0" y="1569"/>
                </a:moveTo>
                <a:lnTo>
                  <a:pt x="0" y="1469"/>
                </a:lnTo>
                <a:lnTo>
                  <a:pt x="20" y="1469"/>
                </a:lnTo>
                <a:lnTo>
                  <a:pt x="20" y="1569"/>
                </a:lnTo>
                <a:lnTo>
                  <a:pt x="0" y="1569"/>
                </a:lnTo>
                <a:moveTo>
                  <a:pt x="0" y="1409"/>
                </a:moveTo>
                <a:lnTo>
                  <a:pt x="0" y="1309"/>
                </a:lnTo>
                <a:lnTo>
                  <a:pt x="20" y="1309"/>
                </a:lnTo>
                <a:lnTo>
                  <a:pt x="20" y="1409"/>
                </a:lnTo>
                <a:lnTo>
                  <a:pt x="0" y="1409"/>
                </a:lnTo>
                <a:moveTo>
                  <a:pt x="0" y="1249"/>
                </a:moveTo>
                <a:lnTo>
                  <a:pt x="0" y="1149"/>
                </a:lnTo>
                <a:lnTo>
                  <a:pt x="20" y="1149"/>
                </a:lnTo>
                <a:lnTo>
                  <a:pt x="20" y="1249"/>
                </a:lnTo>
                <a:lnTo>
                  <a:pt x="0" y="1249"/>
                </a:lnTo>
                <a:moveTo>
                  <a:pt x="0" y="1089"/>
                </a:moveTo>
                <a:lnTo>
                  <a:pt x="0" y="989"/>
                </a:lnTo>
                <a:lnTo>
                  <a:pt x="20" y="989"/>
                </a:lnTo>
                <a:lnTo>
                  <a:pt x="20" y="1089"/>
                </a:lnTo>
                <a:lnTo>
                  <a:pt x="0" y="1089"/>
                </a:lnTo>
                <a:moveTo>
                  <a:pt x="0" y="929"/>
                </a:moveTo>
                <a:lnTo>
                  <a:pt x="0" y="829"/>
                </a:lnTo>
                <a:lnTo>
                  <a:pt x="20" y="829"/>
                </a:lnTo>
                <a:lnTo>
                  <a:pt x="20" y="929"/>
                </a:lnTo>
                <a:lnTo>
                  <a:pt x="0" y="929"/>
                </a:lnTo>
                <a:moveTo>
                  <a:pt x="0" y="769"/>
                </a:moveTo>
                <a:lnTo>
                  <a:pt x="0" y="670"/>
                </a:lnTo>
                <a:lnTo>
                  <a:pt x="20" y="670"/>
                </a:lnTo>
                <a:lnTo>
                  <a:pt x="20" y="769"/>
                </a:lnTo>
                <a:lnTo>
                  <a:pt x="0" y="769"/>
                </a:lnTo>
                <a:moveTo>
                  <a:pt x="0" y="610"/>
                </a:moveTo>
                <a:lnTo>
                  <a:pt x="0" y="510"/>
                </a:lnTo>
                <a:lnTo>
                  <a:pt x="20" y="510"/>
                </a:lnTo>
                <a:lnTo>
                  <a:pt x="20" y="610"/>
                </a:lnTo>
                <a:lnTo>
                  <a:pt x="0" y="610"/>
                </a:lnTo>
                <a:moveTo>
                  <a:pt x="0" y="450"/>
                </a:moveTo>
                <a:lnTo>
                  <a:pt x="0" y="350"/>
                </a:lnTo>
                <a:lnTo>
                  <a:pt x="20" y="350"/>
                </a:lnTo>
                <a:lnTo>
                  <a:pt x="20" y="450"/>
                </a:lnTo>
                <a:lnTo>
                  <a:pt x="0" y="450"/>
                </a:lnTo>
                <a:moveTo>
                  <a:pt x="0" y="290"/>
                </a:moveTo>
                <a:lnTo>
                  <a:pt x="0" y="190"/>
                </a:lnTo>
                <a:lnTo>
                  <a:pt x="20" y="190"/>
                </a:lnTo>
                <a:lnTo>
                  <a:pt x="20" y="290"/>
                </a:lnTo>
                <a:lnTo>
                  <a:pt x="0" y="290"/>
                </a:lnTo>
                <a:moveTo>
                  <a:pt x="0" y="130"/>
                </a:moveTo>
                <a:lnTo>
                  <a:pt x="0" y="30"/>
                </a:lnTo>
                <a:lnTo>
                  <a:pt x="20" y="30"/>
                </a:lnTo>
                <a:lnTo>
                  <a:pt x="20" y="130"/>
                </a:lnTo>
                <a:lnTo>
                  <a:pt x="0" y="130"/>
                </a:lnTo>
                <a:moveTo>
                  <a:pt x="10" y="0"/>
                </a:moveTo>
                <a:lnTo>
                  <a:pt x="110" y="0"/>
                </a:lnTo>
                <a:lnTo>
                  <a:pt x="110" y="20"/>
                </a:lnTo>
                <a:lnTo>
                  <a:pt x="10" y="20"/>
                </a:lnTo>
                <a:lnTo>
                  <a:pt x="10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8" name=""/>
          <p:cNvSpPr/>
          <p:nvPr/>
        </p:nvSpPr>
        <p:spPr>
          <a:xfrm>
            <a:off x="8151480" y="1614240"/>
            <a:ext cx="86760" cy="72360"/>
          </a:xfrm>
          <a:custGeom>
            <a:avLst/>
            <a:gdLst/>
            <a:ahLst/>
            <a:rect l="0" t="0" r="r" b="b"/>
            <a:pathLst>
              <a:path w="241" h="201">
                <a:moveTo>
                  <a:pt x="0" y="0"/>
                </a:moveTo>
                <a:lnTo>
                  <a:pt x="241" y="0"/>
                </a:lnTo>
                <a:lnTo>
                  <a:pt x="241" y="201"/>
                </a:lnTo>
                <a:lnTo>
                  <a:pt x="0" y="201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9" name=""/>
          <p:cNvSpPr/>
          <p:nvPr/>
        </p:nvSpPr>
        <p:spPr>
          <a:xfrm>
            <a:off x="8151480" y="1639440"/>
            <a:ext cx="8640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2678760" y="1217520"/>
            <a:ext cx="15325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b6663"/>
                </a:solidFill>
                <a:latin typeface="DejaVuSans"/>
                <a:ea typeface="DejaVuSans"/>
              </a:rPr>
              <a:t>verdieping: leeruitkomst naar skills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1312200" y="1606320"/>
            <a:ext cx="57240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2" name=""/>
          <p:cNvSpPr/>
          <p:nvPr/>
        </p:nvSpPr>
        <p:spPr>
          <a:xfrm>
            <a:off x="1340640" y="1981080"/>
            <a:ext cx="6883200" cy="468000"/>
          </a:xfrm>
          <a:custGeom>
            <a:avLst/>
            <a:gdLst/>
            <a:ahLst/>
            <a:rect l="0" t="0" r="r" b="b"/>
            <a:pathLst>
              <a:path w="19120" h="1300">
                <a:moveTo>
                  <a:pt x="0" y="0"/>
                </a:moveTo>
                <a:lnTo>
                  <a:pt x="19120" y="0"/>
                </a:lnTo>
                <a:lnTo>
                  <a:pt x="19120" y="1300"/>
                </a:lnTo>
                <a:lnTo>
                  <a:pt x="0" y="1300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3" name=""/>
          <p:cNvSpPr/>
          <p:nvPr/>
        </p:nvSpPr>
        <p:spPr>
          <a:xfrm>
            <a:off x="1337040" y="1977480"/>
            <a:ext cx="6890400" cy="475200"/>
          </a:xfrm>
          <a:custGeom>
            <a:avLst/>
            <a:gdLst/>
            <a:ahLst/>
            <a:rect l="0" t="0" r="r" b="b"/>
            <a:pathLst>
              <a:path w="19140" h="1320">
                <a:moveTo>
                  <a:pt x="170" y="0"/>
                </a:moveTo>
                <a:lnTo>
                  <a:pt x="270" y="0"/>
                </a:lnTo>
                <a:lnTo>
                  <a:pt x="270" y="20"/>
                </a:lnTo>
                <a:lnTo>
                  <a:pt x="170" y="20"/>
                </a:lnTo>
                <a:lnTo>
                  <a:pt x="170" y="0"/>
                </a:lnTo>
                <a:moveTo>
                  <a:pt x="330" y="0"/>
                </a:moveTo>
                <a:lnTo>
                  <a:pt x="430" y="0"/>
                </a:lnTo>
                <a:lnTo>
                  <a:pt x="430" y="20"/>
                </a:lnTo>
                <a:lnTo>
                  <a:pt x="330" y="20"/>
                </a:lnTo>
                <a:lnTo>
                  <a:pt x="330" y="0"/>
                </a:lnTo>
                <a:moveTo>
                  <a:pt x="490" y="0"/>
                </a:moveTo>
                <a:lnTo>
                  <a:pt x="590" y="0"/>
                </a:lnTo>
                <a:lnTo>
                  <a:pt x="590" y="20"/>
                </a:lnTo>
                <a:lnTo>
                  <a:pt x="490" y="20"/>
                </a:lnTo>
                <a:lnTo>
                  <a:pt x="490" y="0"/>
                </a:lnTo>
                <a:moveTo>
                  <a:pt x="650" y="0"/>
                </a:moveTo>
                <a:lnTo>
                  <a:pt x="750" y="0"/>
                </a:lnTo>
                <a:lnTo>
                  <a:pt x="750" y="20"/>
                </a:lnTo>
                <a:lnTo>
                  <a:pt x="650" y="20"/>
                </a:lnTo>
                <a:lnTo>
                  <a:pt x="650" y="0"/>
                </a:lnTo>
                <a:moveTo>
                  <a:pt x="809" y="0"/>
                </a:moveTo>
                <a:lnTo>
                  <a:pt x="909" y="0"/>
                </a:lnTo>
                <a:lnTo>
                  <a:pt x="909" y="20"/>
                </a:lnTo>
                <a:lnTo>
                  <a:pt x="809" y="20"/>
                </a:lnTo>
                <a:lnTo>
                  <a:pt x="809" y="0"/>
                </a:lnTo>
                <a:moveTo>
                  <a:pt x="969" y="0"/>
                </a:moveTo>
                <a:lnTo>
                  <a:pt x="1069" y="0"/>
                </a:lnTo>
                <a:lnTo>
                  <a:pt x="1069" y="20"/>
                </a:lnTo>
                <a:lnTo>
                  <a:pt x="969" y="20"/>
                </a:lnTo>
                <a:lnTo>
                  <a:pt x="969" y="0"/>
                </a:lnTo>
                <a:moveTo>
                  <a:pt x="1129" y="0"/>
                </a:moveTo>
                <a:lnTo>
                  <a:pt x="1229" y="0"/>
                </a:lnTo>
                <a:lnTo>
                  <a:pt x="1229" y="20"/>
                </a:lnTo>
                <a:lnTo>
                  <a:pt x="1129" y="20"/>
                </a:lnTo>
                <a:lnTo>
                  <a:pt x="1129" y="0"/>
                </a:lnTo>
                <a:moveTo>
                  <a:pt x="1289" y="0"/>
                </a:moveTo>
                <a:lnTo>
                  <a:pt x="1389" y="0"/>
                </a:lnTo>
                <a:lnTo>
                  <a:pt x="1389" y="20"/>
                </a:lnTo>
                <a:lnTo>
                  <a:pt x="1289" y="20"/>
                </a:lnTo>
                <a:lnTo>
                  <a:pt x="1289" y="0"/>
                </a:lnTo>
                <a:moveTo>
                  <a:pt x="1449" y="0"/>
                </a:moveTo>
                <a:lnTo>
                  <a:pt x="1549" y="0"/>
                </a:lnTo>
                <a:lnTo>
                  <a:pt x="1549" y="20"/>
                </a:lnTo>
                <a:lnTo>
                  <a:pt x="1449" y="20"/>
                </a:lnTo>
                <a:lnTo>
                  <a:pt x="1449" y="0"/>
                </a:lnTo>
                <a:moveTo>
                  <a:pt x="1609" y="0"/>
                </a:moveTo>
                <a:lnTo>
                  <a:pt x="1708" y="0"/>
                </a:lnTo>
                <a:lnTo>
                  <a:pt x="1708" y="20"/>
                </a:lnTo>
                <a:lnTo>
                  <a:pt x="1609" y="20"/>
                </a:lnTo>
                <a:lnTo>
                  <a:pt x="1609" y="0"/>
                </a:lnTo>
                <a:moveTo>
                  <a:pt x="1768" y="0"/>
                </a:moveTo>
                <a:lnTo>
                  <a:pt x="1868" y="0"/>
                </a:lnTo>
                <a:lnTo>
                  <a:pt x="1868" y="20"/>
                </a:lnTo>
                <a:lnTo>
                  <a:pt x="1768" y="20"/>
                </a:lnTo>
                <a:lnTo>
                  <a:pt x="1768" y="0"/>
                </a:lnTo>
                <a:moveTo>
                  <a:pt x="1928" y="0"/>
                </a:moveTo>
                <a:lnTo>
                  <a:pt x="2028" y="0"/>
                </a:lnTo>
                <a:lnTo>
                  <a:pt x="2028" y="20"/>
                </a:lnTo>
                <a:lnTo>
                  <a:pt x="1928" y="20"/>
                </a:lnTo>
                <a:lnTo>
                  <a:pt x="1928" y="0"/>
                </a:lnTo>
                <a:moveTo>
                  <a:pt x="2088" y="0"/>
                </a:moveTo>
                <a:lnTo>
                  <a:pt x="2188" y="0"/>
                </a:lnTo>
                <a:lnTo>
                  <a:pt x="2188" y="20"/>
                </a:lnTo>
                <a:lnTo>
                  <a:pt x="2088" y="20"/>
                </a:lnTo>
                <a:lnTo>
                  <a:pt x="2088" y="0"/>
                </a:lnTo>
                <a:moveTo>
                  <a:pt x="2248" y="0"/>
                </a:moveTo>
                <a:lnTo>
                  <a:pt x="2348" y="0"/>
                </a:lnTo>
                <a:lnTo>
                  <a:pt x="2348" y="20"/>
                </a:lnTo>
                <a:lnTo>
                  <a:pt x="2248" y="20"/>
                </a:lnTo>
                <a:lnTo>
                  <a:pt x="2248" y="0"/>
                </a:lnTo>
                <a:moveTo>
                  <a:pt x="2408" y="0"/>
                </a:moveTo>
                <a:lnTo>
                  <a:pt x="2508" y="0"/>
                </a:lnTo>
                <a:lnTo>
                  <a:pt x="2508" y="20"/>
                </a:lnTo>
                <a:lnTo>
                  <a:pt x="2408" y="20"/>
                </a:lnTo>
                <a:lnTo>
                  <a:pt x="2408" y="0"/>
                </a:lnTo>
                <a:moveTo>
                  <a:pt x="2568" y="0"/>
                </a:moveTo>
                <a:lnTo>
                  <a:pt x="2667" y="0"/>
                </a:lnTo>
                <a:lnTo>
                  <a:pt x="2667" y="20"/>
                </a:lnTo>
                <a:lnTo>
                  <a:pt x="2568" y="20"/>
                </a:lnTo>
                <a:lnTo>
                  <a:pt x="2568" y="0"/>
                </a:lnTo>
                <a:moveTo>
                  <a:pt x="2727" y="0"/>
                </a:moveTo>
                <a:lnTo>
                  <a:pt x="2827" y="0"/>
                </a:lnTo>
                <a:lnTo>
                  <a:pt x="2827" y="20"/>
                </a:lnTo>
                <a:lnTo>
                  <a:pt x="2727" y="20"/>
                </a:lnTo>
                <a:lnTo>
                  <a:pt x="2727" y="0"/>
                </a:lnTo>
                <a:moveTo>
                  <a:pt x="2887" y="0"/>
                </a:moveTo>
                <a:lnTo>
                  <a:pt x="2987" y="0"/>
                </a:lnTo>
                <a:lnTo>
                  <a:pt x="2987" y="20"/>
                </a:lnTo>
                <a:lnTo>
                  <a:pt x="2887" y="20"/>
                </a:lnTo>
                <a:lnTo>
                  <a:pt x="2887" y="0"/>
                </a:lnTo>
                <a:moveTo>
                  <a:pt x="3047" y="0"/>
                </a:moveTo>
                <a:lnTo>
                  <a:pt x="3147" y="0"/>
                </a:lnTo>
                <a:lnTo>
                  <a:pt x="3147" y="20"/>
                </a:lnTo>
                <a:lnTo>
                  <a:pt x="3047" y="20"/>
                </a:lnTo>
                <a:lnTo>
                  <a:pt x="3047" y="0"/>
                </a:lnTo>
                <a:moveTo>
                  <a:pt x="3207" y="0"/>
                </a:moveTo>
                <a:lnTo>
                  <a:pt x="3307" y="0"/>
                </a:lnTo>
                <a:lnTo>
                  <a:pt x="3307" y="20"/>
                </a:lnTo>
                <a:lnTo>
                  <a:pt x="3207" y="20"/>
                </a:lnTo>
                <a:lnTo>
                  <a:pt x="3207" y="0"/>
                </a:lnTo>
                <a:moveTo>
                  <a:pt x="3367" y="0"/>
                </a:moveTo>
                <a:lnTo>
                  <a:pt x="3467" y="0"/>
                </a:lnTo>
                <a:lnTo>
                  <a:pt x="3467" y="20"/>
                </a:lnTo>
                <a:lnTo>
                  <a:pt x="3367" y="20"/>
                </a:lnTo>
                <a:lnTo>
                  <a:pt x="3367" y="0"/>
                </a:lnTo>
                <a:moveTo>
                  <a:pt x="3526" y="0"/>
                </a:moveTo>
                <a:lnTo>
                  <a:pt x="3626" y="0"/>
                </a:lnTo>
                <a:lnTo>
                  <a:pt x="3626" y="20"/>
                </a:lnTo>
                <a:lnTo>
                  <a:pt x="3526" y="20"/>
                </a:lnTo>
                <a:lnTo>
                  <a:pt x="3526" y="0"/>
                </a:lnTo>
                <a:moveTo>
                  <a:pt x="3686" y="0"/>
                </a:moveTo>
                <a:lnTo>
                  <a:pt x="3786" y="0"/>
                </a:lnTo>
                <a:lnTo>
                  <a:pt x="3786" y="20"/>
                </a:lnTo>
                <a:lnTo>
                  <a:pt x="3686" y="20"/>
                </a:lnTo>
                <a:lnTo>
                  <a:pt x="3686" y="0"/>
                </a:lnTo>
                <a:moveTo>
                  <a:pt x="3846" y="0"/>
                </a:moveTo>
                <a:lnTo>
                  <a:pt x="3946" y="0"/>
                </a:lnTo>
                <a:lnTo>
                  <a:pt x="3946" y="20"/>
                </a:lnTo>
                <a:lnTo>
                  <a:pt x="3846" y="20"/>
                </a:lnTo>
                <a:lnTo>
                  <a:pt x="3846" y="0"/>
                </a:lnTo>
                <a:moveTo>
                  <a:pt x="4006" y="0"/>
                </a:moveTo>
                <a:lnTo>
                  <a:pt x="4106" y="0"/>
                </a:lnTo>
                <a:lnTo>
                  <a:pt x="4106" y="20"/>
                </a:lnTo>
                <a:lnTo>
                  <a:pt x="4006" y="20"/>
                </a:lnTo>
                <a:lnTo>
                  <a:pt x="4006" y="0"/>
                </a:lnTo>
                <a:moveTo>
                  <a:pt x="4166" y="0"/>
                </a:moveTo>
                <a:lnTo>
                  <a:pt x="4266" y="0"/>
                </a:lnTo>
                <a:lnTo>
                  <a:pt x="4266" y="20"/>
                </a:lnTo>
                <a:lnTo>
                  <a:pt x="4166" y="20"/>
                </a:lnTo>
                <a:lnTo>
                  <a:pt x="4166" y="0"/>
                </a:lnTo>
                <a:moveTo>
                  <a:pt x="4326" y="0"/>
                </a:moveTo>
                <a:lnTo>
                  <a:pt x="4425" y="0"/>
                </a:lnTo>
                <a:lnTo>
                  <a:pt x="4425" y="20"/>
                </a:lnTo>
                <a:lnTo>
                  <a:pt x="4326" y="20"/>
                </a:lnTo>
                <a:lnTo>
                  <a:pt x="4326" y="0"/>
                </a:lnTo>
                <a:moveTo>
                  <a:pt x="4485" y="0"/>
                </a:moveTo>
                <a:lnTo>
                  <a:pt x="4585" y="0"/>
                </a:lnTo>
                <a:lnTo>
                  <a:pt x="4585" y="20"/>
                </a:lnTo>
                <a:lnTo>
                  <a:pt x="4485" y="20"/>
                </a:lnTo>
                <a:lnTo>
                  <a:pt x="4485" y="0"/>
                </a:lnTo>
                <a:moveTo>
                  <a:pt x="4645" y="0"/>
                </a:moveTo>
                <a:lnTo>
                  <a:pt x="4745" y="0"/>
                </a:lnTo>
                <a:lnTo>
                  <a:pt x="4745" y="20"/>
                </a:lnTo>
                <a:lnTo>
                  <a:pt x="4645" y="20"/>
                </a:lnTo>
                <a:lnTo>
                  <a:pt x="4645" y="0"/>
                </a:lnTo>
                <a:moveTo>
                  <a:pt x="4805" y="0"/>
                </a:moveTo>
                <a:lnTo>
                  <a:pt x="4905" y="0"/>
                </a:lnTo>
                <a:lnTo>
                  <a:pt x="4905" y="20"/>
                </a:lnTo>
                <a:lnTo>
                  <a:pt x="4805" y="20"/>
                </a:lnTo>
                <a:lnTo>
                  <a:pt x="4805" y="0"/>
                </a:lnTo>
                <a:moveTo>
                  <a:pt x="4965" y="0"/>
                </a:moveTo>
                <a:lnTo>
                  <a:pt x="5065" y="0"/>
                </a:lnTo>
                <a:lnTo>
                  <a:pt x="5065" y="20"/>
                </a:lnTo>
                <a:lnTo>
                  <a:pt x="4965" y="20"/>
                </a:lnTo>
                <a:lnTo>
                  <a:pt x="4965" y="0"/>
                </a:lnTo>
                <a:moveTo>
                  <a:pt x="5125" y="0"/>
                </a:moveTo>
                <a:lnTo>
                  <a:pt x="5225" y="0"/>
                </a:lnTo>
                <a:lnTo>
                  <a:pt x="5225" y="20"/>
                </a:lnTo>
                <a:lnTo>
                  <a:pt x="5125" y="20"/>
                </a:lnTo>
                <a:lnTo>
                  <a:pt x="5125" y="0"/>
                </a:lnTo>
                <a:moveTo>
                  <a:pt x="5284" y="0"/>
                </a:moveTo>
                <a:lnTo>
                  <a:pt x="5384" y="0"/>
                </a:lnTo>
                <a:lnTo>
                  <a:pt x="5384" y="20"/>
                </a:lnTo>
                <a:lnTo>
                  <a:pt x="5284" y="20"/>
                </a:lnTo>
                <a:lnTo>
                  <a:pt x="5284" y="0"/>
                </a:lnTo>
                <a:moveTo>
                  <a:pt x="5444" y="0"/>
                </a:moveTo>
                <a:lnTo>
                  <a:pt x="5544" y="0"/>
                </a:lnTo>
                <a:lnTo>
                  <a:pt x="5544" y="20"/>
                </a:lnTo>
                <a:lnTo>
                  <a:pt x="5444" y="20"/>
                </a:lnTo>
                <a:lnTo>
                  <a:pt x="5444" y="0"/>
                </a:lnTo>
                <a:moveTo>
                  <a:pt x="5604" y="0"/>
                </a:moveTo>
                <a:lnTo>
                  <a:pt x="5704" y="0"/>
                </a:lnTo>
                <a:lnTo>
                  <a:pt x="5704" y="20"/>
                </a:lnTo>
                <a:lnTo>
                  <a:pt x="5604" y="20"/>
                </a:lnTo>
                <a:lnTo>
                  <a:pt x="5604" y="0"/>
                </a:lnTo>
                <a:moveTo>
                  <a:pt x="5764" y="0"/>
                </a:moveTo>
                <a:lnTo>
                  <a:pt x="5865" y="0"/>
                </a:lnTo>
                <a:lnTo>
                  <a:pt x="5865" y="20"/>
                </a:lnTo>
                <a:lnTo>
                  <a:pt x="5764" y="20"/>
                </a:lnTo>
                <a:lnTo>
                  <a:pt x="5764" y="0"/>
                </a:lnTo>
                <a:moveTo>
                  <a:pt x="5925" y="0"/>
                </a:moveTo>
                <a:lnTo>
                  <a:pt x="6025" y="0"/>
                </a:lnTo>
                <a:lnTo>
                  <a:pt x="6025" y="20"/>
                </a:lnTo>
                <a:lnTo>
                  <a:pt x="5925" y="20"/>
                </a:lnTo>
                <a:lnTo>
                  <a:pt x="5925" y="0"/>
                </a:lnTo>
                <a:moveTo>
                  <a:pt x="6085" y="0"/>
                </a:moveTo>
                <a:lnTo>
                  <a:pt x="6184" y="0"/>
                </a:lnTo>
                <a:lnTo>
                  <a:pt x="6184" y="20"/>
                </a:lnTo>
                <a:lnTo>
                  <a:pt x="6085" y="20"/>
                </a:lnTo>
                <a:lnTo>
                  <a:pt x="6085" y="0"/>
                </a:lnTo>
                <a:moveTo>
                  <a:pt x="6244" y="0"/>
                </a:moveTo>
                <a:lnTo>
                  <a:pt x="6344" y="0"/>
                </a:lnTo>
                <a:lnTo>
                  <a:pt x="6344" y="20"/>
                </a:lnTo>
                <a:lnTo>
                  <a:pt x="6244" y="20"/>
                </a:lnTo>
                <a:lnTo>
                  <a:pt x="6244" y="0"/>
                </a:lnTo>
                <a:moveTo>
                  <a:pt x="6404" y="0"/>
                </a:moveTo>
                <a:lnTo>
                  <a:pt x="6504" y="0"/>
                </a:lnTo>
                <a:lnTo>
                  <a:pt x="6504" y="20"/>
                </a:lnTo>
                <a:lnTo>
                  <a:pt x="6404" y="20"/>
                </a:lnTo>
                <a:lnTo>
                  <a:pt x="6404" y="0"/>
                </a:lnTo>
                <a:moveTo>
                  <a:pt x="6564" y="0"/>
                </a:moveTo>
                <a:lnTo>
                  <a:pt x="6664" y="0"/>
                </a:lnTo>
                <a:lnTo>
                  <a:pt x="6664" y="20"/>
                </a:lnTo>
                <a:lnTo>
                  <a:pt x="6564" y="20"/>
                </a:lnTo>
                <a:lnTo>
                  <a:pt x="6564" y="0"/>
                </a:lnTo>
                <a:moveTo>
                  <a:pt x="6724" y="0"/>
                </a:moveTo>
                <a:lnTo>
                  <a:pt x="6824" y="0"/>
                </a:lnTo>
                <a:lnTo>
                  <a:pt x="6824" y="20"/>
                </a:lnTo>
                <a:lnTo>
                  <a:pt x="6724" y="20"/>
                </a:lnTo>
                <a:lnTo>
                  <a:pt x="6724" y="0"/>
                </a:lnTo>
                <a:moveTo>
                  <a:pt x="6884" y="0"/>
                </a:moveTo>
                <a:lnTo>
                  <a:pt x="6984" y="0"/>
                </a:lnTo>
                <a:lnTo>
                  <a:pt x="6984" y="20"/>
                </a:lnTo>
                <a:lnTo>
                  <a:pt x="6884" y="20"/>
                </a:lnTo>
                <a:lnTo>
                  <a:pt x="6884" y="0"/>
                </a:lnTo>
                <a:moveTo>
                  <a:pt x="7044" y="0"/>
                </a:moveTo>
                <a:lnTo>
                  <a:pt x="7143" y="0"/>
                </a:lnTo>
                <a:lnTo>
                  <a:pt x="7143" y="20"/>
                </a:lnTo>
                <a:lnTo>
                  <a:pt x="7044" y="20"/>
                </a:lnTo>
                <a:lnTo>
                  <a:pt x="7044" y="0"/>
                </a:lnTo>
                <a:moveTo>
                  <a:pt x="7203" y="0"/>
                </a:moveTo>
                <a:lnTo>
                  <a:pt x="7303" y="0"/>
                </a:lnTo>
                <a:lnTo>
                  <a:pt x="7303" y="20"/>
                </a:lnTo>
                <a:lnTo>
                  <a:pt x="7203" y="20"/>
                </a:lnTo>
                <a:lnTo>
                  <a:pt x="7203" y="0"/>
                </a:lnTo>
                <a:moveTo>
                  <a:pt x="7363" y="0"/>
                </a:moveTo>
                <a:lnTo>
                  <a:pt x="7463" y="0"/>
                </a:lnTo>
                <a:lnTo>
                  <a:pt x="7463" y="20"/>
                </a:lnTo>
                <a:lnTo>
                  <a:pt x="7363" y="20"/>
                </a:lnTo>
                <a:lnTo>
                  <a:pt x="7363" y="0"/>
                </a:lnTo>
                <a:moveTo>
                  <a:pt x="7523" y="0"/>
                </a:moveTo>
                <a:lnTo>
                  <a:pt x="7623" y="0"/>
                </a:lnTo>
                <a:lnTo>
                  <a:pt x="7623" y="20"/>
                </a:lnTo>
                <a:lnTo>
                  <a:pt x="7523" y="20"/>
                </a:lnTo>
                <a:lnTo>
                  <a:pt x="7523" y="0"/>
                </a:lnTo>
                <a:moveTo>
                  <a:pt x="7683" y="0"/>
                </a:moveTo>
                <a:lnTo>
                  <a:pt x="7783" y="0"/>
                </a:lnTo>
                <a:lnTo>
                  <a:pt x="7783" y="20"/>
                </a:lnTo>
                <a:lnTo>
                  <a:pt x="7683" y="20"/>
                </a:lnTo>
                <a:lnTo>
                  <a:pt x="7683" y="0"/>
                </a:lnTo>
                <a:moveTo>
                  <a:pt x="7843" y="0"/>
                </a:moveTo>
                <a:lnTo>
                  <a:pt x="7943" y="0"/>
                </a:lnTo>
                <a:lnTo>
                  <a:pt x="7943" y="20"/>
                </a:lnTo>
                <a:lnTo>
                  <a:pt x="7843" y="20"/>
                </a:lnTo>
                <a:lnTo>
                  <a:pt x="7843" y="0"/>
                </a:lnTo>
                <a:moveTo>
                  <a:pt x="8002" y="0"/>
                </a:moveTo>
                <a:lnTo>
                  <a:pt x="8102" y="0"/>
                </a:lnTo>
                <a:lnTo>
                  <a:pt x="8102" y="20"/>
                </a:lnTo>
                <a:lnTo>
                  <a:pt x="8002" y="20"/>
                </a:lnTo>
                <a:lnTo>
                  <a:pt x="8002" y="0"/>
                </a:lnTo>
                <a:moveTo>
                  <a:pt x="8162" y="0"/>
                </a:moveTo>
                <a:lnTo>
                  <a:pt x="8262" y="0"/>
                </a:lnTo>
                <a:lnTo>
                  <a:pt x="8262" y="20"/>
                </a:lnTo>
                <a:lnTo>
                  <a:pt x="8162" y="20"/>
                </a:lnTo>
                <a:lnTo>
                  <a:pt x="8162" y="0"/>
                </a:lnTo>
                <a:moveTo>
                  <a:pt x="8322" y="0"/>
                </a:moveTo>
                <a:lnTo>
                  <a:pt x="8422" y="0"/>
                </a:lnTo>
                <a:lnTo>
                  <a:pt x="8422" y="20"/>
                </a:lnTo>
                <a:lnTo>
                  <a:pt x="8322" y="20"/>
                </a:lnTo>
                <a:lnTo>
                  <a:pt x="8322" y="0"/>
                </a:lnTo>
                <a:moveTo>
                  <a:pt x="8482" y="0"/>
                </a:moveTo>
                <a:lnTo>
                  <a:pt x="8582" y="0"/>
                </a:lnTo>
                <a:lnTo>
                  <a:pt x="8582" y="20"/>
                </a:lnTo>
                <a:lnTo>
                  <a:pt x="8482" y="20"/>
                </a:lnTo>
                <a:lnTo>
                  <a:pt x="8482" y="0"/>
                </a:lnTo>
                <a:moveTo>
                  <a:pt x="8642" y="0"/>
                </a:moveTo>
                <a:lnTo>
                  <a:pt x="8742" y="0"/>
                </a:lnTo>
                <a:lnTo>
                  <a:pt x="8742" y="20"/>
                </a:lnTo>
                <a:lnTo>
                  <a:pt x="8642" y="20"/>
                </a:lnTo>
                <a:lnTo>
                  <a:pt x="8642" y="0"/>
                </a:lnTo>
                <a:moveTo>
                  <a:pt x="8802" y="0"/>
                </a:moveTo>
                <a:lnTo>
                  <a:pt x="8901" y="0"/>
                </a:lnTo>
                <a:lnTo>
                  <a:pt x="8901" y="20"/>
                </a:lnTo>
                <a:lnTo>
                  <a:pt x="8802" y="20"/>
                </a:lnTo>
                <a:lnTo>
                  <a:pt x="8802" y="0"/>
                </a:lnTo>
                <a:moveTo>
                  <a:pt x="8961" y="0"/>
                </a:moveTo>
                <a:lnTo>
                  <a:pt x="9061" y="0"/>
                </a:lnTo>
                <a:lnTo>
                  <a:pt x="9061" y="20"/>
                </a:lnTo>
                <a:lnTo>
                  <a:pt x="8961" y="20"/>
                </a:lnTo>
                <a:lnTo>
                  <a:pt x="8961" y="0"/>
                </a:lnTo>
                <a:moveTo>
                  <a:pt x="9121" y="0"/>
                </a:moveTo>
                <a:lnTo>
                  <a:pt x="9221" y="0"/>
                </a:lnTo>
                <a:lnTo>
                  <a:pt x="9221" y="20"/>
                </a:lnTo>
                <a:lnTo>
                  <a:pt x="9121" y="20"/>
                </a:lnTo>
                <a:lnTo>
                  <a:pt x="9121" y="0"/>
                </a:lnTo>
                <a:moveTo>
                  <a:pt x="9281" y="0"/>
                </a:moveTo>
                <a:lnTo>
                  <a:pt x="9381" y="0"/>
                </a:lnTo>
                <a:lnTo>
                  <a:pt x="9381" y="20"/>
                </a:lnTo>
                <a:lnTo>
                  <a:pt x="9281" y="20"/>
                </a:lnTo>
                <a:lnTo>
                  <a:pt x="9281" y="0"/>
                </a:lnTo>
                <a:moveTo>
                  <a:pt x="9441" y="0"/>
                </a:moveTo>
                <a:lnTo>
                  <a:pt x="9541" y="0"/>
                </a:lnTo>
                <a:lnTo>
                  <a:pt x="9541" y="20"/>
                </a:lnTo>
                <a:lnTo>
                  <a:pt x="9441" y="20"/>
                </a:lnTo>
                <a:lnTo>
                  <a:pt x="9441" y="0"/>
                </a:lnTo>
                <a:moveTo>
                  <a:pt x="9601" y="0"/>
                </a:moveTo>
                <a:lnTo>
                  <a:pt x="9701" y="0"/>
                </a:lnTo>
                <a:lnTo>
                  <a:pt x="9701" y="20"/>
                </a:lnTo>
                <a:lnTo>
                  <a:pt x="9601" y="20"/>
                </a:lnTo>
                <a:lnTo>
                  <a:pt x="9601" y="0"/>
                </a:lnTo>
                <a:moveTo>
                  <a:pt x="9761" y="0"/>
                </a:moveTo>
                <a:lnTo>
                  <a:pt x="9860" y="0"/>
                </a:lnTo>
                <a:lnTo>
                  <a:pt x="9860" y="20"/>
                </a:lnTo>
                <a:lnTo>
                  <a:pt x="9761" y="20"/>
                </a:lnTo>
                <a:lnTo>
                  <a:pt x="9761" y="0"/>
                </a:lnTo>
                <a:moveTo>
                  <a:pt x="9920" y="0"/>
                </a:moveTo>
                <a:lnTo>
                  <a:pt x="10020" y="0"/>
                </a:lnTo>
                <a:lnTo>
                  <a:pt x="10020" y="20"/>
                </a:lnTo>
                <a:lnTo>
                  <a:pt x="9920" y="20"/>
                </a:lnTo>
                <a:lnTo>
                  <a:pt x="9920" y="0"/>
                </a:lnTo>
                <a:moveTo>
                  <a:pt x="10080" y="0"/>
                </a:moveTo>
                <a:lnTo>
                  <a:pt x="10180" y="0"/>
                </a:lnTo>
                <a:lnTo>
                  <a:pt x="10180" y="20"/>
                </a:lnTo>
                <a:lnTo>
                  <a:pt x="10080" y="20"/>
                </a:lnTo>
                <a:lnTo>
                  <a:pt x="10080" y="0"/>
                </a:lnTo>
                <a:moveTo>
                  <a:pt x="10240" y="0"/>
                </a:moveTo>
                <a:lnTo>
                  <a:pt x="10340" y="0"/>
                </a:lnTo>
                <a:lnTo>
                  <a:pt x="10340" y="20"/>
                </a:lnTo>
                <a:lnTo>
                  <a:pt x="10240" y="20"/>
                </a:lnTo>
                <a:lnTo>
                  <a:pt x="10240" y="0"/>
                </a:lnTo>
                <a:moveTo>
                  <a:pt x="10400" y="0"/>
                </a:moveTo>
                <a:lnTo>
                  <a:pt x="10500" y="0"/>
                </a:lnTo>
                <a:lnTo>
                  <a:pt x="10500" y="20"/>
                </a:lnTo>
                <a:lnTo>
                  <a:pt x="10400" y="20"/>
                </a:lnTo>
                <a:lnTo>
                  <a:pt x="10400" y="0"/>
                </a:lnTo>
                <a:moveTo>
                  <a:pt x="10560" y="0"/>
                </a:moveTo>
                <a:lnTo>
                  <a:pt x="10660" y="0"/>
                </a:lnTo>
                <a:lnTo>
                  <a:pt x="10660" y="20"/>
                </a:lnTo>
                <a:lnTo>
                  <a:pt x="10560" y="20"/>
                </a:lnTo>
                <a:lnTo>
                  <a:pt x="10560" y="0"/>
                </a:lnTo>
                <a:moveTo>
                  <a:pt x="10719" y="0"/>
                </a:moveTo>
                <a:lnTo>
                  <a:pt x="10819" y="0"/>
                </a:lnTo>
                <a:lnTo>
                  <a:pt x="10819" y="20"/>
                </a:lnTo>
                <a:lnTo>
                  <a:pt x="10719" y="20"/>
                </a:lnTo>
                <a:lnTo>
                  <a:pt x="10719" y="0"/>
                </a:lnTo>
                <a:moveTo>
                  <a:pt x="10879" y="0"/>
                </a:moveTo>
                <a:lnTo>
                  <a:pt x="10979" y="0"/>
                </a:lnTo>
                <a:lnTo>
                  <a:pt x="10979" y="20"/>
                </a:lnTo>
                <a:lnTo>
                  <a:pt x="10879" y="20"/>
                </a:lnTo>
                <a:lnTo>
                  <a:pt x="10879" y="0"/>
                </a:lnTo>
                <a:moveTo>
                  <a:pt x="11039" y="0"/>
                </a:moveTo>
                <a:lnTo>
                  <a:pt x="11139" y="0"/>
                </a:lnTo>
                <a:lnTo>
                  <a:pt x="11139" y="20"/>
                </a:lnTo>
                <a:lnTo>
                  <a:pt x="11039" y="20"/>
                </a:lnTo>
                <a:lnTo>
                  <a:pt x="11039" y="0"/>
                </a:lnTo>
                <a:moveTo>
                  <a:pt x="11199" y="0"/>
                </a:moveTo>
                <a:lnTo>
                  <a:pt x="11299" y="0"/>
                </a:lnTo>
                <a:lnTo>
                  <a:pt x="11299" y="20"/>
                </a:lnTo>
                <a:lnTo>
                  <a:pt x="11199" y="20"/>
                </a:lnTo>
                <a:lnTo>
                  <a:pt x="11199" y="0"/>
                </a:lnTo>
                <a:moveTo>
                  <a:pt x="11359" y="0"/>
                </a:moveTo>
                <a:lnTo>
                  <a:pt x="11459" y="0"/>
                </a:lnTo>
                <a:lnTo>
                  <a:pt x="11459" y="20"/>
                </a:lnTo>
                <a:lnTo>
                  <a:pt x="11359" y="20"/>
                </a:lnTo>
                <a:lnTo>
                  <a:pt x="11359" y="0"/>
                </a:lnTo>
                <a:moveTo>
                  <a:pt x="11519" y="0"/>
                </a:moveTo>
                <a:lnTo>
                  <a:pt x="11618" y="0"/>
                </a:lnTo>
                <a:lnTo>
                  <a:pt x="11618" y="20"/>
                </a:lnTo>
                <a:lnTo>
                  <a:pt x="11519" y="20"/>
                </a:lnTo>
                <a:lnTo>
                  <a:pt x="11519" y="0"/>
                </a:lnTo>
                <a:moveTo>
                  <a:pt x="11678" y="0"/>
                </a:moveTo>
                <a:lnTo>
                  <a:pt x="11778" y="0"/>
                </a:lnTo>
                <a:lnTo>
                  <a:pt x="11778" y="20"/>
                </a:lnTo>
                <a:lnTo>
                  <a:pt x="11678" y="20"/>
                </a:lnTo>
                <a:lnTo>
                  <a:pt x="11678" y="0"/>
                </a:lnTo>
                <a:moveTo>
                  <a:pt x="11838" y="0"/>
                </a:moveTo>
                <a:lnTo>
                  <a:pt x="11938" y="0"/>
                </a:lnTo>
                <a:lnTo>
                  <a:pt x="11938" y="20"/>
                </a:lnTo>
                <a:lnTo>
                  <a:pt x="11838" y="20"/>
                </a:lnTo>
                <a:lnTo>
                  <a:pt x="11838" y="0"/>
                </a:lnTo>
                <a:moveTo>
                  <a:pt x="11998" y="0"/>
                </a:moveTo>
                <a:lnTo>
                  <a:pt x="12098" y="0"/>
                </a:lnTo>
                <a:lnTo>
                  <a:pt x="12098" y="20"/>
                </a:lnTo>
                <a:lnTo>
                  <a:pt x="11998" y="20"/>
                </a:lnTo>
                <a:lnTo>
                  <a:pt x="11998" y="0"/>
                </a:lnTo>
                <a:moveTo>
                  <a:pt x="12158" y="0"/>
                </a:moveTo>
                <a:lnTo>
                  <a:pt x="12258" y="0"/>
                </a:lnTo>
                <a:lnTo>
                  <a:pt x="12258" y="20"/>
                </a:lnTo>
                <a:lnTo>
                  <a:pt x="12158" y="20"/>
                </a:lnTo>
                <a:lnTo>
                  <a:pt x="12158" y="0"/>
                </a:lnTo>
                <a:moveTo>
                  <a:pt x="12318" y="0"/>
                </a:moveTo>
                <a:lnTo>
                  <a:pt x="12418" y="0"/>
                </a:lnTo>
                <a:lnTo>
                  <a:pt x="12418" y="20"/>
                </a:lnTo>
                <a:lnTo>
                  <a:pt x="12318" y="20"/>
                </a:lnTo>
                <a:lnTo>
                  <a:pt x="12318" y="0"/>
                </a:lnTo>
                <a:moveTo>
                  <a:pt x="12477" y="0"/>
                </a:moveTo>
                <a:lnTo>
                  <a:pt x="12577" y="0"/>
                </a:lnTo>
                <a:lnTo>
                  <a:pt x="12577" y="20"/>
                </a:lnTo>
                <a:lnTo>
                  <a:pt x="12477" y="20"/>
                </a:lnTo>
                <a:lnTo>
                  <a:pt x="12477" y="0"/>
                </a:lnTo>
                <a:moveTo>
                  <a:pt x="12637" y="0"/>
                </a:moveTo>
                <a:lnTo>
                  <a:pt x="12737" y="0"/>
                </a:lnTo>
                <a:lnTo>
                  <a:pt x="12737" y="20"/>
                </a:lnTo>
                <a:lnTo>
                  <a:pt x="12637" y="20"/>
                </a:lnTo>
                <a:lnTo>
                  <a:pt x="12637" y="0"/>
                </a:lnTo>
                <a:moveTo>
                  <a:pt x="12797" y="0"/>
                </a:moveTo>
                <a:lnTo>
                  <a:pt x="12897" y="0"/>
                </a:lnTo>
                <a:lnTo>
                  <a:pt x="12897" y="20"/>
                </a:lnTo>
                <a:lnTo>
                  <a:pt x="12797" y="20"/>
                </a:lnTo>
                <a:lnTo>
                  <a:pt x="12797" y="0"/>
                </a:lnTo>
                <a:moveTo>
                  <a:pt x="12957" y="0"/>
                </a:moveTo>
                <a:lnTo>
                  <a:pt x="13057" y="0"/>
                </a:lnTo>
                <a:lnTo>
                  <a:pt x="13057" y="20"/>
                </a:lnTo>
                <a:lnTo>
                  <a:pt x="12957" y="20"/>
                </a:lnTo>
                <a:lnTo>
                  <a:pt x="12957" y="0"/>
                </a:lnTo>
                <a:moveTo>
                  <a:pt x="13117" y="0"/>
                </a:moveTo>
                <a:lnTo>
                  <a:pt x="13217" y="0"/>
                </a:lnTo>
                <a:lnTo>
                  <a:pt x="13217" y="20"/>
                </a:lnTo>
                <a:lnTo>
                  <a:pt x="13117" y="20"/>
                </a:lnTo>
                <a:lnTo>
                  <a:pt x="13117" y="0"/>
                </a:lnTo>
                <a:moveTo>
                  <a:pt x="13277" y="0"/>
                </a:moveTo>
                <a:lnTo>
                  <a:pt x="13376" y="0"/>
                </a:lnTo>
                <a:lnTo>
                  <a:pt x="13376" y="20"/>
                </a:lnTo>
                <a:lnTo>
                  <a:pt x="13277" y="20"/>
                </a:lnTo>
                <a:lnTo>
                  <a:pt x="13277" y="0"/>
                </a:lnTo>
                <a:moveTo>
                  <a:pt x="13436" y="0"/>
                </a:moveTo>
                <a:lnTo>
                  <a:pt x="13536" y="0"/>
                </a:lnTo>
                <a:lnTo>
                  <a:pt x="13536" y="20"/>
                </a:lnTo>
                <a:lnTo>
                  <a:pt x="13436" y="20"/>
                </a:lnTo>
                <a:lnTo>
                  <a:pt x="13436" y="0"/>
                </a:lnTo>
                <a:moveTo>
                  <a:pt x="13596" y="0"/>
                </a:moveTo>
                <a:lnTo>
                  <a:pt x="13696" y="0"/>
                </a:lnTo>
                <a:lnTo>
                  <a:pt x="13696" y="20"/>
                </a:lnTo>
                <a:lnTo>
                  <a:pt x="13596" y="20"/>
                </a:lnTo>
                <a:lnTo>
                  <a:pt x="13596" y="0"/>
                </a:lnTo>
                <a:moveTo>
                  <a:pt x="13756" y="0"/>
                </a:moveTo>
                <a:lnTo>
                  <a:pt x="13856" y="0"/>
                </a:lnTo>
                <a:lnTo>
                  <a:pt x="13856" y="20"/>
                </a:lnTo>
                <a:lnTo>
                  <a:pt x="13756" y="20"/>
                </a:lnTo>
                <a:lnTo>
                  <a:pt x="13756" y="0"/>
                </a:lnTo>
                <a:moveTo>
                  <a:pt x="13916" y="0"/>
                </a:moveTo>
                <a:lnTo>
                  <a:pt x="14016" y="0"/>
                </a:lnTo>
                <a:lnTo>
                  <a:pt x="14016" y="20"/>
                </a:lnTo>
                <a:lnTo>
                  <a:pt x="13916" y="20"/>
                </a:lnTo>
                <a:lnTo>
                  <a:pt x="13916" y="0"/>
                </a:lnTo>
                <a:moveTo>
                  <a:pt x="14076" y="0"/>
                </a:moveTo>
                <a:lnTo>
                  <a:pt x="14176" y="0"/>
                </a:lnTo>
                <a:lnTo>
                  <a:pt x="14176" y="20"/>
                </a:lnTo>
                <a:lnTo>
                  <a:pt x="14076" y="20"/>
                </a:lnTo>
                <a:lnTo>
                  <a:pt x="14076" y="0"/>
                </a:lnTo>
                <a:moveTo>
                  <a:pt x="14236" y="0"/>
                </a:moveTo>
                <a:lnTo>
                  <a:pt x="14335" y="0"/>
                </a:lnTo>
                <a:lnTo>
                  <a:pt x="14335" y="20"/>
                </a:lnTo>
                <a:lnTo>
                  <a:pt x="14236" y="20"/>
                </a:lnTo>
                <a:lnTo>
                  <a:pt x="14236" y="0"/>
                </a:lnTo>
                <a:moveTo>
                  <a:pt x="14395" y="0"/>
                </a:moveTo>
                <a:lnTo>
                  <a:pt x="14495" y="0"/>
                </a:lnTo>
                <a:lnTo>
                  <a:pt x="14495" y="20"/>
                </a:lnTo>
                <a:lnTo>
                  <a:pt x="14395" y="20"/>
                </a:lnTo>
                <a:lnTo>
                  <a:pt x="14395" y="0"/>
                </a:lnTo>
                <a:moveTo>
                  <a:pt x="14555" y="0"/>
                </a:moveTo>
                <a:lnTo>
                  <a:pt x="14655" y="0"/>
                </a:lnTo>
                <a:lnTo>
                  <a:pt x="14655" y="20"/>
                </a:lnTo>
                <a:lnTo>
                  <a:pt x="14555" y="20"/>
                </a:lnTo>
                <a:lnTo>
                  <a:pt x="14555" y="0"/>
                </a:lnTo>
                <a:moveTo>
                  <a:pt x="14715" y="0"/>
                </a:moveTo>
                <a:lnTo>
                  <a:pt x="14815" y="0"/>
                </a:lnTo>
                <a:lnTo>
                  <a:pt x="14815" y="20"/>
                </a:lnTo>
                <a:lnTo>
                  <a:pt x="14715" y="20"/>
                </a:lnTo>
                <a:lnTo>
                  <a:pt x="14715" y="0"/>
                </a:lnTo>
                <a:moveTo>
                  <a:pt x="14875" y="0"/>
                </a:moveTo>
                <a:lnTo>
                  <a:pt x="14975" y="0"/>
                </a:lnTo>
                <a:lnTo>
                  <a:pt x="14975" y="20"/>
                </a:lnTo>
                <a:lnTo>
                  <a:pt x="14875" y="20"/>
                </a:lnTo>
                <a:lnTo>
                  <a:pt x="14875" y="0"/>
                </a:lnTo>
                <a:moveTo>
                  <a:pt x="15035" y="0"/>
                </a:moveTo>
                <a:lnTo>
                  <a:pt x="15135" y="0"/>
                </a:lnTo>
                <a:lnTo>
                  <a:pt x="15135" y="20"/>
                </a:lnTo>
                <a:lnTo>
                  <a:pt x="15035" y="20"/>
                </a:lnTo>
                <a:lnTo>
                  <a:pt x="15035" y="0"/>
                </a:lnTo>
                <a:moveTo>
                  <a:pt x="15194" y="0"/>
                </a:moveTo>
                <a:lnTo>
                  <a:pt x="15294" y="0"/>
                </a:lnTo>
                <a:lnTo>
                  <a:pt x="15294" y="20"/>
                </a:lnTo>
                <a:lnTo>
                  <a:pt x="15194" y="20"/>
                </a:lnTo>
                <a:lnTo>
                  <a:pt x="15194" y="0"/>
                </a:lnTo>
                <a:moveTo>
                  <a:pt x="15354" y="0"/>
                </a:moveTo>
                <a:lnTo>
                  <a:pt x="15454" y="0"/>
                </a:lnTo>
                <a:lnTo>
                  <a:pt x="15454" y="20"/>
                </a:lnTo>
                <a:lnTo>
                  <a:pt x="15354" y="20"/>
                </a:lnTo>
                <a:lnTo>
                  <a:pt x="15354" y="0"/>
                </a:lnTo>
                <a:moveTo>
                  <a:pt x="15514" y="0"/>
                </a:moveTo>
                <a:lnTo>
                  <a:pt x="15614" y="0"/>
                </a:lnTo>
                <a:lnTo>
                  <a:pt x="15614" y="20"/>
                </a:lnTo>
                <a:lnTo>
                  <a:pt x="15514" y="20"/>
                </a:lnTo>
                <a:lnTo>
                  <a:pt x="15514" y="0"/>
                </a:lnTo>
                <a:moveTo>
                  <a:pt x="15674" y="0"/>
                </a:moveTo>
                <a:lnTo>
                  <a:pt x="15774" y="0"/>
                </a:lnTo>
                <a:lnTo>
                  <a:pt x="15774" y="20"/>
                </a:lnTo>
                <a:lnTo>
                  <a:pt x="15674" y="20"/>
                </a:lnTo>
                <a:lnTo>
                  <a:pt x="15674" y="0"/>
                </a:lnTo>
                <a:moveTo>
                  <a:pt x="15834" y="0"/>
                </a:moveTo>
                <a:lnTo>
                  <a:pt x="15934" y="0"/>
                </a:lnTo>
                <a:lnTo>
                  <a:pt x="15934" y="20"/>
                </a:lnTo>
                <a:lnTo>
                  <a:pt x="15834" y="20"/>
                </a:lnTo>
                <a:lnTo>
                  <a:pt x="15834" y="0"/>
                </a:lnTo>
                <a:moveTo>
                  <a:pt x="15994" y="0"/>
                </a:moveTo>
                <a:lnTo>
                  <a:pt x="16093" y="0"/>
                </a:lnTo>
                <a:lnTo>
                  <a:pt x="16093" y="20"/>
                </a:lnTo>
                <a:lnTo>
                  <a:pt x="15994" y="20"/>
                </a:lnTo>
                <a:lnTo>
                  <a:pt x="15994" y="0"/>
                </a:lnTo>
                <a:moveTo>
                  <a:pt x="16153" y="0"/>
                </a:moveTo>
                <a:lnTo>
                  <a:pt x="16253" y="0"/>
                </a:lnTo>
                <a:lnTo>
                  <a:pt x="16253" y="20"/>
                </a:lnTo>
                <a:lnTo>
                  <a:pt x="16153" y="20"/>
                </a:lnTo>
                <a:lnTo>
                  <a:pt x="16153" y="0"/>
                </a:lnTo>
                <a:moveTo>
                  <a:pt x="16313" y="0"/>
                </a:moveTo>
                <a:lnTo>
                  <a:pt x="16413" y="0"/>
                </a:lnTo>
                <a:lnTo>
                  <a:pt x="16413" y="20"/>
                </a:lnTo>
                <a:lnTo>
                  <a:pt x="16313" y="20"/>
                </a:lnTo>
                <a:lnTo>
                  <a:pt x="16313" y="0"/>
                </a:lnTo>
                <a:moveTo>
                  <a:pt x="16473" y="0"/>
                </a:moveTo>
                <a:lnTo>
                  <a:pt x="16573" y="0"/>
                </a:lnTo>
                <a:lnTo>
                  <a:pt x="16573" y="20"/>
                </a:lnTo>
                <a:lnTo>
                  <a:pt x="16473" y="20"/>
                </a:lnTo>
                <a:lnTo>
                  <a:pt x="16473" y="0"/>
                </a:lnTo>
                <a:moveTo>
                  <a:pt x="16633" y="0"/>
                </a:moveTo>
                <a:lnTo>
                  <a:pt x="16733" y="0"/>
                </a:lnTo>
                <a:lnTo>
                  <a:pt x="16733" y="20"/>
                </a:lnTo>
                <a:lnTo>
                  <a:pt x="16633" y="20"/>
                </a:lnTo>
                <a:lnTo>
                  <a:pt x="16633" y="0"/>
                </a:lnTo>
                <a:moveTo>
                  <a:pt x="16793" y="0"/>
                </a:moveTo>
                <a:lnTo>
                  <a:pt x="16893" y="0"/>
                </a:lnTo>
                <a:lnTo>
                  <a:pt x="16893" y="20"/>
                </a:lnTo>
                <a:lnTo>
                  <a:pt x="16793" y="20"/>
                </a:lnTo>
                <a:lnTo>
                  <a:pt x="16793" y="0"/>
                </a:lnTo>
                <a:moveTo>
                  <a:pt x="16953" y="0"/>
                </a:moveTo>
                <a:lnTo>
                  <a:pt x="17052" y="0"/>
                </a:lnTo>
                <a:lnTo>
                  <a:pt x="17052" y="20"/>
                </a:lnTo>
                <a:lnTo>
                  <a:pt x="16953" y="20"/>
                </a:lnTo>
                <a:lnTo>
                  <a:pt x="16953" y="0"/>
                </a:lnTo>
                <a:moveTo>
                  <a:pt x="17112" y="0"/>
                </a:moveTo>
                <a:lnTo>
                  <a:pt x="17212" y="0"/>
                </a:lnTo>
                <a:lnTo>
                  <a:pt x="17212" y="20"/>
                </a:lnTo>
                <a:lnTo>
                  <a:pt x="17112" y="20"/>
                </a:lnTo>
                <a:lnTo>
                  <a:pt x="17112" y="0"/>
                </a:lnTo>
                <a:moveTo>
                  <a:pt x="17272" y="0"/>
                </a:moveTo>
                <a:lnTo>
                  <a:pt x="17372" y="0"/>
                </a:lnTo>
                <a:lnTo>
                  <a:pt x="17372" y="20"/>
                </a:lnTo>
                <a:lnTo>
                  <a:pt x="17272" y="20"/>
                </a:lnTo>
                <a:lnTo>
                  <a:pt x="17272" y="0"/>
                </a:lnTo>
                <a:moveTo>
                  <a:pt x="17432" y="0"/>
                </a:moveTo>
                <a:lnTo>
                  <a:pt x="17532" y="0"/>
                </a:lnTo>
                <a:lnTo>
                  <a:pt x="17532" y="20"/>
                </a:lnTo>
                <a:lnTo>
                  <a:pt x="17432" y="20"/>
                </a:lnTo>
                <a:lnTo>
                  <a:pt x="17432" y="0"/>
                </a:lnTo>
                <a:moveTo>
                  <a:pt x="17592" y="0"/>
                </a:moveTo>
                <a:lnTo>
                  <a:pt x="17692" y="0"/>
                </a:lnTo>
                <a:lnTo>
                  <a:pt x="17692" y="20"/>
                </a:lnTo>
                <a:lnTo>
                  <a:pt x="17592" y="20"/>
                </a:lnTo>
                <a:lnTo>
                  <a:pt x="17592" y="0"/>
                </a:lnTo>
                <a:moveTo>
                  <a:pt x="17752" y="0"/>
                </a:moveTo>
                <a:lnTo>
                  <a:pt x="17852" y="0"/>
                </a:lnTo>
                <a:lnTo>
                  <a:pt x="17852" y="20"/>
                </a:lnTo>
                <a:lnTo>
                  <a:pt x="17752" y="20"/>
                </a:lnTo>
                <a:lnTo>
                  <a:pt x="17752" y="0"/>
                </a:lnTo>
                <a:moveTo>
                  <a:pt x="17911" y="0"/>
                </a:moveTo>
                <a:lnTo>
                  <a:pt x="18011" y="0"/>
                </a:lnTo>
                <a:lnTo>
                  <a:pt x="18011" y="20"/>
                </a:lnTo>
                <a:lnTo>
                  <a:pt x="17911" y="20"/>
                </a:lnTo>
                <a:lnTo>
                  <a:pt x="17911" y="0"/>
                </a:lnTo>
                <a:moveTo>
                  <a:pt x="18071" y="0"/>
                </a:moveTo>
                <a:lnTo>
                  <a:pt x="18171" y="0"/>
                </a:lnTo>
                <a:lnTo>
                  <a:pt x="18171" y="20"/>
                </a:lnTo>
                <a:lnTo>
                  <a:pt x="18071" y="20"/>
                </a:lnTo>
                <a:lnTo>
                  <a:pt x="18071" y="0"/>
                </a:lnTo>
                <a:moveTo>
                  <a:pt x="18231" y="0"/>
                </a:moveTo>
                <a:lnTo>
                  <a:pt x="18331" y="0"/>
                </a:lnTo>
                <a:lnTo>
                  <a:pt x="18331" y="20"/>
                </a:lnTo>
                <a:lnTo>
                  <a:pt x="18231" y="20"/>
                </a:lnTo>
                <a:lnTo>
                  <a:pt x="18231" y="0"/>
                </a:lnTo>
                <a:moveTo>
                  <a:pt x="18391" y="0"/>
                </a:moveTo>
                <a:lnTo>
                  <a:pt x="18491" y="0"/>
                </a:lnTo>
                <a:lnTo>
                  <a:pt x="18491" y="20"/>
                </a:lnTo>
                <a:lnTo>
                  <a:pt x="18391" y="20"/>
                </a:lnTo>
                <a:lnTo>
                  <a:pt x="18391" y="0"/>
                </a:lnTo>
                <a:moveTo>
                  <a:pt x="18551" y="0"/>
                </a:moveTo>
                <a:lnTo>
                  <a:pt x="18651" y="0"/>
                </a:lnTo>
                <a:lnTo>
                  <a:pt x="18651" y="20"/>
                </a:lnTo>
                <a:lnTo>
                  <a:pt x="18551" y="20"/>
                </a:lnTo>
                <a:lnTo>
                  <a:pt x="18551" y="0"/>
                </a:lnTo>
                <a:moveTo>
                  <a:pt x="18711" y="0"/>
                </a:moveTo>
                <a:lnTo>
                  <a:pt x="18810" y="0"/>
                </a:lnTo>
                <a:lnTo>
                  <a:pt x="18810" y="20"/>
                </a:lnTo>
                <a:lnTo>
                  <a:pt x="18711" y="20"/>
                </a:lnTo>
                <a:lnTo>
                  <a:pt x="18711" y="0"/>
                </a:lnTo>
                <a:moveTo>
                  <a:pt x="18870" y="0"/>
                </a:moveTo>
                <a:lnTo>
                  <a:pt x="18970" y="0"/>
                </a:lnTo>
                <a:lnTo>
                  <a:pt x="18970" y="20"/>
                </a:lnTo>
                <a:lnTo>
                  <a:pt x="18870" y="20"/>
                </a:lnTo>
                <a:lnTo>
                  <a:pt x="18870" y="0"/>
                </a:lnTo>
                <a:moveTo>
                  <a:pt x="19030" y="0"/>
                </a:moveTo>
                <a:lnTo>
                  <a:pt x="19130" y="0"/>
                </a:lnTo>
                <a:lnTo>
                  <a:pt x="19130" y="20"/>
                </a:lnTo>
                <a:lnTo>
                  <a:pt x="19030" y="20"/>
                </a:lnTo>
                <a:lnTo>
                  <a:pt x="19030" y="0"/>
                </a:lnTo>
                <a:moveTo>
                  <a:pt x="19140" y="70"/>
                </a:moveTo>
                <a:lnTo>
                  <a:pt x="19140" y="170"/>
                </a:lnTo>
                <a:lnTo>
                  <a:pt x="19120" y="170"/>
                </a:lnTo>
                <a:lnTo>
                  <a:pt x="19120" y="70"/>
                </a:lnTo>
                <a:lnTo>
                  <a:pt x="19140" y="70"/>
                </a:lnTo>
                <a:moveTo>
                  <a:pt x="19140" y="230"/>
                </a:moveTo>
                <a:lnTo>
                  <a:pt x="19140" y="330"/>
                </a:lnTo>
                <a:lnTo>
                  <a:pt x="19120" y="330"/>
                </a:lnTo>
                <a:lnTo>
                  <a:pt x="19120" y="230"/>
                </a:lnTo>
                <a:lnTo>
                  <a:pt x="19140" y="230"/>
                </a:lnTo>
                <a:moveTo>
                  <a:pt x="19140" y="390"/>
                </a:moveTo>
                <a:lnTo>
                  <a:pt x="19140" y="491"/>
                </a:lnTo>
                <a:lnTo>
                  <a:pt x="19120" y="491"/>
                </a:lnTo>
                <a:lnTo>
                  <a:pt x="19120" y="390"/>
                </a:lnTo>
                <a:lnTo>
                  <a:pt x="19140" y="390"/>
                </a:lnTo>
                <a:moveTo>
                  <a:pt x="19140" y="551"/>
                </a:moveTo>
                <a:lnTo>
                  <a:pt x="19140" y="651"/>
                </a:lnTo>
                <a:lnTo>
                  <a:pt x="19120" y="651"/>
                </a:lnTo>
                <a:lnTo>
                  <a:pt x="19120" y="551"/>
                </a:lnTo>
                <a:lnTo>
                  <a:pt x="19140" y="551"/>
                </a:lnTo>
                <a:moveTo>
                  <a:pt x="19140" y="711"/>
                </a:moveTo>
                <a:lnTo>
                  <a:pt x="19140" y="811"/>
                </a:lnTo>
                <a:lnTo>
                  <a:pt x="19120" y="811"/>
                </a:lnTo>
                <a:lnTo>
                  <a:pt x="19120" y="711"/>
                </a:lnTo>
                <a:lnTo>
                  <a:pt x="19140" y="711"/>
                </a:lnTo>
                <a:moveTo>
                  <a:pt x="19140" y="871"/>
                </a:moveTo>
                <a:lnTo>
                  <a:pt x="19140" y="971"/>
                </a:lnTo>
                <a:lnTo>
                  <a:pt x="19120" y="971"/>
                </a:lnTo>
                <a:lnTo>
                  <a:pt x="19120" y="871"/>
                </a:lnTo>
                <a:lnTo>
                  <a:pt x="19140" y="871"/>
                </a:lnTo>
                <a:moveTo>
                  <a:pt x="19140" y="1031"/>
                </a:moveTo>
                <a:lnTo>
                  <a:pt x="19140" y="1130"/>
                </a:lnTo>
                <a:lnTo>
                  <a:pt x="19120" y="1130"/>
                </a:lnTo>
                <a:lnTo>
                  <a:pt x="19120" y="1031"/>
                </a:lnTo>
                <a:lnTo>
                  <a:pt x="19140" y="1031"/>
                </a:lnTo>
                <a:moveTo>
                  <a:pt x="19140" y="1190"/>
                </a:moveTo>
                <a:lnTo>
                  <a:pt x="19140" y="1290"/>
                </a:lnTo>
                <a:lnTo>
                  <a:pt x="19120" y="1290"/>
                </a:lnTo>
                <a:lnTo>
                  <a:pt x="19120" y="1190"/>
                </a:lnTo>
                <a:lnTo>
                  <a:pt x="19140" y="1190"/>
                </a:lnTo>
                <a:moveTo>
                  <a:pt x="19090" y="1320"/>
                </a:moveTo>
                <a:lnTo>
                  <a:pt x="18990" y="1320"/>
                </a:lnTo>
                <a:lnTo>
                  <a:pt x="18990" y="1300"/>
                </a:lnTo>
                <a:lnTo>
                  <a:pt x="19090" y="1300"/>
                </a:lnTo>
                <a:lnTo>
                  <a:pt x="19090" y="1320"/>
                </a:lnTo>
                <a:moveTo>
                  <a:pt x="18930" y="1320"/>
                </a:moveTo>
                <a:lnTo>
                  <a:pt x="18830" y="1320"/>
                </a:lnTo>
                <a:lnTo>
                  <a:pt x="18830" y="1300"/>
                </a:lnTo>
                <a:lnTo>
                  <a:pt x="18930" y="1300"/>
                </a:lnTo>
                <a:lnTo>
                  <a:pt x="18930" y="1320"/>
                </a:lnTo>
                <a:moveTo>
                  <a:pt x="18770" y="1320"/>
                </a:moveTo>
                <a:lnTo>
                  <a:pt x="18671" y="1320"/>
                </a:lnTo>
                <a:lnTo>
                  <a:pt x="18671" y="1300"/>
                </a:lnTo>
                <a:lnTo>
                  <a:pt x="18770" y="1300"/>
                </a:lnTo>
                <a:lnTo>
                  <a:pt x="18770" y="1320"/>
                </a:lnTo>
                <a:moveTo>
                  <a:pt x="18611" y="1320"/>
                </a:moveTo>
                <a:lnTo>
                  <a:pt x="18511" y="1320"/>
                </a:lnTo>
                <a:lnTo>
                  <a:pt x="18511" y="1300"/>
                </a:lnTo>
                <a:lnTo>
                  <a:pt x="18611" y="1300"/>
                </a:lnTo>
                <a:lnTo>
                  <a:pt x="18611" y="1320"/>
                </a:lnTo>
                <a:moveTo>
                  <a:pt x="18451" y="1320"/>
                </a:moveTo>
                <a:lnTo>
                  <a:pt x="18351" y="1320"/>
                </a:lnTo>
                <a:lnTo>
                  <a:pt x="18351" y="1300"/>
                </a:lnTo>
                <a:lnTo>
                  <a:pt x="18451" y="1300"/>
                </a:lnTo>
                <a:lnTo>
                  <a:pt x="18451" y="1320"/>
                </a:lnTo>
                <a:moveTo>
                  <a:pt x="18291" y="1320"/>
                </a:moveTo>
                <a:lnTo>
                  <a:pt x="18191" y="1320"/>
                </a:lnTo>
                <a:lnTo>
                  <a:pt x="18191" y="1300"/>
                </a:lnTo>
                <a:lnTo>
                  <a:pt x="18291" y="1300"/>
                </a:lnTo>
                <a:lnTo>
                  <a:pt x="18291" y="1320"/>
                </a:lnTo>
                <a:moveTo>
                  <a:pt x="18131" y="1320"/>
                </a:moveTo>
                <a:lnTo>
                  <a:pt x="18031" y="1320"/>
                </a:lnTo>
                <a:lnTo>
                  <a:pt x="18031" y="1300"/>
                </a:lnTo>
                <a:lnTo>
                  <a:pt x="18131" y="1300"/>
                </a:lnTo>
                <a:lnTo>
                  <a:pt x="18131" y="1320"/>
                </a:lnTo>
                <a:moveTo>
                  <a:pt x="17971" y="1320"/>
                </a:moveTo>
                <a:lnTo>
                  <a:pt x="17871" y="1320"/>
                </a:lnTo>
                <a:lnTo>
                  <a:pt x="17871" y="1300"/>
                </a:lnTo>
                <a:lnTo>
                  <a:pt x="17971" y="1300"/>
                </a:lnTo>
                <a:lnTo>
                  <a:pt x="17971" y="1320"/>
                </a:lnTo>
                <a:moveTo>
                  <a:pt x="17812" y="1320"/>
                </a:moveTo>
                <a:lnTo>
                  <a:pt x="17712" y="1320"/>
                </a:lnTo>
                <a:lnTo>
                  <a:pt x="17712" y="1300"/>
                </a:lnTo>
                <a:lnTo>
                  <a:pt x="17812" y="1300"/>
                </a:lnTo>
                <a:lnTo>
                  <a:pt x="17812" y="1320"/>
                </a:lnTo>
                <a:moveTo>
                  <a:pt x="17652" y="1320"/>
                </a:moveTo>
                <a:lnTo>
                  <a:pt x="17552" y="1320"/>
                </a:lnTo>
                <a:lnTo>
                  <a:pt x="17552" y="1300"/>
                </a:lnTo>
                <a:lnTo>
                  <a:pt x="17652" y="1300"/>
                </a:lnTo>
                <a:lnTo>
                  <a:pt x="17652" y="1320"/>
                </a:lnTo>
                <a:moveTo>
                  <a:pt x="17492" y="1320"/>
                </a:moveTo>
                <a:lnTo>
                  <a:pt x="17392" y="1320"/>
                </a:lnTo>
                <a:lnTo>
                  <a:pt x="17392" y="1300"/>
                </a:lnTo>
                <a:lnTo>
                  <a:pt x="17492" y="1300"/>
                </a:lnTo>
                <a:lnTo>
                  <a:pt x="17492" y="1320"/>
                </a:lnTo>
                <a:moveTo>
                  <a:pt x="17332" y="1320"/>
                </a:moveTo>
                <a:lnTo>
                  <a:pt x="17232" y="1320"/>
                </a:lnTo>
                <a:lnTo>
                  <a:pt x="17232" y="1300"/>
                </a:lnTo>
                <a:lnTo>
                  <a:pt x="17332" y="1300"/>
                </a:lnTo>
                <a:lnTo>
                  <a:pt x="17332" y="1320"/>
                </a:lnTo>
                <a:moveTo>
                  <a:pt x="17172" y="1320"/>
                </a:moveTo>
                <a:lnTo>
                  <a:pt x="17072" y="1320"/>
                </a:lnTo>
                <a:lnTo>
                  <a:pt x="17072" y="1300"/>
                </a:lnTo>
                <a:lnTo>
                  <a:pt x="17172" y="1300"/>
                </a:lnTo>
                <a:lnTo>
                  <a:pt x="17172" y="1320"/>
                </a:lnTo>
                <a:moveTo>
                  <a:pt x="17012" y="1320"/>
                </a:moveTo>
                <a:lnTo>
                  <a:pt x="16913" y="1320"/>
                </a:lnTo>
                <a:lnTo>
                  <a:pt x="16913" y="1300"/>
                </a:lnTo>
                <a:lnTo>
                  <a:pt x="17012" y="1300"/>
                </a:lnTo>
                <a:lnTo>
                  <a:pt x="17012" y="1320"/>
                </a:lnTo>
                <a:moveTo>
                  <a:pt x="16853" y="1320"/>
                </a:moveTo>
                <a:lnTo>
                  <a:pt x="16753" y="1320"/>
                </a:lnTo>
                <a:lnTo>
                  <a:pt x="16753" y="1300"/>
                </a:lnTo>
                <a:lnTo>
                  <a:pt x="16853" y="1300"/>
                </a:lnTo>
                <a:lnTo>
                  <a:pt x="16853" y="1320"/>
                </a:lnTo>
                <a:moveTo>
                  <a:pt x="16693" y="1320"/>
                </a:moveTo>
                <a:lnTo>
                  <a:pt x="16593" y="1320"/>
                </a:lnTo>
                <a:lnTo>
                  <a:pt x="16593" y="1300"/>
                </a:lnTo>
                <a:lnTo>
                  <a:pt x="16693" y="1300"/>
                </a:lnTo>
                <a:lnTo>
                  <a:pt x="16693" y="1320"/>
                </a:lnTo>
                <a:moveTo>
                  <a:pt x="16533" y="1320"/>
                </a:moveTo>
                <a:lnTo>
                  <a:pt x="16433" y="1320"/>
                </a:lnTo>
                <a:lnTo>
                  <a:pt x="16433" y="1300"/>
                </a:lnTo>
                <a:lnTo>
                  <a:pt x="16533" y="1300"/>
                </a:lnTo>
                <a:lnTo>
                  <a:pt x="16533" y="1320"/>
                </a:lnTo>
                <a:moveTo>
                  <a:pt x="16373" y="1320"/>
                </a:moveTo>
                <a:lnTo>
                  <a:pt x="16273" y="1320"/>
                </a:lnTo>
                <a:lnTo>
                  <a:pt x="16273" y="1300"/>
                </a:lnTo>
                <a:lnTo>
                  <a:pt x="16373" y="1300"/>
                </a:lnTo>
                <a:lnTo>
                  <a:pt x="16373" y="1320"/>
                </a:lnTo>
                <a:moveTo>
                  <a:pt x="16213" y="1320"/>
                </a:moveTo>
                <a:lnTo>
                  <a:pt x="16113" y="1320"/>
                </a:lnTo>
                <a:lnTo>
                  <a:pt x="16113" y="1300"/>
                </a:lnTo>
                <a:lnTo>
                  <a:pt x="16213" y="1300"/>
                </a:lnTo>
                <a:lnTo>
                  <a:pt x="16213" y="1320"/>
                </a:lnTo>
                <a:moveTo>
                  <a:pt x="16054" y="1320"/>
                </a:moveTo>
                <a:lnTo>
                  <a:pt x="15954" y="1320"/>
                </a:lnTo>
                <a:lnTo>
                  <a:pt x="15954" y="1300"/>
                </a:lnTo>
                <a:lnTo>
                  <a:pt x="16054" y="1300"/>
                </a:lnTo>
                <a:lnTo>
                  <a:pt x="16054" y="1320"/>
                </a:lnTo>
                <a:moveTo>
                  <a:pt x="15894" y="1320"/>
                </a:moveTo>
                <a:lnTo>
                  <a:pt x="15794" y="1320"/>
                </a:lnTo>
                <a:lnTo>
                  <a:pt x="15794" y="1300"/>
                </a:lnTo>
                <a:lnTo>
                  <a:pt x="15894" y="1300"/>
                </a:lnTo>
                <a:lnTo>
                  <a:pt x="15894" y="1320"/>
                </a:lnTo>
                <a:moveTo>
                  <a:pt x="15734" y="1320"/>
                </a:moveTo>
                <a:lnTo>
                  <a:pt x="15634" y="1320"/>
                </a:lnTo>
                <a:lnTo>
                  <a:pt x="15634" y="1300"/>
                </a:lnTo>
                <a:lnTo>
                  <a:pt x="15734" y="1300"/>
                </a:lnTo>
                <a:lnTo>
                  <a:pt x="15734" y="1320"/>
                </a:lnTo>
                <a:moveTo>
                  <a:pt x="15574" y="1320"/>
                </a:moveTo>
                <a:lnTo>
                  <a:pt x="15474" y="1320"/>
                </a:lnTo>
                <a:lnTo>
                  <a:pt x="15474" y="1300"/>
                </a:lnTo>
                <a:lnTo>
                  <a:pt x="15574" y="1300"/>
                </a:lnTo>
                <a:lnTo>
                  <a:pt x="15574" y="1320"/>
                </a:lnTo>
                <a:moveTo>
                  <a:pt x="15414" y="1320"/>
                </a:moveTo>
                <a:lnTo>
                  <a:pt x="15314" y="1320"/>
                </a:lnTo>
                <a:lnTo>
                  <a:pt x="15314" y="1300"/>
                </a:lnTo>
                <a:lnTo>
                  <a:pt x="15414" y="1300"/>
                </a:lnTo>
                <a:lnTo>
                  <a:pt x="15414" y="1320"/>
                </a:lnTo>
                <a:moveTo>
                  <a:pt x="15254" y="1320"/>
                </a:moveTo>
                <a:lnTo>
                  <a:pt x="15155" y="1320"/>
                </a:lnTo>
                <a:lnTo>
                  <a:pt x="15155" y="1300"/>
                </a:lnTo>
                <a:lnTo>
                  <a:pt x="15254" y="1300"/>
                </a:lnTo>
                <a:lnTo>
                  <a:pt x="15254" y="1320"/>
                </a:lnTo>
                <a:moveTo>
                  <a:pt x="15095" y="1320"/>
                </a:moveTo>
                <a:lnTo>
                  <a:pt x="14995" y="1320"/>
                </a:lnTo>
                <a:lnTo>
                  <a:pt x="14995" y="1300"/>
                </a:lnTo>
                <a:lnTo>
                  <a:pt x="15095" y="1300"/>
                </a:lnTo>
                <a:lnTo>
                  <a:pt x="15095" y="1320"/>
                </a:lnTo>
                <a:moveTo>
                  <a:pt x="14935" y="1320"/>
                </a:moveTo>
                <a:lnTo>
                  <a:pt x="14835" y="1320"/>
                </a:lnTo>
                <a:lnTo>
                  <a:pt x="14835" y="1300"/>
                </a:lnTo>
                <a:lnTo>
                  <a:pt x="14935" y="1300"/>
                </a:lnTo>
                <a:lnTo>
                  <a:pt x="14935" y="1320"/>
                </a:lnTo>
                <a:moveTo>
                  <a:pt x="14775" y="1320"/>
                </a:moveTo>
                <a:lnTo>
                  <a:pt x="14675" y="1320"/>
                </a:lnTo>
                <a:lnTo>
                  <a:pt x="14675" y="1300"/>
                </a:lnTo>
                <a:lnTo>
                  <a:pt x="14775" y="1300"/>
                </a:lnTo>
                <a:lnTo>
                  <a:pt x="14775" y="1320"/>
                </a:lnTo>
                <a:moveTo>
                  <a:pt x="14615" y="1320"/>
                </a:moveTo>
                <a:lnTo>
                  <a:pt x="14515" y="1320"/>
                </a:lnTo>
                <a:lnTo>
                  <a:pt x="14515" y="1300"/>
                </a:lnTo>
                <a:lnTo>
                  <a:pt x="14615" y="1300"/>
                </a:lnTo>
                <a:lnTo>
                  <a:pt x="14615" y="1320"/>
                </a:lnTo>
                <a:moveTo>
                  <a:pt x="14455" y="1320"/>
                </a:moveTo>
                <a:lnTo>
                  <a:pt x="14355" y="1320"/>
                </a:lnTo>
                <a:lnTo>
                  <a:pt x="14355" y="1300"/>
                </a:lnTo>
                <a:lnTo>
                  <a:pt x="14455" y="1300"/>
                </a:lnTo>
                <a:lnTo>
                  <a:pt x="14455" y="1320"/>
                </a:lnTo>
                <a:moveTo>
                  <a:pt x="14295" y="1320"/>
                </a:moveTo>
                <a:lnTo>
                  <a:pt x="14196" y="1320"/>
                </a:lnTo>
                <a:lnTo>
                  <a:pt x="14196" y="1300"/>
                </a:lnTo>
                <a:lnTo>
                  <a:pt x="14295" y="1300"/>
                </a:lnTo>
                <a:lnTo>
                  <a:pt x="14295" y="1320"/>
                </a:lnTo>
                <a:moveTo>
                  <a:pt x="14136" y="1320"/>
                </a:moveTo>
                <a:lnTo>
                  <a:pt x="14036" y="1320"/>
                </a:lnTo>
                <a:lnTo>
                  <a:pt x="14036" y="1300"/>
                </a:lnTo>
                <a:lnTo>
                  <a:pt x="14136" y="1300"/>
                </a:lnTo>
                <a:lnTo>
                  <a:pt x="14136" y="1320"/>
                </a:lnTo>
                <a:moveTo>
                  <a:pt x="13976" y="1320"/>
                </a:moveTo>
                <a:lnTo>
                  <a:pt x="13876" y="1320"/>
                </a:lnTo>
                <a:lnTo>
                  <a:pt x="13876" y="1300"/>
                </a:lnTo>
                <a:lnTo>
                  <a:pt x="13976" y="1300"/>
                </a:lnTo>
                <a:lnTo>
                  <a:pt x="13976" y="1320"/>
                </a:lnTo>
                <a:moveTo>
                  <a:pt x="13816" y="1320"/>
                </a:moveTo>
                <a:lnTo>
                  <a:pt x="13716" y="1320"/>
                </a:lnTo>
                <a:lnTo>
                  <a:pt x="13716" y="1300"/>
                </a:lnTo>
                <a:lnTo>
                  <a:pt x="13816" y="1300"/>
                </a:lnTo>
                <a:lnTo>
                  <a:pt x="13816" y="1320"/>
                </a:lnTo>
                <a:moveTo>
                  <a:pt x="13656" y="1320"/>
                </a:moveTo>
                <a:lnTo>
                  <a:pt x="13556" y="1320"/>
                </a:lnTo>
                <a:lnTo>
                  <a:pt x="13556" y="1300"/>
                </a:lnTo>
                <a:lnTo>
                  <a:pt x="13656" y="1300"/>
                </a:lnTo>
                <a:lnTo>
                  <a:pt x="13656" y="1320"/>
                </a:lnTo>
                <a:moveTo>
                  <a:pt x="13496" y="1320"/>
                </a:moveTo>
                <a:lnTo>
                  <a:pt x="13396" y="1320"/>
                </a:lnTo>
                <a:lnTo>
                  <a:pt x="13396" y="1300"/>
                </a:lnTo>
                <a:lnTo>
                  <a:pt x="13496" y="1300"/>
                </a:lnTo>
                <a:lnTo>
                  <a:pt x="13496" y="1320"/>
                </a:lnTo>
                <a:moveTo>
                  <a:pt x="13337" y="1320"/>
                </a:moveTo>
                <a:lnTo>
                  <a:pt x="13237" y="1320"/>
                </a:lnTo>
                <a:lnTo>
                  <a:pt x="13237" y="1300"/>
                </a:lnTo>
                <a:lnTo>
                  <a:pt x="13337" y="1300"/>
                </a:lnTo>
                <a:lnTo>
                  <a:pt x="13337" y="1320"/>
                </a:lnTo>
                <a:moveTo>
                  <a:pt x="13177" y="1320"/>
                </a:moveTo>
                <a:lnTo>
                  <a:pt x="13077" y="1320"/>
                </a:lnTo>
                <a:lnTo>
                  <a:pt x="13077" y="1300"/>
                </a:lnTo>
                <a:lnTo>
                  <a:pt x="13177" y="1300"/>
                </a:lnTo>
                <a:lnTo>
                  <a:pt x="13177" y="1320"/>
                </a:lnTo>
                <a:moveTo>
                  <a:pt x="13017" y="1320"/>
                </a:moveTo>
                <a:lnTo>
                  <a:pt x="12917" y="1320"/>
                </a:lnTo>
                <a:lnTo>
                  <a:pt x="12917" y="1300"/>
                </a:lnTo>
                <a:lnTo>
                  <a:pt x="13017" y="1300"/>
                </a:lnTo>
                <a:lnTo>
                  <a:pt x="13017" y="1320"/>
                </a:lnTo>
                <a:moveTo>
                  <a:pt x="12857" y="1320"/>
                </a:moveTo>
                <a:lnTo>
                  <a:pt x="12757" y="1320"/>
                </a:lnTo>
                <a:lnTo>
                  <a:pt x="12757" y="1300"/>
                </a:lnTo>
                <a:lnTo>
                  <a:pt x="12857" y="1300"/>
                </a:lnTo>
                <a:lnTo>
                  <a:pt x="12857" y="1320"/>
                </a:lnTo>
                <a:moveTo>
                  <a:pt x="12697" y="1320"/>
                </a:moveTo>
                <a:lnTo>
                  <a:pt x="12597" y="1320"/>
                </a:lnTo>
                <a:lnTo>
                  <a:pt x="12597" y="1300"/>
                </a:lnTo>
                <a:lnTo>
                  <a:pt x="12697" y="1300"/>
                </a:lnTo>
                <a:lnTo>
                  <a:pt x="12697" y="1320"/>
                </a:lnTo>
                <a:moveTo>
                  <a:pt x="12537" y="1320"/>
                </a:moveTo>
                <a:lnTo>
                  <a:pt x="12438" y="1320"/>
                </a:lnTo>
                <a:lnTo>
                  <a:pt x="12438" y="1300"/>
                </a:lnTo>
                <a:lnTo>
                  <a:pt x="12537" y="1300"/>
                </a:lnTo>
                <a:lnTo>
                  <a:pt x="12537" y="1320"/>
                </a:lnTo>
                <a:moveTo>
                  <a:pt x="12378" y="1320"/>
                </a:moveTo>
                <a:lnTo>
                  <a:pt x="12278" y="1320"/>
                </a:lnTo>
                <a:lnTo>
                  <a:pt x="12278" y="1300"/>
                </a:lnTo>
                <a:lnTo>
                  <a:pt x="12378" y="1300"/>
                </a:lnTo>
                <a:lnTo>
                  <a:pt x="12378" y="1320"/>
                </a:lnTo>
                <a:moveTo>
                  <a:pt x="12218" y="1320"/>
                </a:moveTo>
                <a:lnTo>
                  <a:pt x="12118" y="1320"/>
                </a:lnTo>
                <a:lnTo>
                  <a:pt x="12118" y="1300"/>
                </a:lnTo>
                <a:lnTo>
                  <a:pt x="12218" y="1300"/>
                </a:lnTo>
                <a:lnTo>
                  <a:pt x="12218" y="1320"/>
                </a:lnTo>
                <a:moveTo>
                  <a:pt x="12058" y="1320"/>
                </a:moveTo>
                <a:lnTo>
                  <a:pt x="11958" y="1320"/>
                </a:lnTo>
                <a:lnTo>
                  <a:pt x="11958" y="1300"/>
                </a:lnTo>
                <a:lnTo>
                  <a:pt x="12058" y="1300"/>
                </a:lnTo>
                <a:lnTo>
                  <a:pt x="12058" y="1320"/>
                </a:lnTo>
                <a:moveTo>
                  <a:pt x="11898" y="1320"/>
                </a:moveTo>
                <a:lnTo>
                  <a:pt x="11798" y="1320"/>
                </a:lnTo>
                <a:lnTo>
                  <a:pt x="11798" y="1300"/>
                </a:lnTo>
                <a:lnTo>
                  <a:pt x="11898" y="1300"/>
                </a:lnTo>
                <a:lnTo>
                  <a:pt x="11898" y="1320"/>
                </a:lnTo>
                <a:moveTo>
                  <a:pt x="11738" y="1320"/>
                </a:moveTo>
                <a:lnTo>
                  <a:pt x="11638" y="1320"/>
                </a:lnTo>
                <a:lnTo>
                  <a:pt x="11638" y="1300"/>
                </a:lnTo>
                <a:lnTo>
                  <a:pt x="11738" y="1300"/>
                </a:lnTo>
                <a:lnTo>
                  <a:pt x="11738" y="1320"/>
                </a:lnTo>
                <a:moveTo>
                  <a:pt x="11578" y="1320"/>
                </a:moveTo>
                <a:lnTo>
                  <a:pt x="11479" y="1320"/>
                </a:lnTo>
                <a:lnTo>
                  <a:pt x="11479" y="1300"/>
                </a:lnTo>
                <a:lnTo>
                  <a:pt x="11578" y="1300"/>
                </a:lnTo>
                <a:lnTo>
                  <a:pt x="11578" y="1320"/>
                </a:lnTo>
                <a:moveTo>
                  <a:pt x="11419" y="1320"/>
                </a:moveTo>
                <a:lnTo>
                  <a:pt x="11319" y="1320"/>
                </a:lnTo>
                <a:lnTo>
                  <a:pt x="11319" y="1300"/>
                </a:lnTo>
                <a:lnTo>
                  <a:pt x="11419" y="1300"/>
                </a:lnTo>
                <a:lnTo>
                  <a:pt x="11419" y="1320"/>
                </a:lnTo>
                <a:moveTo>
                  <a:pt x="11259" y="1320"/>
                </a:moveTo>
                <a:lnTo>
                  <a:pt x="11159" y="1320"/>
                </a:lnTo>
                <a:lnTo>
                  <a:pt x="11159" y="1300"/>
                </a:lnTo>
                <a:lnTo>
                  <a:pt x="11259" y="1300"/>
                </a:lnTo>
                <a:lnTo>
                  <a:pt x="11259" y="1320"/>
                </a:lnTo>
                <a:moveTo>
                  <a:pt x="11099" y="1320"/>
                </a:moveTo>
                <a:lnTo>
                  <a:pt x="10999" y="1320"/>
                </a:lnTo>
                <a:lnTo>
                  <a:pt x="10999" y="1300"/>
                </a:lnTo>
                <a:lnTo>
                  <a:pt x="11099" y="1300"/>
                </a:lnTo>
                <a:lnTo>
                  <a:pt x="11099" y="1320"/>
                </a:lnTo>
                <a:moveTo>
                  <a:pt x="10939" y="1320"/>
                </a:moveTo>
                <a:lnTo>
                  <a:pt x="10839" y="1320"/>
                </a:lnTo>
                <a:lnTo>
                  <a:pt x="10839" y="1300"/>
                </a:lnTo>
                <a:lnTo>
                  <a:pt x="10939" y="1300"/>
                </a:lnTo>
                <a:lnTo>
                  <a:pt x="10939" y="1320"/>
                </a:lnTo>
                <a:moveTo>
                  <a:pt x="10779" y="1320"/>
                </a:moveTo>
                <a:lnTo>
                  <a:pt x="10679" y="1320"/>
                </a:lnTo>
                <a:lnTo>
                  <a:pt x="10679" y="1300"/>
                </a:lnTo>
                <a:lnTo>
                  <a:pt x="10779" y="1300"/>
                </a:lnTo>
                <a:lnTo>
                  <a:pt x="10779" y="1320"/>
                </a:lnTo>
                <a:moveTo>
                  <a:pt x="10620" y="1320"/>
                </a:moveTo>
                <a:lnTo>
                  <a:pt x="10520" y="1320"/>
                </a:lnTo>
                <a:lnTo>
                  <a:pt x="10520" y="1300"/>
                </a:lnTo>
                <a:lnTo>
                  <a:pt x="10620" y="1300"/>
                </a:lnTo>
                <a:lnTo>
                  <a:pt x="10620" y="1320"/>
                </a:lnTo>
                <a:moveTo>
                  <a:pt x="10460" y="1320"/>
                </a:moveTo>
                <a:lnTo>
                  <a:pt x="10360" y="1320"/>
                </a:lnTo>
                <a:lnTo>
                  <a:pt x="10360" y="1300"/>
                </a:lnTo>
                <a:lnTo>
                  <a:pt x="10460" y="1300"/>
                </a:lnTo>
                <a:lnTo>
                  <a:pt x="10460" y="1320"/>
                </a:lnTo>
                <a:moveTo>
                  <a:pt x="10300" y="1320"/>
                </a:moveTo>
                <a:lnTo>
                  <a:pt x="10200" y="1320"/>
                </a:lnTo>
                <a:lnTo>
                  <a:pt x="10200" y="1300"/>
                </a:lnTo>
                <a:lnTo>
                  <a:pt x="10300" y="1300"/>
                </a:lnTo>
                <a:lnTo>
                  <a:pt x="10300" y="1320"/>
                </a:lnTo>
                <a:moveTo>
                  <a:pt x="10140" y="1320"/>
                </a:moveTo>
                <a:lnTo>
                  <a:pt x="10040" y="1320"/>
                </a:lnTo>
                <a:lnTo>
                  <a:pt x="10040" y="1300"/>
                </a:lnTo>
                <a:lnTo>
                  <a:pt x="10140" y="1300"/>
                </a:lnTo>
                <a:lnTo>
                  <a:pt x="10140" y="1320"/>
                </a:lnTo>
                <a:moveTo>
                  <a:pt x="9980" y="1320"/>
                </a:moveTo>
                <a:lnTo>
                  <a:pt x="9880" y="1320"/>
                </a:lnTo>
                <a:lnTo>
                  <a:pt x="9880" y="1300"/>
                </a:lnTo>
                <a:lnTo>
                  <a:pt x="9980" y="1300"/>
                </a:lnTo>
                <a:lnTo>
                  <a:pt x="9980" y="1320"/>
                </a:lnTo>
                <a:moveTo>
                  <a:pt x="9820" y="1320"/>
                </a:moveTo>
                <a:lnTo>
                  <a:pt x="9721" y="1320"/>
                </a:lnTo>
                <a:lnTo>
                  <a:pt x="9721" y="1300"/>
                </a:lnTo>
                <a:lnTo>
                  <a:pt x="9820" y="1300"/>
                </a:lnTo>
                <a:lnTo>
                  <a:pt x="9820" y="1320"/>
                </a:lnTo>
                <a:moveTo>
                  <a:pt x="9661" y="1320"/>
                </a:moveTo>
                <a:lnTo>
                  <a:pt x="9561" y="1320"/>
                </a:lnTo>
                <a:lnTo>
                  <a:pt x="9561" y="1300"/>
                </a:lnTo>
                <a:lnTo>
                  <a:pt x="9661" y="1300"/>
                </a:lnTo>
                <a:lnTo>
                  <a:pt x="9661" y="1320"/>
                </a:lnTo>
                <a:moveTo>
                  <a:pt x="9501" y="1320"/>
                </a:moveTo>
                <a:lnTo>
                  <a:pt x="9401" y="1320"/>
                </a:lnTo>
                <a:lnTo>
                  <a:pt x="9401" y="1300"/>
                </a:lnTo>
                <a:lnTo>
                  <a:pt x="9501" y="1300"/>
                </a:lnTo>
                <a:lnTo>
                  <a:pt x="9501" y="1320"/>
                </a:lnTo>
                <a:moveTo>
                  <a:pt x="9341" y="1320"/>
                </a:moveTo>
                <a:lnTo>
                  <a:pt x="9241" y="1320"/>
                </a:lnTo>
                <a:lnTo>
                  <a:pt x="9241" y="1300"/>
                </a:lnTo>
                <a:lnTo>
                  <a:pt x="9341" y="1300"/>
                </a:lnTo>
                <a:lnTo>
                  <a:pt x="9341" y="1320"/>
                </a:lnTo>
                <a:moveTo>
                  <a:pt x="9181" y="1320"/>
                </a:moveTo>
                <a:lnTo>
                  <a:pt x="9081" y="1320"/>
                </a:lnTo>
                <a:lnTo>
                  <a:pt x="9081" y="1300"/>
                </a:lnTo>
                <a:lnTo>
                  <a:pt x="9181" y="1300"/>
                </a:lnTo>
                <a:lnTo>
                  <a:pt x="9181" y="1320"/>
                </a:lnTo>
                <a:moveTo>
                  <a:pt x="9021" y="1320"/>
                </a:moveTo>
                <a:lnTo>
                  <a:pt x="8921" y="1320"/>
                </a:lnTo>
                <a:lnTo>
                  <a:pt x="8921" y="1300"/>
                </a:lnTo>
                <a:lnTo>
                  <a:pt x="9021" y="1300"/>
                </a:lnTo>
                <a:lnTo>
                  <a:pt x="9021" y="1320"/>
                </a:lnTo>
                <a:moveTo>
                  <a:pt x="8862" y="1320"/>
                </a:moveTo>
                <a:lnTo>
                  <a:pt x="8762" y="1320"/>
                </a:lnTo>
                <a:lnTo>
                  <a:pt x="8762" y="1300"/>
                </a:lnTo>
                <a:lnTo>
                  <a:pt x="8862" y="1300"/>
                </a:lnTo>
                <a:lnTo>
                  <a:pt x="8862" y="1320"/>
                </a:lnTo>
                <a:moveTo>
                  <a:pt x="8702" y="1320"/>
                </a:moveTo>
                <a:lnTo>
                  <a:pt x="8602" y="1320"/>
                </a:lnTo>
                <a:lnTo>
                  <a:pt x="8602" y="1300"/>
                </a:lnTo>
                <a:lnTo>
                  <a:pt x="8702" y="1300"/>
                </a:lnTo>
                <a:lnTo>
                  <a:pt x="8702" y="1320"/>
                </a:lnTo>
                <a:moveTo>
                  <a:pt x="8542" y="1320"/>
                </a:moveTo>
                <a:lnTo>
                  <a:pt x="8442" y="1320"/>
                </a:lnTo>
                <a:lnTo>
                  <a:pt x="8442" y="1300"/>
                </a:lnTo>
                <a:lnTo>
                  <a:pt x="8542" y="1300"/>
                </a:lnTo>
                <a:lnTo>
                  <a:pt x="8542" y="1320"/>
                </a:lnTo>
                <a:moveTo>
                  <a:pt x="8382" y="1320"/>
                </a:moveTo>
                <a:lnTo>
                  <a:pt x="8282" y="1320"/>
                </a:lnTo>
                <a:lnTo>
                  <a:pt x="8282" y="1300"/>
                </a:lnTo>
                <a:lnTo>
                  <a:pt x="8382" y="1300"/>
                </a:lnTo>
                <a:lnTo>
                  <a:pt x="8382" y="1320"/>
                </a:lnTo>
                <a:moveTo>
                  <a:pt x="8222" y="1320"/>
                </a:moveTo>
                <a:lnTo>
                  <a:pt x="8122" y="1320"/>
                </a:lnTo>
                <a:lnTo>
                  <a:pt x="8122" y="1300"/>
                </a:lnTo>
                <a:lnTo>
                  <a:pt x="8222" y="1300"/>
                </a:lnTo>
                <a:lnTo>
                  <a:pt x="8222" y="1320"/>
                </a:lnTo>
                <a:moveTo>
                  <a:pt x="8062" y="1320"/>
                </a:moveTo>
                <a:lnTo>
                  <a:pt x="7963" y="1320"/>
                </a:lnTo>
                <a:lnTo>
                  <a:pt x="7963" y="1300"/>
                </a:lnTo>
                <a:lnTo>
                  <a:pt x="8062" y="1300"/>
                </a:lnTo>
                <a:lnTo>
                  <a:pt x="8062" y="1320"/>
                </a:lnTo>
                <a:moveTo>
                  <a:pt x="7903" y="1320"/>
                </a:moveTo>
                <a:lnTo>
                  <a:pt x="7803" y="1320"/>
                </a:lnTo>
                <a:lnTo>
                  <a:pt x="7803" y="1300"/>
                </a:lnTo>
                <a:lnTo>
                  <a:pt x="7903" y="1300"/>
                </a:lnTo>
                <a:lnTo>
                  <a:pt x="7903" y="1320"/>
                </a:lnTo>
                <a:moveTo>
                  <a:pt x="7743" y="1320"/>
                </a:moveTo>
                <a:lnTo>
                  <a:pt x="7643" y="1320"/>
                </a:lnTo>
                <a:lnTo>
                  <a:pt x="7643" y="1300"/>
                </a:lnTo>
                <a:lnTo>
                  <a:pt x="7743" y="1300"/>
                </a:lnTo>
                <a:lnTo>
                  <a:pt x="7743" y="1320"/>
                </a:lnTo>
                <a:moveTo>
                  <a:pt x="7583" y="1320"/>
                </a:moveTo>
                <a:lnTo>
                  <a:pt x="7483" y="1320"/>
                </a:lnTo>
                <a:lnTo>
                  <a:pt x="7483" y="1300"/>
                </a:lnTo>
                <a:lnTo>
                  <a:pt x="7583" y="1300"/>
                </a:lnTo>
                <a:lnTo>
                  <a:pt x="7583" y="1320"/>
                </a:lnTo>
                <a:moveTo>
                  <a:pt x="7423" y="1320"/>
                </a:moveTo>
                <a:lnTo>
                  <a:pt x="7323" y="1320"/>
                </a:lnTo>
                <a:lnTo>
                  <a:pt x="7323" y="1300"/>
                </a:lnTo>
                <a:lnTo>
                  <a:pt x="7423" y="1300"/>
                </a:lnTo>
                <a:lnTo>
                  <a:pt x="7423" y="1320"/>
                </a:lnTo>
                <a:moveTo>
                  <a:pt x="7263" y="1320"/>
                </a:moveTo>
                <a:lnTo>
                  <a:pt x="7163" y="1320"/>
                </a:lnTo>
                <a:lnTo>
                  <a:pt x="7163" y="1300"/>
                </a:lnTo>
                <a:lnTo>
                  <a:pt x="7263" y="1300"/>
                </a:lnTo>
                <a:lnTo>
                  <a:pt x="7263" y="1320"/>
                </a:lnTo>
                <a:moveTo>
                  <a:pt x="7103" y="1320"/>
                </a:moveTo>
                <a:lnTo>
                  <a:pt x="7004" y="1320"/>
                </a:lnTo>
                <a:lnTo>
                  <a:pt x="7004" y="1300"/>
                </a:lnTo>
                <a:lnTo>
                  <a:pt x="7103" y="1300"/>
                </a:lnTo>
                <a:lnTo>
                  <a:pt x="7103" y="1320"/>
                </a:lnTo>
                <a:moveTo>
                  <a:pt x="6944" y="1320"/>
                </a:moveTo>
                <a:lnTo>
                  <a:pt x="6844" y="1320"/>
                </a:lnTo>
                <a:lnTo>
                  <a:pt x="6844" y="1300"/>
                </a:lnTo>
                <a:lnTo>
                  <a:pt x="6944" y="1300"/>
                </a:lnTo>
                <a:lnTo>
                  <a:pt x="6944" y="1320"/>
                </a:lnTo>
                <a:moveTo>
                  <a:pt x="6784" y="1320"/>
                </a:moveTo>
                <a:lnTo>
                  <a:pt x="6684" y="1320"/>
                </a:lnTo>
                <a:lnTo>
                  <a:pt x="6684" y="1300"/>
                </a:lnTo>
                <a:lnTo>
                  <a:pt x="6784" y="1300"/>
                </a:lnTo>
                <a:lnTo>
                  <a:pt x="6784" y="1320"/>
                </a:lnTo>
                <a:moveTo>
                  <a:pt x="6624" y="1320"/>
                </a:moveTo>
                <a:lnTo>
                  <a:pt x="6524" y="1320"/>
                </a:lnTo>
                <a:lnTo>
                  <a:pt x="6524" y="1300"/>
                </a:lnTo>
                <a:lnTo>
                  <a:pt x="6624" y="1300"/>
                </a:lnTo>
                <a:lnTo>
                  <a:pt x="6624" y="1320"/>
                </a:lnTo>
                <a:moveTo>
                  <a:pt x="6464" y="1320"/>
                </a:moveTo>
                <a:lnTo>
                  <a:pt x="6364" y="1320"/>
                </a:lnTo>
                <a:lnTo>
                  <a:pt x="6364" y="1300"/>
                </a:lnTo>
                <a:lnTo>
                  <a:pt x="6464" y="1300"/>
                </a:lnTo>
                <a:lnTo>
                  <a:pt x="6464" y="1320"/>
                </a:lnTo>
                <a:moveTo>
                  <a:pt x="6304" y="1320"/>
                </a:moveTo>
                <a:lnTo>
                  <a:pt x="6204" y="1320"/>
                </a:lnTo>
                <a:lnTo>
                  <a:pt x="6204" y="1300"/>
                </a:lnTo>
                <a:lnTo>
                  <a:pt x="6304" y="1300"/>
                </a:lnTo>
                <a:lnTo>
                  <a:pt x="6304" y="1320"/>
                </a:lnTo>
                <a:moveTo>
                  <a:pt x="6145" y="1320"/>
                </a:moveTo>
                <a:lnTo>
                  <a:pt x="6045" y="1320"/>
                </a:lnTo>
                <a:lnTo>
                  <a:pt x="6045" y="1300"/>
                </a:lnTo>
                <a:lnTo>
                  <a:pt x="6145" y="1300"/>
                </a:lnTo>
                <a:lnTo>
                  <a:pt x="6145" y="1320"/>
                </a:lnTo>
                <a:moveTo>
                  <a:pt x="5985" y="1320"/>
                </a:moveTo>
                <a:lnTo>
                  <a:pt x="5885" y="1320"/>
                </a:lnTo>
                <a:lnTo>
                  <a:pt x="5885" y="1300"/>
                </a:lnTo>
                <a:lnTo>
                  <a:pt x="5985" y="1300"/>
                </a:lnTo>
                <a:lnTo>
                  <a:pt x="5985" y="1320"/>
                </a:lnTo>
                <a:moveTo>
                  <a:pt x="5824" y="1320"/>
                </a:moveTo>
                <a:lnTo>
                  <a:pt x="5724" y="1320"/>
                </a:lnTo>
                <a:lnTo>
                  <a:pt x="5724" y="1300"/>
                </a:lnTo>
                <a:lnTo>
                  <a:pt x="5824" y="1300"/>
                </a:lnTo>
                <a:lnTo>
                  <a:pt x="5824" y="1320"/>
                </a:lnTo>
                <a:moveTo>
                  <a:pt x="5664" y="1320"/>
                </a:moveTo>
                <a:lnTo>
                  <a:pt x="5564" y="1320"/>
                </a:lnTo>
                <a:lnTo>
                  <a:pt x="5564" y="1300"/>
                </a:lnTo>
                <a:lnTo>
                  <a:pt x="5664" y="1300"/>
                </a:lnTo>
                <a:lnTo>
                  <a:pt x="5664" y="1320"/>
                </a:lnTo>
                <a:moveTo>
                  <a:pt x="5504" y="1320"/>
                </a:moveTo>
                <a:lnTo>
                  <a:pt x="5404" y="1320"/>
                </a:lnTo>
                <a:lnTo>
                  <a:pt x="5404" y="1300"/>
                </a:lnTo>
                <a:lnTo>
                  <a:pt x="5504" y="1300"/>
                </a:lnTo>
                <a:lnTo>
                  <a:pt x="5504" y="1320"/>
                </a:lnTo>
                <a:moveTo>
                  <a:pt x="5344" y="1320"/>
                </a:moveTo>
                <a:lnTo>
                  <a:pt x="5245" y="1320"/>
                </a:lnTo>
                <a:lnTo>
                  <a:pt x="5245" y="1300"/>
                </a:lnTo>
                <a:lnTo>
                  <a:pt x="5344" y="1300"/>
                </a:lnTo>
                <a:lnTo>
                  <a:pt x="5344" y="1320"/>
                </a:lnTo>
                <a:moveTo>
                  <a:pt x="5185" y="1320"/>
                </a:moveTo>
                <a:lnTo>
                  <a:pt x="5085" y="1320"/>
                </a:lnTo>
                <a:lnTo>
                  <a:pt x="5085" y="1300"/>
                </a:lnTo>
                <a:lnTo>
                  <a:pt x="5185" y="1300"/>
                </a:lnTo>
                <a:lnTo>
                  <a:pt x="5185" y="1320"/>
                </a:lnTo>
                <a:moveTo>
                  <a:pt x="5025" y="1320"/>
                </a:moveTo>
                <a:lnTo>
                  <a:pt x="4925" y="1320"/>
                </a:lnTo>
                <a:lnTo>
                  <a:pt x="4925" y="1300"/>
                </a:lnTo>
                <a:lnTo>
                  <a:pt x="5025" y="1300"/>
                </a:lnTo>
                <a:lnTo>
                  <a:pt x="5025" y="1320"/>
                </a:lnTo>
                <a:moveTo>
                  <a:pt x="4865" y="1320"/>
                </a:moveTo>
                <a:lnTo>
                  <a:pt x="4765" y="1320"/>
                </a:lnTo>
                <a:lnTo>
                  <a:pt x="4765" y="1300"/>
                </a:lnTo>
                <a:lnTo>
                  <a:pt x="4865" y="1300"/>
                </a:lnTo>
                <a:lnTo>
                  <a:pt x="4865" y="1320"/>
                </a:lnTo>
                <a:moveTo>
                  <a:pt x="4705" y="1320"/>
                </a:moveTo>
                <a:lnTo>
                  <a:pt x="4605" y="1320"/>
                </a:lnTo>
                <a:lnTo>
                  <a:pt x="4605" y="1300"/>
                </a:lnTo>
                <a:lnTo>
                  <a:pt x="4705" y="1300"/>
                </a:lnTo>
                <a:lnTo>
                  <a:pt x="4705" y="1320"/>
                </a:lnTo>
                <a:moveTo>
                  <a:pt x="4545" y="1320"/>
                </a:moveTo>
                <a:lnTo>
                  <a:pt x="4445" y="1320"/>
                </a:lnTo>
                <a:lnTo>
                  <a:pt x="4445" y="1300"/>
                </a:lnTo>
                <a:lnTo>
                  <a:pt x="4545" y="1300"/>
                </a:lnTo>
                <a:lnTo>
                  <a:pt x="4545" y="1320"/>
                </a:lnTo>
                <a:moveTo>
                  <a:pt x="4385" y="1320"/>
                </a:moveTo>
                <a:lnTo>
                  <a:pt x="4286" y="1320"/>
                </a:lnTo>
                <a:lnTo>
                  <a:pt x="4286" y="1300"/>
                </a:lnTo>
                <a:lnTo>
                  <a:pt x="4385" y="1300"/>
                </a:lnTo>
                <a:lnTo>
                  <a:pt x="4385" y="1320"/>
                </a:lnTo>
                <a:moveTo>
                  <a:pt x="4226" y="1320"/>
                </a:moveTo>
                <a:lnTo>
                  <a:pt x="4126" y="1320"/>
                </a:lnTo>
                <a:lnTo>
                  <a:pt x="4126" y="1300"/>
                </a:lnTo>
                <a:lnTo>
                  <a:pt x="4226" y="1300"/>
                </a:lnTo>
                <a:lnTo>
                  <a:pt x="4226" y="1320"/>
                </a:lnTo>
                <a:moveTo>
                  <a:pt x="4066" y="1320"/>
                </a:moveTo>
                <a:lnTo>
                  <a:pt x="3966" y="1320"/>
                </a:lnTo>
                <a:lnTo>
                  <a:pt x="3966" y="1300"/>
                </a:lnTo>
                <a:lnTo>
                  <a:pt x="4066" y="1300"/>
                </a:lnTo>
                <a:lnTo>
                  <a:pt x="4066" y="1320"/>
                </a:lnTo>
                <a:moveTo>
                  <a:pt x="3906" y="1320"/>
                </a:moveTo>
                <a:lnTo>
                  <a:pt x="3806" y="1320"/>
                </a:lnTo>
                <a:lnTo>
                  <a:pt x="3806" y="1300"/>
                </a:lnTo>
                <a:lnTo>
                  <a:pt x="3906" y="1300"/>
                </a:lnTo>
                <a:lnTo>
                  <a:pt x="3906" y="1320"/>
                </a:lnTo>
                <a:moveTo>
                  <a:pt x="3746" y="1320"/>
                </a:moveTo>
                <a:lnTo>
                  <a:pt x="3646" y="1320"/>
                </a:lnTo>
                <a:lnTo>
                  <a:pt x="3646" y="1300"/>
                </a:lnTo>
                <a:lnTo>
                  <a:pt x="3746" y="1300"/>
                </a:lnTo>
                <a:lnTo>
                  <a:pt x="3746" y="1320"/>
                </a:lnTo>
                <a:moveTo>
                  <a:pt x="3586" y="1320"/>
                </a:moveTo>
                <a:lnTo>
                  <a:pt x="3486" y="1320"/>
                </a:lnTo>
                <a:lnTo>
                  <a:pt x="3486" y="1300"/>
                </a:lnTo>
                <a:lnTo>
                  <a:pt x="3586" y="1300"/>
                </a:lnTo>
                <a:lnTo>
                  <a:pt x="3586" y="1320"/>
                </a:lnTo>
                <a:moveTo>
                  <a:pt x="3427" y="1320"/>
                </a:moveTo>
                <a:lnTo>
                  <a:pt x="3327" y="1320"/>
                </a:lnTo>
                <a:lnTo>
                  <a:pt x="3327" y="1300"/>
                </a:lnTo>
                <a:lnTo>
                  <a:pt x="3427" y="1300"/>
                </a:lnTo>
                <a:lnTo>
                  <a:pt x="3427" y="1320"/>
                </a:lnTo>
                <a:moveTo>
                  <a:pt x="3267" y="1320"/>
                </a:moveTo>
                <a:lnTo>
                  <a:pt x="3167" y="1320"/>
                </a:lnTo>
                <a:lnTo>
                  <a:pt x="3167" y="1300"/>
                </a:lnTo>
                <a:lnTo>
                  <a:pt x="3267" y="1300"/>
                </a:lnTo>
                <a:lnTo>
                  <a:pt x="3267" y="1320"/>
                </a:lnTo>
                <a:moveTo>
                  <a:pt x="3107" y="1320"/>
                </a:moveTo>
                <a:lnTo>
                  <a:pt x="3007" y="1320"/>
                </a:lnTo>
                <a:lnTo>
                  <a:pt x="3007" y="1300"/>
                </a:lnTo>
                <a:lnTo>
                  <a:pt x="3107" y="1300"/>
                </a:lnTo>
                <a:lnTo>
                  <a:pt x="3107" y="1320"/>
                </a:lnTo>
                <a:moveTo>
                  <a:pt x="2947" y="1320"/>
                </a:moveTo>
                <a:lnTo>
                  <a:pt x="2847" y="1320"/>
                </a:lnTo>
                <a:lnTo>
                  <a:pt x="2847" y="1300"/>
                </a:lnTo>
                <a:lnTo>
                  <a:pt x="2947" y="1300"/>
                </a:lnTo>
                <a:lnTo>
                  <a:pt x="2947" y="1320"/>
                </a:lnTo>
                <a:moveTo>
                  <a:pt x="2787" y="1320"/>
                </a:moveTo>
                <a:lnTo>
                  <a:pt x="2687" y="1320"/>
                </a:lnTo>
                <a:lnTo>
                  <a:pt x="2687" y="1300"/>
                </a:lnTo>
                <a:lnTo>
                  <a:pt x="2787" y="1300"/>
                </a:lnTo>
                <a:lnTo>
                  <a:pt x="2787" y="1320"/>
                </a:lnTo>
                <a:moveTo>
                  <a:pt x="2627" y="1320"/>
                </a:moveTo>
                <a:lnTo>
                  <a:pt x="2528" y="1320"/>
                </a:lnTo>
                <a:lnTo>
                  <a:pt x="2528" y="1300"/>
                </a:lnTo>
                <a:lnTo>
                  <a:pt x="2627" y="1300"/>
                </a:lnTo>
                <a:lnTo>
                  <a:pt x="2627" y="1320"/>
                </a:lnTo>
                <a:moveTo>
                  <a:pt x="2468" y="1320"/>
                </a:moveTo>
                <a:lnTo>
                  <a:pt x="2368" y="1320"/>
                </a:lnTo>
                <a:lnTo>
                  <a:pt x="2368" y="1300"/>
                </a:lnTo>
                <a:lnTo>
                  <a:pt x="2468" y="1300"/>
                </a:lnTo>
                <a:lnTo>
                  <a:pt x="2468" y="1320"/>
                </a:lnTo>
                <a:moveTo>
                  <a:pt x="2308" y="1320"/>
                </a:moveTo>
                <a:lnTo>
                  <a:pt x="2208" y="1320"/>
                </a:lnTo>
                <a:lnTo>
                  <a:pt x="2208" y="1300"/>
                </a:lnTo>
                <a:lnTo>
                  <a:pt x="2308" y="1300"/>
                </a:lnTo>
                <a:lnTo>
                  <a:pt x="2308" y="1320"/>
                </a:lnTo>
                <a:moveTo>
                  <a:pt x="2148" y="1320"/>
                </a:moveTo>
                <a:lnTo>
                  <a:pt x="2048" y="1320"/>
                </a:lnTo>
                <a:lnTo>
                  <a:pt x="2048" y="1300"/>
                </a:lnTo>
                <a:lnTo>
                  <a:pt x="2148" y="1300"/>
                </a:lnTo>
                <a:lnTo>
                  <a:pt x="2148" y="1320"/>
                </a:lnTo>
                <a:moveTo>
                  <a:pt x="1988" y="1320"/>
                </a:moveTo>
                <a:lnTo>
                  <a:pt x="1888" y="1320"/>
                </a:lnTo>
                <a:lnTo>
                  <a:pt x="1888" y="1300"/>
                </a:lnTo>
                <a:lnTo>
                  <a:pt x="1988" y="1300"/>
                </a:lnTo>
                <a:lnTo>
                  <a:pt x="1988" y="1320"/>
                </a:lnTo>
                <a:moveTo>
                  <a:pt x="1828" y="1320"/>
                </a:moveTo>
                <a:lnTo>
                  <a:pt x="1728" y="1320"/>
                </a:lnTo>
                <a:lnTo>
                  <a:pt x="1728" y="1300"/>
                </a:lnTo>
                <a:lnTo>
                  <a:pt x="1828" y="1300"/>
                </a:lnTo>
                <a:lnTo>
                  <a:pt x="1828" y="1320"/>
                </a:lnTo>
                <a:moveTo>
                  <a:pt x="1669" y="1320"/>
                </a:moveTo>
                <a:lnTo>
                  <a:pt x="1569" y="1320"/>
                </a:lnTo>
                <a:lnTo>
                  <a:pt x="1569" y="1300"/>
                </a:lnTo>
                <a:lnTo>
                  <a:pt x="1669" y="1300"/>
                </a:lnTo>
                <a:lnTo>
                  <a:pt x="1669" y="1320"/>
                </a:lnTo>
                <a:moveTo>
                  <a:pt x="1509" y="1320"/>
                </a:moveTo>
                <a:lnTo>
                  <a:pt x="1409" y="1320"/>
                </a:lnTo>
                <a:lnTo>
                  <a:pt x="1409" y="1300"/>
                </a:lnTo>
                <a:lnTo>
                  <a:pt x="1509" y="1300"/>
                </a:lnTo>
                <a:lnTo>
                  <a:pt x="1509" y="1320"/>
                </a:lnTo>
                <a:moveTo>
                  <a:pt x="1349" y="1320"/>
                </a:moveTo>
                <a:lnTo>
                  <a:pt x="1249" y="1320"/>
                </a:lnTo>
                <a:lnTo>
                  <a:pt x="1249" y="1300"/>
                </a:lnTo>
                <a:lnTo>
                  <a:pt x="1349" y="1300"/>
                </a:lnTo>
                <a:lnTo>
                  <a:pt x="1349" y="1320"/>
                </a:lnTo>
                <a:moveTo>
                  <a:pt x="1189" y="1320"/>
                </a:moveTo>
                <a:lnTo>
                  <a:pt x="1089" y="1320"/>
                </a:lnTo>
                <a:lnTo>
                  <a:pt x="1089" y="1300"/>
                </a:lnTo>
                <a:lnTo>
                  <a:pt x="1189" y="1300"/>
                </a:lnTo>
                <a:lnTo>
                  <a:pt x="1189" y="1320"/>
                </a:lnTo>
                <a:moveTo>
                  <a:pt x="1029" y="1320"/>
                </a:moveTo>
                <a:lnTo>
                  <a:pt x="929" y="1320"/>
                </a:lnTo>
                <a:lnTo>
                  <a:pt x="929" y="1300"/>
                </a:lnTo>
                <a:lnTo>
                  <a:pt x="1029" y="1300"/>
                </a:lnTo>
                <a:lnTo>
                  <a:pt x="1029" y="1320"/>
                </a:lnTo>
                <a:moveTo>
                  <a:pt x="869" y="1320"/>
                </a:moveTo>
                <a:lnTo>
                  <a:pt x="770" y="1320"/>
                </a:lnTo>
                <a:lnTo>
                  <a:pt x="770" y="1300"/>
                </a:lnTo>
                <a:lnTo>
                  <a:pt x="869" y="1300"/>
                </a:lnTo>
                <a:lnTo>
                  <a:pt x="869" y="1320"/>
                </a:lnTo>
                <a:moveTo>
                  <a:pt x="710" y="1320"/>
                </a:moveTo>
                <a:lnTo>
                  <a:pt x="610" y="1320"/>
                </a:lnTo>
                <a:lnTo>
                  <a:pt x="610" y="1300"/>
                </a:lnTo>
                <a:lnTo>
                  <a:pt x="710" y="1300"/>
                </a:lnTo>
                <a:lnTo>
                  <a:pt x="710" y="1320"/>
                </a:lnTo>
                <a:moveTo>
                  <a:pt x="550" y="1320"/>
                </a:moveTo>
                <a:lnTo>
                  <a:pt x="450" y="1320"/>
                </a:lnTo>
                <a:lnTo>
                  <a:pt x="450" y="1300"/>
                </a:lnTo>
                <a:lnTo>
                  <a:pt x="550" y="1300"/>
                </a:lnTo>
                <a:lnTo>
                  <a:pt x="550" y="1320"/>
                </a:lnTo>
                <a:moveTo>
                  <a:pt x="390" y="1320"/>
                </a:moveTo>
                <a:lnTo>
                  <a:pt x="290" y="1320"/>
                </a:lnTo>
                <a:lnTo>
                  <a:pt x="290" y="1300"/>
                </a:lnTo>
                <a:lnTo>
                  <a:pt x="390" y="1300"/>
                </a:lnTo>
                <a:lnTo>
                  <a:pt x="390" y="1320"/>
                </a:lnTo>
                <a:moveTo>
                  <a:pt x="230" y="1320"/>
                </a:moveTo>
                <a:lnTo>
                  <a:pt x="130" y="1320"/>
                </a:lnTo>
                <a:lnTo>
                  <a:pt x="130" y="1300"/>
                </a:lnTo>
                <a:lnTo>
                  <a:pt x="230" y="1300"/>
                </a:lnTo>
                <a:lnTo>
                  <a:pt x="230" y="1320"/>
                </a:lnTo>
                <a:moveTo>
                  <a:pt x="70" y="1320"/>
                </a:moveTo>
                <a:lnTo>
                  <a:pt x="0" y="1320"/>
                </a:lnTo>
                <a:lnTo>
                  <a:pt x="0" y="1270"/>
                </a:lnTo>
                <a:lnTo>
                  <a:pt x="20" y="1270"/>
                </a:lnTo>
                <a:lnTo>
                  <a:pt x="20" y="1310"/>
                </a:lnTo>
                <a:lnTo>
                  <a:pt x="10" y="1310"/>
                </a:lnTo>
                <a:lnTo>
                  <a:pt x="10" y="1300"/>
                </a:lnTo>
                <a:lnTo>
                  <a:pt x="70" y="1300"/>
                </a:lnTo>
                <a:lnTo>
                  <a:pt x="70" y="1320"/>
                </a:lnTo>
                <a:moveTo>
                  <a:pt x="0" y="1210"/>
                </a:moveTo>
                <a:lnTo>
                  <a:pt x="0" y="1110"/>
                </a:lnTo>
                <a:lnTo>
                  <a:pt x="20" y="1110"/>
                </a:lnTo>
                <a:lnTo>
                  <a:pt x="20" y="1210"/>
                </a:lnTo>
                <a:lnTo>
                  <a:pt x="0" y="1210"/>
                </a:lnTo>
                <a:moveTo>
                  <a:pt x="0" y="1051"/>
                </a:moveTo>
                <a:lnTo>
                  <a:pt x="0" y="951"/>
                </a:lnTo>
                <a:lnTo>
                  <a:pt x="20" y="951"/>
                </a:lnTo>
                <a:lnTo>
                  <a:pt x="20" y="1051"/>
                </a:lnTo>
                <a:lnTo>
                  <a:pt x="0" y="1051"/>
                </a:lnTo>
                <a:moveTo>
                  <a:pt x="0" y="891"/>
                </a:moveTo>
                <a:lnTo>
                  <a:pt x="0" y="791"/>
                </a:lnTo>
                <a:lnTo>
                  <a:pt x="20" y="791"/>
                </a:lnTo>
                <a:lnTo>
                  <a:pt x="20" y="891"/>
                </a:lnTo>
                <a:lnTo>
                  <a:pt x="0" y="891"/>
                </a:lnTo>
                <a:moveTo>
                  <a:pt x="0" y="731"/>
                </a:moveTo>
                <a:lnTo>
                  <a:pt x="0" y="631"/>
                </a:lnTo>
                <a:lnTo>
                  <a:pt x="20" y="631"/>
                </a:lnTo>
                <a:lnTo>
                  <a:pt x="20" y="731"/>
                </a:lnTo>
                <a:lnTo>
                  <a:pt x="0" y="731"/>
                </a:lnTo>
                <a:moveTo>
                  <a:pt x="0" y="571"/>
                </a:moveTo>
                <a:lnTo>
                  <a:pt x="0" y="471"/>
                </a:lnTo>
                <a:lnTo>
                  <a:pt x="20" y="471"/>
                </a:lnTo>
                <a:lnTo>
                  <a:pt x="20" y="571"/>
                </a:lnTo>
                <a:lnTo>
                  <a:pt x="0" y="571"/>
                </a:lnTo>
                <a:moveTo>
                  <a:pt x="0" y="410"/>
                </a:moveTo>
                <a:lnTo>
                  <a:pt x="0" y="310"/>
                </a:lnTo>
                <a:lnTo>
                  <a:pt x="20" y="310"/>
                </a:lnTo>
                <a:lnTo>
                  <a:pt x="20" y="410"/>
                </a:lnTo>
                <a:lnTo>
                  <a:pt x="0" y="410"/>
                </a:lnTo>
                <a:moveTo>
                  <a:pt x="0" y="250"/>
                </a:moveTo>
                <a:lnTo>
                  <a:pt x="0" y="150"/>
                </a:lnTo>
                <a:lnTo>
                  <a:pt x="20" y="150"/>
                </a:lnTo>
                <a:lnTo>
                  <a:pt x="20" y="250"/>
                </a:lnTo>
                <a:lnTo>
                  <a:pt x="0" y="250"/>
                </a:lnTo>
                <a:moveTo>
                  <a:pt x="0" y="90"/>
                </a:moveTo>
                <a:lnTo>
                  <a:pt x="0" y="0"/>
                </a:lnTo>
                <a:lnTo>
                  <a:pt x="110" y="0"/>
                </a:lnTo>
                <a:lnTo>
                  <a:pt x="110" y="20"/>
                </a:lnTo>
                <a:lnTo>
                  <a:pt x="10" y="20"/>
                </a:lnTo>
                <a:lnTo>
                  <a:pt x="10" y="10"/>
                </a:lnTo>
                <a:lnTo>
                  <a:pt x="20" y="10"/>
                </a:lnTo>
                <a:lnTo>
                  <a:pt x="2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4" name=""/>
          <p:cNvSpPr/>
          <p:nvPr/>
        </p:nvSpPr>
        <p:spPr>
          <a:xfrm>
            <a:off x="8079840" y="2038680"/>
            <a:ext cx="86400" cy="72360"/>
          </a:xfrm>
          <a:custGeom>
            <a:avLst/>
            <a:gdLst/>
            <a:ahLst/>
            <a:rect l="0" t="0" r="r" b="b"/>
            <a:pathLst>
              <a:path w="240" h="201">
                <a:moveTo>
                  <a:pt x="0" y="0"/>
                </a:moveTo>
                <a:lnTo>
                  <a:pt x="240" y="0"/>
                </a:lnTo>
                <a:lnTo>
                  <a:pt x="240" y="201"/>
                </a:lnTo>
                <a:lnTo>
                  <a:pt x="0" y="201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5" name=""/>
          <p:cNvSpPr/>
          <p:nvPr/>
        </p:nvSpPr>
        <p:spPr>
          <a:xfrm>
            <a:off x="8079840" y="2063880"/>
            <a:ext cx="8604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1312200" y="1722240"/>
            <a:ext cx="5302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Biedt farmaceutische patiëntenzorg in een levensechte apotheekomgeving (kerntaakniveau)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1412640" y="2030760"/>
            <a:ext cx="57240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1412640" y="2146680"/>
            <a:ext cx="58910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Voert baliegesprek en triage uit in de simulatieapotheek, onderbouwd met theorie (werkprocesniveau)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1412640" y="2282400"/>
            <a:ext cx="12657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vertaald naar skills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0" name=""/>
          <p:cNvSpPr/>
          <p:nvPr/>
        </p:nvSpPr>
        <p:spPr>
          <a:xfrm>
            <a:off x="1240200" y="2722320"/>
            <a:ext cx="4725360" cy="1525680"/>
          </a:xfrm>
          <a:custGeom>
            <a:avLst/>
            <a:gdLst/>
            <a:ahLst/>
            <a:rect l="0" t="0" r="r" b="b"/>
            <a:pathLst>
              <a:path w="13126" h="4238">
                <a:moveTo>
                  <a:pt x="0" y="0"/>
                </a:moveTo>
                <a:lnTo>
                  <a:pt x="13126" y="0"/>
                </a:lnTo>
                <a:lnTo>
                  <a:pt x="13126" y="4238"/>
                </a:lnTo>
                <a:lnTo>
                  <a:pt x="0" y="423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1" name=""/>
          <p:cNvSpPr/>
          <p:nvPr/>
        </p:nvSpPr>
        <p:spPr>
          <a:xfrm>
            <a:off x="1236600" y="2718720"/>
            <a:ext cx="4732560" cy="1532880"/>
          </a:xfrm>
          <a:custGeom>
            <a:avLst/>
            <a:gdLst/>
            <a:ahLst/>
            <a:rect l="0" t="0" r="r" b="b"/>
            <a:pathLst>
              <a:path w="13146" h="4258">
                <a:moveTo>
                  <a:pt x="170" y="0"/>
                </a:moveTo>
                <a:lnTo>
                  <a:pt x="269" y="0"/>
                </a:lnTo>
                <a:lnTo>
                  <a:pt x="269" y="20"/>
                </a:lnTo>
                <a:lnTo>
                  <a:pt x="170" y="20"/>
                </a:lnTo>
                <a:lnTo>
                  <a:pt x="170" y="0"/>
                </a:lnTo>
                <a:moveTo>
                  <a:pt x="329" y="0"/>
                </a:moveTo>
                <a:lnTo>
                  <a:pt x="429" y="0"/>
                </a:lnTo>
                <a:lnTo>
                  <a:pt x="429" y="20"/>
                </a:lnTo>
                <a:lnTo>
                  <a:pt x="329" y="20"/>
                </a:lnTo>
                <a:lnTo>
                  <a:pt x="329" y="0"/>
                </a:lnTo>
                <a:moveTo>
                  <a:pt x="489" y="0"/>
                </a:moveTo>
                <a:lnTo>
                  <a:pt x="589" y="0"/>
                </a:lnTo>
                <a:lnTo>
                  <a:pt x="589" y="20"/>
                </a:lnTo>
                <a:lnTo>
                  <a:pt x="489" y="20"/>
                </a:lnTo>
                <a:lnTo>
                  <a:pt x="489" y="0"/>
                </a:lnTo>
                <a:moveTo>
                  <a:pt x="649" y="0"/>
                </a:moveTo>
                <a:lnTo>
                  <a:pt x="749" y="0"/>
                </a:lnTo>
                <a:lnTo>
                  <a:pt x="749" y="20"/>
                </a:lnTo>
                <a:lnTo>
                  <a:pt x="649" y="20"/>
                </a:lnTo>
                <a:lnTo>
                  <a:pt x="649" y="0"/>
                </a:lnTo>
                <a:moveTo>
                  <a:pt x="809" y="0"/>
                </a:moveTo>
                <a:lnTo>
                  <a:pt x="909" y="0"/>
                </a:lnTo>
                <a:lnTo>
                  <a:pt x="909" y="20"/>
                </a:lnTo>
                <a:lnTo>
                  <a:pt x="809" y="20"/>
                </a:lnTo>
                <a:lnTo>
                  <a:pt x="809" y="0"/>
                </a:lnTo>
                <a:moveTo>
                  <a:pt x="969" y="0"/>
                </a:moveTo>
                <a:lnTo>
                  <a:pt x="1069" y="0"/>
                </a:lnTo>
                <a:lnTo>
                  <a:pt x="1069" y="20"/>
                </a:lnTo>
                <a:lnTo>
                  <a:pt x="969" y="20"/>
                </a:lnTo>
                <a:lnTo>
                  <a:pt x="969" y="0"/>
                </a:lnTo>
                <a:moveTo>
                  <a:pt x="1128" y="0"/>
                </a:moveTo>
                <a:lnTo>
                  <a:pt x="1228" y="0"/>
                </a:lnTo>
                <a:lnTo>
                  <a:pt x="1228" y="20"/>
                </a:lnTo>
                <a:lnTo>
                  <a:pt x="1128" y="20"/>
                </a:lnTo>
                <a:lnTo>
                  <a:pt x="1128" y="0"/>
                </a:lnTo>
                <a:moveTo>
                  <a:pt x="1288" y="0"/>
                </a:moveTo>
                <a:lnTo>
                  <a:pt x="1388" y="0"/>
                </a:lnTo>
                <a:lnTo>
                  <a:pt x="1388" y="20"/>
                </a:lnTo>
                <a:lnTo>
                  <a:pt x="1288" y="20"/>
                </a:lnTo>
                <a:lnTo>
                  <a:pt x="1288" y="0"/>
                </a:lnTo>
                <a:moveTo>
                  <a:pt x="1448" y="0"/>
                </a:moveTo>
                <a:lnTo>
                  <a:pt x="1548" y="0"/>
                </a:lnTo>
                <a:lnTo>
                  <a:pt x="1548" y="20"/>
                </a:lnTo>
                <a:lnTo>
                  <a:pt x="1448" y="20"/>
                </a:lnTo>
                <a:lnTo>
                  <a:pt x="1448" y="0"/>
                </a:lnTo>
                <a:moveTo>
                  <a:pt x="1608" y="0"/>
                </a:moveTo>
                <a:lnTo>
                  <a:pt x="1708" y="0"/>
                </a:lnTo>
                <a:lnTo>
                  <a:pt x="1708" y="20"/>
                </a:lnTo>
                <a:lnTo>
                  <a:pt x="1608" y="20"/>
                </a:lnTo>
                <a:lnTo>
                  <a:pt x="1608" y="0"/>
                </a:lnTo>
                <a:moveTo>
                  <a:pt x="1768" y="0"/>
                </a:moveTo>
                <a:lnTo>
                  <a:pt x="1868" y="0"/>
                </a:lnTo>
                <a:lnTo>
                  <a:pt x="1868" y="20"/>
                </a:lnTo>
                <a:lnTo>
                  <a:pt x="1768" y="20"/>
                </a:lnTo>
                <a:lnTo>
                  <a:pt x="1768" y="0"/>
                </a:lnTo>
                <a:moveTo>
                  <a:pt x="1928" y="0"/>
                </a:moveTo>
                <a:lnTo>
                  <a:pt x="2027" y="0"/>
                </a:lnTo>
                <a:lnTo>
                  <a:pt x="2027" y="20"/>
                </a:lnTo>
                <a:lnTo>
                  <a:pt x="1928" y="20"/>
                </a:lnTo>
                <a:lnTo>
                  <a:pt x="1928" y="0"/>
                </a:lnTo>
                <a:moveTo>
                  <a:pt x="2087" y="0"/>
                </a:moveTo>
                <a:lnTo>
                  <a:pt x="2187" y="0"/>
                </a:lnTo>
                <a:lnTo>
                  <a:pt x="2187" y="20"/>
                </a:lnTo>
                <a:lnTo>
                  <a:pt x="2087" y="20"/>
                </a:lnTo>
                <a:lnTo>
                  <a:pt x="2087" y="0"/>
                </a:lnTo>
                <a:moveTo>
                  <a:pt x="2247" y="0"/>
                </a:moveTo>
                <a:lnTo>
                  <a:pt x="2347" y="0"/>
                </a:lnTo>
                <a:lnTo>
                  <a:pt x="2347" y="20"/>
                </a:lnTo>
                <a:lnTo>
                  <a:pt x="2247" y="20"/>
                </a:lnTo>
                <a:lnTo>
                  <a:pt x="2247" y="0"/>
                </a:lnTo>
                <a:moveTo>
                  <a:pt x="2407" y="0"/>
                </a:moveTo>
                <a:lnTo>
                  <a:pt x="2507" y="0"/>
                </a:lnTo>
                <a:lnTo>
                  <a:pt x="2507" y="20"/>
                </a:lnTo>
                <a:lnTo>
                  <a:pt x="2407" y="20"/>
                </a:lnTo>
                <a:lnTo>
                  <a:pt x="2407" y="0"/>
                </a:lnTo>
                <a:moveTo>
                  <a:pt x="2567" y="0"/>
                </a:moveTo>
                <a:lnTo>
                  <a:pt x="2667" y="0"/>
                </a:lnTo>
                <a:lnTo>
                  <a:pt x="2667" y="20"/>
                </a:lnTo>
                <a:lnTo>
                  <a:pt x="2567" y="20"/>
                </a:lnTo>
                <a:lnTo>
                  <a:pt x="2567" y="0"/>
                </a:lnTo>
                <a:moveTo>
                  <a:pt x="2727" y="0"/>
                </a:moveTo>
                <a:lnTo>
                  <a:pt x="2827" y="0"/>
                </a:lnTo>
                <a:lnTo>
                  <a:pt x="2827" y="20"/>
                </a:lnTo>
                <a:lnTo>
                  <a:pt x="2727" y="20"/>
                </a:lnTo>
                <a:lnTo>
                  <a:pt x="2727" y="0"/>
                </a:lnTo>
                <a:moveTo>
                  <a:pt x="2886" y="0"/>
                </a:moveTo>
                <a:lnTo>
                  <a:pt x="2986" y="0"/>
                </a:lnTo>
                <a:lnTo>
                  <a:pt x="2986" y="20"/>
                </a:lnTo>
                <a:lnTo>
                  <a:pt x="2886" y="20"/>
                </a:lnTo>
                <a:lnTo>
                  <a:pt x="2886" y="0"/>
                </a:lnTo>
                <a:moveTo>
                  <a:pt x="3046" y="0"/>
                </a:moveTo>
                <a:lnTo>
                  <a:pt x="3147" y="0"/>
                </a:lnTo>
                <a:lnTo>
                  <a:pt x="3147" y="20"/>
                </a:lnTo>
                <a:lnTo>
                  <a:pt x="3046" y="20"/>
                </a:lnTo>
                <a:lnTo>
                  <a:pt x="3046" y="0"/>
                </a:lnTo>
                <a:moveTo>
                  <a:pt x="3207" y="0"/>
                </a:moveTo>
                <a:lnTo>
                  <a:pt x="3307" y="0"/>
                </a:lnTo>
                <a:lnTo>
                  <a:pt x="3307" y="20"/>
                </a:lnTo>
                <a:lnTo>
                  <a:pt x="3207" y="20"/>
                </a:lnTo>
                <a:lnTo>
                  <a:pt x="3207" y="0"/>
                </a:lnTo>
                <a:moveTo>
                  <a:pt x="3367" y="0"/>
                </a:moveTo>
                <a:lnTo>
                  <a:pt x="3467" y="0"/>
                </a:lnTo>
                <a:lnTo>
                  <a:pt x="3467" y="20"/>
                </a:lnTo>
                <a:lnTo>
                  <a:pt x="3367" y="20"/>
                </a:lnTo>
                <a:lnTo>
                  <a:pt x="3367" y="0"/>
                </a:lnTo>
                <a:moveTo>
                  <a:pt x="3527" y="0"/>
                </a:moveTo>
                <a:lnTo>
                  <a:pt x="3627" y="0"/>
                </a:lnTo>
                <a:lnTo>
                  <a:pt x="3627" y="20"/>
                </a:lnTo>
                <a:lnTo>
                  <a:pt x="3527" y="20"/>
                </a:lnTo>
                <a:lnTo>
                  <a:pt x="3527" y="0"/>
                </a:lnTo>
                <a:moveTo>
                  <a:pt x="3687" y="0"/>
                </a:moveTo>
                <a:lnTo>
                  <a:pt x="3786" y="0"/>
                </a:lnTo>
                <a:lnTo>
                  <a:pt x="3786" y="20"/>
                </a:lnTo>
                <a:lnTo>
                  <a:pt x="3687" y="20"/>
                </a:lnTo>
                <a:lnTo>
                  <a:pt x="3687" y="0"/>
                </a:lnTo>
                <a:moveTo>
                  <a:pt x="3846" y="0"/>
                </a:moveTo>
                <a:lnTo>
                  <a:pt x="3946" y="0"/>
                </a:lnTo>
                <a:lnTo>
                  <a:pt x="3946" y="20"/>
                </a:lnTo>
                <a:lnTo>
                  <a:pt x="3846" y="20"/>
                </a:lnTo>
                <a:lnTo>
                  <a:pt x="3846" y="0"/>
                </a:lnTo>
                <a:moveTo>
                  <a:pt x="4006" y="0"/>
                </a:moveTo>
                <a:lnTo>
                  <a:pt x="4106" y="0"/>
                </a:lnTo>
                <a:lnTo>
                  <a:pt x="4106" y="20"/>
                </a:lnTo>
                <a:lnTo>
                  <a:pt x="4006" y="20"/>
                </a:lnTo>
                <a:lnTo>
                  <a:pt x="4006" y="0"/>
                </a:lnTo>
                <a:moveTo>
                  <a:pt x="4166" y="0"/>
                </a:moveTo>
                <a:lnTo>
                  <a:pt x="4266" y="0"/>
                </a:lnTo>
                <a:lnTo>
                  <a:pt x="4266" y="20"/>
                </a:lnTo>
                <a:lnTo>
                  <a:pt x="4166" y="20"/>
                </a:lnTo>
                <a:lnTo>
                  <a:pt x="4166" y="0"/>
                </a:lnTo>
                <a:moveTo>
                  <a:pt x="4326" y="0"/>
                </a:moveTo>
                <a:lnTo>
                  <a:pt x="4426" y="0"/>
                </a:lnTo>
                <a:lnTo>
                  <a:pt x="4426" y="20"/>
                </a:lnTo>
                <a:lnTo>
                  <a:pt x="4326" y="20"/>
                </a:lnTo>
                <a:lnTo>
                  <a:pt x="4326" y="0"/>
                </a:lnTo>
                <a:moveTo>
                  <a:pt x="4486" y="0"/>
                </a:moveTo>
                <a:lnTo>
                  <a:pt x="4586" y="0"/>
                </a:lnTo>
                <a:lnTo>
                  <a:pt x="4586" y="20"/>
                </a:lnTo>
                <a:lnTo>
                  <a:pt x="4486" y="20"/>
                </a:lnTo>
                <a:lnTo>
                  <a:pt x="4486" y="0"/>
                </a:lnTo>
                <a:moveTo>
                  <a:pt x="4646" y="0"/>
                </a:moveTo>
                <a:lnTo>
                  <a:pt x="4745" y="0"/>
                </a:lnTo>
                <a:lnTo>
                  <a:pt x="4745" y="20"/>
                </a:lnTo>
                <a:lnTo>
                  <a:pt x="4646" y="20"/>
                </a:lnTo>
                <a:lnTo>
                  <a:pt x="4646" y="0"/>
                </a:lnTo>
                <a:moveTo>
                  <a:pt x="4805" y="0"/>
                </a:moveTo>
                <a:lnTo>
                  <a:pt x="4905" y="0"/>
                </a:lnTo>
                <a:lnTo>
                  <a:pt x="4905" y="20"/>
                </a:lnTo>
                <a:lnTo>
                  <a:pt x="4805" y="20"/>
                </a:lnTo>
                <a:lnTo>
                  <a:pt x="4805" y="0"/>
                </a:lnTo>
                <a:moveTo>
                  <a:pt x="4965" y="0"/>
                </a:moveTo>
                <a:lnTo>
                  <a:pt x="5065" y="0"/>
                </a:lnTo>
                <a:lnTo>
                  <a:pt x="5065" y="20"/>
                </a:lnTo>
                <a:lnTo>
                  <a:pt x="4965" y="20"/>
                </a:lnTo>
                <a:lnTo>
                  <a:pt x="4965" y="0"/>
                </a:lnTo>
                <a:moveTo>
                  <a:pt x="5125" y="0"/>
                </a:moveTo>
                <a:lnTo>
                  <a:pt x="5225" y="0"/>
                </a:lnTo>
                <a:lnTo>
                  <a:pt x="5225" y="20"/>
                </a:lnTo>
                <a:lnTo>
                  <a:pt x="5125" y="20"/>
                </a:lnTo>
                <a:lnTo>
                  <a:pt x="5125" y="0"/>
                </a:lnTo>
                <a:moveTo>
                  <a:pt x="5285" y="0"/>
                </a:moveTo>
                <a:lnTo>
                  <a:pt x="5385" y="0"/>
                </a:lnTo>
                <a:lnTo>
                  <a:pt x="5385" y="20"/>
                </a:lnTo>
                <a:lnTo>
                  <a:pt x="5285" y="20"/>
                </a:lnTo>
                <a:lnTo>
                  <a:pt x="5285" y="0"/>
                </a:lnTo>
                <a:moveTo>
                  <a:pt x="5445" y="0"/>
                </a:moveTo>
                <a:lnTo>
                  <a:pt x="5545" y="0"/>
                </a:lnTo>
                <a:lnTo>
                  <a:pt x="5545" y="20"/>
                </a:lnTo>
                <a:lnTo>
                  <a:pt x="5445" y="20"/>
                </a:lnTo>
                <a:lnTo>
                  <a:pt x="5445" y="0"/>
                </a:lnTo>
                <a:moveTo>
                  <a:pt x="5604" y="0"/>
                </a:moveTo>
                <a:lnTo>
                  <a:pt x="5704" y="0"/>
                </a:lnTo>
                <a:lnTo>
                  <a:pt x="5704" y="20"/>
                </a:lnTo>
                <a:lnTo>
                  <a:pt x="5604" y="20"/>
                </a:lnTo>
                <a:lnTo>
                  <a:pt x="5604" y="0"/>
                </a:lnTo>
                <a:moveTo>
                  <a:pt x="5764" y="0"/>
                </a:moveTo>
                <a:lnTo>
                  <a:pt x="5864" y="0"/>
                </a:lnTo>
                <a:lnTo>
                  <a:pt x="5864" y="20"/>
                </a:lnTo>
                <a:lnTo>
                  <a:pt x="5764" y="20"/>
                </a:lnTo>
                <a:lnTo>
                  <a:pt x="5764" y="0"/>
                </a:lnTo>
                <a:moveTo>
                  <a:pt x="5924" y="0"/>
                </a:moveTo>
                <a:lnTo>
                  <a:pt x="6024" y="0"/>
                </a:lnTo>
                <a:lnTo>
                  <a:pt x="6024" y="20"/>
                </a:lnTo>
                <a:lnTo>
                  <a:pt x="5924" y="20"/>
                </a:lnTo>
                <a:lnTo>
                  <a:pt x="5924" y="0"/>
                </a:lnTo>
                <a:moveTo>
                  <a:pt x="6084" y="0"/>
                </a:moveTo>
                <a:lnTo>
                  <a:pt x="6184" y="0"/>
                </a:lnTo>
                <a:lnTo>
                  <a:pt x="6184" y="20"/>
                </a:lnTo>
                <a:lnTo>
                  <a:pt x="6084" y="20"/>
                </a:lnTo>
                <a:lnTo>
                  <a:pt x="6084" y="0"/>
                </a:lnTo>
                <a:moveTo>
                  <a:pt x="6244" y="0"/>
                </a:moveTo>
                <a:lnTo>
                  <a:pt x="6344" y="0"/>
                </a:lnTo>
                <a:lnTo>
                  <a:pt x="6344" y="20"/>
                </a:lnTo>
                <a:lnTo>
                  <a:pt x="6244" y="20"/>
                </a:lnTo>
                <a:lnTo>
                  <a:pt x="6244" y="0"/>
                </a:lnTo>
                <a:moveTo>
                  <a:pt x="6404" y="0"/>
                </a:moveTo>
                <a:lnTo>
                  <a:pt x="6503" y="0"/>
                </a:lnTo>
                <a:lnTo>
                  <a:pt x="6503" y="20"/>
                </a:lnTo>
                <a:lnTo>
                  <a:pt x="6404" y="20"/>
                </a:lnTo>
                <a:lnTo>
                  <a:pt x="6404" y="0"/>
                </a:lnTo>
                <a:moveTo>
                  <a:pt x="6563" y="0"/>
                </a:moveTo>
                <a:lnTo>
                  <a:pt x="6663" y="0"/>
                </a:lnTo>
                <a:lnTo>
                  <a:pt x="6663" y="20"/>
                </a:lnTo>
                <a:lnTo>
                  <a:pt x="6563" y="20"/>
                </a:lnTo>
                <a:lnTo>
                  <a:pt x="6563" y="0"/>
                </a:lnTo>
                <a:moveTo>
                  <a:pt x="6723" y="0"/>
                </a:moveTo>
                <a:lnTo>
                  <a:pt x="6823" y="0"/>
                </a:lnTo>
                <a:lnTo>
                  <a:pt x="6823" y="20"/>
                </a:lnTo>
                <a:lnTo>
                  <a:pt x="6723" y="20"/>
                </a:lnTo>
                <a:lnTo>
                  <a:pt x="6723" y="0"/>
                </a:lnTo>
                <a:moveTo>
                  <a:pt x="6883" y="0"/>
                </a:moveTo>
                <a:lnTo>
                  <a:pt x="6983" y="0"/>
                </a:lnTo>
                <a:lnTo>
                  <a:pt x="6983" y="20"/>
                </a:lnTo>
                <a:lnTo>
                  <a:pt x="6883" y="20"/>
                </a:lnTo>
                <a:lnTo>
                  <a:pt x="6883" y="0"/>
                </a:lnTo>
                <a:moveTo>
                  <a:pt x="7043" y="0"/>
                </a:moveTo>
                <a:lnTo>
                  <a:pt x="7143" y="0"/>
                </a:lnTo>
                <a:lnTo>
                  <a:pt x="7143" y="20"/>
                </a:lnTo>
                <a:lnTo>
                  <a:pt x="7043" y="20"/>
                </a:lnTo>
                <a:lnTo>
                  <a:pt x="7043" y="0"/>
                </a:lnTo>
                <a:moveTo>
                  <a:pt x="7203" y="0"/>
                </a:moveTo>
                <a:lnTo>
                  <a:pt x="7303" y="0"/>
                </a:lnTo>
                <a:lnTo>
                  <a:pt x="7303" y="20"/>
                </a:lnTo>
                <a:lnTo>
                  <a:pt x="7203" y="20"/>
                </a:lnTo>
                <a:lnTo>
                  <a:pt x="7203" y="0"/>
                </a:lnTo>
                <a:moveTo>
                  <a:pt x="7362" y="0"/>
                </a:moveTo>
                <a:lnTo>
                  <a:pt x="7462" y="0"/>
                </a:lnTo>
                <a:lnTo>
                  <a:pt x="7462" y="20"/>
                </a:lnTo>
                <a:lnTo>
                  <a:pt x="7362" y="20"/>
                </a:lnTo>
                <a:lnTo>
                  <a:pt x="7362" y="0"/>
                </a:lnTo>
                <a:moveTo>
                  <a:pt x="7522" y="0"/>
                </a:moveTo>
                <a:lnTo>
                  <a:pt x="7622" y="0"/>
                </a:lnTo>
                <a:lnTo>
                  <a:pt x="7622" y="20"/>
                </a:lnTo>
                <a:lnTo>
                  <a:pt x="7522" y="20"/>
                </a:lnTo>
                <a:lnTo>
                  <a:pt x="7522" y="0"/>
                </a:lnTo>
                <a:moveTo>
                  <a:pt x="7682" y="0"/>
                </a:moveTo>
                <a:lnTo>
                  <a:pt x="7782" y="0"/>
                </a:lnTo>
                <a:lnTo>
                  <a:pt x="7782" y="20"/>
                </a:lnTo>
                <a:lnTo>
                  <a:pt x="7682" y="20"/>
                </a:lnTo>
                <a:lnTo>
                  <a:pt x="7682" y="0"/>
                </a:lnTo>
                <a:moveTo>
                  <a:pt x="7842" y="0"/>
                </a:moveTo>
                <a:lnTo>
                  <a:pt x="7942" y="0"/>
                </a:lnTo>
                <a:lnTo>
                  <a:pt x="7942" y="20"/>
                </a:lnTo>
                <a:lnTo>
                  <a:pt x="7842" y="20"/>
                </a:lnTo>
                <a:lnTo>
                  <a:pt x="7842" y="0"/>
                </a:lnTo>
                <a:moveTo>
                  <a:pt x="8002" y="0"/>
                </a:moveTo>
                <a:lnTo>
                  <a:pt x="8102" y="0"/>
                </a:lnTo>
                <a:lnTo>
                  <a:pt x="8102" y="20"/>
                </a:lnTo>
                <a:lnTo>
                  <a:pt x="8002" y="20"/>
                </a:lnTo>
                <a:lnTo>
                  <a:pt x="8002" y="0"/>
                </a:lnTo>
                <a:moveTo>
                  <a:pt x="8162" y="0"/>
                </a:moveTo>
                <a:lnTo>
                  <a:pt x="8261" y="0"/>
                </a:lnTo>
                <a:lnTo>
                  <a:pt x="8261" y="20"/>
                </a:lnTo>
                <a:lnTo>
                  <a:pt x="8162" y="20"/>
                </a:lnTo>
                <a:lnTo>
                  <a:pt x="8162" y="0"/>
                </a:lnTo>
                <a:moveTo>
                  <a:pt x="8321" y="0"/>
                </a:moveTo>
                <a:lnTo>
                  <a:pt x="8421" y="0"/>
                </a:lnTo>
                <a:lnTo>
                  <a:pt x="8421" y="20"/>
                </a:lnTo>
                <a:lnTo>
                  <a:pt x="8321" y="20"/>
                </a:lnTo>
                <a:lnTo>
                  <a:pt x="8321" y="0"/>
                </a:lnTo>
                <a:moveTo>
                  <a:pt x="8481" y="0"/>
                </a:moveTo>
                <a:lnTo>
                  <a:pt x="8581" y="0"/>
                </a:lnTo>
                <a:lnTo>
                  <a:pt x="8581" y="20"/>
                </a:lnTo>
                <a:lnTo>
                  <a:pt x="8481" y="20"/>
                </a:lnTo>
                <a:lnTo>
                  <a:pt x="8481" y="0"/>
                </a:lnTo>
                <a:moveTo>
                  <a:pt x="8641" y="0"/>
                </a:moveTo>
                <a:lnTo>
                  <a:pt x="8741" y="0"/>
                </a:lnTo>
                <a:lnTo>
                  <a:pt x="8741" y="20"/>
                </a:lnTo>
                <a:lnTo>
                  <a:pt x="8641" y="20"/>
                </a:lnTo>
                <a:lnTo>
                  <a:pt x="8641" y="0"/>
                </a:lnTo>
                <a:moveTo>
                  <a:pt x="8801" y="0"/>
                </a:moveTo>
                <a:lnTo>
                  <a:pt x="8901" y="0"/>
                </a:lnTo>
                <a:lnTo>
                  <a:pt x="8901" y="20"/>
                </a:lnTo>
                <a:lnTo>
                  <a:pt x="8801" y="20"/>
                </a:lnTo>
                <a:lnTo>
                  <a:pt x="8801" y="0"/>
                </a:lnTo>
                <a:moveTo>
                  <a:pt x="8961" y="0"/>
                </a:moveTo>
                <a:lnTo>
                  <a:pt x="9061" y="0"/>
                </a:lnTo>
                <a:lnTo>
                  <a:pt x="9061" y="20"/>
                </a:lnTo>
                <a:lnTo>
                  <a:pt x="8961" y="20"/>
                </a:lnTo>
                <a:lnTo>
                  <a:pt x="8961" y="0"/>
                </a:lnTo>
                <a:moveTo>
                  <a:pt x="9121" y="0"/>
                </a:moveTo>
                <a:lnTo>
                  <a:pt x="9220" y="0"/>
                </a:lnTo>
                <a:lnTo>
                  <a:pt x="9220" y="20"/>
                </a:lnTo>
                <a:lnTo>
                  <a:pt x="9121" y="20"/>
                </a:lnTo>
                <a:lnTo>
                  <a:pt x="9121" y="0"/>
                </a:lnTo>
                <a:moveTo>
                  <a:pt x="9280" y="0"/>
                </a:moveTo>
                <a:lnTo>
                  <a:pt x="9380" y="0"/>
                </a:lnTo>
                <a:lnTo>
                  <a:pt x="9380" y="20"/>
                </a:lnTo>
                <a:lnTo>
                  <a:pt x="9280" y="20"/>
                </a:lnTo>
                <a:lnTo>
                  <a:pt x="9280" y="0"/>
                </a:lnTo>
                <a:moveTo>
                  <a:pt x="9440" y="0"/>
                </a:moveTo>
                <a:lnTo>
                  <a:pt x="9540" y="0"/>
                </a:lnTo>
                <a:lnTo>
                  <a:pt x="9540" y="20"/>
                </a:lnTo>
                <a:lnTo>
                  <a:pt x="9440" y="20"/>
                </a:lnTo>
                <a:lnTo>
                  <a:pt x="9440" y="0"/>
                </a:lnTo>
                <a:moveTo>
                  <a:pt x="9600" y="0"/>
                </a:moveTo>
                <a:lnTo>
                  <a:pt x="9700" y="0"/>
                </a:lnTo>
                <a:lnTo>
                  <a:pt x="9700" y="20"/>
                </a:lnTo>
                <a:lnTo>
                  <a:pt x="9600" y="20"/>
                </a:lnTo>
                <a:lnTo>
                  <a:pt x="9600" y="0"/>
                </a:lnTo>
                <a:moveTo>
                  <a:pt x="9760" y="0"/>
                </a:moveTo>
                <a:lnTo>
                  <a:pt x="9860" y="0"/>
                </a:lnTo>
                <a:lnTo>
                  <a:pt x="9860" y="20"/>
                </a:lnTo>
                <a:lnTo>
                  <a:pt x="9760" y="20"/>
                </a:lnTo>
                <a:lnTo>
                  <a:pt x="9760" y="0"/>
                </a:lnTo>
                <a:moveTo>
                  <a:pt x="9920" y="0"/>
                </a:moveTo>
                <a:lnTo>
                  <a:pt x="10020" y="0"/>
                </a:lnTo>
                <a:lnTo>
                  <a:pt x="10020" y="20"/>
                </a:lnTo>
                <a:lnTo>
                  <a:pt x="9920" y="20"/>
                </a:lnTo>
                <a:lnTo>
                  <a:pt x="9920" y="0"/>
                </a:lnTo>
                <a:moveTo>
                  <a:pt x="10079" y="0"/>
                </a:moveTo>
                <a:lnTo>
                  <a:pt x="10179" y="0"/>
                </a:lnTo>
                <a:lnTo>
                  <a:pt x="10179" y="20"/>
                </a:lnTo>
                <a:lnTo>
                  <a:pt x="10079" y="20"/>
                </a:lnTo>
                <a:lnTo>
                  <a:pt x="10079" y="0"/>
                </a:lnTo>
                <a:moveTo>
                  <a:pt x="10239" y="0"/>
                </a:moveTo>
                <a:lnTo>
                  <a:pt x="10339" y="0"/>
                </a:lnTo>
                <a:lnTo>
                  <a:pt x="10339" y="20"/>
                </a:lnTo>
                <a:lnTo>
                  <a:pt x="10239" y="20"/>
                </a:lnTo>
                <a:lnTo>
                  <a:pt x="10239" y="0"/>
                </a:lnTo>
                <a:moveTo>
                  <a:pt x="10399" y="0"/>
                </a:moveTo>
                <a:lnTo>
                  <a:pt x="10499" y="0"/>
                </a:lnTo>
                <a:lnTo>
                  <a:pt x="10499" y="20"/>
                </a:lnTo>
                <a:lnTo>
                  <a:pt x="10399" y="20"/>
                </a:lnTo>
                <a:lnTo>
                  <a:pt x="10399" y="0"/>
                </a:lnTo>
                <a:moveTo>
                  <a:pt x="10559" y="0"/>
                </a:moveTo>
                <a:lnTo>
                  <a:pt x="10659" y="0"/>
                </a:lnTo>
                <a:lnTo>
                  <a:pt x="10659" y="20"/>
                </a:lnTo>
                <a:lnTo>
                  <a:pt x="10559" y="20"/>
                </a:lnTo>
                <a:lnTo>
                  <a:pt x="10559" y="0"/>
                </a:lnTo>
                <a:moveTo>
                  <a:pt x="10719" y="0"/>
                </a:moveTo>
                <a:lnTo>
                  <a:pt x="10819" y="0"/>
                </a:lnTo>
                <a:lnTo>
                  <a:pt x="10819" y="20"/>
                </a:lnTo>
                <a:lnTo>
                  <a:pt x="10719" y="20"/>
                </a:lnTo>
                <a:lnTo>
                  <a:pt x="10719" y="0"/>
                </a:lnTo>
                <a:moveTo>
                  <a:pt x="10879" y="0"/>
                </a:moveTo>
                <a:lnTo>
                  <a:pt x="10978" y="0"/>
                </a:lnTo>
                <a:lnTo>
                  <a:pt x="10978" y="20"/>
                </a:lnTo>
                <a:lnTo>
                  <a:pt x="10879" y="20"/>
                </a:lnTo>
                <a:lnTo>
                  <a:pt x="10879" y="0"/>
                </a:lnTo>
                <a:moveTo>
                  <a:pt x="11038" y="0"/>
                </a:moveTo>
                <a:lnTo>
                  <a:pt x="11138" y="0"/>
                </a:lnTo>
                <a:lnTo>
                  <a:pt x="11138" y="20"/>
                </a:lnTo>
                <a:lnTo>
                  <a:pt x="11038" y="20"/>
                </a:lnTo>
                <a:lnTo>
                  <a:pt x="11038" y="0"/>
                </a:lnTo>
                <a:moveTo>
                  <a:pt x="11198" y="0"/>
                </a:moveTo>
                <a:lnTo>
                  <a:pt x="11298" y="0"/>
                </a:lnTo>
                <a:lnTo>
                  <a:pt x="11298" y="20"/>
                </a:lnTo>
                <a:lnTo>
                  <a:pt x="11198" y="20"/>
                </a:lnTo>
                <a:lnTo>
                  <a:pt x="11198" y="0"/>
                </a:lnTo>
                <a:moveTo>
                  <a:pt x="11358" y="0"/>
                </a:moveTo>
                <a:lnTo>
                  <a:pt x="11458" y="0"/>
                </a:lnTo>
                <a:lnTo>
                  <a:pt x="11458" y="20"/>
                </a:lnTo>
                <a:lnTo>
                  <a:pt x="11358" y="20"/>
                </a:lnTo>
                <a:lnTo>
                  <a:pt x="11358" y="0"/>
                </a:lnTo>
                <a:moveTo>
                  <a:pt x="11518" y="0"/>
                </a:moveTo>
                <a:lnTo>
                  <a:pt x="11618" y="0"/>
                </a:lnTo>
                <a:lnTo>
                  <a:pt x="11618" y="20"/>
                </a:lnTo>
                <a:lnTo>
                  <a:pt x="11518" y="20"/>
                </a:lnTo>
                <a:lnTo>
                  <a:pt x="11518" y="0"/>
                </a:lnTo>
                <a:moveTo>
                  <a:pt x="11678" y="0"/>
                </a:moveTo>
                <a:lnTo>
                  <a:pt x="11778" y="0"/>
                </a:lnTo>
                <a:lnTo>
                  <a:pt x="11778" y="20"/>
                </a:lnTo>
                <a:lnTo>
                  <a:pt x="11678" y="20"/>
                </a:lnTo>
                <a:lnTo>
                  <a:pt x="11678" y="0"/>
                </a:lnTo>
                <a:moveTo>
                  <a:pt x="11838" y="0"/>
                </a:moveTo>
                <a:lnTo>
                  <a:pt x="11937" y="0"/>
                </a:lnTo>
                <a:lnTo>
                  <a:pt x="11937" y="20"/>
                </a:lnTo>
                <a:lnTo>
                  <a:pt x="11838" y="20"/>
                </a:lnTo>
                <a:lnTo>
                  <a:pt x="11838" y="0"/>
                </a:lnTo>
                <a:moveTo>
                  <a:pt x="11997" y="0"/>
                </a:moveTo>
                <a:lnTo>
                  <a:pt x="12097" y="0"/>
                </a:lnTo>
                <a:lnTo>
                  <a:pt x="12097" y="20"/>
                </a:lnTo>
                <a:lnTo>
                  <a:pt x="11997" y="20"/>
                </a:lnTo>
                <a:lnTo>
                  <a:pt x="11997" y="0"/>
                </a:lnTo>
                <a:moveTo>
                  <a:pt x="12157" y="0"/>
                </a:moveTo>
                <a:lnTo>
                  <a:pt x="12257" y="0"/>
                </a:lnTo>
                <a:lnTo>
                  <a:pt x="12257" y="20"/>
                </a:lnTo>
                <a:lnTo>
                  <a:pt x="12157" y="20"/>
                </a:lnTo>
                <a:lnTo>
                  <a:pt x="12157" y="0"/>
                </a:lnTo>
                <a:moveTo>
                  <a:pt x="12317" y="0"/>
                </a:moveTo>
                <a:lnTo>
                  <a:pt x="12417" y="0"/>
                </a:lnTo>
                <a:lnTo>
                  <a:pt x="12417" y="20"/>
                </a:lnTo>
                <a:lnTo>
                  <a:pt x="12317" y="20"/>
                </a:lnTo>
                <a:lnTo>
                  <a:pt x="12317" y="0"/>
                </a:lnTo>
                <a:moveTo>
                  <a:pt x="12477" y="0"/>
                </a:moveTo>
                <a:lnTo>
                  <a:pt x="12577" y="0"/>
                </a:lnTo>
                <a:lnTo>
                  <a:pt x="12577" y="20"/>
                </a:lnTo>
                <a:lnTo>
                  <a:pt x="12477" y="20"/>
                </a:lnTo>
                <a:lnTo>
                  <a:pt x="12477" y="0"/>
                </a:lnTo>
                <a:moveTo>
                  <a:pt x="12637" y="0"/>
                </a:moveTo>
                <a:lnTo>
                  <a:pt x="12737" y="0"/>
                </a:lnTo>
                <a:lnTo>
                  <a:pt x="12737" y="20"/>
                </a:lnTo>
                <a:lnTo>
                  <a:pt x="12637" y="20"/>
                </a:lnTo>
                <a:lnTo>
                  <a:pt x="12637" y="0"/>
                </a:lnTo>
                <a:moveTo>
                  <a:pt x="12796" y="0"/>
                </a:moveTo>
                <a:lnTo>
                  <a:pt x="12896" y="0"/>
                </a:lnTo>
                <a:lnTo>
                  <a:pt x="12896" y="20"/>
                </a:lnTo>
                <a:lnTo>
                  <a:pt x="12796" y="20"/>
                </a:lnTo>
                <a:lnTo>
                  <a:pt x="12796" y="0"/>
                </a:lnTo>
                <a:moveTo>
                  <a:pt x="12956" y="0"/>
                </a:moveTo>
                <a:lnTo>
                  <a:pt x="13056" y="0"/>
                </a:lnTo>
                <a:lnTo>
                  <a:pt x="13056" y="20"/>
                </a:lnTo>
                <a:lnTo>
                  <a:pt x="12956" y="20"/>
                </a:lnTo>
                <a:lnTo>
                  <a:pt x="12956" y="0"/>
                </a:lnTo>
                <a:moveTo>
                  <a:pt x="13116" y="0"/>
                </a:moveTo>
                <a:lnTo>
                  <a:pt x="13146" y="0"/>
                </a:lnTo>
                <a:lnTo>
                  <a:pt x="13146" y="90"/>
                </a:lnTo>
                <a:lnTo>
                  <a:pt x="13126" y="90"/>
                </a:lnTo>
                <a:lnTo>
                  <a:pt x="13126" y="10"/>
                </a:lnTo>
                <a:lnTo>
                  <a:pt x="13136" y="10"/>
                </a:lnTo>
                <a:lnTo>
                  <a:pt x="13136" y="20"/>
                </a:lnTo>
                <a:lnTo>
                  <a:pt x="13116" y="20"/>
                </a:lnTo>
                <a:lnTo>
                  <a:pt x="13116" y="0"/>
                </a:lnTo>
                <a:moveTo>
                  <a:pt x="13146" y="150"/>
                </a:moveTo>
                <a:lnTo>
                  <a:pt x="13146" y="250"/>
                </a:lnTo>
                <a:lnTo>
                  <a:pt x="13126" y="250"/>
                </a:lnTo>
                <a:lnTo>
                  <a:pt x="13126" y="150"/>
                </a:lnTo>
                <a:lnTo>
                  <a:pt x="13146" y="150"/>
                </a:lnTo>
                <a:moveTo>
                  <a:pt x="13146" y="310"/>
                </a:moveTo>
                <a:lnTo>
                  <a:pt x="13146" y="410"/>
                </a:lnTo>
                <a:lnTo>
                  <a:pt x="13126" y="410"/>
                </a:lnTo>
                <a:lnTo>
                  <a:pt x="13126" y="310"/>
                </a:lnTo>
                <a:lnTo>
                  <a:pt x="13146" y="310"/>
                </a:lnTo>
                <a:moveTo>
                  <a:pt x="13146" y="470"/>
                </a:moveTo>
                <a:lnTo>
                  <a:pt x="13146" y="569"/>
                </a:lnTo>
                <a:lnTo>
                  <a:pt x="13126" y="569"/>
                </a:lnTo>
                <a:lnTo>
                  <a:pt x="13126" y="470"/>
                </a:lnTo>
                <a:lnTo>
                  <a:pt x="13146" y="470"/>
                </a:lnTo>
                <a:moveTo>
                  <a:pt x="13146" y="629"/>
                </a:moveTo>
                <a:lnTo>
                  <a:pt x="13146" y="729"/>
                </a:lnTo>
                <a:lnTo>
                  <a:pt x="13126" y="729"/>
                </a:lnTo>
                <a:lnTo>
                  <a:pt x="13126" y="629"/>
                </a:lnTo>
                <a:lnTo>
                  <a:pt x="13146" y="629"/>
                </a:lnTo>
                <a:moveTo>
                  <a:pt x="13146" y="789"/>
                </a:moveTo>
                <a:lnTo>
                  <a:pt x="13146" y="889"/>
                </a:lnTo>
                <a:lnTo>
                  <a:pt x="13126" y="889"/>
                </a:lnTo>
                <a:lnTo>
                  <a:pt x="13126" y="789"/>
                </a:lnTo>
                <a:lnTo>
                  <a:pt x="13146" y="789"/>
                </a:lnTo>
                <a:moveTo>
                  <a:pt x="13146" y="949"/>
                </a:moveTo>
                <a:lnTo>
                  <a:pt x="13146" y="1049"/>
                </a:lnTo>
                <a:lnTo>
                  <a:pt x="13126" y="1049"/>
                </a:lnTo>
                <a:lnTo>
                  <a:pt x="13126" y="949"/>
                </a:lnTo>
                <a:lnTo>
                  <a:pt x="13146" y="949"/>
                </a:lnTo>
                <a:moveTo>
                  <a:pt x="13146" y="1109"/>
                </a:moveTo>
                <a:lnTo>
                  <a:pt x="13146" y="1209"/>
                </a:lnTo>
                <a:lnTo>
                  <a:pt x="13126" y="1209"/>
                </a:lnTo>
                <a:lnTo>
                  <a:pt x="13126" y="1109"/>
                </a:lnTo>
                <a:lnTo>
                  <a:pt x="13146" y="1109"/>
                </a:lnTo>
                <a:moveTo>
                  <a:pt x="13146" y="1269"/>
                </a:moveTo>
                <a:lnTo>
                  <a:pt x="13146" y="1369"/>
                </a:lnTo>
                <a:lnTo>
                  <a:pt x="13126" y="1369"/>
                </a:lnTo>
                <a:lnTo>
                  <a:pt x="13126" y="1269"/>
                </a:lnTo>
                <a:lnTo>
                  <a:pt x="13146" y="1269"/>
                </a:lnTo>
                <a:moveTo>
                  <a:pt x="13146" y="1429"/>
                </a:moveTo>
                <a:lnTo>
                  <a:pt x="13146" y="1529"/>
                </a:lnTo>
                <a:lnTo>
                  <a:pt x="13126" y="1529"/>
                </a:lnTo>
                <a:lnTo>
                  <a:pt x="13126" y="1429"/>
                </a:lnTo>
                <a:lnTo>
                  <a:pt x="13146" y="1429"/>
                </a:lnTo>
                <a:moveTo>
                  <a:pt x="13146" y="1589"/>
                </a:moveTo>
                <a:lnTo>
                  <a:pt x="13146" y="1689"/>
                </a:lnTo>
                <a:lnTo>
                  <a:pt x="13126" y="1689"/>
                </a:lnTo>
                <a:lnTo>
                  <a:pt x="13126" y="1589"/>
                </a:lnTo>
                <a:lnTo>
                  <a:pt x="13146" y="1589"/>
                </a:lnTo>
                <a:moveTo>
                  <a:pt x="13146" y="1749"/>
                </a:moveTo>
                <a:lnTo>
                  <a:pt x="13146" y="1849"/>
                </a:lnTo>
                <a:lnTo>
                  <a:pt x="13126" y="1849"/>
                </a:lnTo>
                <a:lnTo>
                  <a:pt x="13126" y="1749"/>
                </a:lnTo>
                <a:lnTo>
                  <a:pt x="13146" y="1749"/>
                </a:lnTo>
                <a:moveTo>
                  <a:pt x="13146" y="1909"/>
                </a:moveTo>
                <a:lnTo>
                  <a:pt x="13146" y="2008"/>
                </a:lnTo>
                <a:lnTo>
                  <a:pt x="13126" y="2008"/>
                </a:lnTo>
                <a:lnTo>
                  <a:pt x="13126" y="1909"/>
                </a:lnTo>
                <a:lnTo>
                  <a:pt x="13146" y="1909"/>
                </a:lnTo>
                <a:moveTo>
                  <a:pt x="13146" y="2068"/>
                </a:moveTo>
                <a:lnTo>
                  <a:pt x="13146" y="2168"/>
                </a:lnTo>
                <a:lnTo>
                  <a:pt x="13126" y="2168"/>
                </a:lnTo>
                <a:lnTo>
                  <a:pt x="13126" y="2068"/>
                </a:lnTo>
                <a:lnTo>
                  <a:pt x="13146" y="2068"/>
                </a:lnTo>
                <a:moveTo>
                  <a:pt x="13146" y="2228"/>
                </a:moveTo>
                <a:lnTo>
                  <a:pt x="13146" y="2328"/>
                </a:lnTo>
                <a:lnTo>
                  <a:pt x="13126" y="2328"/>
                </a:lnTo>
                <a:lnTo>
                  <a:pt x="13126" y="2228"/>
                </a:lnTo>
                <a:lnTo>
                  <a:pt x="13146" y="2228"/>
                </a:lnTo>
                <a:moveTo>
                  <a:pt x="13146" y="2388"/>
                </a:moveTo>
                <a:lnTo>
                  <a:pt x="13146" y="2488"/>
                </a:lnTo>
                <a:lnTo>
                  <a:pt x="13126" y="2488"/>
                </a:lnTo>
                <a:lnTo>
                  <a:pt x="13126" y="2388"/>
                </a:lnTo>
                <a:lnTo>
                  <a:pt x="13146" y="2388"/>
                </a:lnTo>
                <a:moveTo>
                  <a:pt x="13146" y="2548"/>
                </a:moveTo>
                <a:lnTo>
                  <a:pt x="13146" y="2648"/>
                </a:lnTo>
                <a:lnTo>
                  <a:pt x="13126" y="2648"/>
                </a:lnTo>
                <a:lnTo>
                  <a:pt x="13126" y="2548"/>
                </a:lnTo>
                <a:lnTo>
                  <a:pt x="13146" y="2548"/>
                </a:lnTo>
                <a:moveTo>
                  <a:pt x="13146" y="2708"/>
                </a:moveTo>
                <a:lnTo>
                  <a:pt x="13146" y="2808"/>
                </a:lnTo>
                <a:lnTo>
                  <a:pt x="13126" y="2808"/>
                </a:lnTo>
                <a:lnTo>
                  <a:pt x="13126" y="2708"/>
                </a:lnTo>
                <a:lnTo>
                  <a:pt x="13146" y="2708"/>
                </a:lnTo>
                <a:moveTo>
                  <a:pt x="13146" y="2868"/>
                </a:moveTo>
                <a:lnTo>
                  <a:pt x="13146" y="2968"/>
                </a:lnTo>
                <a:lnTo>
                  <a:pt x="13126" y="2968"/>
                </a:lnTo>
                <a:lnTo>
                  <a:pt x="13126" y="2868"/>
                </a:lnTo>
                <a:lnTo>
                  <a:pt x="13146" y="2868"/>
                </a:lnTo>
                <a:moveTo>
                  <a:pt x="13146" y="3028"/>
                </a:moveTo>
                <a:lnTo>
                  <a:pt x="13146" y="3129"/>
                </a:lnTo>
                <a:lnTo>
                  <a:pt x="13126" y="3129"/>
                </a:lnTo>
                <a:lnTo>
                  <a:pt x="13126" y="3028"/>
                </a:lnTo>
                <a:lnTo>
                  <a:pt x="13146" y="3028"/>
                </a:lnTo>
                <a:moveTo>
                  <a:pt x="13146" y="3189"/>
                </a:moveTo>
                <a:lnTo>
                  <a:pt x="13146" y="3289"/>
                </a:lnTo>
                <a:lnTo>
                  <a:pt x="13126" y="3289"/>
                </a:lnTo>
                <a:lnTo>
                  <a:pt x="13126" y="3189"/>
                </a:lnTo>
                <a:lnTo>
                  <a:pt x="13146" y="3189"/>
                </a:lnTo>
                <a:moveTo>
                  <a:pt x="13146" y="3349"/>
                </a:moveTo>
                <a:lnTo>
                  <a:pt x="13146" y="3449"/>
                </a:lnTo>
                <a:lnTo>
                  <a:pt x="13126" y="3449"/>
                </a:lnTo>
                <a:lnTo>
                  <a:pt x="13126" y="3349"/>
                </a:lnTo>
                <a:lnTo>
                  <a:pt x="13146" y="3349"/>
                </a:lnTo>
                <a:moveTo>
                  <a:pt x="13146" y="3508"/>
                </a:moveTo>
                <a:lnTo>
                  <a:pt x="13146" y="3608"/>
                </a:lnTo>
                <a:lnTo>
                  <a:pt x="13126" y="3608"/>
                </a:lnTo>
                <a:lnTo>
                  <a:pt x="13126" y="3508"/>
                </a:lnTo>
                <a:lnTo>
                  <a:pt x="13146" y="3508"/>
                </a:lnTo>
                <a:moveTo>
                  <a:pt x="13146" y="3668"/>
                </a:moveTo>
                <a:lnTo>
                  <a:pt x="13146" y="3768"/>
                </a:lnTo>
                <a:lnTo>
                  <a:pt x="13126" y="3768"/>
                </a:lnTo>
                <a:lnTo>
                  <a:pt x="13126" y="3668"/>
                </a:lnTo>
                <a:lnTo>
                  <a:pt x="13146" y="3668"/>
                </a:lnTo>
                <a:moveTo>
                  <a:pt x="13146" y="3828"/>
                </a:moveTo>
                <a:lnTo>
                  <a:pt x="13146" y="3928"/>
                </a:lnTo>
                <a:lnTo>
                  <a:pt x="13126" y="3928"/>
                </a:lnTo>
                <a:lnTo>
                  <a:pt x="13126" y="3828"/>
                </a:lnTo>
                <a:lnTo>
                  <a:pt x="13146" y="3828"/>
                </a:lnTo>
                <a:moveTo>
                  <a:pt x="13146" y="3988"/>
                </a:moveTo>
                <a:lnTo>
                  <a:pt x="13146" y="4088"/>
                </a:lnTo>
                <a:lnTo>
                  <a:pt x="13126" y="4088"/>
                </a:lnTo>
                <a:lnTo>
                  <a:pt x="13126" y="3988"/>
                </a:lnTo>
                <a:lnTo>
                  <a:pt x="13146" y="3988"/>
                </a:lnTo>
                <a:moveTo>
                  <a:pt x="13146" y="4148"/>
                </a:moveTo>
                <a:lnTo>
                  <a:pt x="13146" y="4248"/>
                </a:lnTo>
                <a:lnTo>
                  <a:pt x="13126" y="4248"/>
                </a:lnTo>
                <a:lnTo>
                  <a:pt x="13126" y="4148"/>
                </a:lnTo>
                <a:lnTo>
                  <a:pt x="13146" y="4148"/>
                </a:lnTo>
                <a:moveTo>
                  <a:pt x="13076" y="4258"/>
                </a:moveTo>
                <a:lnTo>
                  <a:pt x="12976" y="4258"/>
                </a:lnTo>
                <a:lnTo>
                  <a:pt x="12976" y="4238"/>
                </a:lnTo>
                <a:lnTo>
                  <a:pt x="13076" y="4238"/>
                </a:lnTo>
                <a:lnTo>
                  <a:pt x="13076" y="4258"/>
                </a:lnTo>
                <a:moveTo>
                  <a:pt x="12916" y="4258"/>
                </a:moveTo>
                <a:lnTo>
                  <a:pt x="12816" y="4258"/>
                </a:lnTo>
                <a:lnTo>
                  <a:pt x="12816" y="4238"/>
                </a:lnTo>
                <a:lnTo>
                  <a:pt x="12916" y="4238"/>
                </a:lnTo>
                <a:lnTo>
                  <a:pt x="12916" y="4258"/>
                </a:lnTo>
                <a:moveTo>
                  <a:pt x="12756" y="4258"/>
                </a:moveTo>
                <a:lnTo>
                  <a:pt x="12657" y="4258"/>
                </a:lnTo>
                <a:lnTo>
                  <a:pt x="12657" y="4238"/>
                </a:lnTo>
                <a:lnTo>
                  <a:pt x="12756" y="4238"/>
                </a:lnTo>
                <a:lnTo>
                  <a:pt x="12756" y="4258"/>
                </a:lnTo>
                <a:moveTo>
                  <a:pt x="12597" y="4258"/>
                </a:moveTo>
                <a:lnTo>
                  <a:pt x="12497" y="4258"/>
                </a:lnTo>
                <a:lnTo>
                  <a:pt x="12497" y="4238"/>
                </a:lnTo>
                <a:lnTo>
                  <a:pt x="12597" y="4238"/>
                </a:lnTo>
                <a:lnTo>
                  <a:pt x="12597" y="4258"/>
                </a:lnTo>
                <a:moveTo>
                  <a:pt x="12437" y="4258"/>
                </a:moveTo>
                <a:lnTo>
                  <a:pt x="12337" y="4258"/>
                </a:lnTo>
                <a:lnTo>
                  <a:pt x="12337" y="4238"/>
                </a:lnTo>
                <a:lnTo>
                  <a:pt x="12437" y="4238"/>
                </a:lnTo>
                <a:lnTo>
                  <a:pt x="12437" y="4258"/>
                </a:lnTo>
                <a:moveTo>
                  <a:pt x="12277" y="4258"/>
                </a:moveTo>
                <a:lnTo>
                  <a:pt x="12177" y="4258"/>
                </a:lnTo>
                <a:lnTo>
                  <a:pt x="12177" y="4238"/>
                </a:lnTo>
                <a:lnTo>
                  <a:pt x="12277" y="4238"/>
                </a:lnTo>
                <a:lnTo>
                  <a:pt x="12277" y="4258"/>
                </a:lnTo>
                <a:moveTo>
                  <a:pt x="12117" y="4258"/>
                </a:moveTo>
                <a:lnTo>
                  <a:pt x="12017" y="4258"/>
                </a:lnTo>
                <a:lnTo>
                  <a:pt x="12017" y="4238"/>
                </a:lnTo>
                <a:lnTo>
                  <a:pt x="12117" y="4238"/>
                </a:lnTo>
                <a:lnTo>
                  <a:pt x="12117" y="4258"/>
                </a:lnTo>
                <a:moveTo>
                  <a:pt x="11957" y="4258"/>
                </a:moveTo>
                <a:lnTo>
                  <a:pt x="11857" y="4258"/>
                </a:lnTo>
                <a:lnTo>
                  <a:pt x="11857" y="4238"/>
                </a:lnTo>
                <a:lnTo>
                  <a:pt x="11957" y="4238"/>
                </a:lnTo>
                <a:lnTo>
                  <a:pt x="11957" y="4258"/>
                </a:lnTo>
                <a:moveTo>
                  <a:pt x="11798" y="4258"/>
                </a:moveTo>
                <a:lnTo>
                  <a:pt x="11698" y="4258"/>
                </a:lnTo>
                <a:lnTo>
                  <a:pt x="11698" y="4238"/>
                </a:lnTo>
                <a:lnTo>
                  <a:pt x="11798" y="4238"/>
                </a:lnTo>
                <a:lnTo>
                  <a:pt x="11798" y="4258"/>
                </a:lnTo>
                <a:moveTo>
                  <a:pt x="11638" y="4258"/>
                </a:moveTo>
                <a:lnTo>
                  <a:pt x="11538" y="4258"/>
                </a:lnTo>
                <a:lnTo>
                  <a:pt x="11538" y="4238"/>
                </a:lnTo>
                <a:lnTo>
                  <a:pt x="11638" y="4238"/>
                </a:lnTo>
                <a:lnTo>
                  <a:pt x="11638" y="4258"/>
                </a:lnTo>
                <a:moveTo>
                  <a:pt x="11478" y="4258"/>
                </a:moveTo>
                <a:lnTo>
                  <a:pt x="11378" y="4258"/>
                </a:lnTo>
                <a:lnTo>
                  <a:pt x="11378" y="4238"/>
                </a:lnTo>
                <a:lnTo>
                  <a:pt x="11478" y="4238"/>
                </a:lnTo>
                <a:lnTo>
                  <a:pt x="11478" y="4258"/>
                </a:lnTo>
                <a:moveTo>
                  <a:pt x="11318" y="4258"/>
                </a:moveTo>
                <a:lnTo>
                  <a:pt x="11218" y="4258"/>
                </a:lnTo>
                <a:lnTo>
                  <a:pt x="11218" y="4238"/>
                </a:lnTo>
                <a:lnTo>
                  <a:pt x="11318" y="4238"/>
                </a:lnTo>
                <a:lnTo>
                  <a:pt x="11318" y="4258"/>
                </a:lnTo>
                <a:moveTo>
                  <a:pt x="11158" y="4258"/>
                </a:moveTo>
                <a:lnTo>
                  <a:pt x="11058" y="4258"/>
                </a:lnTo>
                <a:lnTo>
                  <a:pt x="11058" y="4238"/>
                </a:lnTo>
                <a:lnTo>
                  <a:pt x="11158" y="4238"/>
                </a:lnTo>
                <a:lnTo>
                  <a:pt x="11158" y="4258"/>
                </a:lnTo>
                <a:moveTo>
                  <a:pt x="10998" y="4258"/>
                </a:moveTo>
                <a:lnTo>
                  <a:pt x="10899" y="4258"/>
                </a:lnTo>
                <a:lnTo>
                  <a:pt x="10899" y="4238"/>
                </a:lnTo>
                <a:lnTo>
                  <a:pt x="10998" y="4238"/>
                </a:lnTo>
                <a:lnTo>
                  <a:pt x="10998" y="4258"/>
                </a:lnTo>
                <a:moveTo>
                  <a:pt x="10839" y="4258"/>
                </a:moveTo>
                <a:lnTo>
                  <a:pt x="10739" y="4258"/>
                </a:lnTo>
                <a:lnTo>
                  <a:pt x="10739" y="4238"/>
                </a:lnTo>
                <a:lnTo>
                  <a:pt x="10839" y="4238"/>
                </a:lnTo>
                <a:lnTo>
                  <a:pt x="10839" y="4258"/>
                </a:lnTo>
                <a:moveTo>
                  <a:pt x="10679" y="4258"/>
                </a:moveTo>
                <a:lnTo>
                  <a:pt x="10579" y="4258"/>
                </a:lnTo>
                <a:lnTo>
                  <a:pt x="10579" y="4238"/>
                </a:lnTo>
                <a:lnTo>
                  <a:pt x="10679" y="4238"/>
                </a:lnTo>
                <a:lnTo>
                  <a:pt x="10679" y="4258"/>
                </a:lnTo>
                <a:moveTo>
                  <a:pt x="10519" y="4258"/>
                </a:moveTo>
                <a:lnTo>
                  <a:pt x="10419" y="4258"/>
                </a:lnTo>
                <a:lnTo>
                  <a:pt x="10419" y="4238"/>
                </a:lnTo>
                <a:lnTo>
                  <a:pt x="10519" y="4238"/>
                </a:lnTo>
                <a:lnTo>
                  <a:pt x="10519" y="4258"/>
                </a:lnTo>
                <a:moveTo>
                  <a:pt x="10359" y="4258"/>
                </a:moveTo>
                <a:lnTo>
                  <a:pt x="10259" y="4258"/>
                </a:lnTo>
                <a:lnTo>
                  <a:pt x="10259" y="4238"/>
                </a:lnTo>
                <a:lnTo>
                  <a:pt x="10359" y="4238"/>
                </a:lnTo>
                <a:lnTo>
                  <a:pt x="10359" y="4258"/>
                </a:lnTo>
                <a:moveTo>
                  <a:pt x="10199" y="4258"/>
                </a:moveTo>
                <a:lnTo>
                  <a:pt x="10099" y="4258"/>
                </a:lnTo>
                <a:lnTo>
                  <a:pt x="10099" y="4238"/>
                </a:lnTo>
                <a:lnTo>
                  <a:pt x="10199" y="4238"/>
                </a:lnTo>
                <a:lnTo>
                  <a:pt x="10199" y="4258"/>
                </a:lnTo>
                <a:moveTo>
                  <a:pt x="10040" y="4258"/>
                </a:moveTo>
                <a:lnTo>
                  <a:pt x="9940" y="4258"/>
                </a:lnTo>
                <a:lnTo>
                  <a:pt x="9940" y="4238"/>
                </a:lnTo>
                <a:lnTo>
                  <a:pt x="10040" y="4238"/>
                </a:lnTo>
                <a:lnTo>
                  <a:pt x="10040" y="4258"/>
                </a:lnTo>
                <a:moveTo>
                  <a:pt x="9880" y="4258"/>
                </a:moveTo>
                <a:lnTo>
                  <a:pt x="9780" y="4258"/>
                </a:lnTo>
                <a:lnTo>
                  <a:pt x="9780" y="4238"/>
                </a:lnTo>
                <a:lnTo>
                  <a:pt x="9880" y="4238"/>
                </a:lnTo>
                <a:lnTo>
                  <a:pt x="9880" y="4258"/>
                </a:lnTo>
                <a:moveTo>
                  <a:pt x="9720" y="4258"/>
                </a:moveTo>
                <a:lnTo>
                  <a:pt x="9620" y="4258"/>
                </a:lnTo>
                <a:lnTo>
                  <a:pt x="9620" y="4238"/>
                </a:lnTo>
                <a:lnTo>
                  <a:pt x="9720" y="4238"/>
                </a:lnTo>
                <a:lnTo>
                  <a:pt x="9720" y="4258"/>
                </a:lnTo>
                <a:moveTo>
                  <a:pt x="9560" y="4258"/>
                </a:moveTo>
                <a:lnTo>
                  <a:pt x="9460" y="4258"/>
                </a:lnTo>
                <a:lnTo>
                  <a:pt x="9460" y="4238"/>
                </a:lnTo>
                <a:lnTo>
                  <a:pt x="9560" y="4238"/>
                </a:lnTo>
                <a:lnTo>
                  <a:pt x="9560" y="4258"/>
                </a:lnTo>
                <a:moveTo>
                  <a:pt x="9400" y="4258"/>
                </a:moveTo>
                <a:lnTo>
                  <a:pt x="9300" y="4258"/>
                </a:lnTo>
                <a:lnTo>
                  <a:pt x="9300" y="4238"/>
                </a:lnTo>
                <a:lnTo>
                  <a:pt x="9400" y="4238"/>
                </a:lnTo>
                <a:lnTo>
                  <a:pt x="9400" y="4258"/>
                </a:lnTo>
                <a:moveTo>
                  <a:pt x="9240" y="4258"/>
                </a:moveTo>
                <a:lnTo>
                  <a:pt x="9141" y="4258"/>
                </a:lnTo>
                <a:lnTo>
                  <a:pt x="9141" y="4238"/>
                </a:lnTo>
                <a:lnTo>
                  <a:pt x="9240" y="4238"/>
                </a:lnTo>
                <a:lnTo>
                  <a:pt x="9240" y="4258"/>
                </a:lnTo>
                <a:moveTo>
                  <a:pt x="9081" y="4258"/>
                </a:moveTo>
                <a:lnTo>
                  <a:pt x="8981" y="4258"/>
                </a:lnTo>
                <a:lnTo>
                  <a:pt x="8981" y="4238"/>
                </a:lnTo>
                <a:lnTo>
                  <a:pt x="9081" y="4238"/>
                </a:lnTo>
                <a:lnTo>
                  <a:pt x="9081" y="4258"/>
                </a:lnTo>
                <a:moveTo>
                  <a:pt x="8921" y="4258"/>
                </a:moveTo>
                <a:lnTo>
                  <a:pt x="8821" y="4258"/>
                </a:lnTo>
                <a:lnTo>
                  <a:pt x="8821" y="4238"/>
                </a:lnTo>
                <a:lnTo>
                  <a:pt x="8921" y="4238"/>
                </a:lnTo>
                <a:lnTo>
                  <a:pt x="8921" y="4258"/>
                </a:lnTo>
                <a:moveTo>
                  <a:pt x="8761" y="4258"/>
                </a:moveTo>
                <a:lnTo>
                  <a:pt x="8661" y="4258"/>
                </a:lnTo>
                <a:lnTo>
                  <a:pt x="8661" y="4238"/>
                </a:lnTo>
                <a:lnTo>
                  <a:pt x="8761" y="4238"/>
                </a:lnTo>
                <a:lnTo>
                  <a:pt x="8761" y="4258"/>
                </a:lnTo>
                <a:moveTo>
                  <a:pt x="8601" y="4258"/>
                </a:moveTo>
                <a:lnTo>
                  <a:pt x="8501" y="4258"/>
                </a:lnTo>
                <a:lnTo>
                  <a:pt x="8501" y="4238"/>
                </a:lnTo>
                <a:lnTo>
                  <a:pt x="8601" y="4238"/>
                </a:lnTo>
                <a:lnTo>
                  <a:pt x="8601" y="4258"/>
                </a:lnTo>
                <a:moveTo>
                  <a:pt x="8441" y="4258"/>
                </a:moveTo>
                <a:lnTo>
                  <a:pt x="8341" y="4258"/>
                </a:lnTo>
                <a:lnTo>
                  <a:pt x="8341" y="4238"/>
                </a:lnTo>
                <a:lnTo>
                  <a:pt x="8441" y="4238"/>
                </a:lnTo>
                <a:lnTo>
                  <a:pt x="8441" y="4258"/>
                </a:lnTo>
                <a:moveTo>
                  <a:pt x="8281" y="4258"/>
                </a:moveTo>
                <a:lnTo>
                  <a:pt x="8182" y="4258"/>
                </a:lnTo>
                <a:lnTo>
                  <a:pt x="8182" y="4238"/>
                </a:lnTo>
                <a:lnTo>
                  <a:pt x="8281" y="4238"/>
                </a:lnTo>
                <a:lnTo>
                  <a:pt x="8281" y="4258"/>
                </a:lnTo>
                <a:moveTo>
                  <a:pt x="8122" y="4258"/>
                </a:moveTo>
                <a:lnTo>
                  <a:pt x="8022" y="4258"/>
                </a:lnTo>
                <a:lnTo>
                  <a:pt x="8022" y="4238"/>
                </a:lnTo>
                <a:lnTo>
                  <a:pt x="8122" y="4238"/>
                </a:lnTo>
                <a:lnTo>
                  <a:pt x="8122" y="4258"/>
                </a:lnTo>
                <a:moveTo>
                  <a:pt x="7962" y="4258"/>
                </a:moveTo>
                <a:lnTo>
                  <a:pt x="7862" y="4258"/>
                </a:lnTo>
                <a:lnTo>
                  <a:pt x="7862" y="4238"/>
                </a:lnTo>
                <a:lnTo>
                  <a:pt x="7962" y="4238"/>
                </a:lnTo>
                <a:lnTo>
                  <a:pt x="7962" y="4258"/>
                </a:lnTo>
                <a:moveTo>
                  <a:pt x="7802" y="4258"/>
                </a:moveTo>
                <a:lnTo>
                  <a:pt x="7702" y="4258"/>
                </a:lnTo>
                <a:lnTo>
                  <a:pt x="7702" y="4238"/>
                </a:lnTo>
                <a:lnTo>
                  <a:pt x="7802" y="4238"/>
                </a:lnTo>
                <a:lnTo>
                  <a:pt x="7802" y="4258"/>
                </a:lnTo>
                <a:moveTo>
                  <a:pt x="7642" y="4258"/>
                </a:moveTo>
                <a:lnTo>
                  <a:pt x="7542" y="4258"/>
                </a:lnTo>
                <a:lnTo>
                  <a:pt x="7542" y="4238"/>
                </a:lnTo>
                <a:lnTo>
                  <a:pt x="7642" y="4238"/>
                </a:lnTo>
                <a:lnTo>
                  <a:pt x="7642" y="4258"/>
                </a:lnTo>
                <a:moveTo>
                  <a:pt x="7482" y="4258"/>
                </a:moveTo>
                <a:lnTo>
                  <a:pt x="7382" y="4258"/>
                </a:lnTo>
                <a:lnTo>
                  <a:pt x="7382" y="4238"/>
                </a:lnTo>
                <a:lnTo>
                  <a:pt x="7482" y="4238"/>
                </a:lnTo>
                <a:lnTo>
                  <a:pt x="7482" y="4258"/>
                </a:lnTo>
                <a:moveTo>
                  <a:pt x="7323" y="4258"/>
                </a:moveTo>
                <a:lnTo>
                  <a:pt x="7223" y="4258"/>
                </a:lnTo>
                <a:lnTo>
                  <a:pt x="7223" y="4238"/>
                </a:lnTo>
                <a:lnTo>
                  <a:pt x="7323" y="4238"/>
                </a:lnTo>
                <a:lnTo>
                  <a:pt x="7323" y="4258"/>
                </a:lnTo>
                <a:moveTo>
                  <a:pt x="7163" y="4258"/>
                </a:moveTo>
                <a:lnTo>
                  <a:pt x="7063" y="4258"/>
                </a:lnTo>
                <a:lnTo>
                  <a:pt x="7063" y="4238"/>
                </a:lnTo>
                <a:lnTo>
                  <a:pt x="7163" y="4238"/>
                </a:lnTo>
                <a:lnTo>
                  <a:pt x="7163" y="4258"/>
                </a:lnTo>
                <a:moveTo>
                  <a:pt x="7003" y="4258"/>
                </a:moveTo>
                <a:lnTo>
                  <a:pt x="6903" y="4258"/>
                </a:lnTo>
                <a:lnTo>
                  <a:pt x="6903" y="4238"/>
                </a:lnTo>
                <a:lnTo>
                  <a:pt x="7003" y="4238"/>
                </a:lnTo>
                <a:lnTo>
                  <a:pt x="7003" y="4258"/>
                </a:lnTo>
                <a:moveTo>
                  <a:pt x="6843" y="4258"/>
                </a:moveTo>
                <a:lnTo>
                  <a:pt x="6743" y="4258"/>
                </a:lnTo>
                <a:lnTo>
                  <a:pt x="6743" y="4238"/>
                </a:lnTo>
                <a:lnTo>
                  <a:pt x="6843" y="4238"/>
                </a:lnTo>
                <a:lnTo>
                  <a:pt x="6843" y="4258"/>
                </a:lnTo>
                <a:moveTo>
                  <a:pt x="6683" y="4258"/>
                </a:moveTo>
                <a:lnTo>
                  <a:pt x="6583" y="4258"/>
                </a:lnTo>
                <a:lnTo>
                  <a:pt x="6583" y="4238"/>
                </a:lnTo>
                <a:lnTo>
                  <a:pt x="6683" y="4238"/>
                </a:lnTo>
                <a:lnTo>
                  <a:pt x="6683" y="4258"/>
                </a:lnTo>
                <a:moveTo>
                  <a:pt x="6523" y="4258"/>
                </a:moveTo>
                <a:lnTo>
                  <a:pt x="6424" y="4258"/>
                </a:lnTo>
                <a:lnTo>
                  <a:pt x="6424" y="4238"/>
                </a:lnTo>
                <a:lnTo>
                  <a:pt x="6523" y="4238"/>
                </a:lnTo>
                <a:lnTo>
                  <a:pt x="6523" y="4258"/>
                </a:lnTo>
                <a:moveTo>
                  <a:pt x="6364" y="4258"/>
                </a:moveTo>
                <a:lnTo>
                  <a:pt x="6264" y="4258"/>
                </a:lnTo>
                <a:lnTo>
                  <a:pt x="6264" y="4238"/>
                </a:lnTo>
                <a:lnTo>
                  <a:pt x="6364" y="4238"/>
                </a:lnTo>
                <a:lnTo>
                  <a:pt x="6364" y="4258"/>
                </a:lnTo>
                <a:moveTo>
                  <a:pt x="6204" y="4258"/>
                </a:moveTo>
                <a:lnTo>
                  <a:pt x="6104" y="4258"/>
                </a:lnTo>
                <a:lnTo>
                  <a:pt x="6104" y="4238"/>
                </a:lnTo>
                <a:lnTo>
                  <a:pt x="6204" y="4238"/>
                </a:lnTo>
                <a:lnTo>
                  <a:pt x="6204" y="4258"/>
                </a:lnTo>
                <a:moveTo>
                  <a:pt x="6044" y="4258"/>
                </a:moveTo>
                <a:lnTo>
                  <a:pt x="5944" y="4258"/>
                </a:lnTo>
                <a:lnTo>
                  <a:pt x="5944" y="4238"/>
                </a:lnTo>
                <a:lnTo>
                  <a:pt x="6044" y="4238"/>
                </a:lnTo>
                <a:lnTo>
                  <a:pt x="6044" y="4258"/>
                </a:lnTo>
                <a:moveTo>
                  <a:pt x="5884" y="4258"/>
                </a:moveTo>
                <a:lnTo>
                  <a:pt x="5784" y="4258"/>
                </a:lnTo>
                <a:lnTo>
                  <a:pt x="5784" y="4238"/>
                </a:lnTo>
                <a:lnTo>
                  <a:pt x="5884" y="4238"/>
                </a:lnTo>
                <a:lnTo>
                  <a:pt x="5884" y="4258"/>
                </a:lnTo>
                <a:moveTo>
                  <a:pt x="5724" y="4258"/>
                </a:moveTo>
                <a:lnTo>
                  <a:pt x="5624" y="4258"/>
                </a:lnTo>
                <a:lnTo>
                  <a:pt x="5624" y="4238"/>
                </a:lnTo>
                <a:lnTo>
                  <a:pt x="5724" y="4238"/>
                </a:lnTo>
                <a:lnTo>
                  <a:pt x="5724" y="4258"/>
                </a:lnTo>
                <a:moveTo>
                  <a:pt x="5564" y="4258"/>
                </a:moveTo>
                <a:lnTo>
                  <a:pt x="5465" y="4258"/>
                </a:lnTo>
                <a:lnTo>
                  <a:pt x="5465" y="4238"/>
                </a:lnTo>
                <a:lnTo>
                  <a:pt x="5564" y="4238"/>
                </a:lnTo>
                <a:lnTo>
                  <a:pt x="5564" y="4258"/>
                </a:lnTo>
                <a:moveTo>
                  <a:pt x="5405" y="4258"/>
                </a:moveTo>
                <a:lnTo>
                  <a:pt x="5305" y="4258"/>
                </a:lnTo>
                <a:lnTo>
                  <a:pt x="5305" y="4238"/>
                </a:lnTo>
                <a:lnTo>
                  <a:pt x="5405" y="4238"/>
                </a:lnTo>
                <a:lnTo>
                  <a:pt x="5405" y="4258"/>
                </a:lnTo>
                <a:moveTo>
                  <a:pt x="5245" y="4258"/>
                </a:moveTo>
                <a:lnTo>
                  <a:pt x="5145" y="4258"/>
                </a:lnTo>
                <a:lnTo>
                  <a:pt x="5145" y="4238"/>
                </a:lnTo>
                <a:lnTo>
                  <a:pt x="5245" y="4238"/>
                </a:lnTo>
                <a:lnTo>
                  <a:pt x="5245" y="4258"/>
                </a:lnTo>
                <a:moveTo>
                  <a:pt x="5085" y="4258"/>
                </a:moveTo>
                <a:lnTo>
                  <a:pt x="4985" y="4258"/>
                </a:lnTo>
                <a:lnTo>
                  <a:pt x="4985" y="4238"/>
                </a:lnTo>
                <a:lnTo>
                  <a:pt x="5085" y="4238"/>
                </a:lnTo>
                <a:lnTo>
                  <a:pt x="5085" y="4258"/>
                </a:lnTo>
                <a:moveTo>
                  <a:pt x="4925" y="4258"/>
                </a:moveTo>
                <a:lnTo>
                  <a:pt x="4825" y="4258"/>
                </a:lnTo>
                <a:lnTo>
                  <a:pt x="4825" y="4238"/>
                </a:lnTo>
                <a:lnTo>
                  <a:pt x="4925" y="4238"/>
                </a:lnTo>
                <a:lnTo>
                  <a:pt x="4925" y="4258"/>
                </a:lnTo>
                <a:moveTo>
                  <a:pt x="4765" y="4258"/>
                </a:moveTo>
                <a:lnTo>
                  <a:pt x="4665" y="4258"/>
                </a:lnTo>
                <a:lnTo>
                  <a:pt x="4665" y="4238"/>
                </a:lnTo>
                <a:lnTo>
                  <a:pt x="4765" y="4238"/>
                </a:lnTo>
                <a:lnTo>
                  <a:pt x="4765" y="4258"/>
                </a:lnTo>
                <a:moveTo>
                  <a:pt x="4606" y="4258"/>
                </a:moveTo>
                <a:lnTo>
                  <a:pt x="4506" y="4258"/>
                </a:lnTo>
                <a:lnTo>
                  <a:pt x="4506" y="4238"/>
                </a:lnTo>
                <a:lnTo>
                  <a:pt x="4606" y="4238"/>
                </a:lnTo>
                <a:lnTo>
                  <a:pt x="4606" y="4258"/>
                </a:lnTo>
                <a:moveTo>
                  <a:pt x="4446" y="4258"/>
                </a:moveTo>
                <a:lnTo>
                  <a:pt x="4346" y="4258"/>
                </a:lnTo>
                <a:lnTo>
                  <a:pt x="4346" y="4238"/>
                </a:lnTo>
                <a:lnTo>
                  <a:pt x="4446" y="4238"/>
                </a:lnTo>
                <a:lnTo>
                  <a:pt x="4446" y="4258"/>
                </a:lnTo>
                <a:moveTo>
                  <a:pt x="4286" y="4258"/>
                </a:moveTo>
                <a:lnTo>
                  <a:pt x="4186" y="4258"/>
                </a:lnTo>
                <a:lnTo>
                  <a:pt x="4186" y="4238"/>
                </a:lnTo>
                <a:lnTo>
                  <a:pt x="4286" y="4238"/>
                </a:lnTo>
                <a:lnTo>
                  <a:pt x="4286" y="4258"/>
                </a:lnTo>
                <a:moveTo>
                  <a:pt x="4126" y="4258"/>
                </a:moveTo>
                <a:lnTo>
                  <a:pt x="4026" y="4258"/>
                </a:lnTo>
                <a:lnTo>
                  <a:pt x="4026" y="4238"/>
                </a:lnTo>
                <a:lnTo>
                  <a:pt x="4126" y="4238"/>
                </a:lnTo>
                <a:lnTo>
                  <a:pt x="4126" y="4258"/>
                </a:lnTo>
                <a:moveTo>
                  <a:pt x="3966" y="4258"/>
                </a:moveTo>
                <a:lnTo>
                  <a:pt x="3866" y="4258"/>
                </a:lnTo>
                <a:lnTo>
                  <a:pt x="3866" y="4238"/>
                </a:lnTo>
                <a:lnTo>
                  <a:pt x="3966" y="4238"/>
                </a:lnTo>
                <a:lnTo>
                  <a:pt x="3966" y="4258"/>
                </a:lnTo>
                <a:moveTo>
                  <a:pt x="3806" y="4258"/>
                </a:moveTo>
                <a:lnTo>
                  <a:pt x="3707" y="4258"/>
                </a:lnTo>
                <a:lnTo>
                  <a:pt x="3707" y="4238"/>
                </a:lnTo>
                <a:lnTo>
                  <a:pt x="3806" y="4238"/>
                </a:lnTo>
                <a:lnTo>
                  <a:pt x="3806" y="4258"/>
                </a:lnTo>
                <a:moveTo>
                  <a:pt x="3647" y="4258"/>
                </a:moveTo>
                <a:lnTo>
                  <a:pt x="3547" y="4258"/>
                </a:lnTo>
                <a:lnTo>
                  <a:pt x="3547" y="4238"/>
                </a:lnTo>
                <a:lnTo>
                  <a:pt x="3647" y="4238"/>
                </a:lnTo>
                <a:lnTo>
                  <a:pt x="3647" y="4258"/>
                </a:lnTo>
                <a:moveTo>
                  <a:pt x="3487" y="4258"/>
                </a:moveTo>
                <a:lnTo>
                  <a:pt x="3387" y="4258"/>
                </a:lnTo>
                <a:lnTo>
                  <a:pt x="3387" y="4238"/>
                </a:lnTo>
                <a:lnTo>
                  <a:pt x="3487" y="4238"/>
                </a:lnTo>
                <a:lnTo>
                  <a:pt x="3487" y="4258"/>
                </a:lnTo>
                <a:moveTo>
                  <a:pt x="3327" y="4258"/>
                </a:moveTo>
                <a:lnTo>
                  <a:pt x="3227" y="4258"/>
                </a:lnTo>
                <a:lnTo>
                  <a:pt x="3227" y="4238"/>
                </a:lnTo>
                <a:lnTo>
                  <a:pt x="3327" y="4238"/>
                </a:lnTo>
                <a:lnTo>
                  <a:pt x="3327" y="4258"/>
                </a:lnTo>
                <a:moveTo>
                  <a:pt x="3167" y="4258"/>
                </a:moveTo>
                <a:lnTo>
                  <a:pt x="3066" y="4258"/>
                </a:lnTo>
                <a:lnTo>
                  <a:pt x="3066" y="4238"/>
                </a:lnTo>
                <a:lnTo>
                  <a:pt x="3167" y="4238"/>
                </a:lnTo>
                <a:lnTo>
                  <a:pt x="3167" y="4258"/>
                </a:lnTo>
                <a:moveTo>
                  <a:pt x="3006" y="4258"/>
                </a:moveTo>
                <a:lnTo>
                  <a:pt x="2906" y="4258"/>
                </a:lnTo>
                <a:lnTo>
                  <a:pt x="2906" y="4238"/>
                </a:lnTo>
                <a:lnTo>
                  <a:pt x="3006" y="4238"/>
                </a:lnTo>
                <a:lnTo>
                  <a:pt x="3006" y="4258"/>
                </a:lnTo>
                <a:moveTo>
                  <a:pt x="2847" y="4258"/>
                </a:moveTo>
                <a:lnTo>
                  <a:pt x="2747" y="4258"/>
                </a:lnTo>
                <a:lnTo>
                  <a:pt x="2747" y="4238"/>
                </a:lnTo>
                <a:lnTo>
                  <a:pt x="2847" y="4238"/>
                </a:lnTo>
                <a:lnTo>
                  <a:pt x="2847" y="4258"/>
                </a:lnTo>
                <a:moveTo>
                  <a:pt x="2687" y="4258"/>
                </a:moveTo>
                <a:lnTo>
                  <a:pt x="2587" y="4258"/>
                </a:lnTo>
                <a:lnTo>
                  <a:pt x="2587" y="4238"/>
                </a:lnTo>
                <a:lnTo>
                  <a:pt x="2687" y="4238"/>
                </a:lnTo>
                <a:lnTo>
                  <a:pt x="2687" y="4258"/>
                </a:lnTo>
                <a:moveTo>
                  <a:pt x="2527" y="4258"/>
                </a:moveTo>
                <a:lnTo>
                  <a:pt x="2427" y="4258"/>
                </a:lnTo>
                <a:lnTo>
                  <a:pt x="2427" y="4238"/>
                </a:lnTo>
                <a:lnTo>
                  <a:pt x="2527" y="4238"/>
                </a:lnTo>
                <a:lnTo>
                  <a:pt x="2527" y="4258"/>
                </a:lnTo>
                <a:moveTo>
                  <a:pt x="2367" y="4258"/>
                </a:moveTo>
                <a:lnTo>
                  <a:pt x="2267" y="4258"/>
                </a:lnTo>
                <a:lnTo>
                  <a:pt x="2267" y="4238"/>
                </a:lnTo>
                <a:lnTo>
                  <a:pt x="2367" y="4238"/>
                </a:lnTo>
                <a:lnTo>
                  <a:pt x="2367" y="4258"/>
                </a:lnTo>
                <a:moveTo>
                  <a:pt x="2207" y="4258"/>
                </a:moveTo>
                <a:lnTo>
                  <a:pt x="2107" y="4258"/>
                </a:lnTo>
                <a:lnTo>
                  <a:pt x="2107" y="4238"/>
                </a:lnTo>
                <a:lnTo>
                  <a:pt x="2207" y="4238"/>
                </a:lnTo>
                <a:lnTo>
                  <a:pt x="2207" y="4258"/>
                </a:lnTo>
                <a:moveTo>
                  <a:pt x="2047" y="4258"/>
                </a:moveTo>
                <a:lnTo>
                  <a:pt x="1948" y="4258"/>
                </a:lnTo>
                <a:lnTo>
                  <a:pt x="1948" y="4238"/>
                </a:lnTo>
                <a:lnTo>
                  <a:pt x="2047" y="4238"/>
                </a:lnTo>
                <a:lnTo>
                  <a:pt x="2047" y="4258"/>
                </a:lnTo>
                <a:moveTo>
                  <a:pt x="1888" y="4258"/>
                </a:moveTo>
                <a:lnTo>
                  <a:pt x="1788" y="4258"/>
                </a:lnTo>
                <a:lnTo>
                  <a:pt x="1788" y="4238"/>
                </a:lnTo>
                <a:lnTo>
                  <a:pt x="1888" y="4238"/>
                </a:lnTo>
                <a:lnTo>
                  <a:pt x="1888" y="4258"/>
                </a:lnTo>
                <a:moveTo>
                  <a:pt x="1728" y="4258"/>
                </a:moveTo>
                <a:lnTo>
                  <a:pt x="1628" y="4258"/>
                </a:lnTo>
                <a:lnTo>
                  <a:pt x="1628" y="4238"/>
                </a:lnTo>
                <a:lnTo>
                  <a:pt x="1728" y="4238"/>
                </a:lnTo>
                <a:lnTo>
                  <a:pt x="1728" y="4258"/>
                </a:lnTo>
                <a:moveTo>
                  <a:pt x="1568" y="4258"/>
                </a:moveTo>
                <a:lnTo>
                  <a:pt x="1468" y="4258"/>
                </a:lnTo>
                <a:lnTo>
                  <a:pt x="1468" y="4238"/>
                </a:lnTo>
                <a:lnTo>
                  <a:pt x="1568" y="4238"/>
                </a:lnTo>
                <a:lnTo>
                  <a:pt x="1568" y="4258"/>
                </a:lnTo>
                <a:moveTo>
                  <a:pt x="1408" y="4258"/>
                </a:moveTo>
                <a:lnTo>
                  <a:pt x="1308" y="4258"/>
                </a:lnTo>
                <a:lnTo>
                  <a:pt x="1308" y="4238"/>
                </a:lnTo>
                <a:lnTo>
                  <a:pt x="1408" y="4238"/>
                </a:lnTo>
                <a:lnTo>
                  <a:pt x="1408" y="4258"/>
                </a:lnTo>
                <a:moveTo>
                  <a:pt x="1248" y="4258"/>
                </a:moveTo>
                <a:lnTo>
                  <a:pt x="1148" y="4258"/>
                </a:lnTo>
                <a:lnTo>
                  <a:pt x="1148" y="4238"/>
                </a:lnTo>
                <a:lnTo>
                  <a:pt x="1248" y="4238"/>
                </a:lnTo>
                <a:lnTo>
                  <a:pt x="1248" y="4258"/>
                </a:lnTo>
                <a:moveTo>
                  <a:pt x="1088" y="4258"/>
                </a:moveTo>
                <a:lnTo>
                  <a:pt x="989" y="4258"/>
                </a:lnTo>
                <a:lnTo>
                  <a:pt x="989" y="4238"/>
                </a:lnTo>
                <a:lnTo>
                  <a:pt x="1088" y="4238"/>
                </a:lnTo>
                <a:lnTo>
                  <a:pt x="1088" y="4258"/>
                </a:lnTo>
                <a:moveTo>
                  <a:pt x="929" y="4258"/>
                </a:moveTo>
                <a:lnTo>
                  <a:pt x="829" y="4258"/>
                </a:lnTo>
                <a:lnTo>
                  <a:pt x="829" y="4238"/>
                </a:lnTo>
                <a:lnTo>
                  <a:pt x="929" y="4238"/>
                </a:lnTo>
                <a:lnTo>
                  <a:pt x="929" y="4258"/>
                </a:lnTo>
                <a:moveTo>
                  <a:pt x="769" y="4258"/>
                </a:moveTo>
                <a:lnTo>
                  <a:pt x="669" y="4258"/>
                </a:lnTo>
                <a:lnTo>
                  <a:pt x="669" y="4238"/>
                </a:lnTo>
                <a:lnTo>
                  <a:pt x="769" y="4238"/>
                </a:lnTo>
                <a:lnTo>
                  <a:pt x="769" y="4258"/>
                </a:lnTo>
                <a:moveTo>
                  <a:pt x="609" y="4258"/>
                </a:moveTo>
                <a:lnTo>
                  <a:pt x="509" y="4258"/>
                </a:lnTo>
                <a:lnTo>
                  <a:pt x="509" y="4238"/>
                </a:lnTo>
                <a:lnTo>
                  <a:pt x="609" y="4238"/>
                </a:lnTo>
                <a:lnTo>
                  <a:pt x="609" y="4258"/>
                </a:lnTo>
                <a:moveTo>
                  <a:pt x="449" y="4258"/>
                </a:moveTo>
                <a:lnTo>
                  <a:pt x="349" y="4258"/>
                </a:lnTo>
                <a:lnTo>
                  <a:pt x="349" y="4238"/>
                </a:lnTo>
                <a:lnTo>
                  <a:pt x="449" y="4238"/>
                </a:lnTo>
                <a:lnTo>
                  <a:pt x="449" y="4258"/>
                </a:lnTo>
                <a:moveTo>
                  <a:pt x="289" y="4258"/>
                </a:moveTo>
                <a:lnTo>
                  <a:pt x="189" y="4258"/>
                </a:lnTo>
                <a:lnTo>
                  <a:pt x="189" y="4238"/>
                </a:lnTo>
                <a:lnTo>
                  <a:pt x="289" y="4238"/>
                </a:lnTo>
                <a:lnTo>
                  <a:pt x="289" y="4258"/>
                </a:lnTo>
                <a:moveTo>
                  <a:pt x="130" y="4258"/>
                </a:moveTo>
                <a:lnTo>
                  <a:pt x="30" y="4258"/>
                </a:lnTo>
                <a:lnTo>
                  <a:pt x="30" y="4238"/>
                </a:lnTo>
                <a:lnTo>
                  <a:pt x="130" y="4238"/>
                </a:lnTo>
                <a:lnTo>
                  <a:pt x="130" y="4258"/>
                </a:lnTo>
                <a:moveTo>
                  <a:pt x="0" y="4208"/>
                </a:moveTo>
                <a:lnTo>
                  <a:pt x="0" y="4108"/>
                </a:lnTo>
                <a:lnTo>
                  <a:pt x="20" y="4108"/>
                </a:lnTo>
                <a:lnTo>
                  <a:pt x="20" y="4208"/>
                </a:lnTo>
                <a:lnTo>
                  <a:pt x="0" y="4208"/>
                </a:lnTo>
                <a:moveTo>
                  <a:pt x="0" y="4048"/>
                </a:moveTo>
                <a:lnTo>
                  <a:pt x="0" y="3948"/>
                </a:lnTo>
                <a:lnTo>
                  <a:pt x="20" y="3948"/>
                </a:lnTo>
                <a:lnTo>
                  <a:pt x="20" y="4048"/>
                </a:lnTo>
                <a:lnTo>
                  <a:pt x="0" y="4048"/>
                </a:lnTo>
                <a:moveTo>
                  <a:pt x="0" y="3888"/>
                </a:moveTo>
                <a:lnTo>
                  <a:pt x="0" y="3788"/>
                </a:lnTo>
                <a:lnTo>
                  <a:pt x="20" y="3788"/>
                </a:lnTo>
                <a:lnTo>
                  <a:pt x="20" y="3888"/>
                </a:lnTo>
                <a:lnTo>
                  <a:pt x="0" y="3888"/>
                </a:lnTo>
                <a:moveTo>
                  <a:pt x="0" y="3728"/>
                </a:moveTo>
                <a:lnTo>
                  <a:pt x="0" y="3628"/>
                </a:lnTo>
                <a:lnTo>
                  <a:pt x="20" y="3628"/>
                </a:lnTo>
                <a:lnTo>
                  <a:pt x="20" y="3728"/>
                </a:lnTo>
                <a:lnTo>
                  <a:pt x="0" y="3728"/>
                </a:lnTo>
                <a:moveTo>
                  <a:pt x="0" y="3568"/>
                </a:moveTo>
                <a:lnTo>
                  <a:pt x="0" y="3468"/>
                </a:lnTo>
                <a:lnTo>
                  <a:pt x="20" y="3468"/>
                </a:lnTo>
                <a:lnTo>
                  <a:pt x="20" y="3568"/>
                </a:lnTo>
                <a:lnTo>
                  <a:pt x="0" y="3568"/>
                </a:lnTo>
                <a:moveTo>
                  <a:pt x="0" y="3409"/>
                </a:moveTo>
                <a:lnTo>
                  <a:pt x="0" y="3309"/>
                </a:lnTo>
                <a:lnTo>
                  <a:pt x="20" y="3309"/>
                </a:lnTo>
                <a:lnTo>
                  <a:pt x="20" y="3409"/>
                </a:lnTo>
                <a:lnTo>
                  <a:pt x="0" y="3409"/>
                </a:lnTo>
                <a:moveTo>
                  <a:pt x="0" y="3249"/>
                </a:moveTo>
                <a:lnTo>
                  <a:pt x="0" y="3149"/>
                </a:lnTo>
                <a:lnTo>
                  <a:pt x="20" y="3149"/>
                </a:lnTo>
                <a:lnTo>
                  <a:pt x="20" y="3249"/>
                </a:lnTo>
                <a:lnTo>
                  <a:pt x="0" y="3249"/>
                </a:lnTo>
                <a:moveTo>
                  <a:pt x="0" y="3088"/>
                </a:moveTo>
                <a:lnTo>
                  <a:pt x="0" y="2988"/>
                </a:lnTo>
                <a:lnTo>
                  <a:pt x="20" y="2988"/>
                </a:lnTo>
                <a:lnTo>
                  <a:pt x="20" y="3088"/>
                </a:lnTo>
                <a:lnTo>
                  <a:pt x="0" y="3088"/>
                </a:lnTo>
                <a:moveTo>
                  <a:pt x="0" y="2928"/>
                </a:moveTo>
                <a:lnTo>
                  <a:pt x="0" y="2828"/>
                </a:lnTo>
                <a:lnTo>
                  <a:pt x="20" y="2828"/>
                </a:lnTo>
                <a:lnTo>
                  <a:pt x="20" y="2928"/>
                </a:lnTo>
                <a:lnTo>
                  <a:pt x="0" y="2928"/>
                </a:lnTo>
                <a:moveTo>
                  <a:pt x="0" y="2768"/>
                </a:moveTo>
                <a:lnTo>
                  <a:pt x="0" y="2668"/>
                </a:lnTo>
                <a:lnTo>
                  <a:pt x="20" y="2668"/>
                </a:lnTo>
                <a:lnTo>
                  <a:pt x="20" y="2768"/>
                </a:lnTo>
                <a:lnTo>
                  <a:pt x="0" y="2768"/>
                </a:lnTo>
                <a:moveTo>
                  <a:pt x="0" y="2608"/>
                </a:moveTo>
                <a:lnTo>
                  <a:pt x="0" y="2508"/>
                </a:lnTo>
                <a:lnTo>
                  <a:pt x="20" y="2508"/>
                </a:lnTo>
                <a:lnTo>
                  <a:pt x="20" y="2608"/>
                </a:lnTo>
                <a:lnTo>
                  <a:pt x="0" y="2608"/>
                </a:lnTo>
                <a:moveTo>
                  <a:pt x="0" y="2448"/>
                </a:moveTo>
                <a:lnTo>
                  <a:pt x="0" y="2348"/>
                </a:lnTo>
                <a:lnTo>
                  <a:pt x="20" y="2348"/>
                </a:lnTo>
                <a:lnTo>
                  <a:pt x="20" y="2448"/>
                </a:lnTo>
                <a:lnTo>
                  <a:pt x="0" y="2448"/>
                </a:lnTo>
                <a:moveTo>
                  <a:pt x="0" y="2288"/>
                </a:moveTo>
                <a:lnTo>
                  <a:pt x="0" y="2188"/>
                </a:lnTo>
                <a:lnTo>
                  <a:pt x="20" y="2188"/>
                </a:lnTo>
                <a:lnTo>
                  <a:pt x="20" y="2288"/>
                </a:lnTo>
                <a:lnTo>
                  <a:pt x="0" y="2288"/>
                </a:lnTo>
                <a:moveTo>
                  <a:pt x="0" y="2128"/>
                </a:moveTo>
                <a:lnTo>
                  <a:pt x="0" y="2028"/>
                </a:lnTo>
                <a:lnTo>
                  <a:pt x="20" y="2028"/>
                </a:lnTo>
                <a:lnTo>
                  <a:pt x="20" y="2128"/>
                </a:lnTo>
                <a:lnTo>
                  <a:pt x="0" y="2128"/>
                </a:lnTo>
                <a:moveTo>
                  <a:pt x="0" y="1969"/>
                </a:moveTo>
                <a:lnTo>
                  <a:pt x="0" y="1869"/>
                </a:lnTo>
                <a:lnTo>
                  <a:pt x="20" y="1869"/>
                </a:lnTo>
                <a:lnTo>
                  <a:pt x="20" y="1969"/>
                </a:lnTo>
                <a:lnTo>
                  <a:pt x="0" y="1969"/>
                </a:lnTo>
                <a:moveTo>
                  <a:pt x="0" y="1809"/>
                </a:moveTo>
                <a:lnTo>
                  <a:pt x="0" y="1709"/>
                </a:lnTo>
                <a:lnTo>
                  <a:pt x="20" y="1709"/>
                </a:lnTo>
                <a:lnTo>
                  <a:pt x="20" y="1809"/>
                </a:lnTo>
                <a:lnTo>
                  <a:pt x="0" y="1809"/>
                </a:lnTo>
                <a:moveTo>
                  <a:pt x="0" y="1649"/>
                </a:moveTo>
                <a:lnTo>
                  <a:pt x="0" y="1549"/>
                </a:lnTo>
                <a:lnTo>
                  <a:pt x="20" y="1549"/>
                </a:lnTo>
                <a:lnTo>
                  <a:pt x="20" y="1649"/>
                </a:lnTo>
                <a:lnTo>
                  <a:pt x="0" y="1649"/>
                </a:lnTo>
                <a:moveTo>
                  <a:pt x="0" y="1489"/>
                </a:moveTo>
                <a:lnTo>
                  <a:pt x="0" y="1389"/>
                </a:lnTo>
                <a:lnTo>
                  <a:pt x="20" y="1389"/>
                </a:lnTo>
                <a:lnTo>
                  <a:pt x="20" y="1489"/>
                </a:lnTo>
                <a:lnTo>
                  <a:pt x="0" y="1489"/>
                </a:lnTo>
                <a:moveTo>
                  <a:pt x="0" y="1329"/>
                </a:moveTo>
                <a:lnTo>
                  <a:pt x="0" y="1229"/>
                </a:lnTo>
                <a:lnTo>
                  <a:pt x="20" y="1229"/>
                </a:lnTo>
                <a:lnTo>
                  <a:pt x="20" y="1329"/>
                </a:lnTo>
                <a:lnTo>
                  <a:pt x="0" y="1329"/>
                </a:lnTo>
                <a:moveTo>
                  <a:pt x="0" y="1169"/>
                </a:moveTo>
                <a:lnTo>
                  <a:pt x="0" y="1069"/>
                </a:lnTo>
                <a:lnTo>
                  <a:pt x="20" y="1069"/>
                </a:lnTo>
                <a:lnTo>
                  <a:pt x="20" y="1169"/>
                </a:lnTo>
                <a:lnTo>
                  <a:pt x="0" y="1169"/>
                </a:lnTo>
                <a:moveTo>
                  <a:pt x="0" y="1009"/>
                </a:moveTo>
                <a:lnTo>
                  <a:pt x="0" y="909"/>
                </a:lnTo>
                <a:lnTo>
                  <a:pt x="20" y="909"/>
                </a:lnTo>
                <a:lnTo>
                  <a:pt x="20" y="1009"/>
                </a:lnTo>
                <a:lnTo>
                  <a:pt x="0" y="1009"/>
                </a:lnTo>
                <a:moveTo>
                  <a:pt x="0" y="849"/>
                </a:moveTo>
                <a:lnTo>
                  <a:pt x="0" y="749"/>
                </a:lnTo>
                <a:lnTo>
                  <a:pt x="20" y="749"/>
                </a:lnTo>
                <a:lnTo>
                  <a:pt x="20" y="849"/>
                </a:lnTo>
                <a:lnTo>
                  <a:pt x="0" y="849"/>
                </a:lnTo>
                <a:moveTo>
                  <a:pt x="0" y="689"/>
                </a:moveTo>
                <a:lnTo>
                  <a:pt x="0" y="589"/>
                </a:lnTo>
                <a:lnTo>
                  <a:pt x="20" y="589"/>
                </a:lnTo>
                <a:lnTo>
                  <a:pt x="20" y="689"/>
                </a:lnTo>
                <a:lnTo>
                  <a:pt x="0" y="689"/>
                </a:lnTo>
                <a:moveTo>
                  <a:pt x="0" y="529"/>
                </a:moveTo>
                <a:lnTo>
                  <a:pt x="0" y="430"/>
                </a:lnTo>
                <a:lnTo>
                  <a:pt x="20" y="430"/>
                </a:lnTo>
                <a:lnTo>
                  <a:pt x="20" y="529"/>
                </a:lnTo>
                <a:lnTo>
                  <a:pt x="0" y="529"/>
                </a:lnTo>
                <a:moveTo>
                  <a:pt x="0" y="370"/>
                </a:moveTo>
                <a:lnTo>
                  <a:pt x="0" y="270"/>
                </a:lnTo>
                <a:lnTo>
                  <a:pt x="20" y="270"/>
                </a:lnTo>
                <a:lnTo>
                  <a:pt x="20" y="370"/>
                </a:lnTo>
                <a:lnTo>
                  <a:pt x="0" y="370"/>
                </a:lnTo>
                <a:moveTo>
                  <a:pt x="0" y="210"/>
                </a:moveTo>
                <a:lnTo>
                  <a:pt x="0" y="110"/>
                </a:lnTo>
                <a:lnTo>
                  <a:pt x="20" y="110"/>
                </a:lnTo>
                <a:lnTo>
                  <a:pt x="20" y="210"/>
                </a:lnTo>
                <a:lnTo>
                  <a:pt x="0" y="210"/>
                </a:lnTo>
                <a:moveTo>
                  <a:pt x="0" y="50"/>
                </a:moveTo>
                <a:lnTo>
                  <a:pt x="0" y="0"/>
                </a:lnTo>
                <a:lnTo>
                  <a:pt x="110" y="0"/>
                </a:lnTo>
                <a:lnTo>
                  <a:pt x="110" y="20"/>
                </a:lnTo>
                <a:lnTo>
                  <a:pt x="10" y="20"/>
                </a:lnTo>
                <a:lnTo>
                  <a:pt x="10" y="10"/>
                </a:lnTo>
                <a:lnTo>
                  <a:pt x="20" y="10"/>
                </a:lnTo>
                <a:lnTo>
                  <a:pt x="2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2" name=""/>
          <p:cNvSpPr/>
          <p:nvPr/>
        </p:nvSpPr>
        <p:spPr>
          <a:xfrm>
            <a:off x="5821560" y="2779920"/>
            <a:ext cx="86400" cy="72360"/>
          </a:xfrm>
          <a:custGeom>
            <a:avLst/>
            <a:gdLst/>
            <a:ahLst/>
            <a:rect l="0" t="0" r="r" b="b"/>
            <a:pathLst>
              <a:path w="240" h="201">
                <a:moveTo>
                  <a:pt x="0" y="0"/>
                </a:moveTo>
                <a:lnTo>
                  <a:pt x="240" y="0"/>
                </a:lnTo>
                <a:lnTo>
                  <a:pt x="240" y="201"/>
                </a:lnTo>
                <a:lnTo>
                  <a:pt x="0" y="201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3" name=""/>
          <p:cNvSpPr/>
          <p:nvPr/>
        </p:nvSpPr>
        <p:spPr>
          <a:xfrm>
            <a:off x="5821560" y="2805120"/>
            <a:ext cx="8604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4" name=""/>
          <p:cNvSpPr txBox="1"/>
          <p:nvPr/>
        </p:nvSpPr>
        <p:spPr>
          <a:xfrm>
            <a:off x="1312200" y="1857960"/>
            <a:ext cx="12657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vertaald naar skills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1312200" y="2772000"/>
            <a:ext cx="9151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666666"/>
                </a:solidFill>
                <a:latin typeface="DejaVuSans"/>
                <a:ea typeface="DejaVuSans"/>
              </a:rPr>
              <a:t>Competenties / Skills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6" name=""/>
          <p:cNvSpPr/>
          <p:nvPr/>
        </p:nvSpPr>
        <p:spPr>
          <a:xfrm>
            <a:off x="1340640" y="3024360"/>
            <a:ext cx="3495960" cy="345960"/>
          </a:xfrm>
          <a:custGeom>
            <a:avLst/>
            <a:gdLst/>
            <a:ahLst/>
            <a:rect l="0" t="0" r="r" b="b"/>
            <a:pathLst>
              <a:path w="9711" h="961">
                <a:moveTo>
                  <a:pt x="0" y="0"/>
                </a:moveTo>
                <a:lnTo>
                  <a:pt x="9711" y="0"/>
                </a:lnTo>
                <a:lnTo>
                  <a:pt x="9711" y="961"/>
                </a:lnTo>
                <a:lnTo>
                  <a:pt x="0" y="961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7" name=""/>
          <p:cNvSpPr/>
          <p:nvPr/>
        </p:nvSpPr>
        <p:spPr>
          <a:xfrm>
            <a:off x="1337040" y="3020760"/>
            <a:ext cx="3503160" cy="353160"/>
          </a:xfrm>
          <a:custGeom>
            <a:avLst/>
            <a:gdLst/>
            <a:ahLst/>
            <a:rect l="0" t="0" r="r" b="b"/>
            <a:pathLst>
              <a:path w="9731" h="981">
                <a:moveTo>
                  <a:pt x="170" y="0"/>
                </a:moveTo>
                <a:lnTo>
                  <a:pt x="270" y="0"/>
                </a:lnTo>
                <a:lnTo>
                  <a:pt x="270" y="20"/>
                </a:lnTo>
                <a:lnTo>
                  <a:pt x="170" y="20"/>
                </a:lnTo>
                <a:lnTo>
                  <a:pt x="170" y="0"/>
                </a:lnTo>
                <a:moveTo>
                  <a:pt x="330" y="0"/>
                </a:moveTo>
                <a:lnTo>
                  <a:pt x="430" y="0"/>
                </a:lnTo>
                <a:lnTo>
                  <a:pt x="430" y="20"/>
                </a:lnTo>
                <a:lnTo>
                  <a:pt x="330" y="20"/>
                </a:lnTo>
                <a:lnTo>
                  <a:pt x="330" y="0"/>
                </a:lnTo>
                <a:moveTo>
                  <a:pt x="490" y="0"/>
                </a:moveTo>
                <a:lnTo>
                  <a:pt x="590" y="0"/>
                </a:lnTo>
                <a:lnTo>
                  <a:pt x="590" y="20"/>
                </a:lnTo>
                <a:lnTo>
                  <a:pt x="490" y="20"/>
                </a:lnTo>
                <a:lnTo>
                  <a:pt x="490" y="0"/>
                </a:lnTo>
                <a:moveTo>
                  <a:pt x="650" y="0"/>
                </a:moveTo>
                <a:lnTo>
                  <a:pt x="750" y="0"/>
                </a:lnTo>
                <a:lnTo>
                  <a:pt x="750" y="20"/>
                </a:lnTo>
                <a:lnTo>
                  <a:pt x="650" y="20"/>
                </a:lnTo>
                <a:lnTo>
                  <a:pt x="650" y="0"/>
                </a:lnTo>
                <a:moveTo>
                  <a:pt x="809" y="0"/>
                </a:moveTo>
                <a:lnTo>
                  <a:pt x="909" y="0"/>
                </a:lnTo>
                <a:lnTo>
                  <a:pt x="909" y="20"/>
                </a:lnTo>
                <a:lnTo>
                  <a:pt x="809" y="20"/>
                </a:lnTo>
                <a:lnTo>
                  <a:pt x="809" y="0"/>
                </a:lnTo>
                <a:moveTo>
                  <a:pt x="969" y="0"/>
                </a:moveTo>
                <a:lnTo>
                  <a:pt x="1069" y="0"/>
                </a:lnTo>
                <a:lnTo>
                  <a:pt x="1069" y="20"/>
                </a:lnTo>
                <a:lnTo>
                  <a:pt x="969" y="20"/>
                </a:lnTo>
                <a:lnTo>
                  <a:pt x="969" y="0"/>
                </a:lnTo>
                <a:moveTo>
                  <a:pt x="1129" y="0"/>
                </a:moveTo>
                <a:lnTo>
                  <a:pt x="1230" y="0"/>
                </a:lnTo>
                <a:lnTo>
                  <a:pt x="1230" y="20"/>
                </a:lnTo>
                <a:lnTo>
                  <a:pt x="1129" y="20"/>
                </a:lnTo>
                <a:lnTo>
                  <a:pt x="1129" y="0"/>
                </a:lnTo>
                <a:moveTo>
                  <a:pt x="1290" y="0"/>
                </a:moveTo>
                <a:lnTo>
                  <a:pt x="1390" y="0"/>
                </a:lnTo>
                <a:lnTo>
                  <a:pt x="1390" y="20"/>
                </a:lnTo>
                <a:lnTo>
                  <a:pt x="1290" y="20"/>
                </a:lnTo>
                <a:lnTo>
                  <a:pt x="1290" y="0"/>
                </a:lnTo>
                <a:moveTo>
                  <a:pt x="1450" y="0"/>
                </a:moveTo>
                <a:lnTo>
                  <a:pt x="1550" y="0"/>
                </a:lnTo>
                <a:lnTo>
                  <a:pt x="1550" y="20"/>
                </a:lnTo>
                <a:lnTo>
                  <a:pt x="1450" y="20"/>
                </a:lnTo>
                <a:lnTo>
                  <a:pt x="1450" y="0"/>
                </a:lnTo>
                <a:moveTo>
                  <a:pt x="1610" y="0"/>
                </a:moveTo>
                <a:lnTo>
                  <a:pt x="1709" y="0"/>
                </a:lnTo>
                <a:lnTo>
                  <a:pt x="1709" y="20"/>
                </a:lnTo>
                <a:lnTo>
                  <a:pt x="1610" y="20"/>
                </a:lnTo>
                <a:lnTo>
                  <a:pt x="1610" y="0"/>
                </a:lnTo>
                <a:moveTo>
                  <a:pt x="1769" y="0"/>
                </a:moveTo>
                <a:lnTo>
                  <a:pt x="1869" y="0"/>
                </a:lnTo>
                <a:lnTo>
                  <a:pt x="1869" y="20"/>
                </a:lnTo>
                <a:lnTo>
                  <a:pt x="1769" y="20"/>
                </a:lnTo>
                <a:lnTo>
                  <a:pt x="1769" y="0"/>
                </a:lnTo>
                <a:moveTo>
                  <a:pt x="1929" y="0"/>
                </a:moveTo>
                <a:lnTo>
                  <a:pt x="2029" y="0"/>
                </a:lnTo>
                <a:lnTo>
                  <a:pt x="2029" y="20"/>
                </a:lnTo>
                <a:lnTo>
                  <a:pt x="1929" y="20"/>
                </a:lnTo>
                <a:lnTo>
                  <a:pt x="1929" y="0"/>
                </a:lnTo>
                <a:moveTo>
                  <a:pt x="2089" y="0"/>
                </a:moveTo>
                <a:lnTo>
                  <a:pt x="2189" y="0"/>
                </a:lnTo>
                <a:lnTo>
                  <a:pt x="2189" y="20"/>
                </a:lnTo>
                <a:lnTo>
                  <a:pt x="2089" y="20"/>
                </a:lnTo>
                <a:lnTo>
                  <a:pt x="2089" y="0"/>
                </a:lnTo>
                <a:moveTo>
                  <a:pt x="2249" y="0"/>
                </a:moveTo>
                <a:lnTo>
                  <a:pt x="2349" y="0"/>
                </a:lnTo>
                <a:lnTo>
                  <a:pt x="2349" y="20"/>
                </a:lnTo>
                <a:lnTo>
                  <a:pt x="2249" y="20"/>
                </a:lnTo>
                <a:lnTo>
                  <a:pt x="2249" y="0"/>
                </a:lnTo>
                <a:moveTo>
                  <a:pt x="2409" y="0"/>
                </a:moveTo>
                <a:lnTo>
                  <a:pt x="2509" y="0"/>
                </a:lnTo>
                <a:lnTo>
                  <a:pt x="2509" y="20"/>
                </a:lnTo>
                <a:lnTo>
                  <a:pt x="2409" y="20"/>
                </a:lnTo>
                <a:lnTo>
                  <a:pt x="2409" y="0"/>
                </a:lnTo>
                <a:moveTo>
                  <a:pt x="2569" y="0"/>
                </a:moveTo>
                <a:lnTo>
                  <a:pt x="2668" y="0"/>
                </a:lnTo>
                <a:lnTo>
                  <a:pt x="2668" y="20"/>
                </a:lnTo>
                <a:lnTo>
                  <a:pt x="2569" y="20"/>
                </a:lnTo>
                <a:lnTo>
                  <a:pt x="2569" y="0"/>
                </a:lnTo>
                <a:moveTo>
                  <a:pt x="2728" y="0"/>
                </a:moveTo>
                <a:lnTo>
                  <a:pt x="2828" y="0"/>
                </a:lnTo>
                <a:lnTo>
                  <a:pt x="2828" y="20"/>
                </a:lnTo>
                <a:lnTo>
                  <a:pt x="2728" y="20"/>
                </a:lnTo>
                <a:lnTo>
                  <a:pt x="2728" y="0"/>
                </a:lnTo>
                <a:moveTo>
                  <a:pt x="2888" y="0"/>
                </a:moveTo>
                <a:lnTo>
                  <a:pt x="2988" y="0"/>
                </a:lnTo>
                <a:lnTo>
                  <a:pt x="2988" y="20"/>
                </a:lnTo>
                <a:lnTo>
                  <a:pt x="2888" y="20"/>
                </a:lnTo>
                <a:lnTo>
                  <a:pt x="2888" y="0"/>
                </a:lnTo>
                <a:moveTo>
                  <a:pt x="3048" y="0"/>
                </a:moveTo>
                <a:lnTo>
                  <a:pt x="3148" y="0"/>
                </a:lnTo>
                <a:lnTo>
                  <a:pt x="3148" y="20"/>
                </a:lnTo>
                <a:lnTo>
                  <a:pt x="3048" y="20"/>
                </a:lnTo>
                <a:lnTo>
                  <a:pt x="3048" y="0"/>
                </a:lnTo>
                <a:moveTo>
                  <a:pt x="3208" y="0"/>
                </a:moveTo>
                <a:lnTo>
                  <a:pt x="3308" y="0"/>
                </a:lnTo>
                <a:lnTo>
                  <a:pt x="3308" y="20"/>
                </a:lnTo>
                <a:lnTo>
                  <a:pt x="3208" y="20"/>
                </a:lnTo>
                <a:lnTo>
                  <a:pt x="3208" y="0"/>
                </a:lnTo>
                <a:moveTo>
                  <a:pt x="3368" y="0"/>
                </a:moveTo>
                <a:lnTo>
                  <a:pt x="3468" y="0"/>
                </a:lnTo>
                <a:lnTo>
                  <a:pt x="3468" y="20"/>
                </a:lnTo>
                <a:lnTo>
                  <a:pt x="3368" y="20"/>
                </a:lnTo>
                <a:lnTo>
                  <a:pt x="3368" y="0"/>
                </a:lnTo>
                <a:moveTo>
                  <a:pt x="3527" y="0"/>
                </a:moveTo>
                <a:lnTo>
                  <a:pt x="3627" y="0"/>
                </a:lnTo>
                <a:lnTo>
                  <a:pt x="3627" y="20"/>
                </a:lnTo>
                <a:lnTo>
                  <a:pt x="3527" y="20"/>
                </a:lnTo>
                <a:lnTo>
                  <a:pt x="3527" y="0"/>
                </a:lnTo>
                <a:moveTo>
                  <a:pt x="3687" y="0"/>
                </a:moveTo>
                <a:lnTo>
                  <a:pt x="3787" y="0"/>
                </a:lnTo>
                <a:lnTo>
                  <a:pt x="3787" y="20"/>
                </a:lnTo>
                <a:lnTo>
                  <a:pt x="3687" y="20"/>
                </a:lnTo>
                <a:lnTo>
                  <a:pt x="3687" y="0"/>
                </a:lnTo>
                <a:moveTo>
                  <a:pt x="3847" y="0"/>
                </a:moveTo>
                <a:lnTo>
                  <a:pt x="3947" y="0"/>
                </a:lnTo>
                <a:lnTo>
                  <a:pt x="3947" y="20"/>
                </a:lnTo>
                <a:lnTo>
                  <a:pt x="3847" y="20"/>
                </a:lnTo>
                <a:lnTo>
                  <a:pt x="3847" y="0"/>
                </a:lnTo>
                <a:moveTo>
                  <a:pt x="4007" y="0"/>
                </a:moveTo>
                <a:lnTo>
                  <a:pt x="4107" y="0"/>
                </a:lnTo>
                <a:lnTo>
                  <a:pt x="4107" y="20"/>
                </a:lnTo>
                <a:lnTo>
                  <a:pt x="4007" y="20"/>
                </a:lnTo>
                <a:lnTo>
                  <a:pt x="4007" y="0"/>
                </a:lnTo>
                <a:moveTo>
                  <a:pt x="4167" y="0"/>
                </a:moveTo>
                <a:lnTo>
                  <a:pt x="4267" y="0"/>
                </a:lnTo>
                <a:lnTo>
                  <a:pt x="4267" y="20"/>
                </a:lnTo>
                <a:lnTo>
                  <a:pt x="4167" y="20"/>
                </a:lnTo>
                <a:lnTo>
                  <a:pt x="4167" y="0"/>
                </a:lnTo>
                <a:moveTo>
                  <a:pt x="4327" y="0"/>
                </a:moveTo>
                <a:lnTo>
                  <a:pt x="4426" y="0"/>
                </a:lnTo>
                <a:lnTo>
                  <a:pt x="4426" y="20"/>
                </a:lnTo>
                <a:lnTo>
                  <a:pt x="4327" y="20"/>
                </a:lnTo>
                <a:lnTo>
                  <a:pt x="4327" y="0"/>
                </a:lnTo>
                <a:moveTo>
                  <a:pt x="4486" y="0"/>
                </a:moveTo>
                <a:lnTo>
                  <a:pt x="4586" y="0"/>
                </a:lnTo>
                <a:lnTo>
                  <a:pt x="4586" y="20"/>
                </a:lnTo>
                <a:lnTo>
                  <a:pt x="4486" y="20"/>
                </a:lnTo>
                <a:lnTo>
                  <a:pt x="4486" y="0"/>
                </a:lnTo>
                <a:moveTo>
                  <a:pt x="4646" y="0"/>
                </a:moveTo>
                <a:lnTo>
                  <a:pt x="4746" y="0"/>
                </a:lnTo>
                <a:lnTo>
                  <a:pt x="4746" y="20"/>
                </a:lnTo>
                <a:lnTo>
                  <a:pt x="4646" y="20"/>
                </a:lnTo>
                <a:lnTo>
                  <a:pt x="4646" y="0"/>
                </a:lnTo>
                <a:moveTo>
                  <a:pt x="4806" y="0"/>
                </a:moveTo>
                <a:lnTo>
                  <a:pt x="4906" y="0"/>
                </a:lnTo>
                <a:lnTo>
                  <a:pt x="4906" y="20"/>
                </a:lnTo>
                <a:lnTo>
                  <a:pt x="4806" y="20"/>
                </a:lnTo>
                <a:lnTo>
                  <a:pt x="4806" y="0"/>
                </a:lnTo>
                <a:moveTo>
                  <a:pt x="4966" y="0"/>
                </a:moveTo>
                <a:lnTo>
                  <a:pt x="5066" y="0"/>
                </a:lnTo>
                <a:lnTo>
                  <a:pt x="5066" y="20"/>
                </a:lnTo>
                <a:lnTo>
                  <a:pt x="4966" y="20"/>
                </a:lnTo>
                <a:lnTo>
                  <a:pt x="4966" y="0"/>
                </a:lnTo>
                <a:moveTo>
                  <a:pt x="5126" y="0"/>
                </a:moveTo>
                <a:lnTo>
                  <a:pt x="5226" y="0"/>
                </a:lnTo>
                <a:lnTo>
                  <a:pt x="5226" y="20"/>
                </a:lnTo>
                <a:lnTo>
                  <a:pt x="5126" y="20"/>
                </a:lnTo>
                <a:lnTo>
                  <a:pt x="5126" y="0"/>
                </a:lnTo>
                <a:moveTo>
                  <a:pt x="5285" y="0"/>
                </a:moveTo>
                <a:lnTo>
                  <a:pt x="5385" y="0"/>
                </a:lnTo>
                <a:lnTo>
                  <a:pt x="5385" y="20"/>
                </a:lnTo>
                <a:lnTo>
                  <a:pt x="5285" y="20"/>
                </a:lnTo>
                <a:lnTo>
                  <a:pt x="5285" y="0"/>
                </a:lnTo>
                <a:moveTo>
                  <a:pt x="5445" y="0"/>
                </a:moveTo>
                <a:lnTo>
                  <a:pt x="5545" y="0"/>
                </a:lnTo>
                <a:lnTo>
                  <a:pt x="5545" y="20"/>
                </a:lnTo>
                <a:lnTo>
                  <a:pt x="5445" y="20"/>
                </a:lnTo>
                <a:lnTo>
                  <a:pt x="5445" y="0"/>
                </a:lnTo>
                <a:moveTo>
                  <a:pt x="5605" y="0"/>
                </a:moveTo>
                <a:lnTo>
                  <a:pt x="5705" y="0"/>
                </a:lnTo>
                <a:lnTo>
                  <a:pt x="5705" y="20"/>
                </a:lnTo>
                <a:lnTo>
                  <a:pt x="5605" y="20"/>
                </a:lnTo>
                <a:lnTo>
                  <a:pt x="5605" y="0"/>
                </a:lnTo>
                <a:moveTo>
                  <a:pt x="5765" y="0"/>
                </a:moveTo>
                <a:lnTo>
                  <a:pt x="5865" y="0"/>
                </a:lnTo>
                <a:lnTo>
                  <a:pt x="5865" y="20"/>
                </a:lnTo>
                <a:lnTo>
                  <a:pt x="5765" y="20"/>
                </a:lnTo>
                <a:lnTo>
                  <a:pt x="5765" y="0"/>
                </a:lnTo>
                <a:moveTo>
                  <a:pt x="5925" y="0"/>
                </a:moveTo>
                <a:lnTo>
                  <a:pt x="6025" y="0"/>
                </a:lnTo>
                <a:lnTo>
                  <a:pt x="6025" y="20"/>
                </a:lnTo>
                <a:lnTo>
                  <a:pt x="5925" y="20"/>
                </a:lnTo>
                <a:lnTo>
                  <a:pt x="5925" y="0"/>
                </a:lnTo>
                <a:moveTo>
                  <a:pt x="6085" y="0"/>
                </a:moveTo>
                <a:lnTo>
                  <a:pt x="6184" y="0"/>
                </a:lnTo>
                <a:lnTo>
                  <a:pt x="6184" y="20"/>
                </a:lnTo>
                <a:lnTo>
                  <a:pt x="6085" y="20"/>
                </a:lnTo>
                <a:lnTo>
                  <a:pt x="6085" y="0"/>
                </a:lnTo>
                <a:moveTo>
                  <a:pt x="6244" y="0"/>
                </a:moveTo>
                <a:lnTo>
                  <a:pt x="6344" y="0"/>
                </a:lnTo>
                <a:lnTo>
                  <a:pt x="6344" y="20"/>
                </a:lnTo>
                <a:lnTo>
                  <a:pt x="6244" y="20"/>
                </a:lnTo>
                <a:lnTo>
                  <a:pt x="6244" y="0"/>
                </a:lnTo>
                <a:moveTo>
                  <a:pt x="6404" y="0"/>
                </a:moveTo>
                <a:lnTo>
                  <a:pt x="6504" y="0"/>
                </a:lnTo>
                <a:lnTo>
                  <a:pt x="6504" y="20"/>
                </a:lnTo>
                <a:lnTo>
                  <a:pt x="6404" y="20"/>
                </a:lnTo>
                <a:lnTo>
                  <a:pt x="6404" y="0"/>
                </a:lnTo>
                <a:moveTo>
                  <a:pt x="6564" y="0"/>
                </a:moveTo>
                <a:lnTo>
                  <a:pt x="6664" y="0"/>
                </a:lnTo>
                <a:lnTo>
                  <a:pt x="6664" y="20"/>
                </a:lnTo>
                <a:lnTo>
                  <a:pt x="6564" y="20"/>
                </a:lnTo>
                <a:lnTo>
                  <a:pt x="6564" y="0"/>
                </a:lnTo>
                <a:moveTo>
                  <a:pt x="6724" y="0"/>
                </a:moveTo>
                <a:lnTo>
                  <a:pt x="6824" y="0"/>
                </a:lnTo>
                <a:lnTo>
                  <a:pt x="6824" y="20"/>
                </a:lnTo>
                <a:lnTo>
                  <a:pt x="6724" y="20"/>
                </a:lnTo>
                <a:lnTo>
                  <a:pt x="6724" y="0"/>
                </a:lnTo>
                <a:moveTo>
                  <a:pt x="6884" y="0"/>
                </a:moveTo>
                <a:lnTo>
                  <a:pt x="6984" y="0"/>
                </a:lnTo>
                <a:lnTo>
                  <a:pt x="6984" y="20"/>
                </a:lnTo>
                <a:lnTo>
                  <a:pt x="6884" y="20"/>
                </a:lnTo>
                <a:lnTo>
                  <a:pt x="6884" y="0"/>
                </a:lnTo>
                <a:moveTo>
                  <a:pt x="7044" y="0"/>
                </a:moveTo>
                <a:lnTo>
                  <a:pt x="7143" y="0"/>
                </a:lnTo>
                <a:lnTo>
                  <a:pt x="7143" y="20"/>
                </a:lnTo>
                <a:lnTo>
                  <a:pt x="7044" y="20"/>
                </a:lnTo>
                <a:lnTo>
                  <a:pt x="7044" y="0"/>
                </a:lnTo>
                <a:moveTo>
                  <a:pt x="7203" y="0"/>
                </a:moveTo>
                <a:lnTo>
                  <a:pt x="7303" y="0"/>
                </a:lnTo>
                <a:lnTo>
                  <a:pt x="7303" y="20"/>
                </a:lnTo>
                <a:lnTo>
                  <a:pt x="7203" y="20"/>
                </a:lnTo>
                <a:lnTo>
                  <a:pt x="7203" y="0"/>
                </a:lnTo>
                <a:moveTo>
                  <a:pt x="7363" y="0"/>
                </a:moveTo>
                <a:lnTo>
                  <a:pt x="7463" y="0"/>
                </a:lnTo>
                <a:lnTo>
                  <a:pt x="7463" y="20"/>
                </a:lnTo>
                <a:lnTo>
                  <a:pt x="7363" y="20"/>
                </a:lnTo>
                <a:lnTo>
                  <a:pt x="7363" y="0"/>
                </a:lnTo>
                <a:moveTo>
                  <a:pt x="7523" y="0"/>
                </a:moveTo>
                <a:lnTo>
                  <a:pt x="7623" y="0"/>
                </a:lnTo>
                <a:lnTo>
                  <a:pt x="7623" y="20"/>
                </a:lnTo>
                <a:lnTo>
                  <a:pt x="7523" y="20"/>
                </a:lnTo>
                <a:lnTo>
                  <a:pt x="7523" y="0"/>
                </a:lnTo>
                <a:moveTo>
                  <a:pt x="7683" y="0"/>
                </a:moveTo>
                <a:lnTo>
                  <a:pt x="7783" y="0"/>
                </a:lnTo>
                <a:lnTo>
                  <a:pt x="7783" y="20"/>
                </a:lnTo>
                <a:lnTo>
                  <a:pt x="7683" y="20"/>
                </a:lnTo>
                <a:lnTo>
                  <a:pt x="7683" y="0"/>
                </a:lnTo>
                <a:moveTo>
                  <a:pt x="7843" y="0"/>
                </a:moveTo>
                <a:lnTo>
                  <a:pt x="7943" y="0"/>
                </a:lnTo>
                <a:lnTo>
                  <a:pt x="7943" y="20"/>
                </a:lnTo>
                <a:lnTo>
                  <a:pt x="7843" y="20"/>
                </a:lnTo>
                <a:lnTo>
                  <a:pt x="7843" y="0"/>
                </a:lnTo>
                <a:moveTo>
                  <a:pt x="8002" y="0"/>
                </a:moveTo>
                <a:lnTo>
                  <a:pt x="8102" y="0"/>
                </a:lnTo>
                <a:lnTo>
                  <a:pt x="8102" y="20"/>
                </a:lnTo>
                <a:lnTo>
                  <a:pt x="8002" y="20"/>
                </a:lnTo>
                <a:lnTo>
                  <a:pt x="8002" y="0"/>
                </a:lnTo>
                <a:moveTo>
                  <a:pt x="8162" y="0"/>
                </a:moveTo>
                <a:lnTo>
                  <a:pt x="8262" y="0"/>
                </a:lnTo>
                <a:lnTo>
                  <a:pt x="8262" y="20"/>
                </a:lnTo>
                <a:lnTo>
                  <a:pt x="8162" y="20"/>
                </a:lnTo>
                <a:lnTo>
                  <a:pt x="8162" y="0"/>
                </a:lnTo>
                <a:moveTo>
                  <a:pt x="8322" y="0"/>
                </a:moveTo>
                <a:lnTo>
                  <a:pt x="8422" y="0"/>
                </a:lnTo>
                <a:lnTo>
                  <a:pt x="8422" y="20"/>
                </a:lnTo>
                <a:lnTo>
                  <a:pt x="8322" y="20"/>
                </a:lnTo>
                <a:lnTo>
                  <a:pt x="8322" y="0"/>
                </a:lnTo>
                <a:moveTo>
                  <a:pt x="8482" y="0"/>
                </a:moveTo>
                <a:lnTo>
                  <a:pt x="8582" y="0"/>
                </a:lnTo>
                <a:lnTo>
                  <a:pt x="8582" y="20"/>
                </a:lnTo>
                <a:lnTo>
                  <a:pt x="8482" y="20"/>
                </a:lnTo>
                <a:lnTo>
                  <a:pt x="8482" y="0"/>
                </a:lnTo>
                <a:moveTo>
                  <a:pt x="8642" y="0"/>
                </a:moveTo>
                <a:lnTo>
                  <a:pt x="8742" y="0"/>
                </a:lnTo>
                <a:lnTo>
                  <a:pt x="8742" y="20"/>
                </a:lnTo>
                <a:lnTo>
                  <a:pt x="8642" y="20"/>
                </a:lnTo>
                <a:lnTo>
                  <a:pt x="8642" y="0"/>
                </a:lnTo>
                <a:moveTo>
                  <a:pt x="8802" y="0"/>
                </a:moveTo>
                <a:lnTo>
                  <a:pt x="8901" y="0"/>
                </a:lnTo>
                <a:lnTo>
                  <a:pt x="8901" y="20"/>
                </a:lnTo>
                <a:lnTo>
                  <a:pt x="8802" y="20"/>
                </a:lnTo>
                <a:lnTo>
                  <a:pt x="8802" y="0"/>
                </a:lnTo>
                <a:moveTo>
                  <a:pt x="8961" y="0"/>
                </a:moveTo>
                <a:lnTo>
                  <a:pt x="9061" y="0"/>
                </a:lnTo>
                <a:lnTo>
                  <a:pt x="9061" y="20"/>
                </a:lnTo>
                <a:lnTo>
                  <a:pt x="8961" y="20"/>
                </a:lnTo>
                <a:lnTo>
                  <a:pt x="8961" y="0"/>
                </a:lnTo>
                <a:moveTo>
                  <a:pt x="9121" y="0"/>
                </a:moveTo>
                <a:lnTo>
                  <a:pt x="9221" y="0"/>
                </a:lnTo>
                <a:lnTo>
                  <a:pt x="9221" y="20"/>
                </a:lnTo>
                <a:lnTo>
                  <a:pt x="9121" y="20"/>
                </a:lnTo>
                <a:lnTo>
                  <a:pt x="9121" y="0"/>
                </a:lnTo>
                <a:moveTo>
                  <a:pt x="9281" y="0"/>
                </a:moveTo>
                <a:lnTo>
                  <a:pt x="9381" y="0"/>
                </a:lnTo>
                <a:lnTo>
                  <a:pt x="9381" y="20"/>
                </a:lnTo>
                <a:lnTo>
                  <a:pt x="9281" y="20"/>
                </a:lnTo>
                <a:lnTo>
                  <a:pt x="9281" y="0"/>
                </a:lnTo>
                <a:moveTo>
                  <a:pt x="9441" y="0"/>
                </a:moveTo>
                <a:lnTo>
                  <a:pt x="9541" y="0"/>
                </a:lnTo>
                <a:lnTo>
                  <a:pt x="9541" y="20"/>
                </a:lnTo>
                <a:lnTo>
                  <a:pt x="9441" y="20"/>
                </a:lnTo>
                <a:lnTo>
                  <a:pt x="9441" y="0"/>
                </a:lnTo>
                <a:moveTo>
                  <a:pt x="9601" y="0"/>
                </a:moveTo>
                <a:lnTo>
                  <a:pt x="9701" y="0"/>
                </a:lnTo>
                <a:lnTo>
                  <a:pt x="9701" y="20"/>
                </a:lnTo>
                <a:lnTo>
                  <a:pt x="9601" y="20"/>
                </a:lnTo>
                <a:lnTo>
                  <a:pt x="9601" y="0"/>
                </a:lnTo>
                <a:moveTo>
                  <a:pt x="9731" y="50"/>
                </a:moveTo>
                <a:lnTo>
                  <a:pt x="9731" y="150"/>
                </a:lnTo>
                <a:lnTo>
                  <a:pt x="9711" y="150"/>
                </a:lnTo>
                <a:lnTo>
                  <a:pt x="9711" y="50"/>
                </a:lnTo>
                <a:lnTo>
                  <a:pt x="9731" y="50"/>
                </a:lnTo>
                <a:moveTo>
                  <a:pt x="9731" y="210"/>
                </a:moveTo>
                <a:lnTo>
                  <a:pt x="9731" y="310"/>
                </a:lnTo>
                <a:lnTo>
                  <a:pt x="9711" y="310"/>
                </a:lnTo>
                <a:lnTo>
                  <a:pt x="9711" y="210"/>
                </a:lnTo>
                <a:lnTo>
                  <a:pt x="9731" y="210"/>
                </a:lnTo>
                <a:moveTo>
                  <a:pt x="9731" y="370"/>
                </a:moveTo>
                <a:lnTo>
                  <a:pt x="9731" y="470"/>
                </a:lnTo>
                <a:lnTo>
                  <a:pt x="9711" y="470"/>
                </a:lnTo>
                <a:lnTo>
                  <a:pt x="9711" y="370"/>
                </a:lnTo>
                <a:lnTo>
                  <a:pt x="9731" y="370"/>
                </a:lnTo>
                <a:moveTo>
                  <a:pt x="9731" y="530"/>
                </a:moveTo>
                <a:lnTo>
                  <a:pt x="9731" y="630"/>
                </a:lnTo>
                <a:lnTo>
                  <a:pt x="9711" y="630"/>
                </a:lnTo>
                <a:lnTo>
                  <a:pt x="9711" y="530"/>
                </a:lnTo>
                <a:lnTo>
                  <a:pt x="9731" y="530"/>
                </a:lnTo>
                <a:moveTo>
                  <a:pt x="9731" y="690"/>
                </a:moveTo>
                <a:lnTo>
                  <a:pt x="9731" y="790"/>
                </a:lnTo>
                <a:lnTo>
                  <a:pt x="9711" y="790"/>
                </a:lnTo>
                <a:lnTo>
                  <a:pt x="9711" y="690"/>
                </a:lnTo>
                <a:lnTo>
                  <a:pt x="9731" y="690"/>
                </a:lnTo>
                <a:moveTo>
                  <a:pt x="9731" y="850"/>
                </a:moveTo>
                <a:lnTo>
                  <a:pt x="9731" y="951"/>
                </a:lnTo>
                <a:lnTo>
                  <a:pt x="9711" y="951"/>
                </a:lnTo>
                <a:lnTo>
                  <a:pt x="9711" y="850"/>
                </a:lnTo>
                <a:lnTo>
                  <a:pt x="9731" y="850"/>
                </a:lnTo>
                <a:moveTo>
                  <a:pt x="9681" y="981"/>
                </a:moveTo>
                <a:lnTo>
                  <a:pt x="9581" y="981"/>
                </a:lnTo>
                <a:lnTo>
                  <a:pt x="9581" y="961"/>
                </a:lnTo>
                <a:lnTo>
                  <a:pt x="9681" y="961"/>
                </a:lnTo>
                <a:lnTo>
                  <a:pt x="9681" y="981"/>
                </a:lnTo>
                <a:moveTo>
                  <a:pt x="9521" y="981"/>
                </a:moveTo>
                <a:lnTo>
                  <a:pt x="9421" y="981"/>
                </a:lnTo>
                <a:lnTo>
                  <a:pt x="9421" y="961"/>
                </a:lnTo>
                <a:lnTo>
                  <a:pt x="9521" y="961"/>
                </a:lnTo>
                <a:lnTo>
                  <a:pt x="9521" y="981"/>
                </a:lnTo>
                <a:moveTo>
                  <a:pt x="9361" y="981"/>
                </a:moveTo>
                <a:lnTo>
                  <a:pt x="9261" y="981"/>
                </a:lnTo>
                <a:lnTo>
                  <a:pt x="9261" y="961"/>
                </a:lnTo>
                <a:lnTo>
                  <a:pt x="9361" y="961"/>
                </a:lnTo>
                <a:lnTo>
                  <a:pt x="9361" y="981"/>
                </a:lnTo>
                <a:moveTo>
                  <a:pt x="9201" y="981"/>
                </a:moveTo>
                <a:lnTo>
                  <a:pt x="9101" y="981"/>
                </a:lnTo>
                <a:lnTo>
                  <a:pt x="9101" y="961"/>
                </a:lnTo>
                <a:lnTo>
                  <a:pt x="9201" y="961"/>
                </a:lnTo>
                <a:lnTo>
                  <a:pt x="9201" y="981"/>
                </a:lnTo>
                <a:moveTo>
                  <a:pt x="9041" y="981"/>
                </a:moveTo>
                <a:lnTo>
                  <a:pt x="8941" y="981"/>
                </a:lnTo>
                <a:lnTo>
                  <a:pt x="8941" y="961"/>
                </a:lnTo>
                <a:lnTo>
                  <a:pt x="9041" y="961"/>
                </a:lnTo>
                <a:lnTo>
                  <a:pt x="9041" y="981"/>
                </a:lnTo>
                <a:moveTo>
                  <a:pt x="8881" y="981"/>
                </a:moveTo>
                <a:lnTo>
                  <a:pt x="8782" y="981"/>
                </a:lnTo>
                <a:lnTo>
                  <a:pt x="8782" y="961"/>
                </a:lnTo>
                <a:lnTo>
                  <a:pt x="8881" y="961"/>
                </a:lnTo>
                <a:lnTo>
                  <a:pt x="8881" y="981"/>
                </a:lnTo>
                <a:moveTo>
                  <a:pt x="8722" y="981"/>
                </a:moveTo>
                <a:lnTo>
                  <a:pt x="8622" y="981"/>
                </a:lnTo>
                <a:lnTo>
                  <a:pt x="8622" y="961"/>
                </a:lnTo>
                <a:lnTo>
                  <a:pt x="8722" y="961"/>
                </a:lnTo>
                <a:lnTo>
                  <a:pt x="8722" y="981"/>
                </a:lnTo>
                <a:moveTo>
                  <a:pt x="8562" y="981"/>
                </a:moveTo>
                <a:lnTo>
                  <a:pt x="8462" y="981"/>
                </a:lnTo>
                <a:lnTo>
                  <a:pt x="8462" y="961"/>
                </a:lnTo>
                <a:lnTo>
                  <a:pt x="8562" y="961"/>
                </a:lnTo>
                <a:lnTo>
                  <a:pt x="8562" y="981"/>
                </a:lnTo>
                <a:moveTo>
                  <a:pt x="8402" y="981"/>
                </a:moveTo>
                <a:lnTo>
                  <a:pt x="8302" y="981"/>
                </a:lnTo>
                <a:lnTo>
                  <a:pt x="8302" y="961"/>
                </a:lnTo>
                <a:lnTo>
                  <a:pt x="8402" y="961"/>
                </a:lnTo>
                <a:lnTo>
                  <a:pt x="8402" y="981"/>
                </a:lnTo>
                <a:moveTo>
                  <a:pt x="8242" y="981"/>
                </a:moveTo>
                <a:lnTo>
                  <a:pt x="8142" y="981"/>
                </a:lnTo>
                <a:lnTo>
                  <a:pt x="8142" y="961"/>
                </a:lnTo>
                <a:lnTo>
                  <a:pt x="8242" y="961"/>
                </a:lnTo>
                <a:lnTo>
                  <a:pt x="8242" y="981"/>
                </a:lnTo>
                <a:moveTo>
                  <a:pt x="8082" y="981"/>
                </a:moveTo>
                <a:lnTo>
                  <a:pt x="7982" y="981"/>
                </a:lnTo>
                <a:lnTo>
                  <a:pt x="7982" y="961"/>
                </a:lnTo>
                <a:lnTo>
                  <a:pt x="8082" y="961"/>
                </a:lnTo>
                <a:lnTo>
                  <a:pt x="8082" y="981"/>
                </a:lnTo>
                <a:moveTo>
                  <a:pt x="7923" y="981"/>
                </a:moveTo>
                <a:lnTo>
                  <a:pt x="7823" y="981"/>
                </a:lnTo>
                <a:lnTo>
                  <a:pt x="7823" y="961"/>
                </a:lnTo>
                <a:lnTo>
                  <a:pt x="7923" y="961"/>
                </a:lnTo>
                <a:lnTo>
                  <a:pt x="7923" y="981"/>
                </a:lnTo>
                <a:moveTo>
                  <a:pt x="7763" y="981"/>
                </a:moveTo>
                <a:lnTo>
                  <a:pt x="7663" y="981"/>
                </a:lnTo>
                <a:lnTo>
                  <a:pt x="7663" y="961"/>
                </a:lnTo>
                <a:lnTo>
                  <a:pt x="7763" y="961"/>
                </a:lnTo>
                <a:lnTo>
                  <a:pt x="7763" y="981"/>
                </a:lnTo>
                <a:moveTo>
                  <a:pt x="7603" y="981"/>
                </a:moveTo>
                <a:lnTo>
                  <a:pt x="7503" y="981"/>
                </a:lnTo>
                <a:lnTo>
                  <a:pt x="7503" y="961"/>
                </a:lnTo>
                <a:lnTo>
                  <a:pt x="7603" y="961"/>
                </a:lnTo>
                <a:lnTo>
                  <a:pt x="7603" y="981"/>
                </a:lnTo>
                <a:moveTo>
                  <a:pt x="7443" y="981"/>
                </a:moveTo>
                <a:lnTo>
                  <a:pt x="7343" y="981"/>
                </a:lnTo>
                <a:lnTo>
                  <a:pt x="7343" y="961"/>
                </a:lnTo>
                <a:lnTo>
                  <a:pt x="7443" y="961"/>
                </a:lnTo>
                <a:lnTo>
                  <a:pt x="7443" y="981"/>
                </a:lnTo>
                <a:moveTo>
                  <a:pt x="7283" y="981"/>
                </a:moveTo>
                <a:lnTo>
                  <a:pt x="7183" y="981"/>
                </a:lnTo>
                <a:lnTo>
                  <a:pt x="7183" y="961"/>
                </a:lnTo>
                <a:lnTo>
                  <a:pt x="7283" y="961"/>
                </a:lnTo>
                <a:lnTo>
                  <a:pt x="7283" y="981"/>
                </a:lnTo>
                <a:moveTo>
                  <a:pt x="7123" y="981"/>
                </a:moveTo>
                <a:lnTo>
                  <a:pt x="7024" y="981"/>
                </a:lnTo>
                <a:lnTo>
                  <a:pt x="7024" y="961"/>
                </a:lnTo>
                <a:lnTo>
                  <a:pt x="7123" y="961"/>
                </a:lnTo>
                <a:lnTo>
                  <a:pt x="7123" y="981"/>
                </a:lnTo>
                <a:moveTo>
                  <a:pt x="6964" y="981"/>
                </a:moveTo>
                <a:lnTo>
                  <a:pt x="6864" y="981"/>
                </a:lnTo>
                <a:lnTo>
                  <a:pt x="6864" y="961"/>
                </a:lnTo>
                <a:lnTo>
                  <a:pt x="6964" y="961"/>
                </a:lnTo>
                <a:lnTo>
                  <a:pt x="6964" y="981"/>
                </a:lnTo>
                <a:moveTo>
                  <a:pt x="6804" y="981"/>
                </a:moveTo>
                <a:lnTo>
                  <a:pt x="6704" y="981"/>
                </a:lnTo>
                <a:lnTo>
                  <a:pt x="6704" y="961"/>
                </a:lnTo>
                <a:lnTo>
                  <a:pt x="6804" y="961"/>
                </a:lnTo>
                <a:lnTo>
                  <a:pt x="6804" y="981"/>
                </a:lnTo>
                <a:moveTo>
                  <a:pt x="6644" y="981"/>
                </a:moveTo>
                <a:lnTo>
                  <a:pt x="6544" y="981"/>
                </a:lnTo>
                <a:lnTo>
                  <a:pt x="6544" y="961"/>
                </a:lnTo>
                <a:lnTo>
                  <a:pt x="6644" y="961"/>
                </a:lnTo>
                <a:lnTo>
                  <a:pt x="6644" y="981"/>
                </a:lnTo>
                <a:moveTo>
                  <a:pt x="6484" y="981"/>
                </a:moveTo>
                <a:lnTo>
                  <a:pt x="6384" y="981"/>
                </a:lnTo>
                <a:lnTo>
                  <a:pt x="6384" y="961"/>
                </a:lnTo>
                <a:lnTo>
                  <a:pt x="6484" y="961"/>
                </a:lnTo>
                <a:lnTo>
                  <a:pt x="6484" y="981"/>
                </a:lnTo>
                <a:moveTo>
                  <a:pt x="6324" y="981"/>
                </a:moveTo>
                <a:lnTo>
                  <a:pt x="6224" y="981"/>
                </a:lnTo>
                <a:lnTo>
                  <a:pt x="6224" y="961"/>
                </a:lnTo>
                <a:lnTo>
                  <a:pt x="6324" y="961"/>
                </a:lnTo>
                <a:lnTo>
                  <a:pt x="6324" y="981"/>
                </a:lnTo>
                <a:moveTo>
                  <a:pt x="6165" y="981"/>
                </a:moveTo>
                <a:lnTo>
                  <a:pt x="6065" y="981"/>
                </a:lnTo>
                <a:lnTo>
                  <a:pt x="6065" y="961"/>
                </a:lnTo>
                <a:lnTo>
                  <a:pt x="6165" y="961"/>
                </a:lnTo>
                <a:lnTo>
                  <a:pt x="6165" y="981"/>
                </a:lnTo>
                <a:moveTo>
                  <a:pt x="6005" y="981"/>
                </a:moveTo>
                <a:lnTo>
                  <a:pt x="5905" y="981"/>
                </a:lnTo>
                <a:lnTo>
                  <a:pt x="5905" y="961"/>
                </a:lnTo>
                <a:lnTo>
                  <a:pt x="6005" y="961"/>
                </a:lnTo>
                <a:lnTo>
                  <a:pt x="6005" y="981"/>
                </a:lnTo>
                <a:moveTo>
                  <a:pt x="5845" y="981"/>
                </a:moveTo>
                <a:lnTo>
                  <a:pt x="5745" y="981"/>
                </a:lnTo>
                <a:lnTo>
                  <a:pt x="5745" y="961"/>
                </a:lnTo>
                <a:lnTo>
                  <a:pt x="5845" y="961"/>
                </a:lnTo>
                <a:lnTo>
                  <a:pt x="5845" y="981"/>
                </a:lnTo>
                <a:moveTo>
                  <a:pt x="5685" y="981"/>
                </a:moveTo>
                <a:lnTo>
                  <a:pt x="5585" y="981"/>
                </a:lnTo>
                <a:lnTo>
                  <a:pt x="5585" y="961"/>
                </a:lnTo>
                <a:lnTo>
                  <a:pt x="5685" y="961"/>
                </a:lnTo>
                <a:lnTo>
                  <a:pt x="5685" y="981"/>
                </a:lnTo>
                <a:moveTo>
                  <a:pt x="5525" y="981"/>
                </a:moveTo>
                <a:lnTo>
                  <a:pt x="5425" y="981"/>
                </a:lnTo>
                <a:lnTo>
                  <a:pt x="5425" y="961"/>
                </a:lnTo>
                <a:lnTo>
                  <a:pt x="5525" y="961"/>
                </a:lnTo>
                <a:lnTo>
                  <a:pt x="5525" y="981"/>
                </a:lnTo>
                <a:moveTo>
                  <a:pt x="5365" y="981"/>
                </a:moveTo>
                <a:lnTo>
                  <a:pt x="5266" y="981"/>
                </a:lnTo>
                <a:lnTo>
                  <a:pt x="5266" y="961"/>
                </a:lnTo>
                <a:lnTo>
                  <a:pt x="5365" y="961"/>
                </a:lnTo>
                <a:lnTo>
                  <a:pt x="5365" y="981"/>
                </a:lnTo>
                <a:moveTo>
                  <a:pt x="5206" y="981"/>
                </a:moveTo>
                <a:lnTo>
                  <a:pt x="5106" y="981"/>
                </a:lnTo>
                <a:lnTo>
                  <a:pt x="5106" y="961"/>
                </a:lnTo>
                <a:lnTo>
                  <a:pt x="5206" y="961"/>
                </a:lnTo>
                <a:lnTo>
                  <a:pt x="5206" y="981"/>
                </a:lnTo>
                <a:moveTo>
                  <a:pt x="5046" y="981"/>
                </a:moveTo>
                <a:lnTo>
                  <a:pt x="4946" y="981"/>
                </a:lnTo>
                <a:lnTo>
                  <a:pt x="4946" y="961"/>
                </a:lnTo>
                <a:lnTo>
                  <a:pt x="5046" y="961"/>
                </a:lnTo>
                <a:lnTo>
                  <a:pt x="5046" y="981"/>
                </a:lnTo>
                <a:moveTo>
                  <a:pt x="4886" y="981"/>
                </a:moveTo>
                <a:lnTo>
                  <a:pt x="4786" y="981"/>
                </a:lnTo>
                <a:lnTo>
                  <a:pt x="4786" y="961"/>
                </a:lnTo>
                <a:lnTo>
                  <a:pt x="4886" y="961"/>
                </a:lnTo>
                <a:lnTo>
                  <a:pt x="4886" y="981"/>
                </a:lnTo>
                <a:moveTo>
                  <a:pt x="4726" y="981"/>
                </a:moveTo>
                <a:lnTo>
                  <a:pt x="4626" y="981"/>
                </a:lnTo>
                <a:lnTo>
                  <a:pt x="4626" y="961"/>
                </a:lnTo>
                <a:lnTo>
                  <a:pt x="4726" y="961"/>
                </a:lnTo>
                <a:lnTo>
                  <a:pt x="4726" y="981"/>
                </a:lnTo>
                <a:moveTo>
                  <a:pt x="4566" y="981"/>
                </a:moveTo>
                <a:lnTo>
                  <a:pt x="4466" y="981"/>
                </a:lnTo>
                <a:lnTo>
                  <a:pt x="4466" y="961"/>
                </a:lnTo>
                <a:lnTo>
                  <a:pt x="4566" y="961"/>
                </a:lnTo>
                <a:lnTo>
                  <a:pt x="4566" y="981"/>
                </a:lnTo>
                <a:moveTo>
                  <a:pt x="4406" y="981"/>
                </a:moveTo>
                <a:lnTo>
                  <a:pt x="4307" y="981"/>
                </a:lnTo>
                <a:lnTo>
                  <a:pt x="4307" y="961"/>
                </a:lnTo>
                <a:lnTo>
                  <a:pt x="4406" y="961"/>
                </a:lnTo>
                <a:lnTo>
                  <a:pt x="4406" y="981"/>
                </a:lnTo>
                <a:moveTo>
                  <a:pt x="4247" y="981"/>
                </a:moveTo>
                <a:lnTo>
                  <a:pt x="4147" y="981"/>
                </a:lnTo>
                <a:lnTo>
                  <a:pt x="4147" y="961"/>
                </a:lnTo>
                <a:lnTo>
                  <a:pt x="4247" y="961"/>
                </a:lnTo>
                <a:lnTo>
                  <a:pt x="4247" y="981"/>
                </a:lnTo>
                <a:moveTo>
                  <a:pt x="4087" y="981"/>
                </a:moveTo>
                <a:lnTo>
                  <a:pt x="3987" y="981"/>
                </a:lnTo>
                <a:lnTo>
                  <a:pt x="3987" y="961"/>
                </a:lnTo>
                <a:lnTo>
                  <a:pt x="4087" y="961"/>
                </a:lnTo>
                <a:lnTo>
                  <a:pt x="4087" y="981"/>
                </a:lnTo>
                <a:moveTo>
                  <a:pt x="3927" y="981"/>
                </a:moveTo>
                <a:lnTo>
                  <a:pt x="3827" y="981"/>
                </a:lnTo>
                <a:lnTo>
                  <a:pt x="3827" y="961"/>
                </a:lnTo>
                <a:lnTo>
                  <a:pt x="3927" y="961"/>
                </a:lnTo>
                <a:lnTo>
                  <a:pt x="3927" y="981"/>
                </a:lnTo>
                <a:moveTo>
                  <a:pt x="3767" y="981"/>
                </a:moveTo>
                <a:lnTo>
                  <a:pt x="3667" y="981"/>
                </a:lnTo>
                <a:lnTo>
                  <a:pt x="3667" y="961"/>
                </a:lnTo>
                <a:lnTo>
                  <a:pt x="3767" y="961"/>
                </a:lnTo>
                <a:lnTo>
                  <a:pt x="3767" y="981"/>
                </a:lnTo>
                <a:moveTo>
                  <a:pt x="3607" y="981"/>
                </a:moveTo>
                <a:lnTo>
                  <a:pt x="3507" y="981"/>
                </a:lnTo>
                <a:lnTo>
                  <a:pt x="3507" y="961"/>
                </a:lnTo>
                <a:lnTo>
                  <a:pt x="3607" y="961"/>
                </a:lnTo>
                <a:lnTo>
                  <a:pt x="3607" y="981"/>
                </a:lnTo>
                <a:moveTo>
                  <a:pt x="3448" y="981"/>
                </a:moveTo>
                <a:lnTo>
                  <a:pt x="3348" y="981"/>
                </a:lnTo>
                <a:lnTo>
                  <a:pt x="3348" y="961"/>
                </a:lnTo>
                <a:lnTo>
                  <a:pt x="3448" y="961"/>
                </a:lnTo>
                <a:lnTo>
                  <a:pt x="3448" y="981"/>
                </a:lnTo>
                <a:moveTo>
                  <a:pt x="3288" y="981"/>
                </a:moveTo>
                <a:lnTo>
                  <a:pt x="3188" y="981"/>
                </a:lnTo>
                <a:lnTo>
                  <a:pt x="3188" y="961"/>
                </a:lnTo>
                <a:lnTo>
                  <a:pt x="3288" y="961"/>
                </a:lnTo>
                <a:lnTo>
                  <a:pt x="3288" y="981"/>
                </a:lnTo>
                <a:moveTo>
                  <a:pt x="3128" y="981"/>
                </a:moveTo>
                <a:lnTo>
                  <a:pt x="3028" y="981"/>
                </a:lnTo>
                <a:lnTo>
                  <a:pt x="3028" y="961"/>
                </a:lnTo>
                <a:lnTo>
                  <a:pt x="3128" y="961"/>
                </a:lnTo>
                <a:lnTo>
                  <a:pt x="3128" y="981"/>
                </a:lnTo>
                <a:moveTo>
                  <a:pt x="2968" y="981"/>
                </a:moveTo>
                <a:lnTo>
                  <a:pt x="2868" y="981"/>
                </a:lnTo>
                <a:lnTo>
                  <a:pt x="2868" y="961"/>
                </a:lnTo>
                <a:lnTo>
                  <a:pt x="2968" y="961"/>
                </a:lnTo>
                <a:lnTo>
                  <a:pt x="2968" y="981"/>
                </a:lnTo>
                <a:moveTo>
                  <a:pt x="2808" y="981"/>
                </a:moveTo>
                <a:lnTo>
                  <a:pt x="2708" y="981"/>
                </a:lnTo>
                <a:lnTo>
                  <a:pt x="2708" y="961"/>
                </a:lnTo>
                <a:lnTo>
                  <a:pt x="2808" y="961"/>
                </a:lnTo>
                <a:lnTo>
                  <a:pt x="2808" y="981"/>
                </a:lnTo>
                <a:moveTo>
                  <a:pt x="2648" y="981"/>
                </a:moveTo>
                <a:lnTo>
                  <a:pt x="2549" y="981"/>
                </a:lnTo>
                <a:lnTo>
                  <a:pt x="2549" y="961"/>
                </a:lnTo>
                <a:lnTo>
                  <a:pt x="2648" y="961"/>
                </a:lnTo>
                <a:lnTo>
                  <a:pt x="2648" y="981"/>
                </a:lnTo>
                <a:moveTo>
                  <a:pt x="2489" y="981"/>
                </a:moveTo>
                <a:lnTo>
                  <a:pt x="2389" y="981"/>
                </a:lnTo>
                <a:lnTo>
                  <a:pt x="2389" y="961"/>
                </a:lnTo>
                <a:lnTo>
                  <a:pt x="2489" y="961"/>
                </a:lnTo>
                <a:lnTo>
                  <a:pt x="2489" y="981"/>
                </a:lnTo>
                <a:moveTo>
                  <a:pt x="2329" y="981"/>
                </a:moveTo>
                <a:lnTo>
                  <a:pt x="2229" y="981"/>
                </a:lnTo>
                <a:lnTo>
                  <a:pt x="2229" y="961"/>
                </a:lnTo>
                <a:lnTo>
                  <a:pt x="2329" y="961"/>
                </a:lnTo>
                <a:lnTo>
                  <a:pt x="2329" y="981"/>
                </a:lnTo>
                <a:moveTo>
                  <a:pt x="2169" y="981"/>
                </a:moveTo>
                <a:lnTo>
                  <a:pt x="2069" y="981"/>
                </a:lnTo>
                <a:lnTo>
                  <a:pt x="2069" y="961"/>
                </a:lnTo>
                <a:lnTo>
                  <a:pt x="2169" y="961"/>
                </a:lnTo>
                <a:lnTo>
                  <a:pt x="2169" y="981"/>
                </a:lnTo>
                <a:moveTo>
                  <a:pt x="2009" y="981"/>
                </a:moveTo>
                <a:lnTo>
                  <a:pt x="1909" y="981"/>
                </a:lnTo>
                <a:lnTo>
                  <a:pt x="1909" y="961"/>
                </a:lnTo>
                <a:lnTo>
                  <a:pt x="2009" y="961"/>
                </a:lnTo>
                <a:lnTo>
                  <a:pt x="2009" y="981"/>
                </a:lnTo>
                <a:moveTo>
                  <a:pt x="1849" y="981"/>
                </a:moveTo>
                <a:lnTo>
                  <a:pt x="1749" y="981"/>
                </a:lnTo>
                <a:lnTo>
                  <a:pt x="1749" y="961"/>
                </a:lnTo>
                <a:lnTo>
                  <a:pt x="1849" y="961"/>
                </a:lnTo>
                <a:lnTo>
                  <a:pt x="1849" y="981"/>
                </a:lnTo>
                <a:moveTo>
                  <a:pt x="1689" y="981"/>
                </a:moveTo>
                <a:lnTo>
                  <a:pt x="1590" y="981"/>
                </a:lnTo>
                <a:lnTo>
                  <a:pt x="1590" y="961"/>
                </a:lnTo>
                <a:lnTo>
                  <a:pt x="1689" y="961"/>
                </a:lnTo>
                <a:lnTo>
                  <a:pt x="1689" y="981"/>
                </a:lnTo>
                <a:moveTo>
                  <a:pt x="1530" y="981"/>
                </a:moveTo>
                <a:lnTo>
                  <a:pt x="1430" y="981"/>
                </a:lnTo>
                <a:lnTo>
                  <a:pt x="1430" y="961"/>
                </a:lnTo>
                <a:lnTo>
                  <a:pt x="1530" y="961"/>
                </a:lnTo>
                <a:lnTo>
                  <a:pt x="1530" y="981"/>
                </a:lnTo>
                <a:moveTo>
                  <a:pt x="1370" y="981"/>
                </a:moveTo>
                <a:lnTo>
                  <a:pt x="1270" y="981"/>
                </a:lnTo>
                <a:lnTo>
                  <a:pt x="1270" y="961"/>
                </a:lnTo>
                <a:lnTo>
                  <a:pt x="1370" y="961"/>
                </a:lnTo>
                <a:lnTo>
                  <a:pt x="1370" y="981"/>
                </a:lnTo>
                <a:moveTo>
                  <a:pt x="1210" y="981"/>
                </a:moveTo>
                <a:lnTo>
                  <a:pt x="1109" y="981"/>
                </a:lnTo>
                <a:lnTo>
                  <a:pt x="1109" y="961"/>
                </a:lnTo>
                <a:lnTo>
                  <a:pt x="1210" y="961"/>
                </a:lnTo>
                <a:lnTo>
                  <a:pt x="1210" y="981"/>
                </a:lnTo>
                <a:moveTo>
                  <a:pt x="1049" y="981"/>
                </a:moveTo>
                <a:lnTo>
                  <a:pt x="949" y="981"/>
                </a:lnTo>
                <a:lnTo>
                  <a:pt x="949" y="961"/>
                </a:lnTo>
                <a:lnTo>
                  <a:pt x="1049" y="961"/>
                </a:lnTo>
                <a:lnTo>
                  <a:pt x="1049" y="981"/>
                </a:lnTo>
                <a:moveTo>
                  <a:pt x="889" y="981"/>
                </a:moveTo>
                <a:lnTo>
                  <a:pt x="790" y="981"/>
                </a:lnTo>
                <a:lnTo>
                  <a:pt x="790" y="961"/>
                </a:lnTo>
                <a:lnTo>
                  <a:pt x="889" y="961"/>
                </a:lnTo>
                <a:lnTo>
                  <a:pt x="889" y="981"/>
                </a:lnTo>
                <a:moveTo>
                  <a:pt x="730" y="981"/>
                </a:moveTo>
                <a:lnTo>
                  <a:pt x="630" y="981"/>
                </a:lnTo>
                <a:lnTo>
                  <a:pt x="630" y="961"/>
                </a:lnTo>
                <a:lnTo>
                  <a:pt x="730" y="961"/>
                </a:lnTo>
                <a:lnTo>
                  <a:pt x="730" y="981"/>
                </a:lnTo>
                <a:moveTo>
                  <a:pt x="570" y="981"/>
                </a:moveTo>
                <a:lnTo>
                  <a:pt x="470" y="981"/>
                </a:lnTo>
                <a:lnTo>
                  <a:pt x="470" y="961"/>
                </a:lnTo>
                <a:lnTo>
                  <a:pt x="570" y="961"/>
                </a:lnTo>
                <a:lnTo>
                  <a:pt x="570" y="981"/>
                </a:lnTo>
                <a:moveTo>
                  <a:pt x="410" y="981"/>
                </a:moveTo>
                <a:lnTo>
                  <a:pt x="310" y="981"/>
                </a:lnTo>
                <a:lnTo>
                  <a:pt x="310" y="961"/>
                </a:lnTo>
                <a:lnTo>
                  <a:pt x="410" y="961"/>
                </a:lnTo>
                <a:lnTo>
                  <a:pt x="410" y="981"/>
                </a:lnTo>
                <a:moveTo>
                  <a:pt x="250" y="981"/>
                </a:moveTo>
                <a:lnTo>
                  <a:pt x="150" y="981"/>
                </a:lnTo>
                <a:lnTo>
                  <a:pt x="150" y="961"/>
                </a:lnTo>
                <a:lnTo>
                  <a:pt x="250" y="961"/>
                </a:lnTo>
                <a:lnTo>
                  <a:pt x="250" y="981"/>
                </a:lnTo>
                <a:moveTo>
                  <a:pt x="90" y="981"/>
                </a:moveTo>
                <a:lnTo>
                  <a:pt x="0" y="981"/>
                </a:lnTo>
                <a:lnTo>
                  <a:pt x="0" y="951"/>
                </a:lnTo>
                <a:lnTo>
                  <a:pt x="20" y="951"/>
                </a:lnTo>
                <a:lnTo>
                  <a:pt x="20" y="971"/>
                </a:lnTo>
                <a:lnTo>
                  <a:pt x="10" y="971"/>
                </a:lnTo>
                <a:lnTo>
                  <a:pt x="10" y="961"/>
                </a:lnTo>
                <a:lnTo>
                  <a:pt x="90" y="961"/>
                </a:lnTo>
                <a:lnTo>
                  <a:pt x="90" y="981"/>
                </a:lnTo>
                <a:moveTo>
                  <a:pt x="0" y="890"/>
                </a:moveTo>
                <a:lnTo>
                  <a:pt x="0" y="790"/>
                </a:lnTo>
                <a:lnTo>
                  <a:pt x="20" y="790"/>
                </a:lnTo>
                <a:lnTo>
                  <a:pt x="20" y="890"/>
                </a:lnTo>
                <a:lnTo>
                  <a:pt x="0" y="890"/>
                </a:lnTo>
                <a:moveTo>
                  <a:pt x="0" y="730"/>
                </a:moveTo>
                <a:lnTo>
                  <a:pt x="0" y="630"/>
                </a:lnTo>
                <a:lnTo>
                  <a:pt x="20" y="630"/>
                </a:lnTo>
                <a:lnTo>
                  <a:pt x="20" y="730"/>
                </a:lnTo>
                <a:lnTo>
                  <a:pt x="0" y="730"/>
                </a:lnTo>
                <a:moveTo>
                  <a:pt x="0" y="570"/>
                </a:moveTo>
                <a:lnTo>
                  <a:pt x="0" y="470"/>
                </a:lnTo>
                <a:lnTo>
                  <a:pt x="20" y="470"/>
                </a:lnTo>
                <a:lnTo>
                  <a:pt x="20" y="570"/>
                </a:lnTo>
                <a:lnTo>
                  <a:pt x="0" y="570"/>
                </a:lnTo>
                <a:moveTo>
                  <a:pt x="0" y="410"/>
                </a:moveTo>
                <a:lnTo>
                  <a:pt x="0" y="310"/>
                </a:lnTo>
                <a:lnTo>
                  <a:pt x="20" y="310"/>
                </a:lnTo>
                <a:lnTo>
                  <a:pt x="20" y="410"/>
                </a:lnTo>
                <a:lnTo>
                  <a:pt x="0" y="410"/>
                </a:lnTo>
                <a:moveTo>
                  <a:pt x="0" y="250"/>
                </a:moveTo>
                <a:lnTo>
                  <a:pt x="0" y="150"/>
                </a:lnTo>
                <a:lnTo>
                  <a:pt x="20" y="150"/>
                </a:lnTo>
                <a:lnTo>
                  <a:pt x="20" y="250"/>
                </a:lnTo>
                <a:lnTo>
                  <a:pt x="0" y="250"/>
                </a:lnTo>
                <a:moveTo>
                  <a:pt x="0" y="90"/>
                </a:moveTo>
                <a:lnTo>
                  <a:pt x="0" y="0"/>
                </a:lnTo>
                <a:lnTo>
                  <a:pt x="110" y="0"/>
                </a:lnTo>
                <a:lnTo>
                  <a:pt x="110" y="20"/>
                </a:lnTo>
                <a:lnTo>
                  <a:pt x="10" y="20"/>
                </a:lnTo>
                <a:lnTo>
                  <a:pt x="10" y="10"/>
                </a:lnTo>
                <a:lnTo>
                  <a:pt x="20" y="10"/>
                </a:lnTo>
                <a:lnTo>
                  <a:pt x="2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8" name=""/>
          <p:cNvSpPr/>
          <p:nvPr/>
        </p:nvSpPr>
        <p:spPr>
          <a:xfrm>
            <a:off x="4692240" y="3081960"/>
            <a:ext cx="86760" cy="72360"/>
          </a:xfrm>
          <a:custGeom>
            <a:avLst/>
            <a:gdLst/>
            <a:ahLst/>
            <a:rect l="0" t="0" r="r" b="b"/>
            <a:pathLst>
              <a:path w="241" h="201">
                <a:moveTo>
                  <a:pt x="0" y="0"/>
                </a:moveTo>
                <a:lnTo>
                  <a:pt x="241" y="0"/>
                </a:lnTo>
                <a:lnTo>
                  <a:pt x="241" y="201"/>
                </a:lnTo>
                <a:lnTo>
                  <a:pt x="0" y="201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9" name=""/>
          <p:cNvSpPr/>
          <p:nvPr/>
        </p:nvSpPr>
        <p:spPr>
          <a:xfrm>
            <a:off x="4692240" y="3107160"/>
            <a:ext cx="8640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1312200" y="2887920"/>
            <a:ext cx="2935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Vaardigheden bij deze leeruitkomst (CompetentNL)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1412640" y="3074040"/>
            <a:ext cx="52344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666666"/>
                </a:solidFill>
                <a:latin typeface="DejaVuSans"/>
                <a:ea typeface="DejaVuSans"/>
              </a:rPr>
              <a:t>Vaardigheid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2" name=""/>
          <p:cNvSpPr/>
          <p:nvPr/>
        </p:nvSpPr>
        <p:spPr>
          <a:xfrm>
            <a:off x="1340640" y="3427560"/>
            <a:ext cx="3690000" cy="345600"/>
          </a:xfrm>
          <a:custGeom>
            <a:avLst/>
            <a:gdLst/>
            <a:ahLst/>
            <a:rect l="0" t="0" r="r" b="b"/>
            <a:pathLst>
              <a:path w="10250" h="960">
                <a:moveTo>
                  <a:pt x="0" y="0"/>
                </a:moveTo>
                <a:lnTo>
                  <a:pt x="10250" y="0"/>
                </a:lnTo>
                <a:lnTo>
                  <a:pt x="10250" y="960"/>
                </a:lnTo>
                <a:lnTo>
                  <a:pt x="0" y="96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3" name=""/>
          <p:cNvSpPr/>
          <p:nvPr/>
        </p:nvSpPr>
        <p:spPr>
          <a:xfrm>
            <a:off x="1337040" y="3423960"/>
            <a:ext cx="3697200" cy="352800"/>
          </a:xfrm>
          <a:custGeom>
            <a:avLst/>
            <a:gdLst/>
            <a:ahLst/>
            <a:rect l="0" t="0" r="r" b="b"/>
            <a:pathLst>
              <a:path w="10270" h="980">
                <a:moveTo>
                  <a:pt x="170" y="0"/>
                </a:moveTo>
                <a:lnTo>
                  <a:pt x="270" y="0"/>
                </a:lnTo>
                <a:lnTo>
                  <a:pt x="270" y="19"/>
                </a:lnTo>
                <a:lnTo>
                  <a:pt x="170" y="19"/>
                </a:lnTo>
                <a:lnTo>
                  <a:pt x="170" y="0"/>
                </a:lnTo>
                <a:moveTo>
                  <a:pt x="330" y="0"/>
                </a:moveTo>
                <a:lnTo>
                  <a:pt x="430" y="0"/>
                </a:lnTo>
                <a:lnTo>
                  <a:pt x="430" y="19"/>
                </a:lnTo>
                <a:lnTo>
                  <a:pt x="330" y="19"/>
                </a:lnTo>
                <a:lnTo>
                  <a:pt x="330" y="0"/>
                </a:lnTo>
                <a:moveTo>
                  <a:pt x="490" y="0"/>
                </a:moveTo>
                <a:lnTo>
                  <a:pt x="590" y="0"/>
                </a:lnTo>
                <a:lnTo>
                  <a:pt x="590" y="19"/>
                </a:lnTo>
                <a:lnTo>
                  <a:pt x="490" y="19"/>
                </a:lnTo>
                <a:lnTo>
                  <a:pt x="490" y="0"/>
                </a:lnTo>
                <a:moveTo>
                  <a:pt x="650" y="0"/>
                </a:moveTo>
                <a:lnTo>
                  <a:pt x="750" y="0"/>
                </a:lnTo>
                <a:lnTo>
                  <a:pt x="750" y="19"/>
                </a:lnTo>
                <a:lnTo>
                  <a:pt x="650" y="19"/>
                </a:lnTo>
                <a:lnTo>
                  <a:pt x="650" y="0"/>
                </a:lnTo>
                <a:moveTo>
                  <a:pt x="809" y="0"/>
                </a:moveTo>
                <a:lnTo>
                  <a:pt x="909" y="0"/>
                </a:lnTo>
                <a:lnTo>
                  <a:pt x="909" y="19"/>
                </a:lnTo>
                <a:lnTo>
                  <a:pt x="809" y="19"/>
                </a:lnTo>
                <a:lnTo>
                  <a:pt x="809" y="0"/>
                </a:lnTo>
                <a:moveTo>
                  <a:pt x="969" y="0"/>
                </a:moveTo>
                <a:lnTo>
                  <a:pt x="1069" y="0"/>
                </a:lnTo>
                <a:lnTo>
                  <a:pt x="1069" y="19"/>
                </a:lnTo>
                <a:lnTo>
                  <a:pt x="969" y="19"/>
                </a:lnTo>
                <a:lnTo>
                  <a:pt x="969" y="0"/>
                </a:lnTo>
                <a:moveTo>
                  <a:pt x="1129" y="0"/>
                </a:moveTo>
                <a:lnTo>
                  <a:pt x="1229" y="0"/>
                </a:lnTo>
                <a:lnTo>
                  <a:pt x="1229" y="19"/>
                </a:lnTo>
                <a:lnTo>
                  <a:pt x="1129" y="19"/>
                </a:lnTo>
                <a:lnTo>
                  <a:pt x="1129" y="0"/>
                </a:lnTo>
                <a:moveTo>
                  <a:pt x="1289" y="0"/>
                </a:moveTo>
                <a:lnTo>
                  <a:pt x="1389" y="0"/>
                </a:lnTo>
                <a:lnTo>
                  <a:pt x="1389" y="19"/>
                </a:lnTo>
                <a:lnTo>
                  <a:pt x="1289" y="19"/>
                </a:lnTo>
                <a:lnTo>
                  <a:pt x="1289" y="0"/>
                </a:lnTo>
                <a:moveTo>
                  <a:pt x="1450" y="0"/>
                </a:moveTo>
                <a:lnTo>
                  <a:pt x="1550" y="0"/>
                </a:lnTo>
                <a:lnTo>
                  <a:pt x="1550" y="19"/>
                </a:lnTo>
                <a:lnTo>
                  <a:pt x="1450" y="19"/>
                </a:lnTo>
                <a:lnTo>
                  <a:pt x="1450" y="0"/>
                </a:lnTo>
                <a:moveTo>
                  <a:pt x="1610" y="0"/>
                </a:moveTo>
                <a:lnTo>
                  <a:pt x="1709" y="0"/>
                </a:lnTo>
                <a:lnTo>
                  <a:pt x="1709" y="19"/>
                </a:lnTo>
                <a:lnTo>
                  <a:pt x="1610" y="19"/>
                </a:lnTo>
                <a:lnTo>
                  <a:pt x="1610" y="0"/>
                </a:lnTo>
                <a:moveTo>
                  <a:pt x="1769" y="0"/>
                </a:moveTo>
                <a:lnTo>
                  <a:pt x="1869" y="0"/>
                </a:lnTo>
                <a:lnTo>
                  <a:pt x="1869" y="19"/>
                </a:lnTo>
                <a:lnTo>
                  <a:pt x="1769" y="19"/>
                </a:lnTo>
                <a:lnTo>
                  <a:pt x="1769" y="0"/>
                </a:lnTo>
                <a:moveTo>
                  <a:pt x="1929" y="0"/>
                </a:moveTo>
                <a:lnTo>
                  <a:pt x="2029" y="0"/>
                </a:lnTo>
                <a:lnTo>
                  <a:pt x="2029" y="19"/>
                </a:lnTo>
                <a:lnTo>
                  <a:pt x="1929" y="19"/>
                </a:lnTo>
                <a:lnTo>
                  <a:pt x="1929" y="0"/>
                </a:lnTo>
                <a:moveTo>
                  <a:pt x="2089" y="0"/>
                </a:moveTo>
                <a:lnTo>
                  <a:pt x="2189" y="0"/>
                </a:lnTo>
                <a:lnTo>
                  <a:pt x="2189" y="19"/>
                </a:lnTo>
                <a:lnTo>
                  <a:pt x="2089" y="19"/>
                </a:lnTo>
                <a:lnTo>
                  <a:pt x="2089" y="0"/>
                </a:lnTo>
                <a:moveTo>
                  <a:pt x="2249" y="0"/>
                </a:moveTo>
                <a:lnTo>
                  <a:pt x="2349" y="0"/>
                </a:lnTo>
                <a:lnTo>
                  <a:pt x="2349" y="19"/>
                </a:lnTo>
                <a:lnTo>
                  <a:pt x="2249" y="19"/>
                </a:lnTo>
                <a:lnTo>
                  <a:pt x="2249" y="0"/>
                </a:lnTo>
                <a:moveTo>
                  <a:pt x="2409" y="0"/>
                </a:moveTo>
                <a:lnTo>
                  <a:pt x="2509" y="0"/>
                </a:lnTo>
                <a:lnTo>
                  <a:pt x="2509" y="19"/>
                </a:lnTo>
                <a:lnTo>
                  <a:pt x="2409" y="19"/>
                </a:lnTo>
                <a:lnTo>
                  <a:pt x="2409" y="0"/>
                </a:lnTo>
                <a:moveTo>
                  <a:pt x="2569" y="0"/>
                </a:moveTo>
                <a:lnTo>
                  <a:pt x="2668" y="0"/>
                </a:lnTo>
                <a:lnTo>
                  <a:pt x="2668" y="19"/>
                </a:lnTo>
                <a:lnTo>
                  <a:pt x="2569" y="19"/>
                </a:lnTo>
                <a:lnTo>
                  <a:pt x="2569" y="0"/>
                </a:lnTo>
                <a:moveTo>
                  <a:pt x="2728" y="0"/>
                </a:moveTo>
                <a:lnTo>
                  <a:pt x="2828" y="0"/>
                </a:lnTo>
                <a:lnTo>
                  <a:pt x="2828" y="19"/>
                </a:lnTo>
                <a:lnTo>
                  <a:pt x="2728" y="19"/>
                </a:lnTo>
                <a:lnTo>
                  <a:pt x="2728" y="0"/>
                </a:lnTo>
                <a:moveTo>
                  <a:pt x="2888" y="0"/>
                </a:moveTo>
                <a:lnTo>
                  <a:pt x="2988" y="0"/>
                </a:lnTo>
                <a:lnTo>
                  <a:pt x="2988" y="19"/>
                </a:lnTo>
                <a:lnTo>
                  <a:pt x="2888" y="19"/>
                </a:lnTo>
                <a:lnTo>
                  <a:pt x="2888" y="0"/>
                </a:lnTo>
                <a:moveTo>
                  <a:pt x="3048" y="0"/>
                </a:moveTo>
                <a:lnTo>
                  <a:pt x="3148" y="0"/>
                </a:lnTo>
                <a:lnTo>
                  <a:pt x="3148" y="19"/>
                </a:lnTo>
                <a:lnTo>
                  <a:pt x="3048" y="19"/>
                </a:lnTo>
                <a:lnTo>
                  <a:pt x="3048" y="0"/>
                </a:lnTo>
                <a:moveTo>
                  <a:pt x="3208" y="0"/>
                </a:moveTo>
                <a:lnTo>
                  <a:pt x="3308" y="0"/>
                </a:lnTo>
                <a:lnTo>
                  <a:pt x="3308" y="19"/>
                </a:lnTo>
                <a:lnTo>
                  <a:pt x="3208" y="19"/>
                </a:lnTo>
                <a:lnTo>
                  <a:pt x="3208" y="0"/>
                </a:lnTo>
                <a:moveTo>
                  <a:pt x="3368" y="0"/>
                </a:moveTo>
                <a:lnTo>
                  <a:pt x="3468" y="0"/>
                </a:lnTo>
                <a:lnTo>
                  <a:pt x="3468" y="19"/>
                </a:lnTo>
                <a:lnTo>
                  <a:pt x="3368" y="19"/>
                </a:lnTo>
                <a:lnTo>
                  <a:pt x="3368" y="0"/>
                </a:lnTo>
                <a:moveTo>
                  <a:pt x="3527" y="0"/>
                </a:moveTo>
                <a:lnTo>
                  <a:pt x="3627" y="0"/>
                </a:lnTo>
                <a:lnTo>
                  <a:pt x="3627" y="19"/>
                </a:lnTo>
                <a:lnTo>
                  <a:pt x="3527" y="19"/>
                </a:lnTo>
                <a:lnTo>
                  <a:pt x="3527" y="0"/>
                </a:lnTo>
                <a:moveTo>
                  <a:pt x="3687" y="0"/>
                </a:moveTo>
                <a:lnTo>
                  <a:pt x="3787" y="0"/>
                </a:lnTo>
                <a:lnTo>
                  <a:pt x="3787" y="19"/>
                </a:lnTo>
                <a:lnTo>
                  <a:pt x="3687" y="19"/>
                </a:lnTo>
                <a:lnTo>
                  <a:pt x="3687" y="0"/>
                </a:lnTo>
                <a:moveTo>
                  <a:pt x="3847" y="0"/>
                </a:moveTo>
                <a:lnTo>
                  <a:pt x="3947" y="0"/>
                </a:lnTo>
                <a:lnTo>
                  <a:pt x="3947" y="19"/>
                </a:lnTo>
                <a:lnTo>
                  <a:pt x="3847" y="19"/>
                </a:lnTo>
                <a:lnTo>
                  <a:pt x="3847" y="0"/>
                </a:lnTo>
                <a:moveTo>
                  <a:pt x="4007" y="0"/>
                </a:moveTo>
                <a:lnTo>
                  <a:pt x="4107" y="0"/>
                </a:lnTo>
                <a:lnTo>
                  <a:pt x="4107" y="19"/>
                </a:lnTo>
                <a:lnTo>
                  <a:pt x="4007" y="19"/>
                </a:lnTo>
                <a:lnTo>
                  <a:pt x="4007" y="0"/>
                </a:lnTo>
                <a:moveTo>
                  <a:pt x="4167" y="0"/>
                </a:moveTo>
                <a:lnTo>
                  <a:pt x="4267" y="0"/>
                </a:lnTo>
                <a:lnTo>
                  <a:pt x="4267" y="19"/>
                </a:lnTo>
                <a:lnTo>
                  <a:pt x="4167" y="19"/>
                </a:lnTo>
                <a:lnTo>
                  <a:pt x="4167" y="0"/>
                </a:lnTo>
                <a:moveTo>
                  <a:pt x="4327" y="0"/>
                </a:moveTo>
                <a:lnTo>
                  <a:pt x="4426" y="0"/>
                </a:lnTo>
                <a:lnTo>
                  <a:pt x="4426" y="19"/>
                </a:lnTo>
                <a:lnTo>
                  <a:pt x="4327" y="19"/>
                </a:lnTo>
                <a:lnTo>
                  <a:pt x="4327" y="0"/>
                </a:lnTo>
                <a:moveTo>
                  <a:pt x="4486" y="0"/>
                </a:moveTo>
                <a:lnTo>
                  <a:pt x="4586" y="0"/>
                </a:lnTo>
                <a:lnTo>
                  <a:pt x="4586" y="19"/>
                </a:lnTo>
                <a:lnTo>
                  <a:pt x="4486" y="19"/>
                </a:lnTo>
                <a:lnTo>
                  <a:pt x="4486" y="0"/>
                </a:lnTo>
                <a:moveTo>
                  <a:pt x="4646" y="0"/>
                </a:moveTo>
                <a:lnTo>
                  <a:pt x="4746" y="0"/>
                </a:lnTo>
                <a:lnTo>
                  <a:pt x="4746" y="19"/>
                </a:lnTo>
                <a:lnTo>
                  <a:pt x="4646" y="19"/>
                </a:lnTo>
                <a:lnTo>
                  <a:pt x="4646" y="0"/>
                </a:lnTo>
                <a:moveTo>
                  <a:pt x="4806" y="0"/>
                </a:moveTo>
                <a:lnTo>
                  <a:pt x="4906" y="0"/>
                </a:lnTo>
                <a:lnTo>
                  <a:pt x="4906" y="19"/>
                </a:lnTo>
                <a:lnTo>
                  <a:pt x="4806" y="19"/>
                </a:lnTo>
                <a:lnTo>
                  <a:pt x="4806" y="0"/>
                </a:lnTo>
                <a:moveTo>
                  <a:pt x="4966" y="0"/>
                </a:moveTo>
                <a:lnTo>
                  <a:pt x="5066" y="0"/>
                </a:lnTo>
                <a:lnTo>
                  <a:pt x="5066" y="19"/>
                </a:lnTo>
                <a:lnTo>
                  <a:pt x="4966" y="19"/>
                </a:lnTo>
                <a:lnTo>
                  <a:pt x="4966" y="0"/>
                </a:lnTo>
                <a:moveTo>
                  <a:pt x="5126" y="0"/>
                </a:moveTo>
                <a:lnTo>
                  <a:pt x="5226" y="0"/>
                </a:lnTo>
                <a:lnTo>
                  <a:pt x="5226" y="19"/>
                </a:lnTo>
                <a:lnTo>
                  <a:pt x="5126" y="19"/>
                </a:lnTo>
                <a:lnTo>
                  <a:pt x="5126" y="0"/>
                </a:lnTo>
                <a:moveTo>
                  <a:pt x="5285" y="0"/>
                </a:moveTo>
                <a:lnTo>
                  <a:pt x="5385" y="0"/>
                </a:lnTo>
                <a:lnTo>
                  <a:pt x="5385" y="19"/>
                </a:lnTo>
                <a:lnTo>
                  <a:pt x="5285" y="19"/>
                </a:lnTo>
                <a:lnTo>
                  <a:pt x="5285" y="0"/>
                </a:lnTo>
                <a:moveTo>
                  <a:pt x="5445" y="0"/>
                </a:moveTo>
                <a:lnTo>
                  <a:pt x="5545" y="0"/>
                </a:lnTo>
                <a:lnTo>
                  <a:pt x="5545" y="19"/>
                </a:lnTo>
                <a:lnTo>
                  <a:pt x="5445" y="19"/>
                </a:lnTo>
                <a:lnTo>
                  <a:pt x="5445" y="0"/>
                </a:lnTo>
                <a:moveTo>
                  <a:pt x="5605" y="0"/>
                </a:moveTo>
                <a:lnTo>
                  <a:pt x="5705" y="0"/>
                </a:lnTo>
                <a:lnTo>
                  <a:pt x="5705" y="19"/>
                </a:lnTo>
                <a:lnTo>
                  <a:pt x="5605" y="19"/>
                </a:lnTo>
                <a:lnTo>
                  <a:pt x="5605" y="0"/>
                </a:lnTo>
                <a:moveTo>
                  <a:pt x="5765" y="0"/>
                </a:moveTo>
                <a:lnTo>
                  <a:pt x="5865" y="0"/>
                </a:lnTo>
                <a:lnTo>
                  <a:pt x="5865" y="19"/>
                </a:lnTo>
                <a:lnTo>
                  <a:pt x="5765" y="19"/>
                </a:lnTo>
                <a:lnTo>
                  <a:pt x="5765" y="0"/>
                </a:lnTo>
                <a:moveTo>
                  <a:pt x="5925" y="0"/>
                </a:moveTo>
                <a:lnTo>
                  <a:pt x="6025" y="0"/>
                </a:lnTo>
                <a:lnTo>
                  <a:pt x="6025" y="19"/>
                </a:lnTo>
                <a:lnTo>
                  <a:pt x="5925" y="19"/>
                </a:lnTo>
                <a:lnTo>
                  <a:pt x="5925" y="0"/>
                </a:lnTo>
                <a:moveTo>
                  <a:pt x="6085" y="0"/>
                </a:moveTo>
                <a:lnTo>
                  <a:pt x="6184" y="0"/>
                </a:lnTo>
                <a:lnTo>
                  <a:pt x="6184" y="19"/>
                </a:lnTo>
                <a:lnTo>
                  <a:pt x="6085" y="19"/>
                </a:lnTo>
                <a:lnTo>
                  <a:pt x="6085" y="0"/>
                </a:lnTo>
                <a:moveTo>
                  <a:pt x="6244" y="0"/>
                </a:moveTo>
                <a:lnTo>
                  <a:pt x="6344" y="0"/>
                </a:lnTo>
                <a:lnTo>
                  <a:pt x="6344" y="19"/>
                </a:lnTo>
                <a:lnTo>
                  <a:pt x="6244" y="19"/>
                </a:lnTo>
                <a:lnTo>
                  <a:pt x="6244" y="0"/>
                </a:lnTo>
                <a:moveTo>
                  <a:pt x="6404" y="0"/>
                </a:moveTo>
                <a:lnTo>
                  <a:pt x="6504" y="0"/>
                </a:lnTo>
                <a:lnTo>
                  <a:pt x="6504" y="19"/>
                </a:lnTo>
                <a:lnTo>
                  <a:pt x="6404" y="19"/>
                </a:lnTo>
                <a:lnTo>
                  <a:pt x="6404" y="0"/>
                </a:lnTo>
                <a:moveTo>
                  <a:pt x="6564" y="0"/>
                </a:moveTo>
                <a:lnTo>
                  <a:pt x="6664" y="0"/>
                </a:lnTo>
                <a:lnTo>
                  <a:pt x="6664" y="19"/>
                </a:lnTo>
                <a:lnTo>
                  <a:pt x="6564" y="19"/>
                </a:lnTo>
                <a:lnTo>
                  <a:pt x="6564" y="0"/>
                </a:lnTo>
                <a:moveTo>
                  <a:pt x="6724" y="0"/>
                </a:moveTo>
                <a:lnTo>
                  <a:pt x="6824" y="0"/>
                </a:lnTo>
                <a:lnTo>
                  <a:pt x="6824" y="19"/>
                </a:lnTo>
                <a:lnTo>
                  <a:pt x="6724" y="19"/>
                </a:lnTo>
                <a:lnTo>
                  <a:pt x="6724" y="0"/>
                </a:lnTo>
                <a:moveTo>
                  <a:pt x="6884" y="0"/>
                </a:moveTo>
                <a:lnTo>
                  <a:pt x="6984" y="0"/>
                </a:lnTo>
                <a:lnTo>
                  <a:pt x="6984" y="19"/>
                </a:lnTo>
                <a:lnTo>
                  <a:pt x="6884" y="19"/>
                </a:lnTo>
                <a:lnTo>
                  <a:pt x="6884" y="0"/>
                </a:lnTo>
                <a:moveTo>
                  <a:pt x="7044" y="0"/>
                </a:moveTo>
                <a:lnTo>
                  <a:pt x="7143" y="0"/>
                </a:lnTo>
                <a:lnTo>
                  <a:pt x="7143" y="19"/>
                </a:lnTo>
                <a:lnTo>
                  <a:pt x="7044" y="19"/>
                </a:lnTo>
                <a:lnTo>
                  <a:pt x="7044" y="0"/>
                </a:lnTo>
                <a:moveTo>
                  <a:pt x="7203" y="0"/>
                </a:moveTo>
                <a:lnTo>
                  <a:pt x="7303" y="0"/>
                </a:lnTo>
                <a:lnTo>
                  <a:pt x="7303" y="19"/>
                </a:lnTo>
                <a:lnTo>
                  <a:pt x="7203" y="19"/>
                </a:lnTo>
                <a:lnTo>
                  <a:pt x="7203" y="0"/>
                </a:lnTo>
                <a:moveTo>
                  <a:pt x="7363" y="0"/>
                </a:moveTo>
                <a:lnTo>
                  <a:pt x="7463" y="0"/>
                </a:lnTo>
                <a:lnTo>
                  <a:pt x="7463" y="19"/>
                </a:lnTo>
                <a:lnTo>
                  <a:pt x="7363" y="19"/>
                </a:lnTo>
                <a:lnTo>
                  <a:pt x="7363" y="0"/>
                </a:lnTo>
                <a:moveTo>
                  <a:pt x="7523" y="0"/>
                </a:moveTo>
                <a:lnTo>
                  <a:pt x="7623" y="0"/>
                </a:lnTo>
                <a:lnTo>
                  <a:pt x="7623" y="19"/>
                </a:lnTo>
                <a:lnTo>
                  <a:pt x="7523" y="19"/>
                </a:lnTo>
                <a:lnTo>
                  <a:pt x="7523" y="0"/>
                </a:lnTo>
                <a:moveTo>
                  <a:pt x="7683" y="0"/>
                </a:moveTo>
                <a:lnTo>
                  <a:pt x="7783" y="0"/>
                </a:lnTo>
                <a:lnTo>
                  <a:pt x="7783" y="19"/>
                </a:lnTo>
                <a:lnTo>
                  <a:pt x="7683" y="19"/>
                </a:lnTo>
                <a:lnTo>
                  <a:pt x="7683" y="0"/>
                </a:lnTo>
                <a:moveTo>
                  <a:pt x="7843" y="0"/>
                </a:moveTo>
                <a:lnTo>
                  <a:pt x="7943" y="0"/>
                </a:lnTo>
                <a:lnTo>
                  <a:pt x="7943" y="19"/>
                </a:lnTo>
                <a:lnTo>
                  <a:pt x="7843" y="19"/>
                </a:lnTo>
                <a:lnTo>
                  <a:pt x="7843" y="0"/>
                </a:lnTo>
                <a:moveTo>
                  <a:pt x="8002" y="0"/>
                </a:moveTo>
                <a:lnTo>
                  <a:pt x="8102" y="0"/>
                </a:lnTo>
                <a:lnTo>
                  <a:pt x="8102" y="19"/>
                </a:lnTo>
                <a:lnTo>
                  <a:pt x="8002" y="19"/>
                </a:lnTo>
                <a:lnTo>
                  <a:pt x="8002" y="0"/>
                </a:lnTo>
                <a:moveTo>
                  <a:pt x="8162" y="0"/>
                </a:moveTo>
                <a:lnTo>
                  <a:pt x="8262" y="0"/>
                </a:lnTo>
                <a:lnTo>
                  <a:pt x="8262" y="19"/>
                </a:lnTo>
                <a:lnTo>
                  <a:pt x="8162" y="19"/>
                </a:lnTo>
                <a:lnTo>
                  <a:pt x="8162" y="0"/>
                </a:lnTo>
                <a:moveTo>
                  <a:pt x="8322" y="0"/>
                </a:moveTo>
                <a:lnTo>
                  <a:pt x="8422" y="0"/>
                </a:lnTo>
                <a:lnTo>
                  <a:pt x="8422" y="19"/>
                </a:lnTo>
                <a:lnTo>
                  <a:pt x="8322" y="19"/>
                </a:lnTo>
                <a:lnTo>
                  <a:pt x="8322" y="0"/>
                </a:lnTo>
                <a:moveTo>
                  <a:pt x="8482" y="0"/>
                </a:moveTo>
                <a:lnTo>
                  <a:pt x="8582" y="0"/>
                </a:lnTo>
                <a:lnTo>
                  <a:pt x="8582" y="19"/>
                </a:lnTo>
                <a:lnTo>
                  <a:pt x="8482" y="19"/>
                </a:lnTo>
                <a:lnTo>
                  <a:pt x="8482" y="0"/>
                </a:lnTo>
                <a:moveTo>
                  <a:pt x="8642" y="0"/>
                </a:moveTo>
                <a:lnTo>
                  <a:pt x="8742" y="0"/>
                </a:lnTo>
                <a:lnTo>
                  <a:pt x="8742" y="19"/>
                </a:lnTo>
                <a:lnTo>
                  <a:pt x="8642" y="19"/>
                </a:lnTo>
                <a:lnTo>
                  <a:pt x="8642" y="0"/>
                </a:lnTo>
                <a:moveTo>
                  <a:pt x="8802" y="0"/>
                </a:moveTo>
                <a:lnTo>
                  <a:pt x="8901" y="0"/>
                </a:lnTo>
                <a:lnTo>
                  <a:pt x="8901" y="19"/>
                </a:lnTo>
                <a:lnTo>
                  <a:pt x="8802" y="19"/>
                </a:lnTo>
                <a:lnTo>
                  <a:pt x="8802" y="0"/>
                </a:lnTo>
                <a:moveTo>
                  <a:pt x="8961" y="0"/>
                </a:moveTo>
                <a:lnTo>
                  <a:pt x="9061" y="0"/>
                </a:lnTo>
                <a:lnTo>
                  <a:pt x="9061" y="19"/>
                </a:lnTo>
                <a:lnTo>
                  <a:pt x="8961" y="19"/>
                </a:lnTo>
                <a:lnTo>
                  <a:pt x="8961" y="0"/>
                </a:lnTo>
                <a:moveTo>
                  <a:pt x="9121" y="0"/>
                </a:moveTo>
                <a:lnTo>
                  <a:pt x="9221" y="0"/>
                </a:lnTo>
                <a:lnTo>
                  <a:pt x="9221" y="19"/>
                </a:lnTo>
                <a:lnTo>
                  <a:pt x="9121" y="19"/>
                </a:lnTo>
                <a:lnTo>
                  <a:pt x="9121" y="0"/>
                </a:lnTo>
                <a:moveTo>
                  <a:pt x="9281" y="0"/>
                </a:moveTo>
                <a:lnTo>
                  <a:pt x="9381" y="0"/>
                </a:lnTo>
                <a:lnTo>
                  <a:pt x="9381" y="19"/>
                </a:lnTo>
                <a:lnTo>
                  <a:pt x="9281" y="19"/>
                </a:lnTo>
                <a:lnTo>
                  <a:pt x="9281" y="0"/>
                </a:lnTo>
                <a:moveTo>
                  <a:pt x="9441" y="0"/>
                </a:moveTo>
                <a:lnTo>
                  <a:pt x="9541" y="0"/>
                </a:lnTo>
                <a:lnTo>
                  <a:pt x="9541" y="19"/>
                </a:lnTo>
                <a:lnTo>
                  <a:pt x="9441" y="19"/>
                </a:lnTo>
                <a:lnTo>
                  <a:pt x="9441" y="0"/>
                </a:lnTo>
                <a:moveTo>
                  <a:pt x="9601" y="0"/>
                </a:moveTo>
                <a:lnTo>
                  <a:pt x="9701" y="0"/>
                </a:lnTo>
                <a:lnTo>
                  <a:pt x="9701" y="19"/>
                </a:lnTo>
                <a:lnTo>
                  <a:pt x="9601" y="19"/>
                </a:lnTo>
                <a:lnTo>
                  <a:pt x="9601" y="0"/>
                </a:lnTo>
                <a:moveTo>
                  <a:pt x="9761" y="0"/>
                </a:moveTo>
                <a:lnTo>
                  <a:pt x="9860" y="0"/>
                </a:lnTo>
                <a:lnTo>
                  <a:pt x="9860" y="19"/>
                </a:lnTo>
                <a:lnTo>
                  <a:pt x="9761" y="19"/>
                </a:lnTo>
                <a:lnTo>
                  <a:pt x="9761" y="0"/>
                </a:lnTo>
                <a:moveTo>
                  <a:pt x="9920" y="0"/>
                </a:moveTo>
                <a:lnTo>
                  <a:pt x="10020" y="0"/>
                </a:lnTo>
                <a:lnTo>
                  <a:pt x="10020" y="19"/>
                </a:lnTo>
                <a:lnTo>
                  <a:pt x="9920" y="19"/>
                </a:lnTo>
                <a:lnTo>
                  <a:pt x="9920" y="0"/>
                </a:lnTo>
                <a:moveTo>
                  <a:pt x="10080" y="0"/>
                </a:moveTo>
                <a:lnTo>
                  <a:pt x="10180" y="0"/>
                </a:lnTo>
                <a:lnTo>
                  <a:pt x="10180" y="19"/>
                </a:lnTo>
                <a:lnTo>
                  <a:pt x="10080" y="19"/>
                </a:lnTo>
                <a:lnTo>
                  <a:pt x="10080" y="0"/>
                </a:lnTo>
                <a:moveTo>
                  <a:pt x="10240" y="0"/>
                </a:moveTo>
                <a:lnTo>
                  <a:pt x="10270" y="0"/>
                </a:lnTo>
                <a:lnTo>
                  <a:pt x="10270" y="89"/>
                </a:lnTo>
                <a:lnTo>
                  <a:pt x="10250" y="89"/>
                </a:lnTo>
                <a:lnTo>
                  <a:pt x="10250" y="10"/>
                </a:lnTo>
                <a:lnTo>
                  <a:pt x="10260" y="10"/>
                </a:lnTo>
                <a:lnTo>
                  <a:pt x="10260" y="19"/>
                </a:lnTo>
                <a:lnTo>
                  <a:pt x="10240" y="19"/>
                </a:lnTo>
                <a:lnTo>
                  <a:pt x="10240" y="0"/>
                </a:lnTo>
                <a:moveTo>
                  <a:pt x="10270" y="149"/>
                </a:moveTo>
                <a:lnTo>
                  <a:pt x="10270" y="249"/>
                </a:lnTo>
                <a:lnTo>
                  <a:pt x="10250" y="249"/>
                </a:lnTo>
                <a:lnTo>
                  <a:pt x="10250" y="149"/>
                </a:lnTo>
                <a:lnTo>
                  <a:pt x="10270" y="149"/>
                </a:lnTo>
                <a:moveTo>
                  <a:pt x="10270" y="309"/>
                </a:moveTo>
                <a:lnTo>
                  <a:pt x="10270" y="409"/>
                </a:lnTo>
                <a:lnTo>
                  <a:pt x="10250" y="409"/>
                </a:lnTo>
                <a:lnTo>
                  <a:pt x="10250" y="309"/>
                </a:lnTo>
                <a:lnTo>
                  <a:pt x="10270" y="309"/>
                </a:lnTo>
                <a:moveTo>
                  <a:pt x="10270" y="469"/>
                </a:moveTo>
                <a:lnTo>
                  <a:pt x="10270" y="569"/>
                </a:lnTo>
                <a:lnTo>
                  <a:pt x="10250" y="569"/>
                </a:lnTo>
                <a:lnTo>
                  <a:pt x="10250" y="469"/>
                </a:lnTo>
                <a:lnTo>
                  <a:pt x="10270" y="469"/>
                </a:lnTo>
                <a:moveTo>
                  <a:pt x="10270" y="629"/>
                </a:moveTo>
                <a:lnTo>
                  <a:pt x="10270" y="729"/>
                </a:lnTo>
                <a:lnTo>
                  <a:pt x="10250" y="729"/>
                </a:lnTo>
                <a:lnTo>
                  <a:pt x="10250" y="629"/>
                </a:lnTo>
                <a:lnTo>
                  <a:pt x="10270" y="629"/>
                </a:lnTo>
                <a:moveTo>
                  <a:pt x="10270" y="790"/>
                </a:moveTo>
                <a:lnTo>
                  <a:pt x="10270" y="890"/>
                </a:lnTo>
                <a:lnTo>
                  <a:pt x="10250" y="890"/>
                </a:lnTo>
                <a:lnTo>
                  <a:pt x="10250" y="790"/>
                </a:lnTo>
                <a:lnTo>
                  <a:pt x="10270" y="790"/>
                </a:lnTo>
                <a:moveTo>
                  <a:pt x="10270" y="950"/>
                </a:moveTo>
                <a:lnTo>
                  <a:pt x="10270" y="980"/>
                </a:lnTo>
                <a:lnTo>
                  <a:pt x="10180" y="980"/>
                </a:lnTo>
                <a:lnTo>
                  <a:pt x="10180" y="960"/>
                </a:lnTo>
                <a:lnTo>
                  <a:pt x="10260" y="960"/>
                </a:lnTo>
                <a:lnTo>
                  <a:pt x="10260" y="970"/>
                </a:lnTo>
                <a:lnTo>
                  <a:pt x="10250" y="970"/>
                </a:lnTo>
                <a:lnTo>
                  <a:pt x="10250" y="950"/>
                </a:lnTo>
                <a:lnTo>
                  <a:pt x="10270" y="950"/>
                </a:lnTo>
                <a:moveTo>
                  <a:pt x="10120" y="980"/>
                </a:moveTo>
                <a:lnTo>
                  <a:pt x="10020" y="980"/>
                </a:lnTo>
                <a:lnTo>
                  <a:pt x="10020" y="960"/>
                </a:lnTo>
                <a:lnTo>
                  <a:pt x="10120" y="960"/>
                </a:lnTo>
                <a:lnTo>
                  <a:pt x="10120" y="980"/>
                </a:lnTo>
                <a:moveTo>
                  <a:pt x="9960" y="980"/>
                </a:moveTo>
                <a:lnTo>
                  <a:pt x="9860" y="980"/>
                </a:lnTo>
                <a:lnTo>
                  <a:pt x="9860" y="960"/>
                </a:lnTo>
                <a:lnTo>
                  <a:pt x="9960" y="960"/>
                </a:lnTo>
                <a:lnTo>
                  <a:pt x="9960" y="980"/>
                </a:lnTo>
                <a:moveTo>
                  <a:pt x="9800" y="980"/>
                </a:moveTo>
                <a:lnTo>
                  <a:pt x="9701" y="980"/>
                </a:lnTo>
                <a:lnTo>
                  <a:pt x="9701" y="960"/>
                </a:lnTo>
                <a:lnTo>
                  <a:pt x="9800" y="960"/>
                </a:lnTo>
                <a:lnTo>
                  <a:pt x="9800" y="980"/>
                </a:lnTo>
                <a:moveTo>
                  <a:pt x="9641" y="980"/>
                </a:moveTo>
                <a:lnTo>
                  <a:pt x="9541" y="980"/>
                </a:lnTo>
                <a:lnTo>
                  <a:pt x="9541" y="960"/>
                </a:lnTo>
                <a:lnTo>
                  <a:pt x="9641" y="960"/>
                </a:lnTo>
                <a:lnTo>
                  <a:pt x="9641" y="980"/>
                </a:lnTo>
                <a:moveTo>
                  <a:pt x="9481" y="980"/>
                </a:moveTo>
                <a:lnTo>
                  <a:pt x="9381" y="980"/>
                </a:lnTo>
                <a:lnTo>
                  <a:pt x="9381" y="960"/>
                </a:lnTo>
                <a:lnTo>
                  <a:pt x="9481" y="960"/>
                </a:lnTo>
                <a:lnTo>
                  <a:pt x="9481" y="980"/>
                </a:lnTo>
                <a:moveTo>
                  <a:pt x="9321" y="980"/>
                </a:moveTo>
                <a:lnTo>
                  <a:pt x="9221" y="980"/>
                </a:lnTo>
                <a:lnTo>
                  <a:pt x="9221" y="960"/>
                </a:lnTo>
                <a:lnTo>
                  <a:pt x="9321" y="960"/>
                </a:lnTo>
                <a:lnTo>
                  <a:pt x="9321" y="980"/>
                </a:lnTo>
                <a:moveTo>
                  <a:pt x="9161" y="980"/>
                </a:moveTo>
                <a:lnTo>
                  <a:pt x="9061" y="980"/>
                </a:lnTo>
                <a:lnTo>
                  <a:pt x="9061" y="960"/>
                </a:lnTo>
                <a:lnTo>
                  <a:pt x="9161" y="960"/>
                </a:lnTo>
                <a:lnTo>
                  <a:pt x="9161" y="980"/>
                </a:lnTo>
                <a:moveTo>
                  <a:pt x="9001" y="980"/>
                </a:moveTo>
                <a:lnTo>
                  <a:pt x="8901" y="980"/>
                </a:lnTo>
                <a:lnTo>
                  <a:pt x="8901" y="960"/>
                </a:lnTo>
                <a:lnTo>
                  <a:pt x="9001" y="960"/>
                </a:lnTo>
                <a:lnTo>
                  <a:pt x="9001" y="980"/>
                </a:lnTo>
                <a:moveTo>
                  <a:pt x="8842" y="980"/>
                </a:moveTo>
                <a:lnTo>
                  <a:pt x="8742" y="980"/>
                </a:lnTo>
                <a:lnTo>
                  <a:pt x="8742" y="960"/>
                </a:lnTo>
                <a:lnTo>
                  <a:pt x="8842" y="960"/>
                </a:lnTo>
                <a:lnTo>
                  <a:pt x="8842" y="980"/>
                </a:lnTo>
                <a:moveTo>
                  <a:pt x="8682" y="980"/>
                </a:moveTo>
                <a:lnTo>
                  <a:pt x="8582" y="980"/>
                </a:lnTo>
                <a:lnTo>
                  <a:pt x="8582" y="960"/>
                </a:lnTo>
                <a:lnTo>
                  <a:pt x="8682" y="960"/>
                </a:lnTo>
                <a:lnTo>
                  <a:pt x="8682" y="980"/>
                </a:lnTo>
                <a:moveTo>
                  <a:pt x="8522" y="980"/>
                </a:moveTo>
                <a:lnTo>
                  <a:pt x="8422" y="980"/>
                </a:lnTo>
                <a:lnTo>
                  <a:pt x="8422" y="960"/>
                </a:lnTo>
                <a:lnTo>
                  <a:pt x="8522" y="960"/>
                </a:lnTo>
                <a:lnTo>
                  <a:pt x="8522" y="980"/>
                </a:lnTo>
                <a:moveTo>
                  <a:pt x="8362" y="980"/>
                </a:moveTo>
                <a:lnTo>
                  <a:pt x="8262" y="980"/>
                </a:lnTo>
                <a:lnTo>
                  <a:pt x="8262" y="960"/>
                </a:lnTo>
                <a:lnTo>
                  <a:pt x="8362" y="960"/>
                </a:lnTo>
                <a:lnTo>
                  <a:pt x="8362" y="980"/>
                </a:lnTo>
                <a:moveTo>
                  <a:pt x="8202" y="980"/>
                </a:moveTo>
                <a:lnTo>
                  <a:pt x="8102" y="980"/>
                </a:lnTo>
                <a:lnTo>
                  <a:pt x="8102" y="960"/>
                </a:lnTo>
                <a:lnTo>
                  <a:pt x="8202" y="960"/>
                </a:lnTo>
                <a:lnTo>
                  <a:pt x="8202" y="980"/>
                </a:lnTo>
                <a:moveTo>
                  <a:pt x="8042" y="980"/>
                </a:moveTo>
                <a:lnTo>
                  <a:pt x="7943" y="980"/>
                </a:lnTo>
                <a:lnTo>
                  <a:pt x="7943" y="960"/>
                </a:lnTo>
                <a:lnTo>
                  <a:pt x="8042" y="960"/>
                </a:lnTo>
                <a:lnTo>
                  <a:pt x="8042" y="980"/>
                </a:lnTo>
                <a:moveTo>
                  <a:pt x="7883" y="980"/>
                </a:moveTo>
                <a:lnTo>
                  <a:pt x="7783" y="980"/>
                </a:lnTo>
                <a:lnTo>
                  <a:pt x="7783" y="960"/>
                </a:lnTo>
                <a:lnTo>
                  <a:pt x="7883" y="960"/>
                </a:lnTo>
                <a:lnTo>
                  <a:pt x="7883" y="980"/>
                </a:lnTo>
                <a:moveTo>
                  <a:pt x="7723" y="980"/>
                </a:moveTo>
                <a:lnTo>
                  <a:pt x="7623" y="980"/>
                </a:lnTo>
                <a:lnTo>
                  <a:pt x="7623" y="960"/>
                </a:lnTo>
                <a:lnTo>
                  <a:pt x="7723" y="960"/>
                </a:lnTo>
                <a:lnTo>
                  <a:pt x="7723" y="980"/>
                </a:lnTo>
                <a:moveTo>
                  <a:pt x="7563" y="980"/>
                </a:moveTo>
                <a:lnTo>
                  <a:pt x="7463" y="980"/>
                </a:lnTo>
                <a:lnTo>
                  <a:pt x="7463" y="960"/>
                </a:lnTo>
                <a:lnTo>
                  <a:pt x="7563" y="960"/>
                </a:lnTo>
                <a:lnTo>
                  <a:pt x="7563" y="980"/>
                </a:lnTo>
                <a:moveTo>
                  <a:pt x="7403" y="980"/>
                </a:moveTo>
                <a:lnTo>
                  <a:pt x="7303" y="980"/>
                </a:lnTo>
                <a:lnTo>
                  <a:pt x="7303" y="960"/>
                </a:lnTo>
                <a:lnTo>
                  <a:pt x="7403" y="960"/>
                </a:lnTo>
                <a:lnTo>
                  <a:pt x="7403" y="980"/>
                </a:lnTo>
                <a:moveTo>
                  <a:pt x="7243" y="980"/>
                </a:moveTo>
                <a:lnTo>
                  <a:pt x="7143" y="980"/>
                </a:lnTo>
                <a:lnTo>
                  <a:pt x="7143" y="960"/>
                </a:lnTo>
                <a:lnTo>
                  <a:pt x="7243" y="960"/>
                </a:lnTo>
                <a:lnTo>
                  <a:pt x="7243" y="980"/>
                </a:lnTo>
                <a:moveTo>
                  <a:pt x="7083" y="980"/>
                </a:moveTo>
                <a:lnTo>
                  <a:pt x="6984" y="980"/>
                </a:lnTo>
                <a:lnTo>
                  <a:pt x="6984" y="960"/>
                </a:lnTo>
                <a:lnTo>
                  <a:pt x="7083" y="960"/>
                </a:lnTo>
                <a:lnTo>
                  <a:pt x="7083" y="980"/>
                </a:lnTo>
                <a:moveTo>
                  <a:pt x="6924" y="980"/>
                </a:moveTo>
                <a:lnTo>
                  <a:pt x="6824" y="980"/>
                </a:lnTo>
                <a:lnTo>
                  <a:pt x="6824" y="960"/>
                </a:lnTo>
                <a:lnTo>
                  <a:pt x="6924" y="960"/>
                </a:lnTo>
                <a:lnTo>
                  <a:pt x="6924" y="980"/>
                </a:lnTo>
                <a:moveTo>
                  <a:pt x="6764" y="980"/>
                </a:moveTo>
                <a:lnTo>
                  <a:pt x="6664" y="980"/>
                </a:lnTo>
                <a:lnTo>
                  <a:pt x="6664" y="960"/>
                </a:lnTo>
                <a:lnTo>
                  <a:pt x="6764" y="960"/>
                </a:lnTo>
                <a:lnTo>
                  <a:pt x="6764" y="980"/>
                </a:lnTo>
                <a:moveTo>
                  <a:pt x="6604" y="980"/>
                </a:moveTo>
                <a:lnTo>
                  <a:pt x="6504" y="980"/>
                </a:lnTo>
                <a:lnTo>
                  <a:pt x="6504" y="960"/>
                </a:lnTo>
                <a:lnTo>
                  <a:pt x="6604" y="960"/>
                </a:lnTo>
                <a:lnTo>
                  <a:pt x="6604" y="980"/>
                </a:lnTo>
                <a:moveTo>
                  <a:pt x="6444" y="980"/>
                </a:moveTo>
                <a:lnTo>
                  <a:pt x="6344" y="980"/>
                </a:lnTo>
                <a:lnTo>
                  <a:pt x="6344" y="960"/>
                </a:lnTo>
                <a:lnTo>
                  <a:pt x="6444" y="960"/>
                </a:lnTo>
                <a:lnTo>
                  <a:pt x="6444" y="980"/>
                </a:lnTo>
                <a:moveTo>
                  <a:pt x="6284" y="980"/>
                </a:moveTo>
                <a:lnTo>
                  <a:pt x="6184" y="980"/>
                </a:lnTo>
                <a:lnTo>
                  <a:pt x="6184" y="960"/>
                </a:lnTo>
                <a:lnTo>
                  <a:pt x="6284" y="960"/>
                </a:lnTo>
                <a:lnTo>
                  <a:pt x="6284" y="980"/>
                </a:lnTo>
                <a:moveTo>
                  <a:pt x="6125" y="980"/>
                </a:moveTo>
                <a:lnTo>
                  <a:pt x="6025" y="980"/>
                </a:lnTo>
                <a:lnTo>
                  <a:pt x="6025" y="960"/>
                </a:lnTo>
                <a:lnTo>
                  <a:pt x="6125" y="960"/>
                </a:lnTo>
                <a:lnTo>
                  <a:pt x="6125" y="980"/>
                </a:lnTo>
                <a:moveTo>
                  <a:pt x="5965" y="980"/>
                </a:moveTo>
                <a:lnTo>
                  <a:pt x="5865" y="980"/>
                </a:lnTo>
                <a:lnTo>
                  <a:pt x="5865" y="960"/>
                </a:lnTo>
                <a:lnTo>
                  <a:pt x="5965" y="960"/>
                </a:lnTo>
                <a:lnTo>
                  <a:pt x="5965" y="980"/>
                </a:lnTo>
                <a:moveTo>
                  <a:pt x="5805" y="980"/>
                </a:moveTo>
                <a:lnTo>
                  <a:pt x="5705" y="980"/>
                </a:lnTo>
                <a:lnTo>
                  <a:pt x="5705" y="960"/>
                </a:lnTo>
                <a:lnTo>
                  <a:pt x="5805" y="960"/>
                </a:lnTo>
                <a:lnTo>
                  <a:pt x="5805" y="980"/>
                </a:lnTo>
                <a:moveTo>
                  <a:pt x="5645" y="980"/>
                </a:moveTo>
                <a:lnTo>
                  <a:pt x="5545" y="980"/>
                </a:lnTo>
                <a:lnTo>
                  <a:pt x="5545" y="960"/>
                </a:lnTo>
                <a:lnTo>
                  <a:pt x="5645" y="960"/>
                </a:lnTo>
                <a:lnTo>
                  <a:pt x="5645" y="980"/>
                </a:lnTo>
                <a:moveTo>
                  <a:pt x="5485" y="980"/>
                </a:moveTo>
                <a:lnTo>
                  <a:pt x="5385" y="980"/>
                </a:lnTo>
                <a:lnTo>
                  <a:pt x="5385" y="960"/>
                </a:lnTo>
                <a:lnTo>
                  <a:pt x="5485" y="960"/>
                </a:lnTo>
                <a:lnTo>
                  <a:pt x="5485" y="980"/>
                </a:lnTo>
                <a:moveTo>
                  <a:pt x="5325" y="980"/>
                </a:moveTo>
                <a:lnTo>
                  <a:pt x="5226" y="980"/>
                </a:lnTo>
                <a:lnTo>
                  <a:pt x="5226" y="960"/>
                </a:lnTo>
                <a:lnTo>
                  <a:pt x="5325" y="960"/>
                </a:lnTo>
                <a:lnTo>
                  <a:pt x="5325" y="980"/>
                </a:lnTo>
                <a:moveTo>
                  <a:pt x="5166" y="980"/>
                </a:moveTo>
                <a:lnTo>
                  <a:pt x="5066" y="980"/>
                </a:lnTo>
                <a:lnTo>
                  <a:pt x="5066" y="960"/>
                </a:lnTo>
                <a:lnTo>
                  <a:pt x="5166" y="960"/>
                </a:lnTo>
                <a:lnTo>
                  <a:pt x="5166" y="980"/>
                </a:lnTo>
                <a:moveTo>
                  <a:pt x="5006" y="980"/>
                </a:moveTo>
                <a:lnTo>
                  <a:pt x="4906" y="980"/>
                </a:lnTo>
                <a:lnTo>
                  <a:pt x="4906" y="960"/>
                </a:lnTo>
                <a:lnTo>
                  <a:pt x="5006" y="960"/>
                </a:lnTo>
                <a:lnTo>
                  <a:pt x="5006" y="980"/>
                </a:lnTo>
                <a:moveTo>
                  <a:pt x="4846" y="980"/>
                </a:moveTo>
                <a:lnTo>
                  <a:pt x="4746" y="980"/>
                </a:lnTo>
                <a:lnTo>
                  <a:pt x="4746" y="960"/>
                </a:lnTo>
                <a:lnTo>
                  <a:pt x="4846" y="960"/>
                </a:lnTo>
                <a:lnTo>
                  <a:pt x="4846" y="980"/>
                </a:lnTo>
                <a:moveTo>
                  <a:pt x="4686" y="980"/>
                </a:moveTo>
                <a:lnTo>
                  <a:pt x="4586" y="980"/>
                </a:lnTo>
                <a:lnTo>
                  <a:pt x="4586" y="960"/>
                </a:lnTo>
                <a:lnTo>
                  <a:pt x="4686" y="960"/>
                </a:lnTo>
                <a:lnTo>
                  <a:pt x="4686" y="980"/>
                </a:lnTo>
                <a:moveTo>
                  <a:pt x="4526" y="980"/>
                </a:moveTo>
                <a:lnTo>
                  <a:pt x="4426" y="980"/>
                </a:lnTo>
                <a:lnTo>
                  <a:pt x="4426" y="960"/>
                </a:lnTo>
                <a:lnTo>
                  <a:pt x="4526" y="960"/>
                </a:lnTo>
                <a:lnTo>
                  <a:pt x="4526" y="980"/>
                </a:lnTo>
                <a:moveTo>
                  <a:pt x="4367" y="980"/>
                </a:moveTo>
                <a:lnTo>
                  <a:pt x="4267" y="980"/>
                </a:lnTo>
                <a:lnTo>
                  <a:pt x="4267" y="960"/>
                </a:lnTo>
                <a:lnTo>
                  <a:pt x="4367" y="960"/>
                </a:lnTo>
                <a:lnTo>
                  <a:pt x="4367" y="980"/>
                </a:lnTo>
                <a:moveTo>
                  <a:pt x="4207" y="980"/>
                </a:moveTo>
                <a:lnTo>
                  <a:pt x="4107" y="980"/>
                </a:lnTo>
                <a:lnTo>
                  <a:pt x="4107" y="960"/>
                </a:lnTo>
                <a:lnTo>
                  <a:pt x="4207" y="960"/>
                </a:lnTo>
                <a:lnTo>
                  <a:pt x="4207" y="980"/>
                </a:lnTo>
                <a:moveTo>
                  <a:pt x="4047" y="980"/>
                </a:moveTo>
                <a:lnTo>
                  <a:pt x="3947" y="980"/>
                </a:lnTo>
                <a:lnTo>
                  <a:pt x="3947" y="960"/>
                </a:lnTo>
                <a:lnTo>
                  <a:pt x="4047" y="960"/>
                </a:lnTo>
                <a:lnTo>
                  <a:pt x="4047" y="980"/>
                </a:lnTo>
                <a:moveTo>
                  <a:pt x="3887" y="980"/>
                </a:moveTo>
                <a:lnTo>
                  <a:pt x="3787" y="980"/>
                </a:lnTo>
                <a:lnTo>
                  <a:pt x="3787" y="960"/>
                </a:lnTo>
                <a:lnTo>
                  <a:pt x="3887" y="960"/>
                </a:lnTo>
                <a:lnTo>
                  <a:pt x="3887" y="980"/>
                </a:lnTo>
                <a:moveTo>
                  <a:pt x="3727" y="980"/>
                </a:moveTo>
                <a:lnTo>
                  <a:pt x="3627" y="980"/>
                </a:lnTo>
                <a:lnTo>
                  <a:pt x="3627" y="960"/>
                </a:lnTo>
                <a:lnTo>
                  <a:pt x="3727" y="960"/>
                </a:lnTo>
                <a:lnTo>
                  <a:pt x="3727" y="980"/>
                </a:lnTo>
                <a:moveTo>
                  <a:pt x="3567" y="980"/>
                </a:moveTo>
                <a:lnTo>
                  <a:pt x="3468" y="980"/>
                </a:lnTo>
                <a:lnTo>
                  <a:pt x="3468" y="960"/>
                </a:lnTo>
                <a:lnTo>
                  <a:pt x="3567" y="960"/>
                </a:lnTo>
                <a:lnTo>
                  <a:pt x="3567" y="980"/>
                </a:lnTo>
                <a:moveTo>
                  <a:pt x="3408" y="980"/>
                </a:moveTo>
                <a:lnTo>
                  <a:pt x="3308" y="980"/>
                </a:lnTo>
                <a:lnTo>
                  <a:pt x="3308" y="960"/>
                </a:lnTo>
                <a:lnTo>
                  <a:pt x="3408" y="960"/>
                </a:lnTo>
                <a:lnTo>
                  <a:pt x="3408" y="980"/>
                </a:lnTo>
                <a:moveTo>
                  <a:pt x="3248" y="980"/>
                </a:moveTo>
                <a:lnTo>
                  <a:pt x="3148" y="980"/>
                </a:lnTo>
                <a:lnTo>
                  <a:pt x="3148" y="960"/>
                </a:lnTo>
                <a:lnTo>
                  <a:pt x="3248" y="960"/>
                </a:lnTo>
                <a:lnTo>
                  <a:pt x="3248" y="980"/>
                </a:lnTo>
                <a:moveTo>
                  <a:pt x="3088" y="980"/>
                </a:moveTo>
                <a:lnTo>
                  <a:pt x="2988" y="980"/>
                </a:lnTo>
                <a:lnTo>
                  <a:pt x="2988" y="960"/>
                </a:lnTo>
                <a:lnTo>
                  <a:pt x="3088" y="960"/>
                </a:lnTo>
                <a:lnTo>
                  <a:pt x="3088" y="980"/>
                </a:lnTo>
                <a:moveTo>
                  <a:pt x="2928" y="980"/>
                </a:moveTo>
                <a:lnTo>
                  <a:pt x="2828" y="980"/>
                </a:lnTo>
                <a:lnTo>
                  <a:pt x="2828" y="960"/>
                </a:lnTo>
                <a:lnTo>
                  <a:pt x="2928" y="960"/>
                </a:lnTo>
                <a:lnTo>
                  <a:pt x="2928" y="980"/>
                </a:lnTo>
                <a:moveTo>
                  <a:pt x="2768" y="980"/>
                </a:moveTo>
                <a:lnTo>
                  <a:pt x="2668" y="980"/>
                </a:lnTo>
                <a:lnTo>
                  <a:pt x="2668" y="960"/>
                </a:lnTo>
                <a:lnTo>
                  <a:pt x="2768" y="960"/>
                </a:lnTo>
                <a:lnTo>
                  <a:pt x="2768" y="980"/>
                </a:lnTo>
                <a:moveTo>
                  <a:pt x="2608" y="980"/>
                </a:moveTo>
                <a:lnTo>
                  <a:pt x="2509" y="980"/>
                </a:lnTo>
                <a:lnTo>
                  <a:pt x="2509" y="960"/>
                </a:lnTo>
                <a:lnTo>
                  <a:pt x="2608" y="960"/>
                </a:lnTo>
                <a:lnTo>
                  <a:pt x="2608" y="980"/>
                </a:lnTo>
                <a:moveTo>
                  <a:pt x="2449" y="980"/>
                </a:moveTo>
                <a:lnTo>
                  <a:pt x="2349" y="980"/>
                </a:lnTo>
                <a:lnTo>
                  <a:pt x="2349" y="960"/>
                </a:lnTo>
                <a:lnTo>
                  <a:pt x="2449" y="960"/>
                </a:lnTo>
                <a:lnTo>
                  <a:pt x="2449" y="980"/>
                </a:lnTo>
                <a:moveTo>
                  <a:pt x="2289" y="980"/>
                </a:moveTo>
                <a:lnTo>
                  <a:pt x="2189" y="980"/>
                </a:lnTo>
                <a:lnTo>
                  <a:pt x="2189" y="960"/>
                </a:lnTo>
                <a:lnTo>
                  <a:pt x="2289" y="960"/>
                </a:lnTo>
                <a:lnTo>
                  <a:pt x="2289" y="980"/>
                </a:lnTo>
                <a:moveTo>
                  <a:pt x="2129" y="980"/>
                </a:moveTo>
                <a:lnTo>
                  <a:pt x="2029" y="980"/>
                </a:lnTo>
                <a:lnTo>
                  <a:pt x="2029" y="960"/>
                </a:lnTo>
                <a:lnTo>
                  <a:pt x="2129" y="960"/>
                </a:lnTo>
                <a:lnTo>
                  <a:pt x="2129" y="980"/>
                </a:lnTo>
                <a:moveTo>
                  <a:pt x="1969" y="980"/>
                </a:moveTo>
                <a:lnTo>
                  <a:pt x="1869" y="980"/>
                </a:lnTo>
                <a:lnTo>
                  <a:pt x="1869" y="960"/>
                </a:lnTo>
                <a:lnTo>
                  <a:pt x="1969" y="960"/>
                </a:lnTo>
                <a:lnTo>
                  <a:pt x="1969" y="980"/>
                </a:lnTo>
                <a:moveTo>
                  <a:pt x="1809" y="980"/>
                </a:moveTo>
                <a:lnTo>
                  <a:pt x="1709" y="980"/>
                </a:lnTo>
                <a:lnTo>
                  <a:pt x="1709" y="960"/>
                </a:lnTo>
                <a:lnTo>
                  <a:pt x="1809" y="960"/>
                </a:lnTo>
                <a:lnTo>
                  <a:pt x="1809" y="980"/>
                </a:lnTo>
                <a:moveTo>
                  <a:pt x="1650" y="980"/>
                </a:moveTo>
                <a:lnTo>
                  <a:pt x="1550" y="980"/>
                </a:lnTo>
                <a:lnTo>
                  <a:pt x="1550" y="960"/>
                </a:lnTo>
                <a:lnTo>
                  <a:pt x="1650" y="960"/>
                </a:lnTo>
                <a:lnTo>
                  <a:pt x="1650" y="980"/>
                </a:lnTo>
                <a:moveTo>
                  <a:pt x="1490" y="980"/>
                </a:moveTo>
                <a:lnTo>
                  <a:pt x="1389" y="980"/>
                </a:lnTo>
                <a:lnTo>
                  <a:pt x="1389" y="960"/>
                </a:lnTo>
                <a:lnTo>
                  <a:pt x="1490" y="960"/>
                </a:lnTo>
                <a:lnTo>
                  <a:pt x="1490" y="980"/>
                </a:lnTo>
                <a:moveTo>
                  <a:pt x="1329" y="980"/>
                </a:moveTo>
                <a:lnTo>
                  <a:pt x="1229" y="980"/>
                </a:lnTo>
                <a:lnTo>
                  <a:pt x="1229" y="960"/>
                </a:lnTo>
                <a:lnTo>
                  <a:pt x="1329" y="960"/>
                </a:lnTo>
                <a:lnTo>
                  <a:pt x="1329" y="980"/>
                </a:lnTo>
                <a:moveTo>
                  <a:pt x="1169" y="980"/>
                </a:moveTo>
                <a:lnTo>
                  <a:pt x="1069" y="980"/>
                </a:lnTo>
                <a:lnTo>
                  <a:pt x="1069" y="960"/>
                </a:lnTo>
                <a:lnTo>
                  <a:pt x="1169" y="960"/>
                </a:lnTo>
                <a:lnTo>
                  <a:pt x="1169" y="980"/>
                </a:lnTo>
                <a:moveTo>
                  <a:pt x="1009" y="980"/>
                </a:moveTo>
                <a:lnTo>
                  <a:pt x="909" y="980"/>
                </a:lnTo>
                <a:lnTo>
                  <a:pt x="909" y="960"/>
                </a:lnTo>
                <a:lnTo>
                  <a:pt x="1009" y="960"/>
                </a:lnTo>
                <a:lnTo>
                  <a:pt x="1009" y="980"/>
                </a:lnTo>
                <a:moveTo>
                  <a:pt x="849" y="980"/>
                </a:moveTo>
                <a:lnTo>
                  <a:pt x="750" y="980"/>
                </a:lnTo>
                <a:lnTo>
                  <a:pt x="750" y="960"/>
                </a:lnTo>
                <a:lnTo>
                  <a:pt x="849" y="960"/>
                </a:lnTo>
                <a:lnTo>
                  <a:pt x="849" y="980"/>
                </a:lnTo>
                <a:moveTo>
                  <a:pt x="690" y="980"/>
                </a:moveTo>
                <a:lnTo>
                  <a:pt x="590" y="980"/>
                </a:lnTo>
                <a:lnTo>
                  <a:pt x="590" y="960"/>
                </a:lnTo>
                <a:lnTo>
                  <a:pt x="690" y="960"/>
                </a:lnTo>
                <a:lnTo>
                  <a:pt x="690" y="980"/>
                </a:lnTo>
                <a:moveTo>
                  <a:pt x="530" y="980"/>
                </a:moveTo>
                <a:lnTo>
                  <a:pt x="430" y="980"/>
                </a:lnTo>
                <a:lnTo>
                  <a:pt x="430" y="960"/>
                </a:lnTo>
                <a:lnTo>
                  <a:pt x="530" y="960"/>
                </a:lnTo>
                <a:lnTo>
                  <a:pt x="530" y="980"/>
                </a:lnTo>
                <a:moveTo>
                  <a:pt x="370" y="980"/>
                </a:moveTo>
                <a:lnTo>
                  <a:pt x="270" y="980"/>
                </a:lnTo>
                <a:lnTo>
                  <a:pt x="270" y="960"/>
                </a:lnTo>
                <a:lnTo>
                  <a:pt x="370" y="960"/>
                </a:lnTo>
                <a:lnTo>
                  <a:pt x="370" y="980"/>
                </a:lnTo>
                <a:moveTo>
                  <a:pt x="210" y="980"/>
                </a:moveTo>
                <a:lnTo>
                  <a:pt x="110" y="980"/>
                </a:lnTo>
                <a:lnTo>
                  <a:pt x="110" y="960"/>
                </a:lnTo>
                <a:lnTo>
                  <a:pt x="210" y="960"/>
                </a:lnTo>
                <a:lnTo>
                  <a:pt x="210" y="980"/>
                </a:lnTo>
                <a:moveTo>
                  <a:pt x="50" y="980"/>
                </a:moveTo>
                <a:lnTo>
                  <a:pt x="0" y="980"/>
                </a:lnTo>
                <a:lnTo>
                  <a:pt x="0" y="910"/>
                </a:lnTo>
                <a:lnTo>
                  <a:pt x="20" y="910"/>
                </a:lnTo>
                <a:lnTo>
                  <a:pt x="20" y="970"/>
                </a:lnTo>
                <a:lnTo>
                  <a:pt x="10" y="970"/>
                </a:lnTo>
                <a:lnTo>
                  <a:pt x="10" y="960"/>
                </a:lnTo>
                <a:lnTo>
                  <a:pt x="50" y="960"/>
                </a:lnTo>
                <a:lnTo>
                  <a:pt x="50" y="980"/>
                </a:lnTo>
                <a:moveTo>
                  <a:pt x="0" y="850"/>
                </a:moveTo>
                <a:lnTo>
                  <a:pt x="0" y="749"/>
                </a:lnTo>
                <a:lnTo>
                  <a:pt x="20" y="749"/>
                </a:lnTo>
                <a:lnTo>
                  <a:pt x="20" y="850"/>
                </a:lnTo>
                <a:lnTo>
                  <a:pt x="0" y="850"/>
                </a:lnTo>
                <a:moveTo>
                  <a:pt x="0" y="689"/>
                </a:moveTo>
                <a:lnTo>
                  <a:pt x="0" y="589"/>
                </a:lnTo>
                <a:lnTo>
                  <a:pt x="20" y="589"/>
                </a:lnTo>
                <a:lnTo>
                  <a:pt x="20" y="689"/>
                </a:lnTo>
                <a:lnTo>
                  <a:pt x="0" y="689"/>
                </a:lnTo>
                <a:moveTo>
                  <a:pt x="0" y="529"/>
                </a:moveTo>
                <a:lnTo>
                  <a:pt x="0" y="429"/>
                </a:lnTo>
                <a:lnTo>
                  <a:pt x="20" y="429"/>
                </a:lnTo>
                <a:lnTo>
                  <a:pt x="20" y="529"/>
                </a:lnTo>
                <a:lnTo>
                  <a:pt x="0" y="529"/>
                </a:lnTo>
                <a:moveTo>
                  <a:pt x="0" y="369"/>
                </a:moveTo>
                <a:lnTo>
                  <a:pt x="0" y="269"/>
                </a:lnTo>
                <a:lnTo>
                  <a:pt x="20" y="269"/>
                </a:lnTo>
                <a:lnTo>
                  <a:pt x="20" y="369"/>
                </a:lnTo>
                <a:lnTo>
                  <a:pt x="0" y="369"/>
                </a:lnTo>
                <a:moveTo>
                  <a:pt x="0" y="209"/>
                </a:moveTo>
                <a:lnTo>
                  <a:pt x="0" y="109"/>
                </a:lnTo>
                <a:lnTo>
                  <a:pt x="20" y="109"/>
                </a:lnTo>
                <a:lnTo>
                  <a:pt x="20" y="209"/>
                </a:lnTo>
                <a:lnTo>
                  <a:pt x="0" y="209"/>
                </a:lnTo>
                <a:moveTo>
                  <a:pt x="0" y="49"/>
                </a:moveTo>
                <a:lnTo>
                  <a:pt x="0" y="0"/>
                </a:lnTo>
                <a:lnTo>
                  <a:pt x="110" y="0"/>
                </a:lnTo>
                <a:lnTo>
                  <a:pt x="110" y="19"/>
                </a:lnTo>
                <a:lnTo>
                  <a:pt x="10" y="19"/>
                </a:lnTo>
                <a:lnTo>
                  <a:pt x="10" y="10"/>
                </a:lnTo>
                <a:lnTo>
                  <a:pt x="20" y="10"/>
                </a:lnTo>
                <a:lnTo>
                  <a:pt x="20" y="49"/>
                </a:lnTo>
                <a:lnTo>
                  <a:pt x="0" y="49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4" name=""/>
          <p:cNvSpPr/>
          <p:nvPr/>
        </p:nvSpPr>
        <p:spPr>
          <a:xfrm>
            <a:off x="4886280" y="3484800"/>
            <a:ext cx="86760" cy="72360"/>
          </a:xfrm>
          <a:custGeom>
            <a:avLst/>
            <a:gdLst/>
            <a:ahLst/>
            <a:rect l="0" t="0" r="r" b="b"/>
            <a:pathLst>
              <a:path w="241" h="201">
                <a:moveTo>
                  <a:pt x="0" y="0"/>
                </a:moveTo>
                <a:lnTo>
                  <a:pt x="241" y="0"/>
                </a:lnTo>
                <a:lnTo>
                  <a:pt x="241" y="201"/>
                </a:lnTo>
                <a:lnTo>
                  <a:pt x="0" y="201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5" name=""/>
          <p:cNvSpPr/>
          <p:nvPr/>
        </p:nvSpPr>
        <p:spPr>
          <a:xfrm>
            <a:off x="4886280" y="3510000"/>
            <a:ext cx="8640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1412640" y="3189960"/>
            <a:ext cx="30470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Communicatieve vaardigheden (CompetentNL laag 2)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1412640" y="3476880"/>
            <a:ext cx="2901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666666"/>
                </a:solidFill>
                <a:latin typeface="DejaVuSans"/>
                <a:ea typeface="DejaVuSans"/>
              </a:rPr>
              <a:t>Kennis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8" name=""/>
          <p:cNvSpPr/>
          <p:nvPr/>
        </p:nvSpPr>
        <p:spPr>
          <a:xfrm>
            <a:off x="1340640" y="3830400"/>
            <a:ext cx="4552920" cy="345600"/>
          </a:xfrm>
          <a:custGeom>
            <a:avLst/>
            <a:gdLst/>
            <a:ahLst/>
            <a:rect l="0" t="0" r="r" b="b"/>
            <a:pathLst>
              <a:path w="12647" h="960">
                <a:moveTo>
                  <a:pt x="0" y="0"/>
                </a:moveTo>
                <a:lnTo>
                  <a:pt x="12647" y="0"/>
                </a:lnTo>
                <a:lnTo>
                  <a:pt x="12647" y="960"/>
                </a:lnTo>
                <a:lnTo>
                  <a:pt x="0" y="960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9" name=""/>
          <p:cNvSpPr/>
          <p:nvPr/>
        </p:nvSpPr>
        <p:spPr>
          <a:xfrm>
            <a:off x="1337040" y="3826800"/>
            <a:ext cx="4560120" cy="352800"/>
          </a:xfrm>
          <a:custGeom>
            <a:avLst/>
            <a:gdLst/>
            <a:ahLst/>
            <a:rect l="0" t="0" r="r" b="b"/>
            <a:pathLst>
              <a:path w="12667" h="980">
                <a:moveTo>
                  <a:pt x="170" y="0"/>
                </a:moveTo>
                <a:lnTo>
                  <a:pt x="270" y="0"/>
                </a:lnTo>
                <a:lnTo>
                  <a:pt x="270" y="20"/>
                </a:lnTo>
                <a:lnTo>
                  <a:pt x="170" y="20"/>
                </a:lnTo>
                <a:lnTo>
                  <a:pt x="170" y="0"/>
                </a:lnTo>
                <a:moveTo>
                  <a:pt x="330" y="0"/>
                </a:moveTo>
                <a:lnTo>
                  <a:pt x="430" y="0"/>
                </a:lnTo>
                <a:lnTo>
                  <a:pt x="430" y="20"/>
                </a:lnTo>
                <a:lnTo>
                  <a:pt x="330" y="20"/>
                </a:lnTo>
                <a:lnTo>
                  <a:pt x="330" y="0"/>
                </a:lnTo>
                <a:moveTo>
                  <a:pt x="490" y="0"/>
                </a:moveTo>
                <a:lnTo>
                  <a:pt x="590" y="0"/>
                </a:lnTo>
                <a:lnTo>
                  <a:pt x="590" y="20"/>
                </a:lnTo>
                <a:lnTo>
                  <a:pt x="490" y="20"/>
                </a:lnTo>
                <a:lnTo>
                  <a:pt x="490" y="0"/>
                </a:lnTo>
                <a:moveTo>
                  <a:pt x="650" y="0"/>
                </a:moveTo>
                <a:lnTo>
                  <a:pt x="750" y="0"/>
                </a:lnTo>
                <a:lnTo>
                  <a:pt x="750" y="20"/>
                </a:lnTo>
                <a:lnTo>
                  <a:pt x="650" y="20"/>
                </a:lnTo>
                <a:lnTo>
                  <a:pt x="650" y="0"/>
                </a:lnTo>
                <a:moveTo>
                  <a:pt x="809" y="0"/>
                </a:moveTo>
                <a:lnTo>
                  <a:pt x="909" y="0"/>
                </a:lnTo>
                <a:lnTo>
                  <a:pt x="909" y="20"/>
                </a:lnTo>
                <a:lnTo>
                  <a:pt x="809" y="20"/>
                </a:lnTo>
                <a:lnTo>
                  <a:pt x="809" y="0"/>
                </a:lnTo>
                <a:moveTo>
                  <a:pt x="969" y="0"/>
                </a:moveTo>
                <a:lnTo>
                  <a:pt x="1069" y="0"/>
                </a:lnTo>
                <a:lnTo>
                  <a:pt x="1069" y="20"/>
                </a:lnTo>
                <a:lnTo>
                  <a:pt x="969" y="20"/>
                </a:lnTo>
                <a:lnTo>
                  <a:pt x="969" y="0"/>
                </a:lnTo>
                <a:moveTo>
                  <a:pt x="1129" y="0"/>
                </a:moveTo>
                <a:lnTo>
                  <a:pt x="1229" y="0"/>
                </a:lnTo>
                <a:lnTo>
                  <a:pt x="1229" y="20"/>
                </a:lnTo>
                <a:lnTo>
                  <a:pt x="1129" y="20"/>
                </a:lnTo>
                <a:lnTo>
                  <a:pt x="1129" y="0"/>
                </a:lnTo>
                <a:moveTo>
                  <a:pt x="1289" y="0"/>
                </a:moveTo>
                <a:lnTo>
                  <a:pt x="1389" y="0"/>
                </a:lnTo>
                <a:lnTo>
                  <a:pt x="1389" y="20"/>
                </a:lnTo>
                <a:lnTo>
                  <a:pt x="1289" y="20"/>
                </a:lnTo>
                <a:lnTo>
                  <a:pt x="1289" y="0"/>
                </a:lnTo>
                <a:moveTo>
                  <a:pt x="1449" y="0"/>
                </a:moveTo>
                <a:lnTo>
                  <a:pt x="1549" y="0"/>
                </a:lnTo>
                <a:lnTo>
                  <a:pt x="1549" y="20"/>
                </a:lnTo>
                <a:lnTo>
                  <a:pt x="1449" y="20"/>
                </a:lnTo>
                <a:lnTo>
                  <a:pt x="1449" y="0"/>
                </a:lnTo>
                <a:moveTo>
                  <a:pt x="1609" y="0"/>
                </a:moveTo>
                <a:lnTo>
                  <a:pt x="1708" y="0"/>
                </a:lnTo>
                <a:lnTo>
                  <a:pt x="1708" y="20"/>
                </a:lnTo>
                <a:lnTo>
                  <a:pt x="1609" y="20"/>
                </a:lnTo>
                <a:lnTo>
                  <a:pt x="1609" y="0"/>
                </a:lnTo>
                <a:moveTo>
                  <a:pt x="1768" y="0"/>
                </a:moveTo>
                <a:lnTo>
                  <a:pt x="1868" y="0"/>
                </a:lnTo>
                <a:lnTo>
                  <a:pt x="1868" y="20"/>
                </a:lnTo>
                <a:lnTo>
                  <a:pt x="1768" y="20"/>
                </a:lnTo>
                <a:lnTo>
                  <a:pt x="1768" y="0"/>
                </a:lnTo>
                <a:moveTo>
                  <a:pt x="1928" y="0"/>
                </a:moveTo>
                <a:lnTo>
                  <a:pt x="2028" y="0"/>
                </a:lnTo>
                <a:lnTo>
                  <a:pt x="2028" y="20"/>
                </a:lnTo>
                <a:lnTo>
                  <a:pt x="1928" y="20"/>
                </a:lnTo>
                <a:lnTo>
                  <a:pt x="1928" y="0"/>
                </a:lnTo>
                <a:moveTo>
                  <a:pt x="2088" y="0"/>
                </a:moveTo>
                <a:lnTo>
                  <a:pt x="2188" y="0"/>
                </a:lnTo>
                <a:lnTo>
                  <a:pt x="2188" y="20"/>
                </a:lnTo>
                <a:lnTo>
                  <a:pt x="2088" y="20"/>
                </a:lnTo>
                <a:lnTo>
                  <a:pt x="2088" y="0"/>
                </a:lnTo>
                <a:moveTo>
                  <a:pt x="2248" y="0"/>
                </a:moveTo>
                <a:lnTo>
                  <a:pt x="2348" y="0"/>
                </a:lnTo>
                <a:lnTo>
                  <a:pt x="2348" y="20"/>
                </a:lnTo>
                <a:lnTo>
                  <a:pt x="2248" y="20"/>
                </a:lnTo>
                <a:lnTo>
                  <a:pt x="2248" y="0"/>
                </a:lnTo>
                <a:moveTo>
                  <a:pt x="2408" y="0"/>
                </a:moveTo>
                <a:lnTo>
                  <a:pt x="2508" y="0"/>
                </a:lnTo>
                <a:lnTo>
                  <a:pt x="2508" y="20"/>
                </a:lnTo>
                <a:lnTo>
                  <a:pt x="2408" y="20"/>
                </a:lnTo>
                <a:lnTo>
                  <a:pt x="2408" y="0"/>
                </a:lnTo>
                <a:moveTo>
                  <a:pt x="2568" y="0"/>
                </a:moveTo>
                <a:lnTo>
                  <a:pt x="2668" y="0"/>
                </a:lnTo>
                <a:lnTo>
                  <a:pt x="2668" y="20"/>
                </a:lnTo>
                <a:lnTo>
                  <a:pt x="2568" y="20"/>
                </a:lnTo>
                <a:lnTo>
                  <a:pt x="2568" y="0"/>
                </a:lnTo>
                <a:moveTo>
                  <a:pt x="2728" y="0"/>
                </a:moveTo>
                <a:lnTo>
                  <a:pt x="2828" y="0"/>
                </a:lnTo>
                <a:lnTo>
                  <a:pt x="2828" y="20"/>
                </a:lnTo>
                <a:lnTo>
                  <a:pt x="2728" y="20"/>
                </a:lnTo>
                <a:lnTo>
                  <a:pt x="2728" y="0"/>
                </a:lnTo>
                <a:moveTo>
                  <a:pt x="2888" y="0"/>
                </a:moveTo>
                <a:lnTo>
                  <a:pt x="2988" y="0"/>
                </a:lnTo>
                <a:lnTo>
                  <a:pt x="2988" y="20"/>
                </a:lnTo>
                <a:lnTo>
                  <a:pt x="2888" y="20"/>
                </a:lnTo>
                <a:lnTo>
                  <a:pt x="2888" y="0"/>
                </a:lnTo>
                <a:moveTo>
                  <a:pt x="3048" y="0"/>
                </a:moveTo>
                <a:lnTo>
                  <a:pt x="3148" y="0"/>
                </a:lnTo>
                <a:lnTo>
                  <a:pt x="3148" y="20"/>
                </a:lnTo>
                <a:lnTo>
                  <a:pt x="3048" y="20"/>
                </a:lnTo>
                <a:lnTo>
                  <a:pt x="3048" y="0"/>
                </a:lnTo>
                <a:moveTo>
                  <a:pt x="3208" y="0"/>
                </a:moveTo>
                <a:lnTo>
                  <a:pt x="3308" y="0"/>
                </a:lnTo>
                <a:lnTo>
                  <a:pt x="3308" y="20"/>
                </a:lnTo>
                <a:lnTo>
                  <a:pt x="3208" y="20"/>
                </a:lnTo>
                <a:lnTo>
                  <a:pt x="3208" y="0"/>
                </a:lnTo>
                <a:moveTo>
                  <a:pt x="3368" y="0"/>
                </a:moveTo>
                <a:lnTo>
                  <a:pt x="3468" y="0"/>
                </a:lnTo>
                <a:lnTo>
                  <a:pt x="3468" y="20"/>
                </a:lnTo>
                <a:lnTo>
                  <a:pt x="3368" y="20"/>
                </a:lnTo>
                <a:lnTo>
                  <a:pt x="3368" y="0"/>
                </a:lnTo>
                <a:moveTo>
                  <a:pt x="3527" y="0"/>
                </a:moveTo>
                <a:lnTo>
                  <a:pt x="3627" y="0"/>
                </a:lnTo>
                <a:lnTo>
                  <a:pt x="3627" y="20"/>
                </a:lnTo>
                <a:lnTo>
                  <a:pt x="3527" y="20"/>
                </a:lnTo>
                <a:lnTo>
                  <a:pt x="3527" y="0"/>
                </a:lnTo>
                <a:moveTo>
                  <a:pt x="3687" y="0"/>
                </a:moveTo>
                <a:lnTo>
                  <a:pt x="3787" y="0"/>
                </a:lnTo>
                <a:lnTo>
                  <a:pt x="3787" y="20"/>
                </a:lnTo>
                <a:lnTo>
                  <a:pt x="3687" y="20"/>
                </a:lnTo>
                <a:lnTo>
                  <a:pt x="3687" y="0"/>
                </a:lnTo>
                <a:moveTo>
                  <a:pt x="3847" y="0"/>
                </a:moveTo>
                <a:lnTo>
                  <a:pt x="3947" y="0"/>
                </a:lnTo>
                <a:lnTo>
                  <a:pt x="3947" y="20"/>
                </a:lnTo>
                <a:lnTo>
                  <a:pt x="3847" y="20"/>
                </a:lnTo>
                <a:lnTo>
                  <a:pt x="3847" y="0"/>
                </a:lnTo>
                <a:moveTo>
                  <a:pt x="4007" y="0"/>
                </a:moveTo>
                <a:lnTo>
                  <a:pt x="4107" y="0"/>
                </a:lnTo>
                <a:lnTo>
                  <a:pt x="4107" y="20"/>
                </a:lnTo>
                <a:lnTo>
                  <a:pt x="4007" y="20"/>
                </a:lnTo>
                <a:lnTo>
                  <a:pt x="4007" y="0"/>
                </a:lnTo>
                <a:moveTo>
                  <a:pt x="4167" y="0"/>
                </a:moveTo>
                <a:lnTo>
                  <a:pt x="4267" y="0"/>
                </a:lnTo>
                <a:lnTo>
                  <a:pt x="4267" y="20"/>
                </a:lnTo>
                <a:lnTo>
                  <a:pt x="4167" y="20"/>
                </a:lnTo>
                <a:lnTo>
                  <a:pt x="4167" y="0"/>
                </a:lnTo>
                <a:moveTo>
                  <a:pt x="4327" y="0"/>
                </a:moveTo>
                <a:lnTo>
                  <a:pt x="4426" y="0"/>
                </a:lnTo>
                <a:lnTo>
                  <a:pt x="4426" y="20"/>
                </a:lnTo>
                <a:lnTo>
                  <a:pt x="4327" y="20"/>
                </a:lnTo>
                <a:lnTo>
                  <a:pt x="4327" y="0"/>
                </a:lnTo>
                <a:moveTo>
                  <a:pt x="4486" y="0"/>
                </a:moveTo>
                <a:lnTo>
                  <a:pt x="4586" y="0"/>
                </a:lnTo>
                <a:lnTo>
                  <a:pt x="4586" y="20"/>
                </a:lnTo>
                <a:lnTo>
                  <a:pt x="4486" y="20"/>
                </a:lnTo>
                <a:lnTo>
                  <a:pt x="4486" y="0"/>
                </a:lnTo>
                <a:moveTo>
                  <a:pt x="4646" y="0"/>
                </a:moveTo>
                <a:lnTo>
                  <a:pt x="4746" y="0"/>
                </a:lnTo>
                <a:lnTo>
                  <a:pt x="4746" y="20"/>
                </a:lnTo>
                <a:lnTo>
                  <a:pt x="4646" y="20"/>
                </a:lnTo>
                <a:lnTo>
                  <a:pt x="4646" y="0"/>
                </a:lnTo>
                <a:moveTo>
                  <a:pt x="4806" y="0"/>
                </a:moveTo>
                <a:lnTo>
                  <a:pt x="4906" y="0"/>
                </a:lnTo>
                <a:lnTo>
                  <a:pt x="4906" y="20"/>
                </a:lnTo>
                <a:lnTo>
                  <a:pt x="4806" y="20"/>
                </a:lnTo>
                <a:lnTo>
                  <a:pt x="4806" y="0"/>
                </a:lnTo>
                <a:moveTo>
                  <a:pt x="4966" y="0"/>
                </a:moveTo>
                <a:lnTo>
                  <a:pt x="5066" y="0"/>
                </a:lnTo>
                <a:lnTo>
                  <a:pt x="5066" y="20"/>
                </a:lnTo>
                <a:lnTo>
                  <a:pt x="4966" y="20"/>
                </a:lnTo>
                <a:lnTo>
                  <a:pt x="4966" y="0"/>
                </a:lnTo>
                <a:moveTo>
                  <a:pt x="5126" y="0"/>
                </a:moveTo>
                <a:lnTo>
                  <a:pt x="5226" y="0"/>
                </a:lnTo>
                <a:lnTo>
                  <a:pt x="5226" y="20"/>
                </a:lnTo>
                <a:lnTo>
                  <a:pt x="5126" y="20"/>
                </a:lnTo>
                <a:lnTo>
                  <a:pt x="5126" y="0"/>
                </a:lnTo>
                <a:moveTo>
                  <a:pt x="5285" y="0"/>
                </a:moveTo>
                <a:lnTo>
                  <a:pt x="5385" y="0"/>
                </a:lnTo>
                <a:lnTo>
                  <a:pt x="5385" y="20"/>
                </a:lnTo>
                <a:lnTo>
                  <a:pt x="5285" y="20"/>
                </a:lnTo>
                <a:lnTo>
                  <a:pt x="5285" y="0"/>
                </a:lnTo>
                <a:moveTo>
                  <a:pt x="5445" y="0"/>
                </a:moveTo>
                <a:lnTo>
                  <a:pt x="5545" y="0"/>
                </a:lnTo>
                <a:lnTo>
                  <a:pt x="5545" y="20"/>
                </a:lnTo>
                <a:lnTo>
                  <a:pt x="5445" y="20"/>
                </a:lnTo>
                <a:lnTo>
                  <a:pt x="5445" y="0"/>
                </a:lnTo>
                <a:moveTo>
                  <a:pt x="5605" y="0"/>
                </a:moveTo>
                <a:lnTo>
                  <a:pt x="5705" y="0"/>
                </a:lnTo>
                <a:lnTo>
                  <a:pt x="5705" y="20"/>
                </a:lnTo>
                <a:lnTo>
                  <a:pt x="5605" y="20"/>
                </a:lnTo>
                <a:lnTo>
                  <a:pt x="5605" y="0"/>
                </a:lnTo>
                <a:moveTo>
                  <a:pt x="5765" y="0"/>
                </a:moveTo>
                <a:lnTo>
                  <a:pt x="5865" y="0"/>
                </a:lnTo>
                <a:lnTo>
                  <a:pt x="5865" y="20"/>
                </a:lnTo>
                <a:lnTo>
                  <a:pt x="5765" y="20"/>
                </a:lnTo>
                <a:lnTo>
                  <a:pt x="5765" y="0"/>
                </a:lnTo>
                <a:moveTo>
                  <a:pt x="5925" y="0"/>
                </a:moveTo>
                <a:lnTo>
                  <a:pt x="6025" y="0"/>
                </a:lnTo>
                <a:lnTo>
                  <a:pt x="6025" y="20"/>
                </a:lnTo>
                <a:lnTo>
                  <a:pt x="5925" y="20"/>
                </a:lnTo>
                <a:lnTo>
                  <a:pt x="5925" y="0"/>
                </a:lnTo>
                <a:moveTo>
                  <a:pt x="6085" y="0"/>
                </a:moveTo>
                <a:lnTo>
                  <a:pt x="6184" y="0"/>
                </a:lnTo>
                <a:lnTo>
                  <a:pt x="6184" y="20"/>
                </a:lnTo>
                <a:lnTo>
                  <a:pt x="6085" y="20"/>
                </a:lnTo>
                <a:lnTo>
                  <a:pt x="6085" y="0"/>
                </a:lnTo>
                <a:moveTo>
                  <a:pt x="6244" y="0"/>
                </a:moveTo>
                <a:lnTo>
                  <a:pt x="6344" y="0"/>
                </a:lnTo>
                <a:lnTo>
                  <a:pt x="6344" y="20"/>
                </a:lnTo>
                <a:lnTo>
                  <a:pt x="6244" y="20"/>
                </a:lnTo>
                <a:lnTo>
                  <a:pt x="6244" y="0"/>
                </a:lnTo>
                <a:moveTo>
                  <a:pt x="6404" y="0"/>
                </a:moveTo>
                <a:lnTo>
                  <a:pt x="6504" y="0"/>
                </a:lnTo>
                <a:lnTo>
                  <a:pt x="6504" y="20"/>
                </a:lnTo>
                <a:lnTo>
                  <a:pt x="6404" y="20"/>
                </a:lnTo>
                <a:lnTo>
                  <a:pt x="6404" y="0"/>
                </a:lnTo>
                <a:moveTo>
                  <a:pt x="6564" y="0"/>
                </a:moveTo>
                <a:lnTo>
                  <a:pt x="6664" y="0"/>
                </a:lnTo>
                <a:lnTo>
                  <a:pt x="6664" y="20"/>
                </a:lnTo>
                <a:lnTo>
                  <a:pt x="6564" y="20"/>
                </a:lnTo>
                <a:lnTo>
                  <a:pt x="6564" y="0"/>
                </a:lnTo>
                <a:moveTo>
                  <a:pt x="6724" y="0"/>
                </a:moveTo>
                <a:lnTo>
                  <a:pt x="6824" y="0"/>
                </a:lnTo>
                <a:lnTo>
                  <a:pt x="6824" y="20"/>
                </a:lnTo>
                <a:lnTo>
                  <a:pt x="6724" y="20"/>
                </a:lnTo>
                <a:lnTo>
                  <a:pt x="6724" y="0"/>
                </a:lnTo>
                <a:moveTo>
                  <a:pt x="6884" y="0"/>
                </a:moveTo>
                <a:lnTo>
                  <a:pt x="6984" y="0"/>
                </a:lnTo>
                <a:lnTo>
                  <a:pt x="6984" y="20"/>
                </a:lnTo>
                <a:lnTo>
                  <a:pt x="6884" y="20"/>
                </a:lnTo>
                <a:lnTo>
                  <a:pt x="6884" y="0"/>
                </a:lnTo>
                <a:moveTo>
                  <a:pt x="7044" y="0"/>
                </a:moveTo>
                <a:lnTo>
                  <a:pt x="7143" y="0"/>
                </a:lnTo>
                <a:lnTo>
                  <a:pt x="7143" y="20"/>
                </a:lnTo>
                <a:lnTo>
                  <a:pt x="7044" y="20"/>
                </a:lnTo>
                <a:lnTo>
                  <a:pt x="7044" y="0"/>
                </a:lnTo>
                <a:moveTo>
                  <a:pt x="7203" y="0"/>
                </a:moveTo>
                <a:lnTo>
                  <a:pt x="7303" y="0"/>
                </a:lnTo>
                <a:lnTo>
                  <a:pt x="7303" y="20"/>
                </a:lnTo>
                <a:lnTo>
                  <a:pt x="7203" y="20"/>
                </a:lnTo>
                <a:lnTo>
                  <a:pt x="7203" y="0"/>
                </a:lnTo>
                <a:moveTo>
                  <a:pt x="7363" y="0"/>
                </a:moveTo>
                <a:lnTo>
                  <a:pt x="7463" y="0"/>
                </a:lnTo>
                <a:lnTo>
                  <a:pt x="7463" y="20"/>
                </a:lnTo>
                <a:lnTo>
                  <a:pt x="7363" y="20"/>
                </a:lnTo>
                <a:lnTo>
                  <a:pt x="7363" y="0"/>
                </a:lnTo>
                <a:moveTo>
                  <a:pt x="7523" y="0"/>
                </a:moveTo>
                <a:lnTo>
                  <a:pt x="7623" y="0"/>
                </a:lnTo>
                <a:lnTo>
                  <a:pt x="7623" y="20"/>
                </a:lnTo>
                <a:lnTo>
                  <a:pt x="7523" y="20"/>
                </a:lnTo>
                <a:lnTo>
                  <a:pt x="7523" y="0"/>
                </a:lnTo>
                <a:moveTo>
                  <a:pt x="7683" y="0"/>
                </a:moveTo>
                <a:lnTo>
                  <a:pt x="7783" y="0"/>
                </a:lnTo>
                <a:lnTo>
                  <a:pt x="7783" y="20"/>
                </a:lnTo>
                <a:lnTo>
                  <a:pt x="7683" y="20"/>
                </a:lnTo>
                <a:lnTo>
                  <a:pt x="7683" y="0"/>
                </a:lnTo>
                <a:moveTo>
                  <a:pt x="7843" y="0"/>
                </a:moveTo>
                <a:lnTo>
                  <a:pt x="7943" y="0"/>
                </a:lnTo>
                <a:lnTo>
                  <a:pt x="7943" y="20"/>
                </a:lnTo>
                <a:lnTo>
                  <a:pt x="7843" y="20"/>
                </a:lnTo>
                <a:lnTo>
                  <a:pt x="7843" y="0"/>
                </a:lnTo>
                <a:moveTo>
                  <a:pt x="8002" y="0"/>
                </a:moveTo>
                <a:lnTo>
                  <a:pt x="8102" y="0"/>
                </a:lnTo>
                <a:lnTo>
                  <a:pt x="8102" y="20"/>
                </a:lnTo>
                <a:lnTo>
                  <a:pt x="8002" y="20"/>
                </a:lnTo>
                <a:lnTo>
                  <a:pt x="8002" y="0"/>
                </a:lnTo>
                <a:moveTo>
                  <a:pt x="8162" y="0"/>
                </a:moveTo>
                <a:lnTo>
                  <a:pt x="8262" y="0"/>
                </a:lnTo>
                <a:lnTo>
                  <a:pt x="8262" y="20"/>
                </a:lnTo>
                <a:lnTo>
                  <a:pt x="8162" y="20"/>
                </a:lnTo>
                <a:lnTo>
                  <a:pt x="8162" y="0"/>
                </a:lnTo>
                <a:moveTo>
                  <a:pt x="8322" y="0"/>
                </a:moveTo>
                <a:lnTo>
                  <a:pt x="8422" y="0"/>
                </a:lnTo>
                <a:lnTo>
                  <a:pt x="8422" y="20"/>
                </a:lnTo>
                <a:lnTo>
                  <a:pt x="8322" y="20"/>
                </a:lnTo>
                <a:lnTo>
                  <a:pt x="8322" y="0"/>
                </a:lnTo>
                <a:moveTo>
                  <a:pt x="8482" y="0"/>
                </a:moveTo>
                <a:lnTo>
                  <a:pt x="8582" y="0"/>
                </a:lnTo>
                <a:lnTo>
                  <a:pt x="8582" y="20"/>
                </a:lnTo>
                <a:lnTo>
                  <a:pt x="8482" y="20"/>
                </a:lnTo>
                <a:lnTo>
                  <a:pt x="8482" y="0"/>
                </a:lnTo>
                <a:moveTo>
                  <a:pt x="8642" y="0"/>
                </a:moveTo>
                <a:lnTo>
                  <a:pt x="8742" y="0"/>
                </a:lnTo>
                <a:lnTo>
                  <a:pt x="8742" y="20"/>
                </a:lnTo>
                <a:lnTo>
                  <a:pt x="8642" y="20"/>
                </a:lnTo>
                <a:lnTo>
                  <a:pt x="8642" y="0"/>
                </a:lnTo>
                <a:moveTo>
                  <a:pt x="8802" y="0"/>
                </a:moveTo>
                <a:lnTo>
                  <a:pt x="8901" y="0"/>
                </a:lnTo>
                <a:lnTo>
                  <a:pt x="8901" y="20"/>
                </a:lnTo>
                <a:lnTo>
                  <a:pt x="8802" y="20"/>
                </a:lnTo>
                <a:lnTo>
                  <a:pt x="8802" y="0"/>
                </a:lnTo>
                <a:moveTo>
                  <a:pt x="8961" y="0"/>
                </a:moveTo>
                <a:lnTo>
                  <a:pt x="9061" y="0"/>
                </a:lnTo>
                <a:lnTo>
                  <a:pt x="9061" y="20"/>
                </a:lnTo>
                <a:lnTo>
                  <a:pt x="8961" y="20"/>
                </a:lnTo>
                <a:lnTo>
                  <a:pt x="8961" y="0"/>
                </a:lnTo>
                <a:moveTo>
                  <a:pt x="9121" y="0"/>
                </a:moveTo>
                <a:lnTo>
                  <a:pt x="9221" y="0"/>
                </a:lnTo>
                <a:lnTo>
                  <a:pt x="9221" y="20"/>
                </a:lnTo>
                <a:lnTo>
                  <a:pt x="9121" y="20"/>
                </a:lnTo>
                <a:lnTo>
                  <a:pt x="9121" y="0"/>
                </a:lnTo>
                <a:moveTo>
                  <a:pt x="9281" y="0"/>
                </a:moveTo>
                <a:lnTo>
                  <a:pt x="9381" y="0"/>
                </a:lnTo>
                <a:lnTo>
                  <a:pt x="9381" y="20"/>
                </a:lnTo>
                <a:lnTo>
                  <a:pt x="9281" y="20"/>
                </a:lnTo>
                <a:lnTo>
                  <a:pt x="9281" y="0"/>
                </a:lnTo>
                <a:moveTo>
                  <a:pt x="9441" y="0"/>
                </a:moveTo>
                <a:lnTo>
                  <a:pt x="9541" y="0"/>
                </a:lnTo>
                <a:lnTo>
                  <a:pt x="9541" y="20"/>
                </a:lnTo>
                <a:lnTo>
                  <a:pt x="9441" y="20"/>
                </a:lnTo>
                <a:lnTo>
                  <a:pt x="9441" y="0"/>
                </a:lnTo>
                <a:moveTo>
                  <a:pt x="9601" y="0"/>
                </a:moveTo>
                <a:lnTo>
                  <a:pt x="9701" y="0"/>
                </a:lnTo>
                <a:lnTo>
                  <a:pt x="9701" y="20"/>
                </a:lnTo>
                <a:lnTo>
                  <a:pt x="9601" y="20"/>
                </a:lnTo>
                <a:lnTo>
                  <a:pt x="9601" y="0"/>
                </a:lnTo>
                <a:moveTo>
                  <a:pt x="9761" y="0"/>
                </a:moveTo>
                <a:lnTo>
                  <a:pt x="9860" y="0"/>
                </a:lnTo>
                <a:lnTo>
                  <a:pt x="9860" y="20"/>
                </a:lnTo>
                <a:lnTo>
                  <a:pt x="9761" y="20"/>
                </a:lnTo>
                <a:lnTo>
                  <a:pt x="9761" y="0"/>
                </a:lnTo>
                <a:moveTo>
                  <a:pt x="9920" y="0"/>
                </a:moveTo>
                <a:lnTo>
                  <a:pt x="10020" y="0"/>
                </a:lnTo>
                <a:lnTo>
                  <a:pt x="10020" y="20"/>
                </a:lnTo>
                <a:lnTo>
                  <a:pt x="9920" y="20"/>
                </a:lnTo>
                <a:lnTo>
                  <a:pt x="9920" y="0"/>
                </a:lnTo>
                <a:moveTo>
                  <a:pt x="10080" y="0"/>
                </a:moveTo>
                <a:lnTo>
                  <a:pt x="10180" y="0"/>
                </a:lnTo>
                <a:lnTo>
                  <a:pt x="10180" y="20"/>
                </a:lnTo>
                <a:lnTo>
                  <a:pt x="10080" y="20"/>
                </a:lnTo>
                <a:lnTo>
                  <a:pt x="10080" y="0"/>
                </a:lnTo>
                <a:moveTo>
                  <a:pt x="10240" y="0"/>
                </a:moveTo>
                <a:lnTo>
                  <a:pt x="10340" y="0"/>
                </a:lnTo>
                <a:lnTo>
                  <a:pt x="10340" y="20"/>
                </a:lnTo>
                <a:lnTo>
                  <a:pt x="10240" y="20"/>
                </a:lnTo>
                <a:lnTo>
                  <a:pt x="10240" y="0"/>
                </a:lnTo>
                <a:moveTo>
                  <a:pt x="10400" y="0"/>
                </a:moveTo>
                <a:lnTo>
                  <a:pt x="10500" y="0"/>
                </a:lnTo>
                <a:lnTo>
                  <a:pt x="10500" y="20"/>
                </a:lnTo>
                <a:lnTo>
                  <a:pt x="10400" y="20"/>
                </a:lnTo>
                <a:lnTo>
                  <a:pt x="10400" y="0"/>
                </a:lnTo>
                <a:moveTo>
                  <a:pt x="10560" y="0"/>
                </a:moveTo>
                <a:lnTo>
                  <a:pt x="10660" y="0"/>
                </a:lnTo>
                <a:lnTo>
                  <a:pt x="10660" y="20"/>
                </a:lnTo>
                <a:lnTo>
                  <a:pt x="10560" y="20"/>
                </a:lnTo>
                <a:lnTo>
                  <a:pt x="10560" y="0"/>
                </a:lnTo>
                <a:moveTo>
                  <a:pt x="10719" y="0"/>
                </a:moveTo>
                <a:lnTo>
                  <a:pt x="10819" y="0"/>
                </a:lnTo>
                <a:lnTo>
                  <a:pt x="10819" y="20"/>
                </a:lnTo>
                <a:lnTo>
                  <a:pt x="10719" y="20"/>
                </a:lnTo>
                <a:lnTo>
                  <a:pt x="10719" y="0"/>
                </a:lnTo>
                <a:moveTo>
                  <a:pt x="10879" y="0"/>
                </a:moveTo>
                <a:lnTo>
                  <a:pt x="10979" y="0"/>
                </a:lnTo>
                <a:lnTo>
                  <a:pt x="10979" y="20"/>
                </a:lnTo>
                <a:lnTo>
                  <a:pt x="10879" y="20"/>
                </a:lnTo>
                <a:lnTo>
                  <a:pt x="10879" y="0"/>
                </a:lnTo>
                <a:moveTo>
                  <a:pt x="11039" y="0"/>
                </a:moveTo>
                <a:lnTo>
                  <a:pt x="11139" y="0"/>
                </a:lnTo>
                <a:lnTo>
                  <a:pt x="11139" y="20"/>
                </a:lnTo>
                <a:lnTo>
                  <a:pt x="11039" y="20"/>
                </a:lnTo>
                <a:lnTo>
                  <a:pt x="11039" y="0"/>
                </a:lnTo>
                <a:moveTo>
                  <a:pt x="11199" y="0"/>
                </a:moveTo>
                <a:lnTo>
                  <a:pt x="11299" y="0"/>
                </a:lnTo>
                <a:lnTo>
                  <a:pt x="11299" y="20"/>
                </a:lnTo>
                <a:lnTo>
                  <a:pt x="11199" y="20"/>
                </a:lnTo>
                <a:lnTo>
                  <a:pt x="11199" y="0"/>
                </a:lnTo>
                <a:moveTo>
                  <a:pt x="11359" y="0"/>
                </a:moveTo>
                <a:lnTo>
                  <a:pt x="11459" y="0"/>
                </a:lnTo>
                <a:lnTo>
                  <a:pt x="11459" y="20"/>
                </a:lnTo>
                <a:lnTo>
                  <a:pt x="11359" y="20"/>
                </a:lnTo>
                <a:lnTo>
                  <a:pt x="11359" y="0"/>
                </a:lnTo>
                <a:moveTo>
                  <a:pt x="11519" y="0"/>
                </a:moveTo>
                <a:lnTo>
                  <a:pt x="11618" y="0"/>
                </a:lnTo>
                <a:lnTo>
                  <a:pt x="11618" y="20"/>
                </a:lnTo>
                <a:lnTo>
                  <a:pt x="11519" y="20"/>
                </a:lnTo>
                <a:lnTo>
                  <a:pt x="11519" y="0"/>
                </a:lnTo>
                <a:moveTo>
                  <a:pt x="11678" y="0"/>
                </a:moveTo>
                <a:lnTo>
                  <a:pt x="11778" y="0"/>
                </a:lnTo>
                <a:lnTo>
                  <a:pt x="11778" y="20"/>
                </a:lnTo>
                <a:lnTo>
                  <a:pt x="11678" y="20"/>
                </a:lnTo>
                <a:lnTo>
                  <a:pt x="11678" y="0"/>
                </a:lnTo>
                <a:moveTo>
                  <a:pt x="11838" y="0"/>
                </a:moveTo>
                <a:lnTo>
                  <a:pt x="11938" y="0"/>
                </a:lnTo>
                <a:lnTo>
                  <a:pt x="11938" y="20"/>
                </a:lnTo>
                <a:lnTo>
                  <a:pt x="11838" y="20"/>
                </a:lnTo>
                <a:lnTo>
                  <a:pt x="11838" y="0"/>
                </a:lnTo>
                <a:moveTo>
                  <a:pt x="11998" y="0"/>
                </a:moveTo>
                <a:lnTo>
                  <a:pt x="12098" y="0"/>
                </a:lnTo>
                <a:lnTo>
                  <a:pt x="12098" y="20"/>
                </a:lnTo>
                <a:lnTo>
                  <a:pt x="11998" y="20"/>
                </a:lnTo>
                <a:lnTo>
                  <a:pt x="11998" y="0"/>
                </a:lnTo>
                <a:moveTo>
                  <a:pt x="12158" y="0"/>
                </a:moveTo>
                <a:lnTo>
                  <a:pt x="12258" y="0"/>
                </a:lnTo>
                <a:lnTo>
                  <a:pt x="12258" y="20"/>
                </a:lnTo>
                <a:lnTo>
                  <a:pt x="12158" y="20"/>
                </a:lnTo>
                <a:lnTo>
                  <a:pt x="12158" y="0"/>
                </a:lnTo>
                <a:moveTo>
                  <a:pt x="12318" y="0"/>
                </a:moveTo>
                <a:lnTo>
                  <a:pt x="12418" y="0"/>
                </a:lnTo>
                <a:lnTo>
                  <a:pt x="12418" y="20"/>
                </a:lnTo>
                <a:lnTo>
                  <a:pt x="12318" y="20"/>
                </a:lnTo>
                <a:lnTo>
                  <a:pt x="12318" y="0"/>
                </a:lnTo>
                <a:moveTo>
                  <a:pt x="12477" y="0"/>
                </a:moveTo>
                <a:lnTo>
                  <a:pt x="12577" y="0"/>
                </a:lnTo>
                <a:lnTo>
                  <a:pt x="12577" y="20"/>
                </a:lnTo>
                <a:lnTo>
                  <a:pt x="12477" y="20"/>
                </a:lnTo>
                <a:lnTo>
                  <a:pt x="12477" y="0"/>
                </a:lnTo>
                <a:moveTo>
                  <a:pt x="12637" y="0"/>
                </a:moveTo>
                <a:lnTo>
                  <a:pt x="12667" y="0"/>
                </a:lnTo>
                <a:lnTo>
                  <a:pt x="12667" y="90"/>
                </a:lnTo>
                <a:lnTo>
                  <a:pt x="12647" y="90"/>
                </a:lnTo>
                <a:lnTo>
                  <a:pt x="12647" y="10"/>
                </a:lnTo>
                <a:lnTo>
                  <a:pt x="12657" y="10"/>
                </a:lnTo>
                <a:lnTo>
                  <a:pt x="12657" y="20"/>
                </a:lnTo>
                <a:lnTo>
                  <a:pt x="12637" y="20"/>
                </a:lnTo>
                <a:lnTo>
                  <a:pt x="12637" y="0"/>
                </a:lnTo>
                <a:moveTo>
                  <a:pt x="12667" y="150"/>
                </a:moveTo>
                <a:lnTo>
                  <a:pt x="12667" y="250"/>
                </a:lnTo>
                <a:lnTo>
                  <a:pt x="12647" y="250"/>
                </a:lnTo>
                <a:lnTo>
                  <a:pt x="12647" y="150"/>
                </a:lnTo>
                <a:lnTo>
                  <a:pt x="12667" y="150"/>
                </a:lnTo>
                <a:moveTo>
                  <a:pt x="12667" y="310"/>
                </a:moveTo>
                <a:lnTo>
                  <a:pt x="12667" y="409"/>
                </a:lnTo>
                <a:lnTo>
                  <a:pt x="12647" y="409"/>
                </a:lnTo>
                <a:lnTo>
                  <a:pt x="12647" y="310"/>
                </a:lnTo>
                <a:lnTo>
                  <a:pt x="12667" y="310"/>
                </a:lnTo>
                <a:moveTo>
                  <a:pt x="12667" y="469"/>
                </a:moveTo>
                <a:lnTo>
                  <a:pt x="12667" y="569"/>
                </a:lnTo>
                <a:lnTo>
                  <a:pt x="12647" y="569"/>
                </a:lnTo>
                <a:lnTo>
                  <a:pt x="12647" y="469"/>
                </a:lnTo>
                <a:lnTo>
                  <a:pt x="12667" y="469"/>
                </a:lnTo>
                <a:moveTo>
                  <a:pt x="12667" y="630"/>
                </a:moveTo>
                <a:lnTo>
                  <a:pt x="12667" y="730"/>
                </a:lnTo>
                <a:lnTo>
                  <a:pt x="12647" y="730"/>
                </a:lnTo>
                <a:lnTo>
                  <a:pt x="12647" y="630"/>
                </a:lnTo>
                <a:lnTo>
                  <a:pt x="12667" y="630"/>
                </a:lnTo>
                <a:moveTo>
                  <a:pt x="12667" y="790"/>
                </a:moveTo>
                <a:lnTo>
                  <a:pt x="12667" y="890"/>
                </a:lnTo>
                <a:lnTo>
                  <a:pt x="12647" y="890"/>
                </a:lnTo>
                <a:lnTo>
                  <a:pt x="12647" y="790"/>
                </a:lnTo>
                <a:lnTo>
                  <a:pt x="12667" y="790"/>
                </a:lnTo>
                <a:moveTo>
                  <a:pt x="12667" y="950"/>
                </a:moveTo>
                <a:lnTo>
                  <a:pt x="12667" y="980"/>
                </a:lnTo>
                <a:lnTo>
                  <a:pt x="12577" y="980"/>
                </a:lnTo>
                <a:lnTo>
                  <a:pt x="12577" y="960"/>
                </a:lnTo>
                <a:lnTo>
                  <a:pt x="12657" y="960"/>
                </a:lnTo>
                <a:lnTo>
                  <a:pt x="12657" y="970"/>
                </a:lnTo>
                <a:lnTo>
                  <a:pt x="12647" y="970"/>
                </a:lnTo>
                <a:lnTo>
                  <a:pt x="12647" y="950"/>
                </a:lnTo>
                <a:lnTo>
                  <a:pt x="12667" y="950"/>
                </a:lnTo>
                <a:moveTo>
                  <a:pt x="12517" y="980"/>
                </a:moveTo>
                <a:lnTo>
                  <a:pt x="12418" y="980"/>
                </a:lnTo>
                <a:lnTo>
                  <a:pt x="12418" y="960"/>
                </a:lnTo>
                <a:lnTo>
                  <a:pt x="12517" y="960"/>
                </a:lnTo>
                <a:lnTo>
                  <a:pt x="12517" y="980"/>
                </a:lnTo>
                <a:moveTo>
                  <a:pt x="12358" y="980"/>
                </a:moveTo>
                <a:lnTo>
                  <a:pt x="12258" y="980"/>
                </a:lnTo>
                <a:lnTo>
                  <a:pt x="12258" y="960"/>
                </a:lnTo>
                <a:lnTo>
                  <a:pt x="12358" y="960"/>
                </a:lnTo>
                <a:lnTo>
                  <a:pt x="12358" y="980"/>
                </a:lnTo>
                <a:moveTo>
                  <a:pt x="12198" y="980"/>
                </a:moveTo>
                <a:lnTo>
                  <a:pt x="12098" y="980"/>
                </a:lnTo>
                <a:lnTo>
                  <a:pt x="12098" y="960"/>
                </a:lnTo>
                <a:lnTo>
                  <a:pt x="12198" y="960"/>
                </a:lnTo>
                <a:lnTo>
                  <a:pt x="12198" y="980"/>
                </a:lnTo>
                <a:moveTo>
                  <a:pt x="12038" y="980"/>
                </a:moveTo>
                <a:lnTo>
                  <a:pt x="11938" y="980"/>
                </a:lnTo>
                <a:lnTo>
                  <a:pt x="11938" y="960"/>
                </a:lnTo>
                <a:lnTo>
                  <a:pt x="12038" y="960"/>
                </a:lnTo>
                <a:lnTo>
                  <a:pt x="12038" y="980"/>
                </a:lnTo>
                <a:moveTo>
                  <a:pt x="11878" y="980"/>
                </a:moveTo>
                <a:lnTo>
                  <a:pt x="11778" y="980"/>
                </a:lnTo>
                <a:lnTo>
                  <a:pt x="11778" y="960"/>
                </a:lnTo>
                <a:lnTo>
                  <a:pt x="11878" y="960"/>
                </a:lnTo>
                <a:lnTo>
                  <a:pt x="11878" y="980"/>
                </a:lnTo>
                <a:moveTo>
                  <a:pt x="11718" y="980"/>
                </a:moveTo>
                <a:lnTo>
                  <a:pt x="11618" y="980"/>
                </a:lnTo>
                <a:lnTo>
                  <a:pt x="11618" y="960"/>
                </a:lnTo>
                <a:lnTo>
                  <a:pt x="11718" y="960"/>
                </a:lnTo>
                <a:lnTo>
                  <a:pt x="11718" y="980"/>
                </a:lnTo>
                <a:moveTo>
                  <a:pt x="11559" y="980"/>
                </a:moveTo>
                <a:lnTo>
                  <a:pt x="11459" y="980"/>
                </a:lnTo>
                <a:lnTo>
                  <a:pt x="11459" y="960"/>
                </a:lnTo>
                <a:lnTo>
                  <a:pt x="11559" y="960"/>
                </a:lnTo>
                <a:lnTo>
                  <a:pt x="11559" y="980"/>
                </a:lnTo>
                <a:moveTo>
                  <a:pt x="11399" y="980"/>
                </a:moveTo>
                <a:lnTo>
                  <a:pt x="11299" y="980"/>
                </a:lnTo>
                <a:lnTo>
                  <a:pt x="11299" y="960"/>
                </a:lnTo>
                <a:lnTo>
                  <a:pt x="11399" y="960"/>
                </a:lnTo>
                <a:lnTo>
                  <a:pt x="11399" y="980"/>
                </a:lnTo>
                <a:moveTo>
                  <a:pt x="11239" y="980"/>
                </a:moveTo>
                <a:lnTo>
                  <a:pt x="11139" y="980"/>
                </a:lnTo>
                <a:lnTo>
                  <a:pt x="11139" y="960"/>
                </a:lnTo>
                <a:lnTo>
                  <a:pt x="11239" y="960"/>
                </a:lnTo>
                <a:lnTo>
                  <a:pt x="11239" y="980"/>
                </a:lnTo>
                <a:moveTo>
                  <a:pt x="11079" y="980"/>
                </a:moveTo>
                <a:lnTo>
                  <a:pt x="10979" y="980"/>
                </a:lnTo>
                <a:lnTo>
                  <a:pt x="10979" y="960"/>
                </a:lnTo>
                <a:lnTo>
                  <a:pt x="11079" y="960"/>
                </a:lnTo>
                <a:lnTo>
                  <a:pt x="11079" y="980"/>
                </a:lnTo>
                <a:moveTo>
                  <a:pt x="10919" y="980"/>
                </a:moveTo>
                <a:lnTo>
                  <a:pt x="10819" y="980"/>
                </a:lnTo>
                <a:lnTo>
                  <a:pt x="10819" y="960"/>
                </a:lnTo>
                <a:lnTo>
                  <a:pt x="10919" y="960"/>
                </a:lnTo>
                <a:lnTo>
                  <a:pt x="10919" y="980"/>
                </a:lnTo>
                <a:moveTo>
                  <a:pt x="10759" y="980"/>
                </a:moveTo>
                <a:lnTo>
                  <a:pt x="10660" y="980"/>
                </a:lnTo>
                <a:lnTo>
                  <a:pt x="10660" y="960"/>
                </a:lnTo>
                <a:lnTo>
                  <a:pt x="10759" y="960"/>
                </a:lnTo>
                <a:lnTo>
                  <a:pt x="10759" y="980"/>
                </a:lnTo>
                <a:moveTo>
                  <a:pt x="10600" y="980"/>
                </a:moveTo>
                <a:lnTo>
                  <a:pt x="10500" y="980"/>
                </a:lnTo>
                <a:lnTo>
                  <a:pt x="10500" y="960"/>
                </a:lnTo>
                <a:lnTo>
                  <a:pt x="10600" y="960"/>
                </a:lnTo>
                <a:lnTo>
                  <a:pt x="10600" y="980"/>
                </a:lnTo>
                <a:moveTo>
                  <a:pt x="10440" y="980"/>
                </a:moveTo>
                <a:lnTo>
                  <a:pt x="10340" y="980"/>
                </a:lnTo>
                <a:lnTo>
                  <a:pt x="10340" y="960"/>
                </a:lnTo>
                <a:lnTo>
                  <a:pt x="10440" y="960"/>
                </a:lnTo>
                <a:lnTo>
                  <a:pt x="10440" y="980"/>
                </a:lnTo>
                <a:moveTo>
                  <a:pt x="10280" y="980"/>
                </a:moveTo>
                <a:lnTo>
                  <a:pt x="10180" y="980"/>
                </a:lnTo>
                <a:lnTo>
                  <a:pt x="10180" y="960"/>
                </a:lnTo>
                <a:lnTo>
                  <a:pt x="10280" y="960"/>
                </a:lnTo>
                <a:lnTo>
                  <a:pt x="10280" y="980"/>
                </a:lnTo>
                <a:moveTo>
                  <a:pt x="10120" y="980"/>
                </a:moveTo>
                <a:lnTo>
                  <a:pt x="10020" y="980"/>
                </a:lnTo>
                <a:lnTo>
                  <a:pt x="10020" y="960"/>
                </a:lnTo>
                <a:lnTo>
                  <a:pt x="10120" y="960"/>
                </a:lnTo>
                <a:lnTo>
                  <a:pt x="10120" y="980"/>
                </a:lnTo>
                <a:moveTo>
                  <a:pt x="9960" y="980"/>
                </a:moveTo>
                <a:lnTo>
                  <a:pt x="9860" y="980"/>
                </a:lnTo>
                <a:lnTo>
                  <a:pt x="9860" y="960"/>
                </a:lnTo>
                <a:lnTo>
                  <a:pt x="9960" y="960"/>
                </a:lnTo>
                <a:lnTo>
                  <a:pt x="9960" y="980"/>
                </a:lnTo>
                <a:moveTo>
                  <a:pt x="9800" y="980"/>
                </a:moveTo>
                <a:lnTo>
                  <a:pt x="9701" y="980"/>
                </a:lnTo>
                <a:lnTo>
                  <a:pt x="9701" y="960"/>
                </a:lnTo>
                <a:lnTo>
                  <a:pt x="9800" y="960"/>
                </a:lnTo>
                <a:lnTo>
                  <a:pt x="9800" y="980"/>
                </a:lnTo>
                <a:moveTo>
                  <a:pt x="9641" y="980"/>
                </a:moveTo>
                <a:lnTo>
                  <a:pt x="9541" y="980"/>
                </a:lnTo>
                <a:lnTo>
                  <a:pt x="9541" y="960"/>
                </a:lnTo>
                <a:lnTo>
                  <a:pt x="9641" y="960"/>
                </a:lnTo>
                <a:lnTo>
                  <a:pt x="9641" y="980"/>
                </a:lnTo>
                <a:moveTo>
                  <a:pt x="9481" y="980"/>
                </a:moveTo>
                <a:lnTo>
                  <a:pt x="9381" y="980"/>
                </a:lnTo>
                <a:lnTo>
                  <a:pt x="9381" y="960"/>
                </a:lnTo>
                <a:lnTo>
                  <a:pt x="9481" y="960"/>
                </a:lnTo>
                <a:lnTo>
                  <a:pt x="9481" y="980"/>
                </a:lnTo>
                <a:moveTo>
                  <a:pt x="9321" y="980"/>
                </a:moveTo>
                <a:lnTo>
                  <a:pt x="9221" y="980"/>
                </a:lnTo>
                <a:lnTo>
                  <a:pt x="9221" y="960"/>
                </a:lnTo>
                <a:lnTo>
                  <a:pt x="9321" y="960"/>
                </a:lnTo>
                <a:lnTo>
                  <a:pt x="9321" y="980"/>
                </a:lnTo>
                <a:moveTo>
                  <a:pt x="9161" y="980"/>
                </a:moveTo>
                <a:lnTo>
                  <a:pt x="9061" y="980"/>
                </a:lnTo>
                <a:lnTo>
                  <a:pt x="9061" y="960"/>
                </a:lnTo>
                <a:lnTo>
                  <a:pt x="9161" y="960"/>
                </a:lnTo>
                <a:lnTo>
                  <a:pt x="9161" y="980"/>
                </a:lnTo>
                <a:moveTo>
                  <a:pt x="9001" y="980"/>
                </a:moveTo>
                <a:lnTo>
                  <a:pt x="8901" y="980"/>
                </a:lnTo>
                <a:lnTo>
                  <a:pt x="8901" y="960"/>
                </a:lnTo>
                <a:lnTo>
                  <a:pt x="9001" y="960"/>
                </a:lnTo>
                <a:lnTo>
                  <a:pt x="9001" y="980"/>
                </a:lnTo>
                <a:moveTo>
                  <a:pt x="8842" y="980"/>
                </a:moveTo>
                <a:lnTo>
                  <a:pt x="8742" y="980"/>
                </a:lnTo>
                <a:lnTo>
                  <a:pt x="8742" y="960"/>
                </a:lnTo>
                <a:lnTo>
                  <a:pt x="8842" y="960"/>
                </a:lnTo>
                <a:lnTo>
                  <a:pt x="8842" y="980"/>
                </a:lnTo>
                <a:moveTo>
                  <a:pt x="8682" y="980"/>
                </a:moveTo>
                <a:lnTo>
                  <a:pt x="8582" y="980"/>
                </a:lnTo>
                <a:lnTo>
                  <a:pt x="8582" y="960"/>
                </a:lnTo>
                <a:lnTo>
                  <a:pt x="8682" y="960"/>
                </a:lnTo>
                <a:lnTo>
                  <a:pt x="8682" y="980"/>
                </a:lnTo>
                <a:moveTo>
                  <a:pt x="8522" y="980"/>
                </a:moveTo>
                <a:lnTo>
                  <a:pt x="8422" y="980"/>
                </a:lnTo>
                <a:lnTo>
                  <a:pt x="8422" y="960"/>
                </a:lnTo>
                <a:lnTo>
                  <a:pt x="8522" y="960"/>
                </a:lnTo>
                <a:lnTo>
                  <a:pt x="8522" y="980"/>
                </a:lnTo>
                <a:moveTo>
                  <a:pt x="8362" y="980"/>
                </a:moveTo>
                <a:lnTo>
                  <a:pt x="8262" y="980"/>
                </a:lnTo>
                <a:lnTo>
                  <a:pt x="8262" y="960"/>
                </a:lnTo>
                <a:lnTo>
                  <a:pt x="8362" y="960"/>
                </a:lnTo>
                <a:lnTo>
                  <a:pt x="8362" y="980"/>
                </a:lnTo>
                <a:moveTo>
                  <a:pt x="8202" y="980"/>
                </a:moveTo>
                <a:lnTo>
                  <a:pt x="8102" y="980"/>
                </a:lnTo>
                <a:lnTo>
                  <a:pt x="8102" y="960"/>
                </a:lnTo>
                <a:lnTo>
                  <a:pt x="8202" y="960"/>
                </a:lnTo>
                <a:lnTo>
                  <a:pt x="8202" y="980"/>
                </a:lnTo>
                <a:moveTo>
                  <a:pt x="8042" y="980"/>
                </a:moveTo>
                <a:lnTo>
                  <a:pt x="7943" y="980"/>
                </a:lnTo>
                <a:lnTo>
                  <a:pt x="7943" y="960"/>
                </a:lnTo>
                <a:lnTo>
                  <a:pt x="8042" y="960"/>
                </a:lnTo>
                <a:lnTo>
                  <a:pt x="8042" y="980"/>
                </a:lnTo>
                <a:moveTo>
                  <a:pt x="7883" y="980"/>
                </a:moveTo>
                <a:lnTo>
                  <a:pt x="7783" y="980"/>
                </a:lnTo>
                <a:lnTo>
                  <a:pt x="7783" y="960"/>
                </a:lnTo>
                <a:lnTo>
                  <a:pt x="7883" y="960"/>
                </a:lnTo>
                <a:lnTo>
                  <a:pt x="7883" y="980"/>
                </a:lnTo>
                <a:moveTo>
                  <a:pt x="7723" y="980"/>
                </a:moveTo>
                <a:lnTo>
                  <a:pt x="7623" y="980"/>
                </a:lnTo>
                <a:lnTo>
                  <a:pt x="7623" y="960"/>
                </a:lnTo>
                <a:lnTo>
                  <a:pt x="7723" y="960"/>
                </a:lnTo>
                <a:lnTo>
                  <a:pt x="7723" y="980"/>
                </a:lnTo>
                <a:moveTo>
                  <a:pt x="7563" y="980"/>
                </a:moveTo>
                <a:lnTo>
                  <a:pt x="7463" y="980"/>
                </a:lnTo>
                <a:lnTo>
                  <a:pt x="7463" y="960"/>
                </a:lnTo>
                <a:lnTo>
                  <a:pt x="7563" y="960"/>
                </a:lnTo>
                <a:lnTo>
                  <a:pt x="7563" y="980"/>
                </a:lnTo>
                <a:moveTo>
                  <a:pt x="7403" y="980"/>
                </a:moveTo>
                <a:lnTo>
                  <a:pt x="7303" y="980"/>
                </a:lnTo>
                <a:lnTo>
                  <a:pt x="7303" y="960"/>
                </a:lnTo>
                <a:lnTo>
                  <a:pt x="7403" y="960"/>
                </a:lnTo>
                <a:lnTo>
                  <a:pt x="7403" y="980"/>
                </a:lnTo>
                <a:moveTo>
                  <a:pt x="7243" y="980"/>
                </a:moveTo>
                <a:lnTo>
                  <a:pt x="7143" y="980"/>
                </a:lnTo>
                <a:lnTo>
                  <a:pt x="7143" y="960"/>
                </a:lnTo>
                <a:lnTo>
                  <a:pt x="7243" y="960"/>
                </a:lnTo>
                <a:lnTo>
                  <a:pt x="7243" y="980"/>
                </a:lnTo>
                <a:moveTo>
                  <a:pt x="7083" y="980"/>
                </a:moveTo>
                <a:lnTo>
                  <a:pt x="6984" y="980"/>
                </a:lnTo>
                <a:lnTo>
                  <a:pt x="6984" y="960"/>
                </a:lnTo>
                <a:lnTo>
                  <a:pt x="7083" y="960"/>
                </a:lnTo>
                <a:lnTo>
                  <a:pt x="7083" y="980"/>
                </a:lnTo>
                <a:moveTo>
                  <a:pt x="6924" y="980"/>
                </a:moveTo>
                <a:lnTo>
                  <a:pt x="6824" y="980"/>
                </a:lnTo>
                <a:lnTo>
                  <a:pt x="6824" y="960"/>
                </a:lnTo>
                <a:lnTo>
                  <a:pt x="6924" y="960"/>
                </a:lnTo>
                <a:lnTo>
                  <a:pt x="6924" y="980"/>
                </a:lnTo>
                <a:moveTo>
                  <a:pt x="6764" y="980"/>
                </a:moveTo>
                <a:lnTo>
                  <a:pt x="6664" y="980"/>
                </a:lnTo>
                <a:lnTo>
                  <a:pt x="6664" y="960"/>
                </a:lnTo>
                <a:lnTo>
                  <a:pt x="6764" y="960"/>
                </a:lnTo>
                <a:lnTo>
                  <a:pt x="6764" y="980"/>
                </a:lnTo>
                <a:moveTo>
                  <a:pt x="6604" y="980"/>
                </a:moveTo>
                <a:lnTo>
                  <a:pt x="6504" y="980"/>
                </a:lnTo>
                <a:lnTo>
                  <a:pt x="6504" y="960"/>
                </a:lnTo>
                <a:lnTo>
                  <a:pt x="6604" y="960"/>
                </a:lnTo>
                <a:lnTo>
                  <a:pt x="6604" y="980"/>
                </a:lnTo>
                <a:moveTo>
                  <a:pt x="6444" y="980"/>
                </a:moveTo>
                <a:lnTo>
                  <a:pt x="6344" y="980"/>
                </a:lnTo>
                <a:lnTo>
                  <a:pt x="6344" y="960"/>
                </a:lnTo>
                <a:lnTo>
                  <a:pt x="6444" y="960"/>
                </a:lnTo>
                <a:lnTo>
                  <a:pt x="6444" y="980"/>
                </a:lnTo>
                <a:moveTo>
                  <a:pt x="6284" y="980"/>
                </a:moveTo>
                <a:lnTo>
                  <a:pt x="6184" y="980"/>
                </a:lnTo>
                <a:lnTo>
                  <a:pt x="6184" y="960"/>
                </a:lnTo>
                <a:lnTo>
                  <a:pt x="6284" y="960"/>
                </a:lnTo>
                <a:lnTo>
                  <a:pt x="6284" y="980"/>
                </a:lnTo>
                <a:moveTo>
                  <a:pt x="6125" y="980"/>
                </a:moveTo>
                <a:lnTo>
                  <a:pt x="6025" y="980"/>
                </a:lnTo>
                <a:lnTo>
                  <a:pt x="6025" y="960"/>
                </a:lnTo>
                <a:lnTo>
                  <a:pt x="6125" y="960"/>
                </a:lnTo>
                <a:lnTo>
                  <a:pt x="6125" y="980"/>
                </a:lnTo>
                <a:moveTo>
                  <a:pt x="5965" y="980"/>
                </a:moveTo>
                <a:lnTo>
                  <a:pt x="5865" y="980"/>
                </a:lnTo>
                <a:lnTo>
                  <a:pt x="5865" y="960"/>
                </a:lnTo>
                <a:lnTo>
                  <a:pt x="5965" y="960"/>
                </a:lnTo>
                <a:lnTo>
                  <a:pt x="5965" y="980"/>
                </a:lnTo>
                <a:moveTo>
                  <a:pt x="5805" y="980"/>
                </a:moveTo>
                <a:lnTo>
                  <a:pt x="5705" y="980"/>
                </a:lnTo>
                <a:lnTo>
                  <a:pt x="5705" y="960"/>
                </a:lnTo>
                <a:lnTo>
                  <a:pt x="5805" y="960"/>
                </a:lnTo>
                <a:lnTo>
                  <a:pt x="5805" y="980"/>
                </a:lnTo>
                <a:moveTo>
                  <a:pt x="5645" y="980"/>
                </a:moveTo>
                <a:lnTo>
                  <a:pt x="5545" y="980"/>
                </a:lnTo>
                <a:lnTo>
                  <a:pt x="5545" y="960"/>
                </a:lnTo>
                <a:lnTo>
                  <a:pt x="5645" y="960"/>
                </a:lnTo>
                <a:lnTo>
                  <a:pt x="5645" y="980"/>
                </a:lnTo>
                <a:moveTo>
                  <a:pt x="5485" y="980"/>
                </a:moveTo>
                <a:lnTo>
                  <a:pt x="5385" y="980"/>
                </a:lnTo>
                <a:lnTo>
                  <a:pt x="5385" y="960"/>
                </a:lnTo>
                <a:lnTo>
                  <a:pt x="5485" y="960"/>
                </a:lnTo>
                <a:lnTo>
                  <a:pt x="5485" y="980"/>
                </a:lnTo>
                <a:moveTo>
                  <a:pt x="5325" y="980"/>
                </a:moveTo>
                <a:lnTo>
                  <a:pt x="5226" y="980"/>
                </a:lnTo>
                <a:lnTo>
                  <a:pt x="5226" y="960"/>
                </a:lnTo>
                <a:lnTo>
                  <a:pt x="5325" y="960"/>
                </a:lnTo>
                <a:lnTo>
                  <a:pt x="5325" y="980"/>
                </a:lnTo>
                <a:moveTo>
                  <a:pt x="5166" y="980"/>
                </a:moveTo>
                <a:lnTo>
                  <a:pt x="5066" y="980"/>
                </a:lnTo>
                <a:lnTo>
                  <a:pt x="5066" y="960"/>
                </a:lnTo>
                <a:lnTo>
                  <a:pt x="5166" y="960"/>
                </a:lnTo>
                <a:lnTo>
                  <a:pt x="5166" y="980"/>
                </a:lnTo>
                <a:moveTo>
                  <a:pt x="5006" y="980"/>
                </a:moveTo>
                <a:lnTo>
                  <a:pt x="4906" y="980"/>
                </a:lnTo>
                <a:lnTo>
                  <a:pt x="4906" y="960"/>
                </a:lnTo>
                <a:lnTo>
                  <a:pt x="5006" y="960"/>
                </a:lnTo>
                <a:lnTo>
                  <a:pt x="5006" y="980"/>
                </a:lnTo>
                <a:moveTo>
                  <a:pt x="4846" y="980"/>
                </a:moveTo>
                <a:lnTo>
                  <a:pt x="4746" y="980"/>
                </a:lnTo>
                <a:lnTo>
                  <a:pt x="4746" y="960"/>
                </a:lnTo>
                <a:lnTo>
                  <a:pt x="4846" y="960"/>
                </a:lnTo>
                <a:lnTo>
                  <a:pt x="4846" y="980"/>
                </a:lnTo>
                <a:moveTo>
                  <a:pt x="4686" y="980"/>
                </a:moveTo>
                <a:lnTo>
                  <a:pt x="4586" y="980"/>
                </a:lnTo>
                <a:lnTo>
                  <a:pt x="4586" y="960"/>
                </a:lnTo>
                <a:lnTo>
                  <a:pt x="4686" y="960"/>
                </a:lnTo>
                <a:lnTo>
                  <a:pt x="4686" y="980"/>
                </a:lnTo>
                <a:moveTo>
                  <a:pt x="4526" y="980"/>
                </a:moveTo>
                <a:lnTo>
                  <a:pt x="4426" y="980"/>
                </a:lnTo>
                <a:lnTo>
                  <a:pt x="4426" y="960"/>
                </a:lnTo>
                <a:lnTo>
                  <a:pt x="4526" y="960"/>
                </a:lnTo>
                <a:lnTo>
                  <a:pt x="4526" y="980"/>
                </a:lnTo>
                <a:moveTo>
                  <a:pt x="4367" y="980"/>
                </a:moveTo>
                <a:lnTo>
                  <a:pt x="4267" y="980"/>
                </a:lnTo>
                <a:lnTo>
                  <a:pt x="4267" y="960"/>
                </a:lnTo>
                <a:lnTo>
                  <a:pt x="4367" y="960"/>
                </a:lnTo>
                <a:lnTo>
                  <a:pt x="4367" y="980"/>
                </a:lnTo>
                <a:moveTo>
                  <a:pt x="4207" y="980"/>
                </a:moveTo>
                <a:lnTo>
                  <a:pt x="4107" y="980"/>
                </a:lnTo>
                <a:lnTo>
                  <a:pt x="4107" y="960"/>
                </a:lnTo>
                <a:lnTo>
                  <a:pt x="4207" y="960"/>
                </a:lnTo>
                <a:lnTo>
                  <a:pt x="4207" y="980"/>
                </a:lnTo>
                <a:moveTo>
                  <a:pt x="4047" y="980"/>
                </a:moveTo>
                <a:lnTo>
                  <a:pt x="3947" y="980"/>
                </a:lnTo>
                <a:lnTo>
                  <a:pt x="3947" y="960"/>
                </a:lnTo>
                <a:lnTo>
                  <a:pt x="4047" y="960"/>
                </a:lnTo>
                <a:lnTo>
                  <a:pt x="4047" y="980"/>
                </a:lnTo>
                <a:moveTo>
                  <a:pt x="3887" y="980"/>
                </a:moveTo>
                <a:lnTo>
                  <a:pt x="3787" y="980"/>
                </a:lnTo>
                <a:lnTo>
                  <a:pt x="3787" y="960"/>
                </a:lnTo>
                <a:lnTo>
                  <a:pt x="3887" y="960"/>
                </a:lnTo>
                <a:lnTo>
                  <a:pt x="3887" y="980"/>
                </a:lnTo>
                <a:moveTo>
                  <a:pt x="3727" y="980"/>
                </a:moveTo>
                <a:lnTo>
                  <a:pt x="3627" y="980"/>
                </a:lnTo>
                <a:lnTo>
                  <a:pt x="3627" y="960"/>
                </a:lnTo>
                <a:lnTo>
                  <a:pt x="3727" y="960"/>
                </a:lnTo>
                <a:lnTo>
                  <a:pt x="3727" y="980"/>
                </a:lnTo>
                <a:moveTo>
                  <a:pt x="3567" y="980"/>
                </a:moveTo>
                <a:lnTo>
                  <a:pt x="3468" y="980"/>
                </a:lnTo>
                <a:lnTo>
                  <a:pt x="3468" y="960"/>
                </a:lnTo>
                <a:lnTo>
                  <a:pt x="3567" y="960"/>
                </a:lnTo>
                <a:lnTo>
                  <a:pt x="3567" y="980"/>
                </a:lnTo>
                <a:moveTo>
                  <a:pt x="3408" y="980"/>
                </a:moveTo>
                <a:lnTo>
                  <a:pt x="3308" y="980"/>
                </a:lnTo>
                <a:lnTo>
                  <a:pt x="3308" y="960"/>
                </a:lnTo>
                <a:lnTo>
                  <a:pt x="3408" y="960"/>
                </a:lnTo>
                <a:lnTo>
                  <a:pt x="3408" y="980"/>
                </a:lnTo>
                <a:moveTo>
                  <a:pt x="3248" y="980"/>
                </a:moveTo>
                <a:lnTo>
                  <a:pt x="3148" y="980"/>
                </a:lnTo>
                <a:lnTo>
                  <a:pt x="3148" y="960"/>
                </a:lnTo>
                <a:lnTo>
                  <a:pt x="3248" y="960"/>
                </a:lnTo>
                <a:lnTo>
                  <a:pt x="3248" y="980"/>
                </a:lnTo>
                <a:moveTo>
                  <a:pt x="3088" y="980"/>
                </a:moveTo>
                <a:lnTo>
                  <a:pt x="2988" y="980"/>
                </a:lnTo>
                <a:lnTo>
                  <a:pt x="2988" y="960"/>
                </a:lnTo>
                <a:lnTo>
                  <a:pt x="3088" y="960"/>
                </a:lnTo>
                <a:lnTo>
                  <a:pt x="3088" y="980"/>
                </a:lnTo>
                <a:moveTo>
                  <a:pt x="2928" y="980"/>
                </a:moveTo>
                <a:lnTo>
                  <a:pt x="2828" y="980"/>
                </a:lnTo>
                <a:lnTo>
                  <a:pt x="2828" y="960"/>
                </a:lnTo>
                <a:lnTo>
                  <a:pt x="2928" y="960"/>
                </a:lnTo>
                <a:lnTo>
                  <a:pt x="2928" y="980"/>
                </a:lnTo>
                <a:moveTo>
                  <a:pt x="2768" y="980"/>
                </a:moveTo>
                <a:lnTo>
                  <a:pt x="2668" y="980"/>
                </a:lnTo>
                <a:lnTo>
                  <a:pt x="2668" y="960"/>
                </a:lnTo>
                <a:lnTo>
                  <a:pt x="2768" y="960"/>
                </a:lnTo>
                <a:lnTo>
                  <a:pt x="2768" y="980"/>
                </a:lnTo>
                <a:moveTo>
                  <a:pt x="2607" y="980"/>
                </a:moveTo>
                <a:lnTo>
                  <a:pt x="2508" y="980"/>
                </a:lnTo>
                <a:lnTo>
                  <a:pt x="2508" y="960"/>
                </a:lnTo>
                <a:lnTo>
                  <a:pt x="2607" y="960"/>
                </a:lnTo>
                <a:lnTo>
                  <a:pt x="2607" y="980"/>
                </a:lnTo>
                <a:moveTo>
                  <a:pt x="2448" y="980"/>
                </a:moveTo>
                <a:lnTo>
                  <a:pt x="2348" y="980"/>
                </a:lnTo>
                <a:lnTo>
                  <a:pt x="2348" y="960"/>
                </a:lnTo>
                <a:lnTo>
                  <a:pt x="2448" y="960"/>
                </a:lnTo>
                <a:lnTo>
                  <a:pt x="2448" y="980"/>
                </a:lnTo>
                <a:moveTo>
                  <a:pt x="2288" y="980"/>
                </a:moveTo>
                <a:lnTo>
                  <a:pt x="2188" y="980"/>
                </a:lnTo>
                <a:lnTo>
                  <a:pt x="2188" y="960"/>
                </a:lnTo>
                <a:lnTo>
                  <a:pt x="2288" y="960"/>
                </a:lnTo>
                <a:lnTo>
                  <a:pt x="2288" y="980"/>
                </a:lnTo>
                <a:moveTo>
                  <a:pt x="2128" y="980"/>
                </a:moveTo>
                <a:lnTo>
                  <a:pt x="2028" y="980"/>
                </a:lnTo>
                <a:lnTo>
                  <a:pt x="2028" y="960"/>
                </a:lnTo>
                <a:lnTo>
                  <a:pt x="2128" y="960"/>
                </a:lnTo>
                <a:lnTo>
                  <a:pt x="2128" y="980"/>
                </a:lnTo>
                <a:moveTo>
                  <a:pt x="1968" y="980"/>
                </a:moveTo>
                <a:lnTo>
                  <a:pt x="1868" y="980"/>
                </a:lnTo>
                <a:lnTo>
                  <a:pt x="1868" y="960"/>
                </a:lnTo>
                <a:lnTo>
                  <a:pt x="1968" y="960"/>
                </a:lnTo>
                <a:lnTo>
                  <a:pt x="1968" y="980"/>
                </a:lnTo>
                <a:moveTo>
                  <a:pt x="1808" y="980"/>
                </a:moveTo>
                <a:lnTo>
                  <a:pt x="1708" y="980"/>
                </a:lnTo>
                <a:lnTo>
                  <a:pt x="1708" y="960"/>
                </a:lnTo>
                <a:lnTo>
                  <a:pt x="1808" y="960"/>
                </a:lnTo>
                <a:lnTo>
                  <a:pt x="1808" y="980"/>
                </a:lnTo>
                <a:moveTo>
                  <a:pt x="1649" y="980"/>
                </a:moveTo>
                <a:lnTo>
                  <a:pt x="1549" y="980"/>
                </a:lnTo>
                <a:lnTo>
                  <a:pt x="1549" y="960"/>
                </a:lnTo>
                <a:lnTo>
                  <a:pt x="1649" y="960"/>
                </a:lnTo>
                <a:lnTo>
                  <a:pt x="1649" y="980"/>
                </a:lnTo>
                <a:moveTo>
                  <a:pt x="1489" y="980"/>
                </a:moveTo>
                <a:lnTo>
                  <a:pt x="1389" y="980"/>
                </a:lnTo>
                <a:lnTo>
                  <a:pt x="1389" y="960"/>
                </a:lnTo>
                <a:lnTo>
                  <a:pt x="1489" y="960"/>
                </a:lnTo>
                <a:lnTo>
                  <a:pt x="1489" y="980"/>
                </a:lnTo>
                <a:moveTo>
                  <a:pt x="1329" y="980"/>
                </a:moveTo>
                <a:lnTo>
                  <a:pt x="1229" y="980"/>
                </a:lnTo>
                <a:lnTo>
                  <a:pt x="1229" y="960"/>
                </a:lnTo>
                <a:lnTo>
                  <a:pt x="1329" y="960"/>
                </a:lnTo>
                <a:lnTo>
                  <a:pt x="1329" y="980"/>
                </a:lnTo>
                <a:moveTo>
                  <a:pt x="1169" y="980"/>
                </a:moveTo>
                <a:lnTo>
                  <a:pt x="1069" y="980"/>
                </a:lnTo>
                <a:lnTo>
                  <a:pt x="1069" y="960"/>
                </a:lnTo>
                <a:lnTo>
                  <a:pt x="1169" y="960"/>
                </a:lnTo>
                <a:lnTo>
                  <a:pt x="1169" y="980"/>
                </a:lnTo>
                <a:moveTo>
                  <a:pt x="1009" y="980"/>
                </a:moveTo>
                <a:lnTo>
                  <a:pt x="909" y="980"/>
                </a:lnTo>
                <a:lnTo>
                  <a:pt x="909" y="960"/>
                </a:lnTo>
                <a:lnTo>
                  <a:pt x="1009" y="960"/>
                </a:lnTo>
                <a:lnTo>
                  <a:pt x="1009" y="980"/>
                </a:lnTo>
                <a:moveTo>
                  <a:pt x="849" y="980"/>
                </a:moveTo>
                <a:lnTo>
                  <a:pt x="750" y="980"/>
                </a:lnTo>
                <a:lnTo>
                  <a:pt x="750" y="960"/>
                </a:lnTo>
                <a:lnTo>
                  <a:pt x="849" y="960"/>
                </a:lnTo>
                <a:lnTo>
                  <a:pt x="849" y="980"/>
                </a:lnTo>
                <a:moveTo>
                  <a:pt x="690" y="980"/>
                </a:moveTo>
                <a:lnTo>
                  <a:pt x="590" y="980"/>
                </a:lnTo>
                <a:lnTo>
                  <a:pt x="590" y="960"/>
                </a:lnTo>
                <a:lnTo>
                  <a:pt x="690" y="960"/>
                </a:lnTo>
                <a:lnTo>
                  <a:pt x="690" y="980"/>
                </a:lnTo>
                <a:moveTo>
                  <a:pt x="530" y="980"/>
                </a:moveTo>
                <a:lnTo>
                  <a:pt x="430" y="980"/>
                </a:lnTo>
                <a:lnTo>
                  <a:pt x="430" y="960"/>
                </a:lnTo>
                <a:lnTo>
                  <a:pt x="530" y="960"/>
                </a:lnTo>
                <a:lnTo>
                  <a:pt x="530" y="980"/>
                </a:lnTo>
                <a:moveTo>
                  <a:pt x="370" y="980"/>
                </a:moveTo>
                <a:lnTo>
                  <a:pt x="270" y="980"/>
                </a:lnTo>
                <a:lnTo>
                  <a:pt x="270" y="960"/>
                </a:lnTo>
                <a:lnTo>
                  <a:pt x="370" y="960"/>
                </a:lnTo>
                <a:lnTo>
                  <a:pt x="370" y="980"/>
                </a:lnTo>
                <a:moveTo>
                  <a:pt x="210" y="980"/>
                </a:moveTo>
                <a:lnTo>
                  <a:pt x="110" y="980"/>
                </a:lnTo>
                <a:lnTo>
                  <a:pt x="110" y="960"/>
                </a:lnTo>
                <a:lnTo>
                  <a:pt x="210" y="960"/>
                </a:lnTo>
                <a:lnTo>
                  <a:pt x="210" y="980"/>
                </a:lnTo>
                <a:moveTo>
                  <a:pt x="50" y="980"/>
                </a:moveTo>
                <a:lnTo>
                  <a:pt x="0" y="980"/>
                </a:lnTo>
                <a:lnTo>
                  <a:pt x="0" y="910"/>
                </a:lnTo>
                <a:lnTo>
                  <a:pt x="20" y="910"/>
                </a:lnTo>
                <a:lnTo>
                  <a:pt x="20" y="970"/>
                </a:lnTo>
                <a:lnTo>
                  <a:pt x="10" y="970"/>
                </a:lnTo>
                <a:lnTo>
                  <a:pt x="10" y="960"/>
                </a:lnTo>
                <a:lnTo>
                  <a:pt x="50" y="960"/>
                </a:lnTo>
                <a:lnTo>
                  <a:pt x="50" y="980"/>
                </a:lnTo>
                <a:moveTo>
                  <a:pt x="0" y="850"/>
                </a:moveTo>
                <a:lnTo>
                  <a:pt x="0" y="750"/>
                </a:lnTo>
                <a:lnTo>
                  <a:pt x="20" y="750"/>
                </a:lnTo>
                <a:lnTo>
                  <a:pt x="20" y="850"/>
                </a:lnTo>
                <a:lnTo>
                  <a:pt x="0" y="850"/>
                </a:lnTo>
                <a:moveTo>
                  <a:pt x="0" y="690"/>
                </a:moveTo>
                <a:lnTo>
                  <a:pt x="0" y="589"/>
                </a:lnTo>
                <a:lnTo>
                  <a:pt x="20" y="589"/>
                </a:lnTo>
                <a:lnTo>
                  <a:pt x="20" y="690"/>
                </a:lnTo>
                <a:lnTo>
                  <a:pt x="0" y="690"/>
                </a:lnTo>
                <a:moveTo>
                  <a:pt x="0" y="529"/>
                </a:moveTo>
                <a:lnTo>
                  <a:pt x="0" y="429"/>
                </a:lnTo>
                <a:lnTo>
                  <a:pt x="20" y="429"/>
                </a:lnTo>
                <a:lnTo>
                  <a:pt x="20" y="529"/>
                </a:lnTo>
                <a:lnTo>
                  <a:pt x="0" y="529"/>
                </a:lnTo>
                <a:moveTo>
                  <a:pt x="0" y="370"/>
                </a:moveTo>
                <a:lnTo>
                  <a:pt x="0" y="270"/>
                </a:lnTo>
                <a:lnTo>
                  <a:pt x="20" y="270"/>
                </a:lnTo>
                <a:lnTo>
                  <a:pt x="20" y="370"/>
                </a:lnTo>
                <a:lnTo>
                  <a:pt x="0" y="370"/>
                </a:lnTo>
                <a:moveTo>
                  <a:pt x="0" y="210"/>
                </a:moveTo>
                <a:lnTo>
                  <a:pt x="0" y="110"/>
                </a:lnTo>
                <a:lnTo>
                  <a:pt x="20" y="110"/>
                </a:lnTo>
                <a:lnTo>
                  <a:pt x="20" y="210"/>
                </a:lnTo>
                <a:lnTo>
                  <a:pt x="0" y="210"/>
                </a:lnTo>
                <a:moveTo>
                  <a:pt x="0" y="50"/>
                </a:moveTo>
                <a:lnTo>
                  <a:pt x="0" y="0"/>
                </a:lnTo>
                <a:lnTo>
                  <a:pt x="110" y="0"/>
                </a:lnTo>
                <a:lnTo>
                  <a:pt x="110" y="20"/>
                </a:lnTo>
                <a:lnTo>
                  <a:pt x="10" y="20"/>
                </a:lnTo>
                <a:lnTo>
                  <a:pt x="10" y="10"/>
                </a:lnTo>
                <a:lnTo>
                  <a:pt x="20" y="10"/>
                </a:lnTo>
                <a:lnTo>
                  <a:pt x="2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0" name=""/>
          <p:cNvSpPr/>
          <p:nvPr/>
        </p:nvSpPr>
        <p:spPr>
          <a:xfrm>
            <a:off x="5749560" y="3888000"/>
            <a:ext cx="86400" cy="72360"/>
          </a:xfrm>
          <a:custGeom>
            <a:avLst/>
            <a:gdLst/>
            <a:ahLst/>
            <a:rect l="0" t="0" r="r" b="b"/>
            <a:pathLst>
              <a:path w="240" h="201">
                <a:moveTo>
                  <a:pt x="0" y="0"/>
                </a:moveTo>
                <a:lnTo>
                  <a:pt x="240" y="0"/>
                </a:lnTo>
                <a:lnTo>
                  <a:pt x="240" y="201"/>
                </a:lnTo>
                <a:lnTo>
                  <a:pt x="0" y="201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1" name=""/>
          <p:cNvSpPr/>
          <p:nvPr/>
        </p:nvSpPr>
        <p:spPr>
          <a:xfrm>
            <a:off x="5749560" y="3913200"/>
            <a:ext cx="8604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1412640" y="3593160"/>
            <a:ext cx="31921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Farmacie (CompetentNL kennisgebied op ISCED-F 0916)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1412640" y="3880080"/>
            <a:ext cx="2872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666666"/>
                </a:solidFill>
                <a:latin typeface="DejaVuSans"/>
                <a:ea typeface="DejaVuSans"/>
              </a:rPr>
              <a:t>Inzicht</a:t>
            </a:r>
            <a:endParaRPr b="0" lang="en-US" sz="6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4" name=""/>
          <p:cNvSpPr/>
          <p:nvPr/>
        </p:nvSpPr>
        <p:spPr>
          <a:xfrm>
            <a:off x="1671480" y="2520720"/>
            <a:ext cx="0" cy="20160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5" name=""/>
          <p:cNvSpPr/>
          <p:nvPr/>
        </p:nvSpPr>
        <p:spPr>
          <a:xfrm>
            <a:off x="1628280" y="2650320"/>
            <a:ext cx="86760" cy="72360"/>
          </a:xfrm>
          <a:custGeom>
            <a:avLst/>
            <a:gdLst/>
            <a:ahLst/>
            <a:rect l="0" t="0" r="r" b="b"/>
            <a:pathLst>
              <a:path w="241" h="201">
                <a:moveTo>
                  <a:pt x="120" y="201"/>
                </a:moveTo>
                <a:lnTo>
                  <a:pt x="0" y="0"/>
                </a:lnTo>
                <a:lnTo>
                  <a:pt x="241" y="0"/>
                </a:lnTo>
                <a:lnTo>
                  <a:pt x="120" y="2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6" name=""/>
          <p:cNvSpPr/>
          <p:nvPr/>
        </p:nvSpPr>
        <p:spPr>
          <a:xfrm>
            <a:off x="1628280" y="2650320"/>
            <a:ext cx="86760" cy="72360"/>
          </a:xfrm>
          <a:custGeom>
            <a:avLst/>
            <a:gdLst/>
            <a:ahLst/>
            <a:rect l="0" t="0" r="r" b="b"/>
            <a:pathLst>
              <a:path w="241" h="201">
                <a:moveTo>
                  <a:pt x="120" y="201"/>
                </a:moveTo>
                <a:lnTo>
                  <a:pt x="0" y="0"/>
                </a:lnTo>
                <a:lnTo>
                  <a:pt x="241" y="0"/>
                </a:lnTo>
                <a:lnTo>
                  <a:pt x="120" y="201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1412640" y="3996000"/>
            <a:ext cx="37544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Werking en risico van een geneesmiddel bij de vraag aan de balie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1038960" y="4312440"/>
            <a:ext cx="60480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Verdieping: dezelfde leeruitkomst in CompetentNL-termen: vaardigheden in drie lagen (hier laag 2), kennisgebieden op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1038960" y="4449240"/>
            <a:ext cx="53866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ISCED-F, en het inzicht dat de plaat apart benoemt. Hoe ﬁjnmaziger, hoe scherper wat Jochem moet leren.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2257560" y="4718880"/>
            <a:ext cx="54597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Kwaliﬁcatiedossier vertalen naar leeruitkomsten · verdieping: leeruitkomst naar skills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4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49" name=""/>
          <p:cNvSpPr/>
          <p:nvPr/>
        </p:nvSpPr>
        <p:spPr>
          <a:xfrm>
            <a:off x="508680" y="708840"/>
            <a:ext cx="8317080" cy="6347160"/>
          </a:xfrm>
          <a:custGeom>
            <a:avLst/>
            <a:gdLst/>
            <a:ahLst/>
            <a:rect l="0" t="0" r="r" b="b"/>
            <a:pathLst>
              <a:path w="23103" h="17631">
                <a:moveTo>
                  <a:pt x="226" y="0"/>
                </a:moveTo>
                <a:lnTo>
                  <a:pt x="22877" y="0"/>
                </a:lnTo>
                <a:cubicBezTo>
                  <a:pt x="22892" y="0"/>
                  <a:pt x="22906" y="1"/>
                  <a:pt x="22921" y="4"/>
                </a:cubicBezTo>
                <a:cubicBezTo>
                  <a:pt x="22936" y="7"/>
                  <a:pt x="22950" y="11"/>
                  <a:pt x="22963" y="17"/>
                </a:cubicBezTo>
                <a:cubicBezTo>
                  <a:pt x="22977" y="23"/>
                  <a:pt x="22990" y="30"/>
                  <a:pt x="23002" y="38"/>
                </a:cubicBezTo>
                <a:cubicBezTo>
                  <a:pt x="23015" y="46"/>
                  <a:pt x="23026" y="55"/>
                  <a:pt x="23037" y="66"/>
                </a:cubicBezTo>
                <a:cubicBezTo>
                  <a:pt x="23047" y="76"/>
                  <a:pt x="23056" y="88"/>
                  <a:pt x="23065" y="100"/>
                </a:cubicBezTo>
                <a:cubicBezTo>
                  <a:pt x="23073" y="112"/>
                  <a:pt x="23080" y="125"/>
                  <a:pt x="23086" y="139"/>
                </a:cubicBezTo>
                <a:cubicBezTo>
                  <a:pt x="23091" y="153"/>
                  <a:pt x="23096" y="167"/>
                  <a:pt x="23098" y="181"/>
                </a:cubicBezTo>
                <a:cubicBezTo>
                  <a:pt x="23101" y="196"/>
                  <a:pt x="23103" y="211"/>
                  <a:pt x="23103" y="225"/>
                </a:cubicBezTo>
                <a:lnTo>
                  <a:pt x="23103" y="17405"/>
                </a:lnTo>
                <a:cubicBezTo>
                  <a:pt x="23103" y="17420"/>
                  <a:pt x="23101" y="17434"/>
                  <a:pt x="23098" y="17449"/>
                </a:cubicBezTo>
                <a:cubicBezTo>
                  <a:pt x="23096" y="17464"/>
                  <a:pt x="23091" y="17478"/>
                  <a:pt x="23086" y="17491"/>
                </a:cubicBezTo>
                <a:cubicBezTo>
                  <a:pt x="23080" y="17505"/>
                  <a:pt x="23073" y="17518"/>
                  <a:pt x="23065" y="17530"/>
                </a:cubicBezTo>
                <a:cubicBezTo>
                  <a:pt x="23056" y="17543"/>
                  <a:pt x="23047" y="17554"/>
                  <a:pt x="23037" y="17565"/>
                </a:cubicBezTo>
                <a:cubicBezTo>
                  <a:pt x="23026" y="17575"/>
                  <a:pt x="23015" y="17584"/>
                  <a:pt x="23002" y="17593"/>
                </a:cubicBezTo>
                <a:cubicBezTo>
                  <a:pt x="22990" y="17601"/>
                  <a:pt x="22977" y="17608"/>
                  <a:pt x="22963" y="17613"/>
                </a:cubicBezTo>
                <a:cubicBezTo>
                  <a:pt x="22950" y="17619"/>
                  <a:pt x="22936" y="17623"/>
                  <a:pt x="22921" y="17626"/>
                </a:cubicBezTo>
                <a:cubicBezTo>
                  <a:pt x="22906" y="17629"/>
                  <a:pt x="22892" y="17631"/>
                  <a:pt x="22877" y="17631"/>
                </a:cubicBezTo>
                <a:lnTo>
                  <a:pt x="226" y="17631"/>
                </a:lnTo>
                <a:cubicBezTo>
                  <a:pt x="211" y="17631"/>
                  <a:pt x="197" y="17629"/>
                  <a:pt x="182" y="17626"/>
                </a:cubicBezTo>
                <a:cubicBezTo>
                  <a:pt x="168" y="17623"/>
                  <a:pt x="153" y="17619"/>
                  <a:pt x="140" y="17613"/>
                </a:cubicBezTo>
                <a:cubicBezTo>
                  <a:pt x="126" y="17608"/>
                  <a:pt x="113" y="17601"/>
                  <a:pt x="101" y="17593"/>
                </a:cubicBezTo>
                <a:cubicBezTo>
                  <a:pt x="88" y="17584"/>
                  <a:pt x="77" y="17575"/>
                  <a:pt x="67" y="17565"/>
                </a:cubicBezTo>
                <a:cubicBezTo>
                  <a:pt x="56" y="17554"/>
                  <a:pt x="47" y="17543"/>
                  <a:pt x="38" y="17530"/>
                </a:cubicBezTo>
                <a:cubicBezTo>
                  <a:pt x="30" y="17518"/>
                  <a:pt x="23" y="17505"/>
                  <a:pt x="18" y="17491"/>
                </a:cubicBezTo>
                <a:cubicBezTo>
                  <a:pt x="12" y="17478"/>
                  <a:pt x="8" y="17464"/>
                  <a:pt x="5" y="17449"/>
                </a:cubicBezTo>
                <a:cubicBezTo>
                  <a:pt x="2" y="17434"/>
                  <a:pt x="0" y="17420"/>
                  <a:pt x="0" y="17405"/>
                </a:cubicBezTo>
                <a:lnTo>
                  <a:pt x="0" y="225"/>
                </a:lnTo>
                <a:cubicBezTo>
                  <a:pt x="0" y="211"/>
                  <a:pt x="2" y="196"/>
                  <a:pt x="5" y="181"/>
                </a:cubicBezTo>
                <a:cubicBezTo>
                  <a:pt x="8" y="167"/>
                  <a:pt x="12" y="153"/>
                  <a:pt x="18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7" y="88"/>
                  <a:pt x="56" y="76"/>
                  <a:pt x="67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3" y="11"/>
                  <a:pt x="168" y="7"/>
                  <a:pt x="182" y="4"/>
                </a:cubicBezTo>
                <a:cubicBezTo>
                  <a:pt x="197" y="1"/>
                  <a:pt x="211" y="0"/>
                  <a:pt x="2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0" name=""/>
          <p:cNvSpPr/>
          <p:nvPr/>
        </p:nvSpPr>
        <p:spPr>
          <a:xfrm>
            <a:off x="508680" y="708840"/>
            <a:ext cx="8317080" cy="6347160"/>
          </a:xfrm>
          <a:custGeom>
            <a:avLst/>
            <a:gdLst/>
            <a:ahLst/>
            <a:rect l="0" t="0" r="r" b="b"/>
            <a:pathLst>
              <a:path w="23103" h="17631">
                <a:moveTo>
                  <a:pt x="226" y="0"/>
                </a:moveTo>
                <a:lnTo>
                  <a:pt x="22877" y="0"/>
                </a:lnTo>
                <a:cubicBezTo>
                  <a:pt x="22892" y="0"/>
                  <a:pt x="22906" y="1"/>
                  <a:pt x="22921" y="4"/>
                </a:cubicBezTo>
                <a:cubicBezTo>
                  <a:pt x="22936" y="7"/>
                  <a:pt x="22950" y="11"/>
                  <a:pt x="22963" y="17"/>
                </a:cubicBezTo>
                <a:cubicBezTo>
                  <a:pt x="22977" y="23"/>
                  <a:pt x="22990" y="30"/>
                  <a:pt x="23002" y="38"/>
                </a:cubicBezTo>
                <a:cubicBezTo>
                  <a:pt x="23015" y="46"/>
                  <a:pt x="23026" y="55"/>
                  <a:pt x="23037" y="66"/>
                </a:cubicBezTo>
                <a:cubicBezTo>
                  <a:pt x="23047" y="76"/>
                  <a:pt x="23056" y="88"/>
                  <a:pt x="23065" y="100"/>
                </a:cubicBezTo>
                <a:cubicBezTo>
                  <a:pt x="23073" y="112"/>
                  <a:pt x="23080" y="125"/>
                  <a:pt x="23086" y="139"/>
                </a:cubicBezTo>
                <a:cubicBezTo>
                  <a:pt x="23091" y="153"/>
                  <a:pt x="23096" y="167"/>
                  <a:pt x="23098" y="181"/>
                </a:cubicBezTo>
                <a:cubicBezTo>
                  <a:pt x="23101" y="196"/>
                  <a:pt x="23103" y="211"/>
                  <a:pt x="23103" y="225"/>
                </a:cubicBezTo>
                <a:lnTo>
                  <a:pt x="23103" y="17405"/>
                </a:lnTo>
                <a:cubicBezTo>
                  <a:pt x="23103" y="17420"/>
                  <a:pt x="23101" y="17434"/>
                  <a:pt x="23098" y="17449"/>
                </a:cubicBezTo>
                <a:cubicBezTo>
                  <a:pt x="23096" y="17464"/>
                  <a:pt x="23091" y="17478"/>
                  <a:pt x="23086" y="17491"/>
                </a:cubicBezTo>
                <a:cubicBezTo>
                  <a:pt x="23080" y="17505"/>
                  <a:pt x="23073" y="17518"/>
                  <a:pt x="23065" y="17530"/>
                </a:cubicBezTo>
                <a:cubicBezTo>
                  <a:pt x="23056" y="17543"/>
                  <a:pt x="23047" y="17554"/>
                  <a:pt x="23037" y="17565"/>
                </a:cubicBezTo>
                <a:cubicBezTo>
                  <a:pt x="23026" y="17575"/>
                  <a:pt x="23015" y="17584"/>
                  <a:pt x="23002" y="17593"/>
                </a:cubicBezTo>
                <a:cubicBezTo>
                  <a:pt x="22990" y="17601"/>
                  <a:pt x="22977" y="17608"/>
                  <a:pt x="22963" y="17613"/>
                </a:cubicBezTo>
                <a:cubicBezTo>
                  <a:pt x="22950" y="17619"/>
                  <a:pt x="22936" y="17623"/>
                  <a:pt x="22921" y="17626"/>
                </a:cubicBezTo>
                <a:cubicBezTo>
                  <a:pt x="22906" y="17629"/>
                  <a:pt x="22892" y="17631"/>
                  <a:pt x="22877" y="17631"/>
                </a:cubicBezTo>
                <a:lnTo>
                  <a:pt x="226" y="17631"/>
                </a:lnTo>
                <a:cubicBezTo>
                  <a:pt x="211" y="17631"/>
                  <a:pt x="197" y="17629"/>
                  <a:pt x="182" y="17626"/>
                </a:cubicBezTo>
                <a:cubicBezTo>
                  <a:pt x="168" y="17623"/>
                  <a:pt x="153" y="17619"/>
                  <a:pt x="140" y="17613"/>
                </a:cubicBezTo>
                <a:cubicBezTo>
                  <a:pt x="126" y="17608"/>
                  <a:pt x="113" y="17601"/>
                  <a:pt x="101" y="17593"/>
                </a:cubicBezTo>
                <a:cubicBezTo>
                  <a:pt x="88" y="17584"/>
                  <a:pt x="77" y="17575"/>
                  <a:pt x="67" y="17565"/>
                </a:cubicBezTo>
                <a:cubicBezTo>
                  <a:pt x="56" y="17554"/>
                  <a:pt x="47" y="17543"/>
                  <a:pt x="38" y="17530"/>
                </a:cubicBezTo>
                <a:cubicBezTo>
                  <a:pt x="30" y="17518"/>
                  <a:pt x="23" y="17505"/>
                  <a:pt x="18" y="17491"/>
                </a:cubicBezTo>
                <a:cubicBezTo>
                  <a:pt x="12" y="17478"/>
                  <a:pt x="8" y="17464"/>
                  <a:pt x="5" y="17449"/>
                </a:cubicBezTo>
                <a:cubicBezTo>
                  <a:pt x="2" y="17434"/>
                  <a:pt x="0" y="17420"/>
                  <a:pt x="0" y="17405"/>
                </a:cubicBezTo>
                <a:lnTo>
                  <a:pt x="0" y="225"/>
                </a:lnTo>
                <a:cubicBezTo>
                  <a:pt x="0" y="211"/>
                  <a:pt x="2" y="196"/>
                  <a:pt x="5" y="181"/>
                </a:cubicBezTo>
                <a:cubicBezTo>
                  <a:pt x="8" y="167"/>
                  <a:pt x="12" y="153"/>
                  <a:pt x="18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7" y="88"/>
                  <a:pt x="56" y="76"/>
                  <a:pt x="67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3" y="11"/>
                  <a:pt x="168" y="7"/>
                  <a:pt x="182" y="4"/>
                </a:cubicBezTo>
                <a:cubicBezTo>
                  <a:pt x="197" y="1"/>
                  <a:pt x="211" y="0"/>
                  <a:pt x="226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457200" y="474840"/>
            <a:ext cx="77104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F1 -05  ·  DEEL  1   VAN  2  ·  DE  EENH EIDS PECIFICATIE  M ET  H AAR   LEER O NDER DELEN  EN  DE  G ELINKTE  LEER UITKO M S 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2" name=""/>
          <p:cNvSpPr/>
          <p:nvPr/>
        </p:nvSpPr>
        <p:spPr>
          <a:xfrm>
            <a:off x="602280" y="1029600"/>
            <a:ext cx="1691280" cy="390600"/>
          </a:xfrm>
          <a:custGeom>
            <a:avLst/>
            <a:gdLst/>
            <a:ahLst/>
            <a:rect l="0" t="0" r="r" b="b"/>
            <a:pathLst>
              <a:path w="4698" h="1085">
                <a:moveTo>
                  <a:pt x="181" y="0"/>
                </a:moveTo>
                <a:lnTo>
                  <a:pt x="4517" y="0"/>
                </a:lnTo>
                <a:cubicBezTo>
                  <a:pt x="4529" y="0"/>
                  <a:pt x="4541" y="2"/>
                  <a:pt x="4553" y="4"/>
                </a:cubicBezTo>
                <a:cubicBezTo>
                  <a:pt x="4564" y="6"/>
                  <a:pt x="4576" y="10"/>
                  <a:pt x="4587" y="14"/>
                </a:cubicBezTo>
                <a:cubicBezTo>
                  <a:pt x="4598" y="19"/>
                  <a:pt x="4608" y="24"/>
                  <a:pt x="4618" y="31"/>
                </a:cubicBezTo>
                <a:cubicBezTo>
                  <a:pt x="4628" y="37"/>
                  <a:pt x="4637" y="45"/>
                  <a:pt x="4645" y="53"/>
                </a:cubicBezTo>
                <a:cubicBezTo>
                  <a:pt x="4654" y="62"/>
                  <a:pt x="4661" y="71"/>
                  <a:pt x="4668" y="81"/>
                </a:cubicBezTo>
                <a:cubicBezTo>
                  <a:pt x="4674" y="90"/>
                  <a:pt x="4680" y="101"/>
                  <a:pt x="4684" y="112"/>
                </a:cubicBezTo>
                <a:cubicBezTo>
                  <a:pt x="4689" y="123"/>
                  <a:pt x="4692" y="134"/>
                  <a:pt x="4695" y="146"/>
                </a:cubicBezTo>
                <a:cubicBezTo>
                  <a:pt x="4697" y="157"/>
                  <a:pt x="4698" y="169"/>
                  <a:pt x="4698" y="181"/>
                </a:cubicBezTo>
                <a:lnTo>
                  <a:pt x="4698" y="903"/>
                </a:lnTo>
                <a:cubicBezTo>
                  <a:pt x="4698" y="915"/>
                  <a:pt x="4697" y="927"/>
                  <a:pt x="4695" y="940"/>
                </a:cubicBezTo>
                <a:cubicBezTo>
                  <a:pt x="4692" y="951"/>
                  <a:pt x="4689" y="962"/>
                  <a:pt x="4684" y="973"/>
                </a:cubicBezTo>
                <a:cubicBezTo>
                  <a:pt x="4680" y="984"/>
                  <a:pt x="4674" y="995"/>
                  <a:pt x="4668" y="1005"/>
                </a:cubicBezTo>
                <a:cubicBezTo>
                  <a:pt x="4661" y="1014"/>
                  <a:pt x="4654" y="1024"/>
                  <a:pt x="4645" y="1032"/>
                </a:cubicBezTo>
                <a:cubicBezTo>
                  <a:pt x="4637" y="1040"/>
                  <a:pt x="4628" y="1048"/>
                  <a:pt x="4618" y="1054"/>
                </a:cubicBezTo>
                <a:cubicBezTo>
                  <a:pt x="4608" y="1061"/>
                  <a:pt x="4598" y="1067"/>
                  <a:pt x="4587" y="1071"/>
                </a:cubicBezTo>
                <a:cubicBezTo>
                  <a:pt x="4576" y="1076"/>
                  <a:pt x="4564" y="1079"/>
                  <a:pt x="4553" y="1081"/>
                </a:cubicBezTo>
                <a:cubicBezTo>
                  <a:pt x="4541" y="1084"/>
                  <a:pt x="4529" y="1085"/>
                  <a:pt x="4517" y="1085"/>
                </a:cubicBezTo>
                <a:lnTo>
                  <a:pt x="181" y="1085"/>
                </a:lnTo>
                <a:cubicBezTo>
                  <a:pt x="169" y="1085"/>
                  <a:pt x="157" y="1084"/>
                  <a:pt x="145" y="1081"/>
                </a:cubicBezTo>
                <a:cubicBezTo>
                  <a:pt x="134" y="1079"/>
                  <a:pt x="123" y="1076"/>
                  <a:pt x="112" y="1071"/>
                </a:cubicBezTo>
                <a:cubicBezTo>
                  <a:pt x="101" y="1067"/>
                  <a:pt x="90" y="1061"/>
                  <a:pt x="80" y="1054"/>
                </a:cubicBezTo>
                <a:cubicBezTo>
                  <a:pt x="70" y="1048"/>
                  <a:pt x="61" y="1040"/>
                  <a:pt x="53" y="1032"/>
                </a:cubicBezTo>
                <a:cubicBezTo>
                  <a:pt x="45" y="1024"/>
                  <a:pt x="37" y="1014"/>
                  <a:pt x="31" y="1005"/>
                </a:cubicBezTo>
                <a:cubicBezTo>
                  <a:pt x="24" y="995"/>
                  <a:pt x="18" y="984"/>
                  <a:pt x="14" y="973"/>
                </a:cubicBezTo>
                <a:cubicBezTo>
                  <a:pt x="9" y="962"/>
                  <a:pt x="6" y="951"/>
                  <a:pt x="4" y="940"/>
                </a:cubicBezTo>
                <a:cubicBezTo>
                  <a:pt x="1" y="927"/>
                  <a:pt x="0" y="915"/>
                  <a:pt x="0" y="903"/>
                </a:cubicBezTo>
                <a:lnTo>
                  <a:pt x="0" y="181"/>
                </a:lnTo>
                <a:cubicBezTo>
                  <a:pt x="0" y="169"/>
                  <a:pt x="1" y="157"/>
                  <a:pt x="4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5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3" name=""/>
          <p:cNvSpPr/>
          <p:nvPr/>
        </p:nvSpPr>
        <p:spPr>
          <a:xfrm>
            <a:off x="602280" y="1029600"/>
            <a:ext cx="1691280" cy="390600"/>
          </a:xfrm>
          <a:custGeom>
            <a:avLst/>
            <a:gdLst/>
            <a:ahLst/>
            <a:rect l="0" t="0" r="r" b="b"/>
            <a:pathLst>
              <a:path w="4698" h="1085">
                <a:moveTo>
                  <a:pt x="181" y="0"/>
                </a:moveTo>
                <a:lnTo>
                  <a:pt x="4517" y="0"/>
                </a:lnTo>
                <a:cubicBezTo>
                  <a:pt x="4529" y="0"/>
                  <a:pt x="4541" y="2"/>
                  <a:pt x="4553" y="4"/>
                </a:cubicBezTo>
                <a:cubicBezTo>
                  <a:pt x="4564" y="6"/>
                  <a:pt x="4576" y="10"/>
                  <a:pt x="4587" y="14"/>
                </a:cubicBezTo>
                <a:cubicBezTo>
                  <a:pt x="4598" y="19"/>
                  <a:pt x="4608" y="24"/>
                  <a:pt x="4618" y="31"/>
                </a:cubicBezTo>
                <a:cubicBezTo>
                  <a:pt x="4628" y="37"/>
                  <a:pt x="4637" y="45"/>
                  <a:pt x="4645" y="53"/>
                </a:cubicBezTo>
                <a:cubicBezTo>
                  <a:pt x="4654" y="62"/>
                  <a:pt x="4661" y="71"/>
                  <a:pt x="4668" y="81"/>
                </a:cubicBezTo>
                <a:cubicBezTo>
                  <a:pt x="4674" y="90"/>
                  <a:pt x="4680" y="101"/>
                  <a:pt x="4684" y="112"/>
                </a:cubicBezTo>
                <a:cubicBezTo>
                  <a:pt x="4689" y="123"/>
                  <a:pt x="4692" y="134"/>
                  <a:pt x="4695" y="146"/>
                </a:cubicBezTo>
                <a:cubicBezTo>
                  <a:pt x="4697" y="157"/>
                  <a:pt x="4698" y="169"/>
                  <a:pt x="4698" y="181"/>
                </a:cubicBezTo>
                <a:lnTo>
                  <a:pt x="4698" y="903"/>
                </a:lnTo>
                <a:cubicBezTo>
                  <a:pt x="4698" y="915"/>
                  <a:pt x="4697" y="927"/>
                  <a:pt x="4695" y="940"/>
                </a:cubicBezTo>
                <a:cubicBezTo>
                  <a:pt x="4692" y="951"/>
                  <a:pt x="4689" y="962"/>
                  <a:pt x="4684" y="973"/>
                </a:cubicBezTo>
                <a:cubicBezTo>
                  <a:pt x="4680" y="984"/>
                  <a:pt x="4674" y="995"/>
                  <a:pt x="4668" y="1005"/>
                </a:cubicBezTo>
                <a:cubicBezTo>
                  <a:pt x="4661" y="1014"/>
                  <a:pt x="4654" y="1024"/>
                  <a:pt x="4645" y="1032"/>
                </a:cubicBezTo>
                <a:cubicBezTo>
                  <a:pt x="4637" y="1040"/>
                  <a:pt x="4628" y="1048"/>
                  <a:pt x="4618" y="1054"/>
                </a:cubicBezTo>
                <a:cubicBezTo>
                  <a:pt x="4608" y="1061"/>
                  <a:pt x="4598" y="1067"/>
                  <a:pt x="4587" y="1071"/>
                </a:cubicBezTo>
                <a:cubicBezTo>
                  <a:pt x="4576" y="1076"/>
                  <a:pt x="4564" y="1079"/>
                  <a:pt x="4553" y="1081"/>
                </a:cubicBezTo>
                <a:cubicBezTo>
                  <a:pt x="4541" y="1084"/>
                  <a:pt x="4529" y="1085"/>
                  <a:pt x="4517" y="1085"/>
                </a:cubicBezTo>
                <a:lnTo>
                  <a:pt x="181" y="1085"/>
                </a:lnTo>
                <a:cubicBezTo>
                  <a:pt x="169" y="1085"/>
                  <a:pt x="157" y="1084"/>
                  <a:pt x="145" y="1081"/>
                </a:cubicBezTo>
                <a:cubicBezTo>
                  <a:pt x="134" y="1079"/>
                  <a:pt x="123" y="1076"/>
                  <a:pt x="112" y="1071"/>
                </a:cubicBezTo>
                <a:cubicBezTo>
                  <a:pt x="101" y="1067"/>
                  <a:pt x="90" y="1061"/>
                  <a:pt x="80" y="1054"/>
                </a:cubicBezTo>
                <a:cubicBezTo>
                  <a:pt x="70" y="1048"/>
                  <a:pt x="61" y="1040"/>
                  <a:pt x="53" y="1032"/>
                </a:cubicBezTo>
                <a:cubicBezTo>
                  <a:pt x="45" y="1024"/>
                  <a:pt x="37" y="1014"/>
                  <a:pt x="31" y="1005"/>
                </a:cubicBezTo>
                <a:cubicBezTo>
                  <a:pt x="24" y="995"/>
                  <a:pt x="18" y="984"/>
                  <a:pt x="14" y="973"/>
                </a:cubicBezTo>
                <a:cubicBezTo>
                  <a:pt x="9" y="962"/>
                  <a:pt x="6" y="951"/>
                  <a:pt x="4" y="940"/>
                </a:cubicBezTo>
                <a:cubicBezTo>
                  <a:pt x="1" y="927"/>
                  <a:pt x="0" y="915"/>
                  <a:pt x="0" y="903"/>
                </a:cubicBezTo>
                <a:lnTo>
                  <a:pt x="0" y="181"/>
                </a:lnTo>
                <a:cubicBezTo>
                  <a:pt x="0" y="169"/>
                  <a:pt x="1" y="157"/>
                  <a:pt x="4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5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4" name=""/>
          <p:cNvSpPr/>
          <p:nvPr/>
        </p:nvSpPr>
        <p:spPr>
          <a:xfrm>
            <a:off x="2130480" y="1110960"/>
            <a:ext cx="81720" cy="49320"/>
          </a:xfrm>
          <a:custGeom>
            <a:avLst/>
            <a:gdLst/>
            <a:ahLst/>
            <a:rect l="0" t="0" r="r" b="b"/>
            <a:pathLst>
              <a:path w="227" h="137">
                <a:moveTo>
                  <a:pt x="69" y="0"/>
                </a:moveTo>
                <a:lnTo>
                  <a:pt x="160" y="0"/>
                </a:lnTo>
                <a:cubicBezTo>
                  <a:pt x="169" y="0"/>
                  <a:pt x="177" y="2"/>
                  <a:pt x="185" y="5"/>
                </a:cubicBezTo>
                <a:cubicBezTo>
                  <a:pt x="194" y="9"/>
                  <a:pt x="201" y="14"/>
                  <a:pt x="207" y="20"/>
                </a:cubicBezTo>
                <a:cubicBezTo>
                  <a:pt x="214" y="26"/>
                  <a:pt x="219" y="34"/>
                  <a:pt x="222" y="42"/>
                </a:cubicBezTo>
                <a:cubicBezTo>
                  <a:pt x="226" y="50"/>
                  <a:pt x="227" y="59"/>
                  <a:pt x="227" y="68"/>
                </a:cubicBezTo>
                <a:cubicBezTo>
                  <a:pt x="227" y="77"/>
                  <a:pt x="226" y="85"/>
                  <a:pt x="222" y="95"/>
                </a:cubicBezTo>
                <a:cubicBezTo>
                  <a:pt x="219" y="103"/>
                  <a:pt x="214" y="110"/>
                  <a:pt x="207" y="117"/>
                </a:cubicBezTo>
                <a:cubicBezTo>
                  <a:pt x="201" y="123"/>
                  <a:pt x="194" y="128"/>
                  <a:pt x="185" y="131"/>
                </a:cubicBezTo>
                <a:cubicBezTo>
                  <a:pt x="177" y="135"/>
                  <a:pt x="169" y="137"/>
                  <a:pt x="160" y="137"/>
                </a:cubicBezTo>
                <a:lnTo>
                  <a:pt x="69" y="137"/>
                </a:lnTo>
                <a:cubicBezTo>
                  <a:pt x="60" y="137"/>
                  <a:pt x="52" y="135"/>
                  <a:pt x="42" y="131"/>
                </a:cubicBezTo>
                <a:cubicBezTo>
                  <a:pt x="34" y="128"/>
                  <a:pt x="27" y="123"/>
                  <a:pt x="20" y="117"/>
                </a:cubicBezTo>
                <a:cubicBezTo>
                  <a:pt x="14" y="110"/>
                  <a:pt x="9" y="103"/>
                  <a:pt x="6" y="95"/>
                </a:cubicBezTo>
                <a:cubicBezTo>
                  <a:pt x="2" y="85"/>
                  <a:pt x="0" y="77"/>
                  <a:pt x="0" y="68"/>
                </a:cubicBezTo>
                <a:cubicBezTo>
                  <a:pt x="0" y="59"/>
                  <a:pt x="2" y="50"/>
                  <a:pt x="6" y="42"/>
                </a:cubicBezTo>
                <a:cubicBezTo>
                  <a:pt x="9" y="34"/>
                  <a:pt x="14" y="26"/>
                  <a:pt x="20" y="20"/>
                </a:cubicBezTo>
                <a:cubicBezTo>
                  <a:pt x="27" y="14"/>
                  <a:pt x="34" y="9"/>
                  <a:pt x="42" y="5"/>
                </a:cubicBezTo>
                <a:cubicBezTo>
                  <a:pt x="52" y="2"/>
                  <a:pt x="60" y="0"/>
                  <a:pt x="69" y="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5" name=""/>
          <p:cNvSpPr/>
          <p:nvPr/>
        </p:nvSpPr>
        <p:spPr>
          <a:xfrm>
            <a:off x="2195640" y="1110960"/>
            <a:ext cx="32760" cy="49320"/>
          </a:xfrm>
          <a:custGeom>
            <a:avLst/>
            <a:gdLst/>
            <a:ahLst/>
            <a:rect l="0" t="0" r="r" b="b"/>
            <a:pathLst>
              <a:path w="91" h="137">
                <a:moveTo>
                  <a:pt x="91" y="68"/>
                </a:moveTo>
                <a:cubicBezTo>
                  <a:pt x="91" y="77"/>
                  <a:pt x="90" y="85"/>
                  <a:pt x="88" y="95"/>
                </a:cubicBezTo>
                <a:cubicBezTo>
                  <a:pt x="86" y="103"/>
                  <a:pt x="82" y="110"/>
                  <a:pt x="78" y="117"/>
                </a:cubicBezTo>
                <a:cubicBezTo>
                  <a:pt x="74" y="123"/>
                  <a:pt x="69" y="128"/>
                  <a:pt x="63" y="131"/>
                </a:cubicBezTo>
                <a:cubicBezTo>
                  <a:pt x="57" y="135"/>
                  <a:pt x="51" y="137"/>
                  <a:pt x="45" y="137"/>
                </a:cubicBezTo>
                <a:cubicBezTo>
                  <a:pt x="39" y="137"/>
                  <a:pt x="34" y="135"/>
                  <a:pt x="28" y="131"/>
                </a:cubicBezTo>
                <a:cubicBezTo>
                  <a:pt x="22" y="128"/>
                  <a:pt x="18" y="123"/>
                  <a:pt x="13" y="117"/>
                </a:cubicBezTo>
                <a:cubicBezTo>
                  <a:pt x="9" y="110"/>
                  <a:pt x="6" y="103"/>
                  <a:pt x="4" y="95"/>
                </a:cubicBezTo>
                <a:cubicBezTo>
                  <a:pt x="1" y="85"/>
                  <a:pt x="0" y="77"/>
                  <a:pt x="0" y="68"/>
                </a:cubicBezTo>
                <a:cubicBezTo>
                  <a:pt x="0" y="59"/>
                  <a:pt x="1" y="50"/>
                  <a:pt x="4" y="42"/>
                </a:cubicBezTo>
                <a:cubicBezTo>
                  <a:pt x="6" y="34"/>
                  <a:pt x="9" y="26"/>
                  <a:pt x="13" y="20"/>
                </a:cubicBezTo>
                <a:cubicBezTo>
                  <a:pt x="18" y="14"/>
                  <a:pt x="22" y="9"/>
                  <a:pt x="28" y="5"/>
                </a:cubicBezTo>
                <a:cubicBezTo>
                  <a:pt x="34" y="2"/>
                  <a:pt x="39" y="0"/>
                  <a:pt x="45" y="0"/>
                </a:cubicBezTo>
                <a:cubicBezTo>
                  <a:pt x="51" y="0"/>
                  <a:pt x="57" y="2"/>
                  <a:pt x="63" y="5"/>
                </a:cubicBezTo>
                <a:cubicBezTo>
                  <a:pt x="69" y="9"/>
                  <a:pt x="74" y="14"/>
                  <a:pt x="78" y="20"/>
                </a:cubicBezTo>
                <a:cubicBezTo>
                  <a:pt x="82" y="26"/>
                  <a:pt x="86" y="34"/>
                  <a:pt x="88" y="42"/>
                </a:cubicBezTo>
                <a:cubicBezTo>
                  <a:pt x="90" y="50"/>
                  <a:pt x="91" y="59"/>
                  <a:pt x="91" y="68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602280" y="770400"/>
            <a:ext cx="5941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c1c1c"/>
                </a:solidFill>
                <a:latin typeface="DejaVuSans"/>
                <a:ea typeface="DejaVuSans"/>
              </a:rPr>
              <a:t>F1-05 - De eenheidspeciﬁcatie met haar leeronderdelen en de gelinkte leeruitkomsten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683640" y="1085760"/>
            <a:ext cx="127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8" name=""/>
          <p:cNvSpPr/>
          <p:nvPr/>
        </p:nvSpPr>
        <p:spPr>
          <a:xfrm>
            <a:off x="2374560" y="1029600"/>
            <a:ext cx="3951360" cy="528840"/>
          </a:xfrm>
          <a:custGeom>
            <a:avLst/>
            <a:gdLst/>
            <a:ahLst/>
            <a:rect l="0" t="0" r="r" b="b"/>
            <a:pathLst>
              <a:path w="10976" h="1469">
                <a:moveTo>
                  <a:pt x="181" y="0"/>
                </a:moveTo>
                <a:lnTo>
                  <a:pt x="10795" y="0"/>
                </a:lnTo>
                <a:cubicBezTo>
                  <a:pt x="10807" y="0"/>
                  <a:pt x="10819" y="2"/>
                  <a:pt x="10830" y="4"/>
                </a:cubicBezTo>
                <a:cubicBezTo>
                  <a:pt x="10842" y="6"/>
                  <a:pt x="10853" y="10"/>
                  <a:pt x="10864" y="14"/>
                </a:cubicBezTo>
                <a:cubicBezTo>
                  <a:pt x="10875" y="19"/>
                  <a:pt x="10886" y="24"/>
                  <a:pt x="10896" y="31"/>
                </a:cubicBezTo>
                <a:cubicBezTo>
                  <a:pt x="10905" y="37"/>
                  <a:pt x="10915" y="45"/>
                  <a:pt x="10923" y="53"/>
                </a:cubicBezTo>
                <a:cubicBezTo>
                  <a:pt x="10931" y="62"/>
                  <a:pt x="10939" y="71"/>
                  <a:pt x="10945" y="81"/>
                </a:cubicBezTo>
                <a:cubicBezTo>
                  <a:pt x="10952" y="90"/>
                  <a:pt x="10958" y="101"/>
                  <a:pt x="10962" y="112"/>
                </a:cubicBezTo>
                <a:cubicBezTo>
                  <a:pt x="10967" y="123"/>
                  <a:pt x="10970" y="134"/>
                  <a:pt x="10972" y="146"/>
                </a:cubicBezTo>
                <a:cubicBezTo>
                  <a:pt x="10975" y="157"/>
                  <a:pt x="10976" y="169"/>
                  <a:pt x="10976" y="181"/>
                </a:cubicBezTo>
                <a:lnTo>
                  <a:pt x="10976" y="1288"/>
                </a:lnTo>
                <a:cubicBezTo>
                  <a:pt x="10976" y="1300"/>
                  <a:pt x="10975" y="1312"/>
                  <a:pt x="10972" y="1323"/>
                </a:cubicBezTo>
                <a:cubicBezTo>
                  <a:pt x="10970" y="1335"/>
                  <a:pt x="10967" y="1346"/>
                  <a:pt x="10962" y="1357"/>
                </a:cubicBezTo>
                <a:cubicBezTo>
                  <a:pt x="10958" y="1368"/>
                  <a:pt x="10952" y="1379"/>
                  <a:pt x="10945" y="1388"/>
                </a:cubicBezTo>
                <a:cubicBezTo>
                  <a:pt x="10939" y="1398"/>
                  <a:pt x="10931" y="1407"/>
                  <a:pt x="10923" y="1416"/>
                </a:cubicBezTo>
                <a:cubicBezTo>
                  <a:pt x="10915" y="1424"/>
                  <a:pt x="10905" y="1432"/>
                  <a:pt x="10896" y="1438"/>
                </a:cubicBezTo>
                <a:cubicBezTo>
                  <a:pt x="10886" y="1445"/>
                  <a:pt x="10875" y="1450"/>
                  <a:pt x="10864" y="1455"/>
                </a:cubicBezTo>
                <a:cubicBezTo>
                  <a:pt x="10853" y="1459"/>
                  <a:pt x="10842" y="1463"/>
                  <a:pt x="10830" y="1465"/>
                </a:cubicBezTo>
                <a:cubicBezTo>
                  <a:pt x="10819" y="1467"/>
                  <a:pt x="10807" y="1469"/>
                  <a:pt x="10795" y="1469"/>
                </a:cubicBezTo>
                <a:lnTo>
                  <a:pt x="181" y="1469"/>
                </a:lnTo>
                <a:cubicBezTo>
                  <a:pt x="169" y="1469"/>
                  <a:pt x="157" y="1467"/>
                  <a:pt x="145" y="1465"/>
                </a:cubicBezTo>
                <a:cubicBezTo>
                  <a:pt x="134" y="1463"/>
                  <a:pt x="122" y="1459"/>
                  <a:pt x="111" y="1455"/>
                </a:cubicBezTo>
                <a:cubicBezTo>
                  <a:pt x="101" y="1450"/>
                  <a:pt x="90" y="1445"/>
                  <a:pt x="80" y="1438"/>
                </a:cubicBezTo>
                <a:cubicBezTo>
                  <a:pt x="70" y="1432"/>
                  <a:pt x="61" y="1424"/>
                  <a:pt x="53" y="1416"/>
                </a:cubicBezTo>
                <a:cubicBezTo>
                  <a:pt x="44" y="1407"/>
                  <a:pt x="37" y="1398"/>
                  <a:pt x="30" y="1388"/>
                </a:cubicBezTo>
                <a:cubicBezTo>
                  <a:pt x="24" y="1379"/>
                  <a:pt x="18" y="1368"/>
                  <a:pt x="14" y="1357"/>
                </a:cubicBezTo>
                <a:cubicBezTo>
                  <a:pt x="9" y="1346"/>
                  <a:pt x="6" y="1335"/>
                  <a:pt x="3" y="1323"/>
                </a:cubicBezTo>
                <a:cubicBezTo>
                  <a:pt x="1" y="1312"/>
                  <a:pt x="0" y="1300"/>
                  <a:pt x="0" y="1288"/>
                </a:cubicBezTo>
                <a:lnTo>
                  <a:pt x="0" y="181"/>
                </a:lnTo>
                <a:cubicBezTo>
                  <a:pt x="0" y="169"/>
                  <a:pt x="1" y="157"/>
                  <a:pt x="3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0" y="81"/>
                </a:cubicBezTo>
                <a:cubicBezTo>
                  <a:pt x="37" y="71"/>
                  <a:pt x="44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9"/>
                  <a:pt x="111" y="14"/>
                </a:cubicBezTo>
                <a:cubicBezTo>
                  <a:pt x="122" y="10"/>
                  <a:pt x="134" y="6"/>
                  <a:pt x="145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9" name=""/>
          <p:cNvSpPr/>
          <p:nvPr/>
        </p:nvSpPr>
        <p:spPr>
          <a:xfrm>
            <a:off x="2374560" y="1029600"/>
            <a:ext cx="3951360" cy="528840"/>
          </a:xfrm>
          <a:custGeom>
            <a:avLst/>
            <a:gdLst/>
            <a:ahLst/>
            <a:rect l="0" t="0" r="r" b="b"/>
            <a:pathLst>
              <a:path w="10976" h="1469">
                <a:moveTo>
                  <a:pt x="181" y="0"/>
                </a:moveTo>
                <a:lnTo>
                  <a:pt x="10795" y="0"/>
                </a:lnTo>
                <a:cubicBezTo>
                  <a:pt x="10807" y="0"/>
                  <a:pt x="10819" y="2"/>
                  <a:pt x="10830" y="4"/>
                </a:cubicBezTo>
                <a:cubicBezTo>
                  <a:pt x="10842" y="6"/>
                  <a:pt x="10853" y="10"/>
                  <a:pt x="10864" y="14"/>
                </a:cubicBezTo>
                <a:cubicBezTo>
                  <a:pt x="10875" y="19"/>
                  <a:pt x="10886" y="24"/>
                  <a:pt x="10896" y="31"/>
                </a:cubicBezTo>
                <a:cubicBezTo>
                  <a:pt x="10905" y="37"/>
                  <a:pt x="10915" y="45"/>
                  <a:pt x="10923" y="53"/>
                </a:cubicBezTo>
                <a:cubicBezTo>
                  <a:pt x="10931" y="62"/>
                  <a:pt x="10939" y="71"/>
                  <a:pt x="10945" y="81"/>
                </a:cubicBezTo>
                <a:cubicBezTo>
                  <a:pt x="10952" y="90"/>
                  <a:pt x="10958" y="101"/>
                  <a:pt x="10962" y="112"/>
                </a:cubicBezTo>
                <a:cubicBezTo>
                  <a:pt x="10967" y="123"/>
                  <a:pt x="10970" y="134"/>
                  <a:pt x="10972" y="146"/>
                </a:cubicBezTo>
                <a:cubicBezTo>
                  <a:pt x="10975" y="157"/>
                  <a:pt x="10976" y="169"/>
                  <a:pt x="10976" y="181"/>
                </a:cubicBezTo>
                <a:lnTo>
                  <a:pt x="10976" y="1288"/>
                </a:lnTo>
                <a:cubicBezTo>
                  <a:pt x="10976" y="1300"/>
                  <a:pt x="10975" y="1312"/>
                  <a:pt x="10972" y="1323"/>
                </a:cubicBezTo>
                <a:cubicBezTo>
                  <a:pt x="10970" y="1335"/>
                  <a:pt x="10967" y="1346"/>
                  <a:pt x="10962" y="1357"/>
                </a:cubicBezTo>
                <a:cubicBezTo>
                  <a:pt x="10958" y="1368"/>
                  <a:pt x="10952" y="1379"/>
                  <a:pt x="10945" y="1388"/>
                </a:cubicBezTo>
                <a:cubicBezTo>
                  <a:pt x="10939" y="1398"/>
                  <a:pt x="10931" y="1407"/>
                  <a:pt x="10923" y="1416"/>
                </a:cubicBezTo>
                <a:cubicBezTo>
                  <a:pt x="10915" y="1424"/>
                  <a:pt x="10905" y="1432"/>
                  <a:pt x="10896" y="1438"/>
                </a:cubicBezTo>
                <a:cubicBezTo>
                  <a:pt x="10886" y="1445"/>
                  <a:pt x="10875" y="1450"/>
                  <a:pt x="10864" y="1455"/>
                </a:cubicBezTo>
                <a:cubicBezTo>
                  <a:pt x="10853" y="1459"/>
                  <a:pt x="10842" y="1463"/>
                  <a:pt x="10830" y="1465"/>
                </a:cubicBezTo>
                <a:cubicBezTo>
                  <a:pt x="10819" y="1467"/>
                  <a:pt x="10807" y="1469"/>
                  <a:pt x="10795" y="1469"/>
                </a:cubicBezTo>
                <a:lnTo>
                  <a:pt x="181" y="1469"/>
                </a:lnTo>
                <a:cubicBezTo>
                  <a:pt x="169" y="1469"/>
                  <a:pt x="157" y="1467"/>
                  <a:pt x="145" y="1465"/>
                </a:cubicBezTo>
                <a:cubicBezTo>
                  <a:pt x="134" y="1463"/>
                  <a:pt x="122" y="1459"/>
                  <a:pt x="111" y="1455"/>
                </a:cubicBezTo>
                <a:cubicBezTo>
                  <a:pt x="101" y="1450"/>
                  <a:pt x="90" y="1445"/>
                  <a:pt x="80" y="1438"/>
                </a:cubicBezTo>
                <a:cubicBezTo>
                  <a:pt x="70" y="1432"/>
                  <a:pt x="61" y="1424"/>
                  <a:pt x="53" y="1416"/>
                </a:cubicBezTo>
                <a:cubicBezTo>
                  <a:pt x="44" y="1407"/>
                  <a:pt x="37" y="1398"/>
                  <a:pt x="30" y="1388"/>
                </a:cubicBezTo>
                <a:cubicBezTo>
                  <a:pt x="24" y="1379"/>
                  <a:pt x="18" y="1368"/>
                  <a:pt x="14" y="1357"/>
                </a:cubicBezTo>
                <a:cubicBezTo>
                  <a:pt x="9" y="1346"/>
                  <a:pt x="6" y="1335"/>
                  <a:pt x="3" y="1323"/>
                </a:cubicBezTo>
                <a:cubicBezTo>
                  <a:pt x="1" y="1312"/>
                  <a:pt x="0" y="1300"/>
                  <a:pt x="0" y="1288"/>
                </a:cubicBezTo>
                <a:lnTo>
                  <a:pt x="0" y="181"/>
                </a:lnTo>
                <a:cubicBezTo>
                  <a:pt x="0" y="169"/>
                  <a:pt x="1" y="157"/>
                  <a:pt x="3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0" y="81"/>
                </a:cubicBezTo>
                <a:cubicBezTo>
                  <a:pt x="37" y="71"/>
                  <a:pt x="44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9"/>
                  <a:pt x="111" y="14"/>
                </a:cubicBezTo>
                <a:cubicBezTo>
                  <a:pt x="122" y="10"/>
                  <a:pt x="134" y="6"/>
                  <a:pt x="145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0" name=""/>
          <p:cNvSpPr/>
          <p:nvPr/>
        </p:nvSpPr>
        <p:spPr>
          <a:xfrm>
            <a:off x="6162840" y="1086480"/>
            <a:ext cx="106200" cy="97920"/>
          </a:xfrm>
          <a:custGeom>
            <a:avLst/>
            <a:gdLst/>
            <a:ahLst/>
            <a:rect l="0" t="0" r="r" b="b"/>
            <a:pathLst>
              <a:path w="295" h="272">
                <a:moveTo>
                  <a:pt x="0" y="68"/>
                </a:moveTo>
                <a:lnTo>
                  <a:pt x="182" y="68"/>
                </a:lnTo>
                <a:lnTo>
                  <a:pt x="182" y="0"/>
                </a:lnTo>
                <a:lnTo>
                  <a:pt x="295" y="137"/>
                </a:lnTo>
                <a:lnTo>
                  <a:pt x="182" y="272"/>
                </a:lnTo>
                <a:lnTo>
                  <a:pt x="182" y="205"/>
                </a:lnTo>
                <a:lnTo>
                  <a:pt x="0" y="205"/>
                </a:lnTo>
                <a:lnTo>
                  <a:pt x="0" y="68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683640" y="1216800"/>
            <a:ext cx="13006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2455920" y="1085760"/>
            <a:ext cx="53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2455920" y="1216800"/>
            <a:ext cx="3160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Kwaliﬁcatiedossier vertalen naar leeruitkomsten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4" name=""/>
          <p:cNvSpPr/>
          <p:nvPr/>
        </p:nvSpPr>
        <p:spPr>
          <a:xfrm>
            <a:off x="1018800" y="1558080"/>
            <a:ext cx="12600" cy="162720"/>
          </a:xfrm>
          <a:custGeom>
            <a:avLst/>
            <a:gdLst/>
            <a:ahLst/>
            <a:rect l="0" t="0" r="r" b="b"/>
            <a:pathLst>
              <a:path w="35" h="452">
                <a:moveTo>
                  <a:pt x="35" y="0"/>
                </a:moveTo>
                <a:lnTo>
                  <a:pt x="35" y="67"/>
                </a:lnTo>
                <a:lnTo>
                  <a:pt x="0" y="67"/>
                </a:lnTo>
                <a:lnTo>
                  <a:pt x="0" y="0"/>
                </a:lnTo>
                <a:lnTo>
                  <a:pt x="35" y="0"/>
                </a:lnTo>
                <a:moveTo>
                  <a:pt x="35" y="135"/>
                </a:moveTo>
                <a:lnTo>
                  <a:pt x="35" y="203"/>
                </a:lnTo>
                <a:lnTo>
                  <a:pt x="0" y="203"/>
                </a:lnTo>
                <a:lnTo>
                  <a:pt x="0" y="135"/>
                </a:lnTo>
                <a:lnTo>
                  <a:pt x="35" y="135"/>
                </a:lnTo>
                <a:moveTo>
                  <a:pt x="35" y="271"/>
                </a:moveTo>
                <a:lnTo>
                  <a:pt x="35" y="338"/>
                </a:lnTo>
                <a:lnTo>
                  <a:pt x="0" y="338"/>
                </a:lnTo>
                <a:lnTo>
                  <a:pt x="0" y="271"/>
                </a:lnTo>
                <a:lnTo>
                  <a:pt x="35" y="271"/>
                </a:lnTo>
                <a:moveTo>
                  <a:pt x="35" y="406"/>
                </a:moveTo>
                <a:lnTo>
                  <a:pt x="35" y="452"/>
                </a:lnTo>
                <a:lnTo>
                  <a:pt x="0" y="452"/>
                </a:lnTo>
                <a:lnTo>
                  <a:pt x="0" y="406"/>
                </a:lnTo>
                <a:lnTo>
                  <a:pt x="35" y="406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5" name=""/>
          <p:cNvSpPr/>
          <p:nvPr/>
        </p:nvSpPr>
        <p:spPr>
          <a:xfrm>
            <a:off x="984240" y="1671840"/>
            <a:ext cx="81720" cy="48960"/>
          </a:xfrm>
          <a:custGeom>
            <a:avLst/>
            <a:gdLst/>
            <a:ahLst/>
            <a:rect l="0" t="0" r="r" b="b"/>
            <a:pathLst>
              <a:path fill="none" w="227" h="136">
                <a:moveTo>
                  <a:pt x="0" y="0"/>
                </a:moveTo>
                <a:lnTo>
                  <a:pt x="114" y="136"/>
                </a:lnTo>
                <a:lnTo>
                  <a:pt x="227" y="0"/>
                </a:lnTo>
              </a:path>
            </a:pathLst>
          </a:custGeom>
          <a:ln w="11880">
            <a:solidFill>
              <a:srgbClr val="a8a85a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6" name=""/>
          <p:cNvSpPr/>
          <p:nvPr/>
        </p:nvSpPr>
        <p:spPr>
          <a:xfrm>
            <a:off x="829800" y="1752840"/>
            <a:ext cx="3723840" cy="528840"/>
          </a:xfrm>
          <a:custGeom>
            <a:avLst/>
            <a:gdLst/>
            <a:ahLst/>
            <a:rect l="0" t="0" r="r" b="b"/>
            <a:pathLst>
              <a:path w="10344" h="1469">
                <a:moveTo>
                  <a:pt x="0" y="0"/>
                </a:moveTo>
                <a:lnTo>
                  <a:pt x="10344" y="0"/>
                </a:lnTo>
                <a:lnTo>
                  <a:pt x="10344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7" name=""/>
          <p:cNvSpPr/>
          <p:nvPr/>
        </p:nvSpPr>
        <p:spPr>
          <a:xfrm>
            <a:off x="829800" y="1752840"/>
            <a:ext cx="3723840" cy="528840"/>
          </a:xfrm>
          <a:custGeom>
            <a:avLst/>
            <a:gdLst/>
            <a:ahLst/>
            <a:rect l="0" t="0" r="r" b="b"/>
            <a:pathLst>
              <a:path w="10344" h="1469">
                <a:moveTo>
                  <a:pt x="0" y="0"/>
                </a:moveTo>
                <a:lnTo>
                  <a:pt x="10344" y="0"/>
                </a:lnTo>
                <a:lnTo>
                  <a:pt x="10344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8" name=""/>
          <p:cNvSpPr/>
          <p:nvPr/>
        </p:nvSpPr>
        <p:spPr>
          <a:xfrm>
            <a:off x="4390560" y="181800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9" name=""/>
          <p:cNvSpPr/>
          <p:nvPr/>
        </p:nvSpPr>
        <p:spPr>
          <a:xfrm>
            <a:off x="4390560" y="184644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2455920" y="1370160"/>
            <a:ext cx="28263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verdieping: van kerntaak naar eenheid en leeronderdelen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911520" y="1809000"/>
            <a:ext cx="14608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911520" y="1940040"/>
            <a:ext cx="3070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Blok B1-K1 Biedt farmaceutische patiëntenzorg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3" name=""/>
          <p:cNvSpPr/>
          <p:nvPr/>
        </p:nvSpPr>
        <p:spPr>
          <a:xfrm>
            <a:off x="829800" y="2508840"/>
            <a:ext cx="6878160" cy="528480"/>
          </a:xfrm>
          <a:custGeom>
            <a:avLst/>
            <a:gdLst/>
            <a:ahLst/>
            <a:rect l="0" t="0" r="r" b="b"/>
            <a:pathLst>
              <a:path w="19106" h="1468">
                <a:moveTo>
                  <a:pt x="0" y="0"/>
                </a:moveTo>
                <a:lnTo>
                  <a:pt x="19106" y="0"/>
                </a:lnTo>
                <a:lnTo>
                  <a:pt x="19106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4" name=""/>
          <p:cNvSpPr/>
          <p:nvPr/>
        </p:nvSpPr>
        <p:spPr>
          <a:xfrm>
            <a:off x="829800" y="2508840"/>
            <a:ext cx="6878160" cy="528480"/>
          </a:xfrm>
          <a:custGeom>
            <a:avLst/>
            <a:gdLst/>
            <a:ahLst/>
            <a:rect l="0" t="0" r="r" b="b"/>
            <a:pathLst>
              <a:path w="19106" h="1468">
                <a:moveTo>
                  <a:pt x="0" y="0"/>
                </a:moveTo>
                <a:lnTo>
                  <a:pt x="19106" y="0"/>
                </a:lnTo>
                <a:lnTo>
                  <a:pt x="19106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5" name=""/>
          <p:cNvSpPr/>
          <p:nvPr/>
        </p:nvSpPr>
        <p:spPr>
          <a:xfrm>
            <a:off x="7544880" y="257364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6" name=""/>
          <p:cNvSpPr/>
          <p:nvPr/>
        </p:nvSpPr>
        <p:spPr>
          <a:xfrm>
            <a:off x="7544880" y="260208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911520" y="209340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911520" y="2564640"/>
            <a:ext cx="640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911520" y="2696040"/>
            <a:ext cx="60145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Biedt farmaceutische patiëntenzorg in een levensechte apotheekomgeving (kerntaakniveau)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0" name=""/>
          <p:cNvSpPr/>
          <p:nvPr/>
        </p:nvSpPr>
        <p:spPr>
          <a:xfrm>
            <a:off x="829800" y="3264480"/>
            <a:ext cx="7780320" cy="528480"/>
          </a:xfrm>
          <a:custGeom>
            <a:avLst/>
            <a:gdLst/>
            <a:ahLst/>
            <a:rect l="0" t="0" r="r" b="b"/>
            <a:pathLst>
              <a:path w="21612" h="1468">
                <a:moveTo>
                  <a:pt x="0" y="0"/>
                </a:moveTo>
                <a:lnTo>
                  <a:pt x="21612" y="0"/>
                </a:lnTo>
                <a:lnTo>
                  <a:pt x="21612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1" name=""/>
          <p:cNvSpPr/>
          <p:nvPr/>
        </p:nvSpPr>
        <p:spPr>
          <a:xfrm>
            <a:off x="829800" y="3264480"/>
            <a:ext cx="7780320" cy="528480"/>
          </a:xfrm>
          <a:custGeom>
            <a:avLst/>
            <a:gdLst/>
            <a:ahLst/>
            <a:rect l="0" t="0" r="r" b="b"/>
            <a:pathLst>
              <a:path w="21612" h="1468">
                <a:moveTo>
                  <a:pt x="0" y="0"/>
                </a:moveTo>
                <a:lnTo>
                  <a:pt x="21612" y="0"/>
                </a:lnTo>
                <a:lnTo>
                  <a:pt x="21612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2" name=""/>
          <p:cNvSpPr/>
          <p:nvPr/>
        </p:nvSpPr>
        <p:spPr>
          <a:xfrm>
            <a:off x="8447400" y="3329640"/>
            <a:ext cx="97920" cy="81360"/>
          </a:xfrm>
          <a:custGeom>
            <a:avLst/>
            <a:gdLst/>
            <a:ahLst/>
            <a:rect l="0" t="0" r="r" b="b"/>
            <a:pathLst>
              <a:path w="272" h="226">
                <a:moveTo>
                  <a:pt x="0" y="0"/>
                </a:moveTo>
                <a:lnTo>
                  <a:pt x="272" y="0"/>
                </a:lnTo>
                <a:lnTo>
                  <a:pt x="272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3" name=""/>
          <p:cNvSpPr/>
          <p:nvPr/>
        </p:nvSpPr>
        <p:spPr>
          <a:xfrm>
            <a:off x="8447400" y="335808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911520" y="284904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911520" y="3320640"/>
            <a:ext cx="640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911520" y="3451680"/>
            <a:ext cx="66866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Voert baliegesprek en triage uit in de simulatieapotheek, onderbouwd met theorie (werkprocesniveau)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7" name=""/>
          <p:cNvSpPr/>
          <p:nvPr/>
        </p:nvSpPr>
        <p:spPr>
          <a:xfrm>
            <a:off x="829800" y="4020120"/>
            <a:ext cx="5138280" cy="666720"/>
          </a:xfrm>
          <a:custGeom>
            <a:avLst/>
            <a:gdLst/>
            <a:ahLst/>
            <a:rect l="0" t="0" r="r" b="b"/>
            <a:pathLst>
              <a:path w="14273" h="1852">
                <a:moveTo>
                  <a:pt x="0" y="0"/>
                </a:moveTo>
                <a:lnTo>
                  <a:pt x="14273" y="0"/>
                </a:lnTo>
                <a:lnTo>
                  <a:pt x="14273" y="1852"/>
                </a:lnTo>
                <a:lnTo>
                  <a:pt x="0" y="185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8" name=""/>
          <p:cNvSpPr/>
          <p:nvPr/>
        </p:nvSpPr>
        <p:spPr>
          <a:xfrm>
            <a:off x="829800" y="4020120"/>
            <a:ext cx="5138280" cy="666720"/>
          </a:xfrm>
          <a:custGeom>
            <a:avLst/>
            <a:gdLst/>
            <a:ahLst/>
            <a:rect l="0" t="0" r="r" b="b"/>
            <a:pathLst>
              <a:path w="14273" h="1852">
                <a:moveTo>
                  <a:pt x="0" y="0"/>
                </a:moveTo>
                <a:lnTo>
                  <a:pt x="14273" y="0"/>
                </a:lnTo>
                <a:lnTo>
                  <a:pt x="14273" y="1852"/>
                </a:lnTo>
                <a:lnTo>
                  <a:pt x="0" y="1852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9" name=""/>
          <p:cNvSpPr/>
          <p:nvPr/>
        </p:nvSpPr>
        <p:spPr>
          <a:xfrm>
            <a:off x="5805360" y="408528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0" name=""/>
          <p:cNvSpPr/>
          <p:nvPr/>
        </p:nvSpPr>
        <p:spPr>
          <a:xfrm>
            <a:off x="5805360" y="411372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911520" y="360504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911520" y="4076280"/>
            <a:ext cx="1288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911520" y="4207320"/>
            <a:ext cx="2143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 Baliegesprek en triage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911520" y="436068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5" name=""/>
          <p:cNvSpPr/>
          <p:nvPr/>
        </p:nvSpPr>
        <p:spPr>
          <a:xfrm>
            <a:off x="1317600" y="2281320"/>
            <a:ext cx="0" cy="22752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6" name=""/>
          <p:cNvSpPr/>
          <p:nvPr/>
        </p:nvSpPr>
        <p:spPr>
          <a:xfrm>
            <a:off x="1317600" y="3036960"/>
            <a:ext cx="0" cy="22752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7" name=""/>
          <p:cNvSpPr/>
          <p:nvPr/>
        </p:nvSpPr>
        <p:spPr>
          <a:xfrm>
            <a:off x="1276920" y="3036960"/>
            <a:ext cx="81720" cy="114120"/>
          </a:xfrm>
          <a:custGeom>
            <a:avLst/>
            <a:gdLst/>
            <a:ahLst/>
            <a:rect l="0" t="0" r="r" b="b"/>
            <a:pathLst>
              <a:path w="227" h="317">
                <a:moveTo>
                  <a:pt x="113" y="0"/>
                </a:moveTo>
                <a:lnTo>
                  <a:pt x="0" y="158"/>
                </a:lnTo>
                <a:lnTo>
                  <a:pt x="113" y="317"/>
                </a:lnTo>
                <a:lnTo>
                  <a:pt x="227" y="158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8" name=""/>
          <p:cNvSpPr/>
          <p:nvPr/>
        </p:nvSpPr>
        <p:spPr>
          <a:xfrm>
            <a:off x="1276920" y="3036960"/>
            <a:ext cx="81720" cy="114120"/>
          </a:xfrm>
          <a:custGeom>
            <a:avLst/>
            <a:gdLst/>
            <a:ahLst/>
            <a:rect l="0" t="0" r="r" b="b"/>
            <a:pathLst>
              <a:path w="227" h="317">
                <a:moveTo>
                  <a:pt x="113" y="0"/>
                </a:moveTo>
                <a:lnTo>
                  <a:pt x="0" y="158"/>
                </a:lnTo>
                <a:lnTo>
                  <a:pt x="113" y="317"/>
                </a:lnTo>
                <a:lnTo>
                  <a:pt x="227" y="158"/>
                </a:lnTo>
                <a:lnTo>
                  <a:pt x="113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9" name=""/>
          <p:cNvSpPr/>
          <p:nvPr/>
        </p:nvSpPr>
        <p:spPr>
          <a:xfrm>
            <a:off x="1317600" y="3792600"/>
            <a:ext cx="0" cy="22752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911520" y="4498920"/>
            <a:ext cx="41475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Onderwijseenheid speciﬁcatie bevat: Blok B1-K1 Biedt farmaceutische patiëntenzorg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0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09" name=""/>
          <p:cNvSpPr/>
          <p:nvPr/>
        </p:nvSpPr>
        <p:spPr>
          <a:xfrm>
            <a:off x="461520" y="-2654640"/>
            <a:ext cx="8411760" cy="6422760"/>
          </a:xfrm>
          <a:custGeom>
            <a:avLst/>
            <a:gdLst/>
            <a:ahLst/>
            <a:rect l="0" t="0" r="r" b="b"/>
            <a:pathLst>
              <a:path w="23366" h="17841">
                <a:moveTo>
                  <a:pt x="228" y="0"/>
                </a:moveTo>
                <a:lnTo>
                  <a:pt x="23137" y="0"/>
                </a:lnTo>
                <a:cubicBezTo>
                  <a:pt x="23152" y="0"/>
                  <a:pt x="23167" y="2"/>
                  <a:pt x="23182" y="5"/>
                </a:cubicBezTo>
                <a:cubicBezTo>
                  <a:pt x="23196" y="8"/>
                  <a:pt x="23211" y="12"/>
                  <a:pt x="23225" y="18"/>
                </a:cubicBezTo>
                <a:cubicBezTo>
                  <a:pt x="23238" y="23"/>
                  <a:pt x="23252" y="30"/>
                  <a:pt x="23264" y="39"/>
                </a:cubicBezTo>
                <a:cubicBezTo>
                  <a:pt x="23276" y="47"/>
                  <a:pt x="23288" y="56"/>
                  <a:pt x="23299" y="67"/>
                </a:cubicBezTo>
                <a:cubicBezTo>
                  <a:pt x="23309" y="78"/>
                  <a:pt x="23319" y="89"/>
                  <a:pt x="23327" y="102"/>
                </a:cubicBezTo>
                <a:cubicBezTo>
                  <a:pt x="23335" y="114"/>
                  <a:pt x="23342" y="127"/>
                  <a:pt x="23348" y="141"/>
                </a:cubicBezTo>
                <a:cubicBezTo>
                  <a:pt x="23354" y="155"/>
                  <a:pt x="23358" y="169"/>
                  <a:pt x="23361" y="184"/>
                </a:cubicBezTo>
                <a:cubicBezTo>
                  <a:pt x="23364" y="199"/>
                  <a:pt x="23366" y="214"/>
                  <a:pt x="23366" y="229"/>
                </a:cubicBezTo>
                <a:lnTo>
                  <a:pt x="23366" y="17612"/>
                </a:lnTo>
                <a:cubicBezTo>
                  <a:pt x="23366" y="17627"/>
                  <a:pt x="23364" y="17642"/>
                  <a:pt x="23361" y="17657"/>
                </a:cubicBezTo>
                <a:cubicBezTo>
                  <a:pt x="23358" y="17671"/>
                  <a:pt x="23354" y="17686"/>
                  <a:pt x="23348" y="17700"/>
                </a:cubicBezTo>
                <a:cubicBezTo>
                  <a:pt x="23342" y="17713"/>
                  <a:pt x="23335" y="17727"/>
                  <a:pt x="23327" y="17739"/>
                </a:cubicBezTo>
                <a:cubicBezTo>
                  <a:pt x="23319" y="17752"/>
                  <a:pt x="23309" y="17763"/>
                  <a:pt x="23299" y="17774"/>
                </a:cubicBezTo>
                <a:cubicBezTo>
                  <a:pt x="23288" y="17784"/>
                  <a:pt x="23276" y="17794"/>
                  <a:pt x="23264" y="17802"/>
                </a:cubicBezTo>
                <a:cubicBezTo>
                  <a:pt x="23252" y="17810"/>
                  <a:pt x="23238" y="17817"/>
                  <a:pt x="23225" y="17823"/>
                </a:cubicBezTo>
                <a:cubicBezTo>
                  <a:pt x="23211" y="17829"/>
                  <a:pt x="23196" y="17833"/>
                  <a:pt x="23182" y="17836"/>
                </a:cubicBezTo>
                <a:cubicBezTo>
                  <a:pt x="23167" y="17839"/>
                  <a:pt x="23152" y="17841"/>
                  <a:pt x="23137" y="17841"/>
                </a:cubicBezTo>
                <a:lnTo>
                  <a:pt x="228" y="17841"/>
                </a:lnTo>
                <a:cubicBezTo>
                  <a:pt x="213" y="17841"/>
                  <a:pt x="198" y="17839"/>
                  <a:pt x="183" y="17836"/>
                </a:cubicBezTo>
                <a:cubicBezTo>
                  <a:pt x="169" y="17833"/>
                  <a:pt x="154" y="17829"/>
                  <a:pt x="141" y="17823"/>
                </a:cubicBezTo>
                <a:cubicBezTo>
                  <a:pt x="127" y="17817"/>
                  <a:pt x="114" y="17810"/>
                  <a:pt x="101" y="17802"/>
                </a:cubicBezTo>
                <a:cubicBezTo>
                  <a:pt x="89" y="17794"/>
                  <a:pt x="77" y="17784"/>
                  <a:pt x="67" y="17774"/>
                </a:cubicBezTo>
                <a:cubicBezTo>
                  <a:pt x="56" y="17763"/>
                  <a:pt x="46" y="17752"/>
                  <a:pt x="38" y="17739"/>
                </a:cubicBezTo>
                <a:cubicBezTo>
                  <a:pt x="30" y="17727"/>
                  <a:pt x="23" y="17713"/>
                  <a:pt x="17" y="17700"/>
                </a:cubicBezTo>
                <a:cubicBezTo>
                  <a:pt x="11" y="17686"/>
                  <a:pt x="7" y="17671"/>
                  <a:pt x="4" y="17657"/>
                </a:cubicBezTo>
                <a:cubicBezTo>
                  <a:pt x="1" y="17642"/>
                  <a:pt x="0" y="17627"/>
                  <a:pt x="0" y="17612"/>
                </a:cubicBezTo>
                <a:lnTo>
                  <a:pt x="0" y="229"/>
                </a:lnTo>
                <a:cubicBezTo>
                  <a:pt x="0" y="214"/>
                  <a:pt x="1" y="199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7"/>
                  <a:pt x="30" y="114"/>
                  <a:pt x="38" y="102"/>
                </a:cubicBezTo>
                <a:cubicBezTo>
                  <a:pt x="46" y="89"/>
                  <a:pt x="56" y="78"/>
                  <a:pt x="67" y="67"/>
                </a:cubicBezTo>
                <a:cubicBezTo>
                  <a:pt x="77" y="56"/>
                  <a:pt x="89" y="47"/>
                  <a:pt x="101" y="39"/>
                </a:cubicBezTo>
                <a:cubicBezTo>
                  <a:pt x="114" y="30"/>
                  <a:pt x="127" y="23"/>
                  <a:pt x="141" y="18"/>
                </a:cubicBezTo>
                <a:cubicBezTo>
                  <a:pt x="154" y="12"/>
                  <a:pt x="169" y="8"/>
                  <a:pt x="183" y="5"/>
                </a:cubicBezTo>
                <a:cubicBezTo>
                  <a:pt x="198" y="2"/>
                  <a:pt x="213" y="0"/>
                  <a:pt x="2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0" name=""/>
          <p:cNvSpPr/>
          <p:nvPr/>
        </p:nvSpPr>
        <p:spPr>
          <a:xfrm>
            <a:off x="461520" y="-2654640"/>
            <a:ext cx="8411760" cy="6422760"/>
          </a:xfrm>
          <a:custGeom>
            <a:avLst/>
            <a:gdLst/>
            <a:ahLst/>
            <a:rect l="0" t="0" r="r" b="b"/>
            <a:pathLst>
              <a:path w="23366" h="17841">
                <a:moveTo>
                  <a:pt x="228" y="0"/>
                </a:moveTo>
                <a:lnTo>
                  <a:pt x="23137" y="0"/>
                </a:lnTo>
                <a:cubicBezTo>
                  <a:pt x="23152" y="0"/>
                  <a:pt x="23167" y="2"/>
                  <a:pt x="23182" y="5"/>
                </a:cubicBezTo>
                <a:cubicBezTo>
                  <a:pt x="23196" y="8"/>
                  <a:pt x="23211" y="12"/>
                  <a:pt x="23225" y="18"/>
                </a:cubicBezTo>
                <a:cubicBezTo>
                  <a:pt x="23238" y="23"/>
                  <a:pt x="23252" y="30"/>
                  <a:pt x="23264" y="39"/>
                </a:cubicBezTo>
                <a:cubicBezTo>
                  <a:pt x="23276" y="47"/>
                  <a:pt x="23288" y="56"/>
                  <a:pt x="23299" y="67"/>
                </a:cubicBezTo>
                <a:cubicBezTo>
                  <a:pt x="23309" y="78"/>
                  <a:pt x="23319" y="89"/>
                  <a:pt x="23327" y="102"/>
                </a:cubicBezTo>
                <a:cubicBezTo>
                  <a:pt x="23335" y="114"/>
                  <a:pt x="23342" y="127"/>
                  <a:pt x="23348" y="141"/>
                </a:cubicBezTo>
                <a:cubicBezTo>
                  <a:pt x="23354" y="155"/>
                  <a:pt x="23358" y="169"/>
                  <a:pt x="23361" y="184"/>
                </a:cubicBezTo>
                <a:cubicBezTo>
                  <a:pt x="23364" y="199"/>
                  <a:pt x="23366" y="214"/>
                  <a:pt x="23366" y="229"/>
                </a:cubicBezTo>
                <a:lnTo>
                  <a:pt x="23366" y="17612"/>
                </a:lnTo>
                <a:cubicBezTo>
                  <a:pt x="23366" y="17627"/>
                  <a:pt x="23364" y="17642"/>
                  <a:pt x="23361" y="17657"/>
                </a:cubicBezTo>
                <a:cubicBezTo>
                  <a:pt x="23358" y="17671"/>
                  <a:pt x="23354" y="17686"/>
                  <a:pt x="23348" y="17700"/>
                </a:cubicBezTo>
                <a:cubicBezTo>
                  <a:pt x="23342" y="17713"/>
                  <a:pt x="23335" y="17727"/>
                  <a:pt x="23327" y="17739"/>
                </a:cubicBezTo>
                <a:cubicBezTo>
                  <a:pt x="23319" y="17752"/>
                  <a:pt x="23309" y="17763"/>
                  <a:pt x="23299" y="17774"/>
                </a:cubicBezTo>
                <a:cubicBezTo>
                  <a:pt x="23288" y="17784"/>
                  <a:pt x="23276" y="17794"/>
                  <a:pt x="23264" y="17802"/>
                </a:cubicBezTo>
                <a:cubicBezTo>
                  <a:pt x="23252" y="17810"/>
                  <a:pt x="23238" y="17817"/>
                  <a:pt x="23225" y="17823"/>
                </a:cubicBezTo>
                <a:cubicBezTo>
                  <a:pt x="23211" y="17829"/>
                  <a:pt x="23196" y="17833"/>
                  <a:pt x="23182" y="17836"/>
                </a:cubicBezTo>
                <a:cubicBezTo>
                  <a:pt x="23167" y="17839"/>
                  <a:pt x="23152" y="17841"/>
                  <a:pt x="23137" y="17841"/>
                </a:cubicBezTo>
                <a:lnTo>
                  <a:pt x="228" y="17841"/>
                </a:lnTo>
                <a:cubicBezTo>
                  <a:pt x="213" y="17841"/>
                  <a:pt x="198" y="17839"/>
                  <a:pt x="183" y="17836"/>
                </a:cubicBezTo>
                <a:cubicBezTo>
                  <a:pt x="169" y="17833"/>
                  <a:pt x="154" y="17829"/>
                  <a:pt x="141" y="17823"/>
                </a:cubicBezTo>
                <a:cubicBezTo>
                  <a:pt x="127" y="17817"/>
                  <a:pt x="114" y="17810"/>
                  <a:pt x="101" y="17802"/>
                </a:cubicBezTo>
                <a:cubicBezTo>
                  <a:pt x="89" y="17794"/>
                  <a:pt x="77" y="17784"/>
                  <a:pt x="67" y="17774"/>
                </a:cubicBezTo>
                <a:cubicBezTo>
                  <a:pt x="56" y="17763"/>
                  <a:pt x="46" y="17752"/>
                  <a:pt x="38" y="17739"/>
                </a:cubicBezTo>
                <a:cubicBezTo>
                  <a:pt x="30" y="17727"/>
                  <a:pt x="23" y="17713"/>
                  <a:pt x="17" y="17700"/>
                </a:cubicBezTo>
                <a:cubicBezTo>
                  <a:pt x="11" y="17686"/>
                  <a:pt x="7" y="17671"/>
                  <a:pt x="4" y="17657"/>
                </a:cubicBezTo>
                <a:cubicBezTo>
                  <a:pt x="1" y="17642"/>
                  <a:pt x="0" y="17627"/>
                  <a:pt x="0" y="17612"/>
                </a:cubicBezTo>
                <a:lnTo>
                  <a:pt x="0" y="229"/>
                </a:lnTo>
                <a:cubicBezTo>
                  <a:pt x="0" y="214"/>
                  <a:pt x="1" y="199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7"/>
                  <a:pt x="30" y="114"/>
                  <a:pt x="38" y="102"/>
                </a:cubicBezTo>
                <a:cubicBezTo>
                  <a:pt x="46" y="89"/>
                  <a:pt x="56" y="78"/>
                  <a:pt x="67" y="67"/>
                </a:cubicBezTo>
                <a:cubicBezTo>
                  <a:pt x="77" y="56"/>
                  <a:pt x="89" y="47"/>
                  <a:pt x="101" y="39"/>
                </a:cubicBezTo>
                <a:cubicBezTo>
                  <a:pt x="114" y="30"/>
                  <a:pt x="127" y="23"/>
                  <a:pt x="141" y="18"/>
                </a:cubicBezTo>
                <a:cubicBezTo>
                  <a:pt x="154" y="12"/>
                  <a:pt x="169" y="8"/>
                  <a:pt x="183" y="5"/>
                </a:cubicBezTo>
                <a:cubicBezTo>
                  <a:pt x="198" y="2"/>
                  <a:pt x="213" y="0"/>
                  <a:pt x="228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1" name=""/>
          <p:cNvSpPr/>
          <p:nvPr/>
        </p:nvSpPr>
        <p:spPr>
          <a:xfrm>
            <a:off x="786240" y="1600920"/>
            <a:ext cx="6652080" cy="674640"/>
          </a:xfrm>
          <a:custGeom>
            <a:avLst/>
            <a:gdLst/>
            <a:ahLst/>
            <a:rect l="0" t="0" r="r" b="b"/>
            <a:pathLst>
              <a:path w="18478" h="1874">
                <a:moveTo>
                  <a:pt x="0" y="0"/>
                </a:moveTo>
                <a:lnTo>
                  <a:pt x="18478" y="0"/>
                </a:lnTo>
                <a:lnTo>
                  <a:pt x="18478" y="1874"/>
                </a:lnTo>
                <a:lnTo>
                  <a:pt x="0" y="187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2" name=""/>
          <p:cNvSpPr/>
          <p:nvPr/>
        </p:nvSpPr>
        <p:spPr>
          <a:xfrm>
            <a:off x="786240" y="1600920"/>
            <a:ext cx="6652080" cy="674640"/>
          </a:xfrm>
          <a:custGeom>
            <a:avLst/>
            <a:gdLst/>
            <a:ahLst/>
            <a:rect l="0" t="0" r="r" b="b"/>
            <a:pathLst>
              <a:path w="18478" h="1874">
                <a:moveTo>
                  <a:pt x="0" y="0"/>
                </a:moveTo>
                <a:lnTo>
                  <a:pt x="18478" y="0"/>
                </a:lnTo>
                <a:lnTo>
                  <a:pt x="18478" y="1874"/>
                </a:lnTo>
                <a:lnTo>
                  <a:pt x="0" y="1874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3" name=""/>
          <p:cNvSpPr/>
          <p:nvPr/>
        </p:nvSpPr>
        <p:spPr>
          <a:xfrm>
            <a:off x="7273440" y="166680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4" name=""/>
          <p:cNvSpPr/>
          <p:nvPr/>
        </p:nvSpPr>
        <p:spPr>
          <a:xfrm>
            <a:off x="7273440" y="169524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457200" y="1256040"/>
            <a:ext cx="7674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F1 -05  ·  DEEL  2  VAN  2  ·  DE  EENH EIDS PECIFICATIE  M ET  H AAR   LEER O NDER DELEN  EN  DE  G ELINKTE  LEER UITKO M S 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868680" y="1657440"/>
            <a:ext cx="640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868680" y="1790280"/>
            <a:ext cx="56653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Voert medicatiebewaking uit onder begeleiding in de leerapotheek (werkprocesniveau)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868680" y="194508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9" name=""/>
          <p:cNvSpPr/>
          <p:nvPr/>
        </p:nvSpPr>
        <p:spPr>
          <a:xfrm>
            <a:off x="786240" y="2505240"/>
            <a:ext cx="5196600" cy="674640"/>
          </a:xfrm>
          <a:custGeom>
            <a:avLst/>
            <a:gdLst/>
            <a:ahLst/>
            <a:rect l="0" t="0" r="r" b="b"/>
            <a:pathLst>
              <a:path w="14435" h="1874">
                <a:moveTo>
                  <a:pt x="0" y="0"/>
                </a:moveTo>
                <a:lnTo>
                  <a:pt x="14435" y="0"/>
                </a:lnTo>
                <a:lnTo>
                  <a:pt x="14435" y="1874"/>
                </a:lnTo>
                <a:lnTo>
                  <a:pt x="0" y="187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0" name=""/>
          <p:cNvSpPr/>
          <p:nvPr/>
        </p:nvSpPr>
        <p:spPr>
          <a:xfrm>
            <a:off x="786240" y="2505240"/>
            <a:ext cx="5196600" cy="674640"/>
          </a:xfrm>
          <a:custGeom>
            <a:avLst/>
            <a:gdLst/>
            <a:ahLst/>
            <a:rect l="0" t="0" r="r" b="b"/>
            <a:pathLst>
              <a:path w="14435" h="1874">
                <a:moveTo>
                  <a:pt x="0" y="0"/>
                </a:moveTo>
                <a:lnTo>
                  <a:pt x="14435" y="0"/>
                </a:lnTo>
                <a:lnTo>
                  <a:pt x="14435" y="1874"/>
                </a:lnTo>
                <a:lnTo>
                  <a:pt x="0" y="1874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1" name=""/>
          <p:cNvSpPr/>
          <p:nvPr/>
        </p:nvSpPr>
        <p:spPr>
          <a:xfrm>
            <a:off x="5818320" y="2571120"/>
            <a:ext cx="99000" cy="82800"/>
          </a:xfrm>
          <a:custGeom>
            <a:avLst/>
            <a:gdLst/>
            <a:ahLst/>
            <a:rect l="0" t="0" r="r" b="b"/>
            <a:pathLst>
              <a:path w="275" h="230">
                <a:moveTo>
                  <a:pt x="0" y="0"/>
                </a:moveTo>
                <a:lnTo>
                  <a:pt x="275" y="0"/>
                </a:lnTo>
                <a:lnTo>
                  <a:pt x="275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2" name=""/>
          <p:cNvSpPr/>
          <p:nvPr/>
        </p:nvSpPr>
        <p:spPr>
          <a:xfrm>
            <a:off x="5818320" y="259992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868680" y="2085120"/>
            <a:ext cx="9486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bevat Leeruitkomst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868680" y="2562120"/>
            <a:ext cx="1288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868680" y="2694600"/>
            <a:ext cx="1927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B1-K1-W2 Medicatiebewaking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868680" y="284976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7" name=""/>
          <p:cNvSpPr/>
          <p:nvPr/>
        </p:nvSpPr>
        <p:spPr>
          <a:xfrm>
            <a:off x="1279440" y="2275200"/>
            <a:ext cx="0" cy="23004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868680" y="2989440"/>
            <a:ext cx="41475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Onderwijseenheid speciﬁcatie bevat: Blok B1-K1 Biedt farmaceutische patiëntenzorg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555840" y="3254040"/>
            <a:ext cx="67230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Verdieping: de leeruitkomst zit niet in de eenheid, zij staat ernaast. De onderwijseenheidspeciﬁcatie verwijst naar de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555840" y="3409920"/>
            <a:ext cx="69883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leeruitkomst op kerntaakniveau, en elke leeronderdeelspeciﬁcatie naar haar eigen leeruitkomst op werkprocesniveau. Zo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555840" y="3566520"/>
            <a:ext cx="54658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loopt de herkomst uit het kwaliﬁcatiedossier via de leeruitkomst, niet langs de speciﬁcatie zelf.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1671480" y="3861720"/>
            <a:ext cx="68054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Kwaliﬁcatiedossier vertalen naar leeruitkomsten · verdieping: van kerntaak naar eenheid en leeronderdelen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3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4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41" name=""/>
          <p:cNvSpPr/>
          <p:nvPr/>
        </p:nvSpPr>
        <p:spPr>
          <a:xfrm>
            <a:off x="499320" y="708840"/>
            <a:ext cx="8335800" cy="12685680"/>
          </a:xfrm>
          <a:custGeom>
            <a:avLst/>
            <a:gdLst/>
            <a:ahLst/>
            <a:rect l="0" t="0" r="r" b="b"/>
            <a:pathLst>
              <a:path w="23155" h="35238">
                <a:moveTo>
                  <a:pt x="226" y="0"/>
                </a:moveTo>
                <a:lnTo>
                  <a:pt x="22930" y="0"/>
                </a:lnTo>
                <a:cubicBezTo>
                  <a:pt x="22944" y="0"/>
                  <a:pt x="22959" y="1"/>
                  <a:pt x="22974" y="4"/>
                </a:cubicBezTo>
                <a:cubicBezTo>
                  <a:pt x="22988" y="7"/>
                  <a:pt x="23002" y="11"/>
                  <a:pt x="23016" y="17"/>
                </a:cubicBezTo>
                <a:cubicBezTo>
                  <a:pt x="23030" y="23"/>
                  <a:pt x="23043" y="30"/>
                  <a:pt x="23055" y="38"/>
                </a:cubicBezTo>
                <a:cubicBezTo>
                  <a:pt x="23067" y="46"/>
                  <a:pt x="23079" y="55"/>
                  <a:pt x="23089" y="66"/>
                </a:cubicBezTo>
                <a:cubicBezTo>
                  <a:pt x="23100" y="76"/>
                  <a:pt x="23109" y="88"/>
                  <a:pt x="23117" y="100"/>
                </a:cubicBezTo>
                <a:cubicBezTo>
                  <a:pt x="23125" y="112"/>
                  <a:pt x="23132" y="125"/>
                  <a:pt x="23138" y="139"/>
                </a:cubicBezTo>
                <a:cubicBezTo>
                  <a:pt x="23144" y="153"/>
                  <a:pt x="23148" y="167"/>
                  <a:pt x="23151" y="181"/>
                </a:cubicBezTo>
                <a:cubicBezTo>
                  <a:pt x="23154" y="196"/>
                  <a:pt x="23155" y="211"/>
                  <a:pt x="23155" y="225"/>
                </a:cubicBezTo>
                <a:lnTo>
                  <a:pt x="23155" y="35012"/>
                </a:lnTo>
                <a:cubicBezTo>
                  <a:pt x="23155" y="35027"/>
                  <a:pt x="23154" y="35042"/>
                  <a:pt x="23151" y="35056"/>
                </a:cubicBezTo>
                <a:cubicBezTo>
                  <a:pt x="23148" y="35071"/>
                  <a:pt x="23144" y="35085"/>
                  <a:pt x="23138" y="35099"/>
                </a:cubicBezTo>
                <a:cubicBezTo>
                  <a:pt x="23132" y="35112"/>
                  <a:pt x="23125" y="35125"/>
                  <a:pt x="23117" y="35138"/>
                </a:cubicBezTo>
                <a:cubicBezTo>
                  <a:pt x="23109" y="35150"/>
                  <a:pt x="23100" y="35161"/>
                  <a:pt x="23089" y="35172"/>
                </a:cubicBezTo>
                <a:cubicBezTo>
                  <a:pt x="23079" y="35182"/>
                  <a:pt x="23067" y="35192"/>
                  <a:pt x="23055" y="35200"/>
                </a:cubicBezTo>
                <a:cubicBezTo>
                  <a:pt x="23043" y="35208"/>
                  <a:pt x="23030" y="35215"/>
                  <a:pt x="23016" y="35221"/>
                </a:cubicBezTo>
                <a:cubicBezTo>
                  <a:pt x="23002" y="35227"/>
                  <a:pt x="22988" y="35231"/>
                  <a:pt x="22974" y="35234"/>
                </a:cubicBezTo>
                <a:cubicBezTo>
                  <a:pt x="22959" y="35237"/>
                  <a:pt x="22944" y="35238"/>
                  <a:pt x="22930" y="35238"/>
                </a:cubicBezTo>
                <a:lnTo>
                  <a:pt x="226" y="35238"/>
                </a:lnTo>
                <a:cubicBezTo>
                  <a:pt x="211" y="35238"/>
                  <a:pt x="196" y="35237"/>
                  <a:pt x="182" y="35234"/>
                </a:cubicBezTo>
                <a:cubicBezTo>
                  <a:pt x="167" y="35231"/>
                  <a:pt x="153" y="35227"/>
                  <a:pt x="139" y="35221"/>
                </a:cubicBezTo>
                <a:cubicBezTo>
                  <a:pt x="126" y="35215"/>
                  <a:pt x="113" y="35208"/>
                  <a:pt x="100" y="35200"/>
                </a:cubicBezTo>
                <a:cubicBezTo>
                  <a:pt x="88" y="35192"/>
                  <a:pt x="77" y="35182"/>
                  <a:pt x="66" y="35172"/>
                </a:cubicBezTo>
                <a:cubicBezTo>
                  <a:pt x="56" y="35161"/>
                  <a:pt x="46" y="35150"/>
                  <a:pt x="38" y="35138"/>
                </a:cubicBezTo>
                <a:cubicBezTo>
                  <a:pt x="30" y="35125"/>
                  <a:pt x="23" y="35112"/>
                  <a:pt x="17" y="35099"/>
                </a:cubicBezTo>
                <a:cubicBezTo>
                  <a:pt x="11" y="35085"/>
                  <a:pt x="7" y="35071"/>
                  <a:pt x="4" y="35056"/>
                </a:cubicBezTo>
                <a:cubicBezTo>
                  <a:pt x="1" y="35042"/>
                  <a:pt x="0" y="35027"/>
                  <a:pt x="0" y="35012"/>
                </a:cubicBezTo>
                <a:lnTo>
                  <a:pt x="0" y="225"/>
                </a:lnTo>
                <a:cubicBezTo>
                  <a:pt x="0" y="211"/>
                  <a:pt x="1" y="196"/>
                  <a:pt x="4" y="181"/>
                </a:cubicBezTo>
                <a:cubicBezTo>
                  <a:pt x="7" y="167"/>
                  <a:pt x="11" y="153"/>
                  <a:pt x="17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8"/>
                  <a:pt x="56" y="76"/>
                  <a:pt x="66" y="66"/>
                </a:cubicBezTo>
                <a:cubicBezTo>
                  <a:pt x="77" y="55"/>
                  <a:pt x="88" y="46"/>
                  <a:pt x="100" y="38"/>
                </a:cubicBezTo>
                <a:cubicBezTo>
                  <a:pt x="113" y="30"/>
                  <a:pt x="126" y="23"/>
                  <a:pt x="139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6" y="1"/>
                  <a:pt x="211" y="0"/>
                  <a:pt x="2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2" name=""/>
          <p:cNvSpPr/>
          <p:nvPr/>
        </p:nvSpPr>
        <p:spPr>
          <a:xfrm>
            <a:off x="499320" y="708840"/>
            <a:ext cx="8335800" cy="12685680"/>
          </a:xfrm>
          <a:custGeom>
            <a:avLst/>
            <a:gdLst/>
            <a:ahLst/>
            <a:rect l="0" t="0" r="r" b="b"/>
            <a:pathLst>
              <a:path w="23155" h="35238">
                <a:moveTo>
                  <a:pt x="226" y="0"/>
                </a:moveTo>
                <a:lnTo>
                  <a:pt x="22930" y="0"/>
                </a:lnTo>
                <a:cubicBezTo>
                  <a:pt x="22944" y="0"/>
                  <a:pt x="22959" y="1"/>
                  <a:pt x="22974" y="4"/>
                </a:cubicBezTo>
                <a:cubicBezTo>
                  <a:pt x="22988" y="7"/>
                  <a:pt x="23002" y="11"/>
                  <a:pt x="23016" y="17"/>
                </a:cubicBezTo>
                <a:cubicBezTo>
                  <a:pt x="23030" y="23"/>
                  <a:pt x="23043" y="30"/>
                  <a:pt x="23055" y="38"/>
                </a:cubicBezTo>
                <a:cubicBezTo>
                  <a:pt x="23067" y="46"/>
                  <a:pt x="23079" y="55"/>
                  <a:pt x="23089" y="66"/>
                </a:cubicBezTo>
                <a:cubicBezTo>
                  <a:pt x="23100" y="76"/>
                  <a:pt x="23109" y="88"/>
                  <a:pt x="23117" y="100"/>
                </a:cubicBezTo>
                <a:cubicBezTo>
                  <a:pt x="23125" y="112"/>
                  <a:pt x="23132" y="125"/>
                  <a:pt x="23138" y="139"/>
                </a:cubicBezTo>
                <a:cubicBezTo>
                  <a:pt x="23144" y="153"/>
                  <a:pt x="23148" y="167"/>
                  <a:pt x="23151" y="181"/>
                </a:cubicBezTo>
                <a:cubicBezTo>
                  <a:pt x="23154" y="196"/>
                  <a:pt x="23155" y="211"/>
                  <a:pt x="23155" y="225"/>
                </a:cubicBezTo>
                <a:lnTo>
                  <a:pt x="23155" y="35012"/>
                </a:lnTo>
                <a:cubicBezTo>
                  <a:pt x="23155" y="35027"/>
                  <a:pt x="23154" y="35042"/>
                  <a:pt x="23151" y="35056"/>
                </a:cubicBezTo>
                <a:cubicBezTo>
                  <a:pt x="23148" y="35071"/>
                  <a:pt x="23144" y="35085"/>
                  <a:pt x="23138" y="35099"/>
                </a:cubicBezTo>
                <a:cubicBezTo>
                  <a:pt x="23132" y="35112"/>
                  <a:pt x="23125" y="35125"/>
                  <a:pt x="23117" y="35138"/>
                </a:cubicBezTo>
                <a:cubicBezTo>
                  <a:pt x="23109" y="35150"/>
                  <a:pt x="23100" y="35161"/>
                  <a:pt x="23089" y="35172"/>
                </a:cubicBezTo>
                <a:cubicBezTo>
                  <a:pt x="23079" y="35182"/>
                  <a:pt x="23067" y="35192"/>
                  <a:pt x="23055" y="35200"/>
                </a:cubicBezTo>
                <a:cubicBezTo>
                  <a:pt x="23043" y="35208"/>
                  <a:pt x="23030" y="35215"/>
                  <a:pt x="23016" y="35221"/>
                </a:cubicBezTo>
                <a:cubicBezTo>
                  <a:pt x="23002" y="35227"/>
                  <a:pt x="22988" y="35231"/>
                  <a:pt x="22974" y="35234"/>
                </a:cubicBezTo>
                <a:cubicBezTo>
                  <a:pt x="22959" y="35237"/>
                  <a:pt x="22944" y="35238"/>
                  <a:pt x="22930" y="35238"/>
                </a:cubicBezTo>
                <a:lnTo>
                  <a:pt x="226" y="35238"/>
                </a:lnTo>
                <a:cubicBezTo>
                  <a:pt x="211" y="35238"/>
                  <a:pt x="196" y="35237"/>
                  <a:pt x="182" y="35234"/>
                </a:cubicBezTo>
                <a:cubicBezTo>
                  <a:pt x="167" y="35231"/>
                  <a:pt x="153" y="35227"/>
                  <a:pt x="139" y="35221"/>
                </a:cubicBezTo>
                <a:cubicBezTo>
                  <a:pt x="126" y="35215"/>
                  <a:pt x="113" y="35208"/>
                  <a:pt x="100" y="35200"/>
                </a:cubicBezTo>
                <a:cubicBezTo>
                  <a:pt x="88" y="35192"/>
                  <a:pt x="77" y="35182"/>
                  <a:pt x="66" y="35172"/>
                </a:cubicBezTo>
                <a:cubicBezTo>
                  <a:pt x="56" y="35161"/>
                  <a:pt x="46" y="35150"/>
                  <a:pt x="38" y="35138"/>
                </a:cubicBezTo>
                <a:cubicBezTo>
                  <a:pt x="30" y="35125"/>
                  <a:pt x="23" y="35112"/>
                  <a:pt x="17" y="35099"/>
                </a:cubicBezTo>
                <a:cubicBezTo>
                  <a:pt x="11" y="35085"/>
                  <a:pt x="7" y="35071"/>
                  <a:pt x="4" y="35056"/>
                </a:cubicBezTo>
                <a:cubicBezTo>
                  <a:pt x="1" y="35042"/>
                  <a:pt x="0" y="35027"/>
                  <a:pt x="0" y="35012"/>
                </a:cubicBezTo>
                <a:lnTo>
                  <a:pt x="0" y="225"/>
                </a:lnTo>
                <a:cubicBezTo>
                  <a:pt x="0" y="211"/>
                  <a:pt x="1" y="196"/>
                  <a:pt x="4" y="181"/>
                </a:cubicBezTo>
                <a:cubicBezTo>
                  <a:pt x="7" y="167"/>
                  <a:pt x="11" y="153"/>
                  <a:pt x="17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8"/>
                  <a:pt x="56" y="76"/>
                  <a:pt x="66" y="66"/>
                </a:cubicBezTo>
                <a:cubicBezTo>
                  <a:pt x="77" y="55"/>
                  <a:pt x="88" y="46"/>
                  <a:pt x="100" y="38"/>
                </a:cubicBezTo>
                <a:cubicBezTo>
                  <a:pt x="113" y="30"/>
                  <a:pt x="126" y="23"/>
                  <a:pt x="139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6" y="1"/>
                  <a:pt x="211" y="0"/>
                  <a:pt x="226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457200" y="474840"/>
            <a:ext cx="8391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F1 -06   ·  DEEL  1   VAN  3  ·  DE  EENH EIDS PECIFICATIE  M ET  H AAR   O NDER WIJS O NTWER P:  VO R M ,  R UIM TE,  M ENS EN  EN  M IDDELEN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4" name=""/>
          <p:cNvSpPr/>
          <p:nvPr/>
        </p:nvSpPr>
        <p:spPr>
          <a:xfrm>
            <a:off x="592560" y="1029600"/>
            <a:ext cx="1690560" cy="390600"/>
          </a:xfrm>
          <a:custGeom>
            <a:avLst/>
            <a:gdLst/>
            <a:ahLst/>
            <a:rect l="0" t="0" r="r" b="b"/>
            <a:pathLst>
              <a:path w="4696" h="1085">
                <a:moveTo>
                  <a:pt x="181" y="0"/>
                </a:moveTo>
                <a:lnTo>
                  <a:pt x="4515" y="0"/>
                </a:lnTo>
                <a:cubicBezTo>
                  <a:pt x="4527" y="0"/>
                  <a:pt x="4539" y="2"/>
                  <a:pt x="4550" y="4"/>
                </a:cubicBezTo>
                <a:cubicBezTo>
                  <a:pt x="4562" y="6"/>
                  <a:pt x="4573" y="10"/>
                  <a:pt x="4584" y="14"/>
                </a:cubicBezTo>
                <a:cubicBezTo>
                  <a:pt x="4595" y="19"/>
                  <a:pt x="4605" y="24"/>
                  <a:pt x="4615" y="31"/>
                </a:cubicBezTo>
                <a:cubicBezTo>
                  <a:pt x="4625" y="37"/>
                  <a:pt x="4634" y="45"/>
                  <a:pt x="4643" y="53"/>
                </a:cubicBezTo>
                <a:cubicBezTo>
                  <a:pt x="4651" y="62"/>
                  <a:pt x="4659" y="71"/>
                  <a:pt x="4665" y="81"/>
                </a:cubicBezTo>
                <a:cubicBezTo>
                  <a:pt x="4672" y="90"/>
                  <a:pt x="4677" y="101"/>
                  <a:pt x="4682" y="112"/>
                </a:cubicBezTo>
                <a:cubicBezTo>
                  <a:pt x="4686" y="123"/>
                  <a:pt x="4690" y="134"/>
                  <a:pt x="4692" y="146"/>
                </a:cubicBezTo>
                <a:cubicBezTo>
                  <a:pt x="4694" y="157"/>
                  <a:pt x="4696" y="169"/>
                  <a:pt x="4696" y="181"/>
                </a:cubicBezTo>
                <a:lnTo>
                  <a:pt x="4696" y="903"/>
                </a:lnTo>
                <a:cubicBezTo>
                  <a:pt x="4696" y="915"/>
                  <a:pt x="4694" y="927"/>
                  <a:pt x="4692" y="940"/>
                </a:cubicBezTo>
                <a:cubicBezTo>
                  <a:pt x="4690" y="951"/>
                  <a:pt x="4686" y="962"/>
                  <a:pt x="4682" y="973"/>
                </a:cubicBezTo>
                <a:cubicBezTo>
                  <a:pt x="4677" y="984"/>
                  <a:pt x="4672" y="995"/>
                  <a:pt x="4665" y="1005"/>
                </a:cubicBezTo>
                <a:cubicBezTo>
                  <a:pt x="4659" y="1014"/>
                  <a:pt x="4651" y="1024"/>
                  <a:pt x="4643" y="1032"/>
                </a:cubicBezTo>
                <a:cubicBezTo>
                  <a:pt x="4634" y="1040"/>
                  <a:pt x="4625" y="1048"/>
                  <a:pt x="4615" y="1054"/>
                </a:cubicBezTo>
                <a:cubicBezTo>
                  <a:pt x="4605" y="1061"/>
                  <a:pt x="4595" y="1067"/>
                  <a:pt x="4584" y="1071"/>
                </a:cubicBezTo>
                <a:cubicBezTo>
                  <a:pt x="4573" y="1076"/>
                  <a:pt x="4562" y="1079"/>
                  <a:pt x="4550" y="1081"/>
                </a:cubicBezTo>
                <a:cubicBezTo>
                  <a:pt x="4539" y="1084"/>
                  <a:pt x="4527" y="1085"/>
                  <a:pt x="4515" y="1085"/>
                </a:cubicBezTo>
                <a:lnTo>
                  <a:pt x="181" y="1085"/>
                </a:lnTo>
                <a:cubicBezTo>
                  <a:pt x="169" y="1085"/>
                  <a:pt x="157" y="1084"/>
                  <a:pt x="146" y="1081"/>
                </a:cubicBezTo>
                <a:cubicBezTo>
                  <a:pt x="134" y="1079"/>
                  <a:pt x="123" y="1076"/>
                  <a:pt x="112" y="1071"/>
                </a:cubicBezTo>
                <a:cubicBezTo>
                  <a:pt x="101" y="1067"/>
                  <a:pt x="91" y="1061"/>
                  <a:pt x="81" y="1054"/>
                </a:cubicBezTo>
                <a:cubicBezTo>
                  <a:pt x="71" y="1048"/>
                  <a:pt x="62" y="1040"/>
                  <a:pt x="53" y="1032"/>
                </a:cubicBezTo>
                <a:cubicBezTo>
                  <a:pt x="45" y="1024"/>
                  <a:pt x="37" y="1014"/>
                  <a:pt x="31" y="1005"/>
                </a:cubicBezTo>
                <a:cubicBezTo>
                  <a:pt x="24" y="995"/>
                  <a:pt x="19" y="984"/>
                  <a:pt x="14" y="973"/>
                </a:cubicBezTo>
                <a:cubicBezTo>
                  <a:pt x="10" y="962"/>
                  <a:pt x="6" y="951"/>
                  <a:pt x="4" y="940"/>
                </a:cubicBezTo>
                <a:cubicBezTo>
                  <a:pt x="2" y="927"/>
                  <a:pt x="0" y="915"/>
                  <a:pt x="0" y="903"/>
                </a:cubicBezTo>
                <a:lnTo>
                  <a:pt x="0" y="181"/>
                </a:lnTo>
                <a:cubicBezTo>
                  <a:pt x="0" y="169"/>
                  <a:pt x="2" y="157"/>
                  <a:pt x="4" y="146"/>
                </a:cubicBezTo>
                <a:cubicBezTo>
                  <a:pt x="6" y="134"/>
                  <a:pt x="10" y="123"/>
                  <a:pt x="14" y="112"/>
                </a:cubicBezTo>
                <a:cubicBezTo>
                  <a:pt x="19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5" name=""/>
          <p:cNvSpPr/>
          <p:nvPr/>
        </p:nvSpPr>
        <p:spPr>
          <a:xfrm>
            <a:off x="592560" y="1029600"/>
            <a:ext cx="1690560" cy="390600"/>
          </a:xfrm>
          <a:custGeom>
            <a:avLst/>
            <a:gdLst/>
            <a:ahLst/>
            <a:rect l="0" t="0" r="r" b="b"/>
            <a:pathLst>
              <a:path w="4696" h="1085">
                <a:moveTo>
                  <a:pt x="181" y="0"/>
                </a:moveTo>
                <a:lnTo>
                  <a:pt x="4515" y="0"/>
                </a:lnTo>
                <a:cubicBezTo>
                  <a:pt x="4527" y="0"/>
                  <a:pt x="4539" y="2"/>
                  <a:pt x="4550" y="4"/>
                </a:cubicBezTo>
                <a:cubicBezTo>
                  <a:pt x="4562" y="6"/>
                  <a:pt x="4573" y="10"/>
                  <a:pt x="4584" y="14"/>
                </a:cubicBezTo>
                <a:cubicBezTo>
                  <a:pt x="4595" y="19"/>
                  <a:pt x="4605" y="24"/>
                  <a:pt x="4615" y="31"/>
                </a:cubicBezTo>
                <a:cubicBezTo>
                  <a:pt x="4625" y="37"/>
                  <a:pt x="4634" y="45"/>
                  <a:pt x="4643" y="53"/>
                </a:cubicBezTo>
                <a:cubicBezTo>
                  <a:pt x="4651" y="62"/>
                  <a:pt x="4659" y="71"/>
                  <a:pt x="4665" y="81"/>
                </a:cubicBezTo>
                <a:cubicBezTo>
                  <a:pt x="4672" y="90"/>
                  <a:pt x="4677" y="101"/>
                  <a:pt x="4682" y="112"/>
                </a:cubicBezTo>
                <a:cubicBezTo>
                  <a:pt x="4686" y="123"/>
                  <a:pt x="4690" y="134"/>
                  <a:pt x="4692" y="146"/>
                </a:cubicBezTo>
                <a:cubicBezTo>
                  <a:pt x="4694" y="157"/>
                  <a:pt x="4696" y="169"/>
                  <a:pt x="4696" y="181"/>
                </a:cubicBezTo>
                <a:lnTo>
                  <a:pt x="4696" y="903"/>
                </a:lnTo>
                <a:cubicBezTo>
                  <a:pt x="4696" y="915"/>
                  <a:pt x="4694" y="927"/>
                  <a:pt x="4692" y="940"/>
                </a:cubicBezTo>
                <a:cubicBezTo>
                  <a:pt x="4690" y="951"/>
                  <a:pt x="4686" y="962"/>
                  <a:pt x="4682" y="973"/>
                </a:cubicBezTo>
                <a:cubicBezTo>
                  <a:pt x="4677" y="984"/>
                  <a:pt x="4672" y="995"/>
                  <a:pt x="4665" y="1005"/>
                </a:cubicBezTo>
                <a:cubicBezTo>
                  <a:pt x="4659" y="1014"/>
                  <a:pt x="4651" y="1024"/>
                  <a:pt x="4643" y="1032"/>
                </a:cubicBezTo>
                <a:cubicBezTo>
                  <a:pt x="4634" y="1040"/>
                  <a:pt x="4625" y="1048"/>
                  <a:pt x="4615" y="1054"/>
                </a:cubicBezTo>
                <a:cubicBezTo>
                  <a:pt x="4605" y="1061"/>
                  <a:pt x="4595" y="1067"/>
                  <a:pt x="4584" y="1071"/>
                </a:cubicBezTo>
                <a:cubicBezTo>
                  <a:pt x="4573" y="1076"/>
                  <a:pt x="4562" y="1079"/>
                  <a:pt x="4550" y="1081"/>
                </a:cubicBezTo>
                <a:cubicBezTo>
                  <a:pt x="4539" y="1084"/>
                  <a:pt x="4527" y="1085"/>
                  <a:pt x="4515" y="1085"/>
                </a:cubicBezTo>
                <a:lnTo>
                  <a:pt x="181" y="1085"/>
                </a:lnTo>
                <a:cubicBezTo>
                  <a:pt x="169" y="1085"/>
                  <a:pt x="157" y="1084"/>
                  <a:pt x="146" y="1081"/>
                </a:cubicBezTo>
                <a:cubicBezTo>
                  <a:pt x="134" y="1079"/>
                  <a:pt x="123" y="1076"/>
                  <a:pt x="112" y="1071"/>
                </a:cubicBezTo>
                <a:cubicBezTo>
                  <a:pt x="101" y="1067"/>
                  <a:pt x="91" y="1061"/>
                  <a:pt x="81" y="1054"/>
                </a:cubicBezTo>
                <a:cubicBezTo>
                  <a:pt x="71" y="1048"/>
                  <a:pt x="62" y="1040"/>
                  <a:pt x="53" y="1032"/>
                </a:cubicBezTo>
                <a:cubicBezTo>
                  <a:pt x="45" y="1024"/>
                  <a:pt x="37" y="1014"/>
                  <a:pt x="31" y="1005"/>
                </a:cubicBezTo>
                <a:cubicBezTo>
                  <a:pt x="24" y="995"/>
                  <a:pt x="19" y="984"/>
                  <a:pt x="14" y="973"/>
                </a:cubicBezTo>
                <a:cubicBezTo>
                  <a:pt x="10" y="962"/>
                  <a:pt x="6" y="951"/>
                  <a:pt x="4" y="940"/>
                </a:cubicBezTo>
                <a:cubicBezTo>
                  <a:pt x="2" y="927"/>
                  <a:pt x="0" y="915"/>
                  <a:pt x="0" y="903"/>
                </a:cubicBezTo>
                <a:lnTo>
                  <a:pt x="0" y="181"/>
                </a:lnTo>
                <a:cubicBezTo>
                  <a:pt x="0" y="169"/>
                  <a:pt x="2" y="157"/>
                  <a:pt x="4" y="146"/>
                </a:cubicBezTo>
                <a:cubicBezTo>
                  <a:pt x="6" y="134"/>
                  <a:pt x="10" y="123"/>
                  <a:pt x="14" y="112"/>
                </a:cubicBezTo>
                <a:cubicBezTo>
                  <a:pt x="19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6" name=""/>
          <p:cNvSpPr/>
          <p:nvPr/>
        </p:nvSpPr>
        <p:spPr>
          <a:xfrm>
            <a:off x="2120040" y="1110960"/>
            <a:ext cx="81720" cy="49320"/>
          </a:xfrm>
          <a:custGeom>
            <a:avLst/>
            <a:gdLst/>
            <a:ahLst/>
            <a:rect l="0" t="0" r="r" b="b"/>
            <a:pathLst>
              <a:path w="227" h="137">
                <a:moveTo>
                  <a:pt x="68" y="0"/>
                </a:moveTo>
                <a:lnTo>
                  <a:pt x="159" y="0"/>
                </a:lnTo>
                <a:cubicBezTo>
                  <a:pt x="168" y="0"/>
                  <a:pt x="177" y="2"/>
                  <a:pt x="185" y="5"/>
                </a:cubicBezTo>
                <a:cubicBezTo>
                  <a:pt x="193" y="9"/>
                  <a:pt x="201" y="14"/>
                  <a:pt x="207" y="20"/>
                </a:cubicBezTo>
                <a:cubicBezTo>
                  <a:pt x="213" y="26"/>
                  <a:pt x="218" y="34"/>
                  <a:pt x="222" y="42"/>
                </a:cubicBezTo>
                <a:cubicBezTo>
                  <a:pt x="225" y="50"/>
                  <a:pt x="227" y="59"/>
                  <a:pt x="227" y="68"/>
                </a:cubicBezTo>
                <a:cubicBezTo>
                  <a:pt x="227" y="77"/>
                  <a:pt x="225" y="85"/>
                  <a:pt x="222" y="95"/>
                </a:cubicBezTo>
                <a:cubicBezTo>
                  <a:pt x="218" y="103"/>
                  <a:pt x="213" y="110"/>
                  <a:pt x="207" y="117"/>
                </a:cubicBezTo>
                <a:cubicBezTo>
                  <a:pt x="201" y="123"/>
                  <a:pt x="193" y="128"/>
                  <a:pt x="185" y="131"/>
                </a:cubicBezTo>
                <a:cubicBezTo>
                  <a:pt x="177" y="135"/>
                  <a:pt x="168" y="137"/>
                  <a:pt x="159" y="137"/>
                </a:cubicBezTo>
                <a:lnTo>
                  <a:pt x="68" y="137"/>
                </a:lnTo>
                <a:cubicBezTo>
                  <a:pt x="59" y="137"/>
                  <a:pt x="50" y="135"/>
                  <a:pt x="42" y="131"/>
                </a:cubicBezTo>
                <a:cubicBezTo>
                  <a:pt x="34" y="128"/>
                  <a:pt x="26" y="123"/>
                  <a:pt x="20" y="117"/>
                </a:cubicBezTo>
                <a:cubicBezTo>
                  <a:pt x="14" y="110"/>
                  <a:pt x="9" y="103"/>
                  <a:pt x="5" y="95"/>
                </a:cubicBezTo>
                <a:cubicBezTo>
                  <a:pt x="2" y="85"/>
                  <a:pt x="0" y="77"/>
                  <a:pt x="0" y="68"/>
                </a:cubicBez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4" y="26"/>
                  <a:pt x="20" y="20"/>
                </a:cubicBezTo>
                <a:cubicBezTo>
                  <a:pt x="26" y="14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7" name=""/>
          <p:cNvSpPr/>
          <p:nvPr/>
        </p:nvSpPr>
        <p:spPr>
          <a:xfrm>
            <a:off x="2185200" y="1110960"/>
            <a:ext cx="32760" cy="49320"/>
          </a:xfrm>
          <a:custGeom>
            <a:avLst/>
            <a:gdLst/>
            <a:ahLst/>
            <a:rect l="0" t="0" r="r" b="b"/>
            <a:pathLst>
              <a:path w="91" h="137">
                <a:moveTo>
                  <a:pt x="91" y="68"/>
                </a:moveTo>
                <a:cubicBezTo>
                  <a:pt x="91" y="77"/>
                  <a:pt x="90" y="85"/>
                  <a:pt x="88" y="95"/>
                </a:cubicBezTo>
                <a:cubicBezTo>
                  <a:pt x="85" y="103"/>
                  <a:pt x="82" y="110"/>
                  <a:pt x="78" y="117"/>
                </a:cubicBezTo>
                <a:cubicBezTo>
                  <a:pt x="74" y="123"/>
                  <a:pt x="69" y="128"/>
                  <a:pt x="63" y="131"/>
                </a:cubicBezTo>
                <a:cubicBezTo>
                  <a:pt x="58" y="135"/>
                  <a:pt x="52" y="137"/>
                  <a:pt x="46" y="137"/>
                </a:cubicBezTo>
                <a:cubicBezTo>
                  <a:pt x="40" y="137"/>
                  <a:pt x="34" y="135"/>
                  <a:pt x="29" y="131"/>
                </a:cubicBezTo>
                <a:cubicBezTo>
                  <a:pt x="23" y="128"/>
                  <a:pt x="18" y="123"/>
                  <a:pt x="14" y="117"/>
                </a:cubicBezTo>
                <a:cubicBezTo>
                  <a:pt x="10" y="110"/>
                  <a:pt x="5" y="103"/>
                  <a:pt x="3" y="95"/>
                </a:cubicBezTo>
                <a:cubicBezTo>
                  <a:pt x="1" y="85"/>
                  <a:pt x="0" y="77"/>
                  <a:pt x="0" y="68"/>
                </a:cubicBezTo>
                <a:cubicBezTo>
                  <a:pt x="0" y="59"/>
                  <a:pt x="1" y="50"/>
                  <a:pt x="3" y="42"/>
                </a:cubicBezTo>
                <a:cubicBezTo>
                  <a:pt x="5" y="34"/>
                  <a:pt x="10" y="26"/>
                  <a:pt x="14" y="20"/>
                </a:cubicBezTo>
                <a:cubicBezTo>
                  <a:pt x="18" y="14"/>
                  <a:pt x="23" y="9"/>
                  <a:pt x="29" y="5"/>
                </a:cubicBezTo>
                <a:cubicBezTo>
                  <a:pt x="34" y="2"/>
                  <a:pt x="40" y="0"/>
                  <a:pt x="46" y="0"/>
                </a:cubicBezTo>
                <a:cubicBezTo>
                  <a:pt x="52" y="0"/>
                  <a:pt x="58" y="2"/>
                  <a:pt x="63" y="5"/>
                </a:cubicBezTo>
                <a:cubicBezTo>
                  <a:pt x="69" y="9"/>
                  <a:pt x="74" y="14"/>
                  <a:pt x="78" y="20"/>
                </a:cubicBezTo>
                <a:cubicBezTo>
                  <a:pt x="82" y="26"/>
                  <a:pt x="85" y="34"/>
                  <a:pt x="88" y="42"/>
                </a:cubicBezTo>
                <a:cubicBezTo>
                  <a:pt x="90" y="50"/>
                  <a:pt x="91" y="59"/>
                  <a:pt x="91" y="68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592920" y="770400"/>
            <a:ext cx="65217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c1c1c"/>
                </a:solidFill>
                <a:latin typeface="DejaVuSans"/>
                <a:ea typeface="DejaVuSans"/>
              </a:rPr>
              <a:t>F1-06 - De eenheidspeciﬁcatie met haar onderwijsontwerp: vorm, ruimte, mensen en middelen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674280" y="1085760"/>
            <a:ext cx="127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0" name=""/>
          <p:cNvSpPr/>
          <p:nvPr/>
        </p:nvSpPr>
        <p:spPr>
          <a:xfrm>
            <a:off x="2363760" y="1029600"/>
            <a:ext cx="3948840" cy="528840"/>
          </a:xfrm>
          <a:custGeom>
            <a:avLst/>
            <a:gdLst/>
            <a:ahLst/>
            <a:rect l="0" t="0" r="r" b="b"/>
            <a:pathLst>
              <a:path w="10969" h="1469">
                <a:moveTo>
                  <a:pt x="181" y="0"/>
                </a:moveTo>
                <a:lnTo>
                  <a:pt x="10788" y="0"/>
                </a:lnTo>
                <a:cubicBezTo>
                  <a:pt x="10800" y="0"/>
                  <a:pt x="10812" y="2"/>
                  <a:pt x="10824" y="4"/>
                </a:cubicBezTo>
                <a:cubicBezTo>
                  <a:pt x="10835" y="6"/>
                  <a:pt x="10847" y="10"/>
                  <a:pt x="10858" y="14"/>
                </a:cubicBezTo>
                <a:cubicBezTo>
                  <a:pt x="10869" y="19"/>
                  <a:pt x="10879" y="24"/>
                  <a:pt x="10889" y="31"/>
                </a:cubicBezTo>
                <a:cubicBezTo>
                  <a:pt x="10899" y="37"/>
                  <a:pt x="10908" y="45"/>
                  <a:pt x="10916" y="53"/>
                </a:cubicBezTo>
                <a:cubicBezTo>
                  <a:pt x="10925" y="62"/>
                  <a:pt x="10932" y="71"/>
                  <a:pt x="10939" y="81"/>
                </a:cubicBezTo>
                <a:cubicBezTo>
                  <a:pt x="10945" y="90"/>
                  <a:pt x="10951" y="101"/>
                  <a:pt x="10955" y="112"/>
                </a:cubicBezTo>
                <a:cubicBezTo>
                  <a:pt x="10960" y="123"/>
                  <a:pt x="10963" y="134"/>
                  <a:pt x="10966" y="146"/>
                </a:cubicBezTo>
                <a:cubicBezTo>
                  <a:pt x="10968" y="157"/>
                  <a:pt x="10969" y="169"/>
                  <a:pt x="10969" y="181"/>
                </a:cubicBezTo>
                <a:lnTo>
                  <a:pt x="10969" y="1288"/>
                </a:lnTo>
                <a:cubicBezTo>
                  <a:pt x="10969" y="1300"/>
                  <a:pt x="10968" y="1312"/>
                  <a:pt x="10966" y="1323"/>
                </a:cubicBezTo>
                <a:cubicBezTo>
                  <a:pt x="10963" y="1335"/>
                  <a:pt x="10960" y="1346"/>
                  <a:pt x="10955" y="1357"/>
                </a:cubicBezTo>
                <a:cubicBezTo>
                  <a:pt x="10951" y="1368"/>
                  <a:pt x="10945" y="1379"/>
                  <a:pt x="10939" y="1388"/>
                </a:cubicBezTo>
                <a:cubicBezTo>
                  <a:pt x="10932" y="1398"/>
                  <a:pt x="10925" y="1407"/>
                  <a:pt x="10916" y="1416"/>
                </a:cubicBezTo>
                <a:cubicBezTo>
                  <a:pt x="10908" y="1424"/>
                  <a:pt x="10899" y="1432"/>
                  <a:pt x="10889" y="1438"/>
                </a:cubicBezTo>
                <a:cubicBezTo>
                  <a:pt x="10879" y="1445"/>
                  <a:pt x="10869" y="1450"/>
                  <a:pt x="10858" y="1455"/>
                </a:cubicBezTo>
                <a:cubicBezTo>
                  <a:pt x="10847" y="1459"/>
                  <a:pt x="10835" y="1463"/>
                  <a:pt x="10824" y="1465"/>
                </a:cubicBezTo>
                <a:cubicBezTo>
                  <a:pt x="10812" y="1467"/>
                  <a:pt x="10800" y="1469"/>
                  <a:pt x="10788" y="1469"/>
                </a:cubicBezTo>
                <a:lnTo>
                  <a:pt x="181" y="1469"/>
                </a:lnTo>
                <a:cubicBezTo>
                  <a:pt x="169" y="1469"/>
                  <a:pt x="157" y="1467"/>
                  <a:pt x="146" y="1465"/>
                </a:cubicBezTo>
                <a:cubicBezTo>
                  <a:pt x="134" y="1463"/>
                  <a:pt x="123" y="1459"/>
                  <a:pt x="112" y="1455"/>
                </a:cubicBezTo>
                <a:cubicBezTo>
                  <a:pt x="101" y="1450"/>
                  <a:pt x="90" y="1445"/>
                  <a:pt x="80" y="1438"/>
                </a:cubicBezTo>
                <a:cubicBezTo>
                  <a:pt x="71" y="1432"/>
                  <a:pt x="61" y="1424"/>
                  <a:pt x="53" y="1416"/>
                </a:cubicBezTo>
                <a:cubicBezTo>
                  <a:pt x="45" y="1407"/>
                  <a:pt x="37" y="1398"/>
                  <a:pt x="31" y="1388"/>
                </a:cubicBezTo>
                <a:cubicBezTo>
                  <a:pt x="24" y="1379"/>
                  <a:pt x="18" y="1368"/>
                  <a:pt x="14" y="1357"/>
                </a:cubicBezTo>
                <a:cubicBezTo>
                  <a:pt x="9" y="1346"/>
                  <a:pt x="6" y="1335"/>
                  <a:pt x="4" y="1323"/>
                </a:cubicBezTo>
                <a:cubicBezTo>
                  <a:pt x="1" y="1312"/>
                  <a:pt x="0" y="1300"/>
                  <a:pt x="0" y="1288"/>
                </a:cubicBezTo>
                <a:lnTo>
                  <a:pt x="0" y="181"/>
                </a:lnTo>
                <a:cubicBezTo>
                  <a:pt x="0" y="169"/>
                  <a:pt x="1" y="157"/>
                  <a:pt x="4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1" y="45"/>
                  <a:pt x="71" y="37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1" name=""/>
          <p:cNvSpPr/>
          <p:nvPr/>
        </p:nvSpPr>
        <p:spPr>
          <a:xfrm>
            <a:off x="2363760" y="1029600"/>
            <a:ext cx="3948840" cy="528840"/>
          </a:xfrm>
          <a:custGeom>
            <a:avLst/>
            <a:gdLst/>
            <a:ahLst/>
            <a:rect l="0" t="0" r="r" b="b"/>
            <a:pathLst>
              <a:path w="10969" h="1469">
                <a:moveTo>
                  <a:pt x="181" y="0"/>
                </a:moveTo>
                <a:lnTo>
                  <a:pt x="10788" y="0"/>
                </a:lnTo>
                <a:cubicBezTo>
                  <a:pt x="10800" y="0"/>
                  <a:pt x="10812" y="2"/>
                  <a:pt x="10824" y="4"/>
                </a:cubicBezTo>
                <a:cubicBezTo>
                  <a:pt x="10835" y="6"/>
                  <a:pt x="10847" y="10"/>
                  <a:pt x="10858" y="14"/>
                </a:cubicBezTo>
                <a:cubicBezTo>
                  <a:pt x="10869" y="19"/>
                  <a:pt x="10879" y="24"/>
                  <a:pt x="10889" y="31"/>
                </a:cubicBezTo>
                <a:cubicBezTo>
                  <a:pt x="10899" y="37"/>
                  <a:pt x="10908" y="45"/>
                  <a:pt x="10916" y="53"/>
                </a:cubicBezTo>
                <a:cubicBezTo>
                  <a:pt x="10925" y="62"/>
                  <a:pt x="10932" y="71"/>
                  <a:pt x="10939" y="81"/>
                </a:cubicBezTo>
                <a:cubicBezTo>
                  <a:pt x="10945" y="90"/>
                  <a:pt x="10951" y="101"/>
                  <a:pt x="10955" y="112"/>
                </a:cubicBezTo>
                <a:cubicBezTo>
                  <a:pt x="10960" y="123"/>
                  <a:pt x="10963" y="134"/>
                  <a:pt x="10966" y="146"/>
                </a:cubicBezTo>
                <a:cubicBezTo>
                  <a:pt x="10968" y="157"/>
                  <a:pt x="10969" y="169"/>
                  <a:pt x="10969" y="181"/>
                </a:cubicBezTo>
                <a:lnTo>
                  <a:pt x="10969" y="1288"/>
                </a:lnTo>
                <a:cubicBezTo>
                  <a:pt x="10969" y="1300"/>
                  <a:pt x="10968" y="1312"/>
                  <a:pt x="10966" y="1323"/>
                </a:cubicBezTo>
                <a:cubicBezTo>
                  <a:pt x="10963" y="1335"/>
                  <a:pt x="10960" y="1346"/>
                  <a:pt x="10955" y="1357"/>
                </a:cubicBezTo>
                <a:cubicBezTo>
                  <a:pt x="10951" y="1368"/>
                  <a:pt x="10945" y="1379"/>
                  <a:pt x="10939" y="1388"/>
                </a:cubicBezTo>
                <a:cubicBezTo>
                  <a:pt x="10932" y="1398"/>
                  <a:pt x="10925" y="1407"/>
                  <a:pt x="10916" y="1416"/>
                </a:cubicBezTo>
                <a:cubicBezTo>
                  <a:pt x="10908" y="1424"/>
                  <a:pt x="10899" y="1432"/>
                  <a:pt x="10889" y="1438"/>
                </a:cubicBezTo>
                <a:cubicBezTo>
                  <a:pt x="10879" y="1445"/>
                  <a:pt x="10869" y="1450"/>
                  <a:pt x="10858" y="1455"/>
                </a:cubicBezTo>
                <a:cubicBezTo>
                  <a:pt x="10847" y="1459"/>
                  <a:pt x="10835" y="1463"/>
                  <a:pt x="10824" y="1465"/>
                </a:cubicBezTo>
                <a:cubicBezTo>
                  <a:pt x="10812" y="1467"/>
                  <a:pt x="10800" y="1469"/>
                  <a:pt x="10788" y="1469"/>
                </a:cubicBezTo>
                <a:lnTo>
                  <a:pt x="181" y="1469"/>
                </a:lnTo>
                <a:cubicBezTo>
                  <a:pt x="169" y="1469"/>
                  <a:pt x="157" y="1467"/>
                  <a:pt x="146" y="1465"/>
                </a:cubicBezTo>
                <a:cubicBezTo>
                  <a:pt x="134" y="1463"/>
                  <a:pt x="123" y="1459"/>
                  <a:pt x="112" y="1455"/>
                </a:cubicBezTo>
                <a:cubicBezTo>
                  <a:pt x="101" y="1450"/>
                  <a:pt x="90" y="1445"/>
                  <a:pt x="80" y="1438"/>
                </a:cubicBezTo>
                <a:cubicBezTo>
                  <a:pt x="71" y="1432"/>
                  <a:pt x="61" y="1424"/>
                  <a:pt x="53" y="1416"/>
                </a:cubicBezTo>
                <a:cubicBezTo>
                  <a:pt x="45" y="1407"/>
                  <a:pt x="37" y="1398"/>
                  <a:pt x="31" y="1388"/>
                </a:cubicBezTo>
                <a:cubicBezTo>
                  <a:pt x="24" y="1379"/>
                  <a:pt x="18" y="1368"/>
                  <a:pt x="14" y="1357"/>
                </a:cubicBezTo>
                <a:cubicBezTo>
                  <a:pt x="9" y="1346"/>
                  <a:pt x="6" y="1335"/>
                  <a:pt x="4" y="1323"/>
                </a:cubicBezTo>
                <a:cubicBezTo>
                  <a:pt x="1" y="1312"/>
                  <a:pt x="0" y="1300"/>
                  <a:pt x="0" y="1288"/>
                </a:cubicBezTo>
                <a:lnTo>
                  <a:pt x="0" y="181"/>
                </a:lnTo>
                <a:cubicBezTo>
                  <a:pt x="0" y="169"/>
                  <a:pt x="1" y="157"/>
                  <a:pt x="4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1" y="45"/>
                  <a:pt x="71" y="37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2" name=""/>
          <p:cNvSpPr/>
          <p:nvPr/>
        </p:nvSpPr>
        <p:spPr>
          <a:xfrm>
            <a:off x="6149880" y="1086480"/>
            <a:ext cx="105840" cy="97920"/>
          </a:xfrm>
          <a:custGeom>
            <a:avLst/>
            <a:gdLst/>
            <a:ahLst/>
            <a:rect l="0" t="0" r="r" b="b"/>
            <a:pathLst>
              <a:path w="294" h="272">
                <a:moveTo>
                  <a:pt x="0" y="68"/>
                </a:moveTo>
                <a:lnTo>
                  <a:pt x="181" y="68"/>
                </a:lnTo>
                <a:lnTo>
                  <a:pt x="181" y="0"/>
                </a:lnTo>
                <a:lnTo>
                  <a:pt x="294" y="137"/>
                </a:lnTo>
                <a:lnTo>
                  <a:pt x="181" y="272"/>
                </a:lnTo>
                <a:lnTo>
                  <a:pt x="181" y="205"/>
                </a:lnTo>
                <a:lnTo>
                  <a:pt x="0" y="205"/>
                </a:lnTo>
                <a:lnTo>
                  <a:pt x="0" y="68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674280" y="1216800"/>
            <a:ext cx="13006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2445120" y="1085760"/>
            <a:ext cx="53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2445120" y="1216800"/>
            <a:ext cx="3160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Kwaliﬁcatiedossier vertalen naar leeruitkomsten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6" name=""/>
          <p:cNvSpPr/>
          <p:nvPr/>
        </p:nvSpPr>
        <p:spPr>
          <a:xfrm>
            <a:off x="1009080" y="1558080"/>
            <a:ext cx="12600" cy="162720"/>
          </a:xfrm>
          <a:custGeom>
            <a:avLst/>
            <a:gdLst/>
            <a:ahLst/>
            <a:rect l="0" t="0" r="r" b="b"/>
            <a:pathLst>
              <a:path w="35" h="452">
                <a:moveTo>
                  <a:pt x="35" y="0"/>
                </a:moveTo>
                <a:lnTo>
                  <a:pt x="35" y="67"/>
                </a:lnTo>
                <a:lnTo>
                  <a:pt x="0" y="67"/>
                </a:lnTo>
                <a:lnTo>
                  <a:pt x="0" y="0"/>
                </a:lnTo>
                <a:lnTo>
                  <a:pt x="35" y="0"/>
                </a:lnTo>
                <a:moveTo>
                  <a:pt x="35" y="135"/>
                </a:moveTo>
                <a:lnTo>
                  <a:pt x="35" y="203"/>
                </a:lnTo>
                <a:lnTo>
                  <a:pt x="0" y="203"/>
                </a:lnTo>
                <a:lnTo>
                  <a:pt x="0" y="135"/>
                </a:lnTo>
                <a:lnTo>
                  <a:pt x="35" y="135"/>
                </a:lnTo>
                <a:moveTo>
                  <a:pt x="35" y="271"/>
                </a:moveTo>
                <a:lnTo>
                  <a:pt x="35" y="338"/>
                </a:lnTo>
                <a:lnTo>
                  <a:pt x="0" y="338"/>
                </a:lnTo>
                <a:lnTo>
                  <a:pt x="0" y="271"/>
                </a:lnTo>
                <a:lnTo>
                  <a:pt x="35" y="271"/>
                </a:lnTo>
                <a:moveTo>
                  <a:pt x="35" y="406"/>
                </a:moveTo>
                <a:lnTo>
                  <a:pt x="35" y="452"/>
                </a:lnTo>
                <a:lnTo>
                  <a:pt x="0" y="452"/>
                </a:lnTo>
                <a:lnTo>
                  <a:pt x="0" y="406"/>
                </a:lnTo>
                <a:lnTo>
                  <a:pt x="35" y="406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7" name=""/>
          <p:cNvSpPr/>
          <p:nvPr/>
        </p:nvSpPr>
        <p:spPr>
          <a:xfrm>
            <a:off x="974520" y="1671840"/>
            <a:ext cx="81720" cy="48960"/>
          </a:xfrm>
          <a:custGeom>
            <a:avLst/>
            <a:gdLst/>
            <a:ahLst/>
            <a:rect l="0" t="0" r="r" b="b"/>
            <a:pathLst>
              <a:path fill="none" w="227" h="136">
                <a:moveTo>
                  <a:pt x="0" y="0"/>
                </a:moveTo>
                <a:lnTo>
                  <a:pt x="114" y="136"/>
                </a:lnTo>
                <a:lnTo>
                  <a:pt x="227" y="0"/>
                </a:lnTo>
              </a:path>
            </a:pathLst>
          </a:custGeom>
          <a:ln w="11880">
            <a:solidFill>
              <a:srgbClr val="a8a85a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8" name=""/>
          <p:cNvSpPr/>
          <p:nvPr/>
        </p:nvSpPr>
        <p:spPr>
          <a:xfrm>
            <a:off x="820080" y="1752840"/>
            <a:ext cx="4728960" cy="666720"/>
          </a:xfrm>
          <a:custGeom>
            <a:avLst/>
            <a:gdLst/>
            <a:ahLst/>
            <a:rect l="0" t="0" r="r" b="b"/>
            <a:pathLst>
              <a:path w="13136" h="1852">
                <a:moveTo>
                  <a:pt x="0" y="0"/>
                </a:moveTo>
                <a:lnTo>
                  <a:pt x="13136" y="0"/>
                </a:lnTo>
                <a:lnTo>
                  <a:pt x="13136" y="1852"/>
                </a:lnTo>
                <a:lnTo>
                  <a:pt x="0" y="185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9" name=""/>
          <p:cNvSpPr/>
          <p:nvPr/>
        </p:nvSpPr>
        <p:spPr>
          <a:xfrm>
            <a:off x="820080" y="1752840"/>
            <a:ext cx="4728960" cy="666720"/>
          </a:xfrm>
          <a:custGeom>
            <a:avLst/>
            <a:gdLst/>
            <a:ahLst/>
            <a:rect l="0" t="0" r="r" b="b"/>
            <a:pathLst>
              <a:path w="13136" h="1852">
                <a:moveTo>
                  <a:pt x="0" y="0"/>
                </a:moveTo>
                <a:lnTo>
                  <a:pt x="13136" y="0"/>
                </a:lnTo>
                <a:lnTo>
                  <a:pt x="13136" y="1852"/>
                </a:lnTo>
                <a:lnTo>
                  <a:pt x="0" y="1852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0" name=""/>
          <p:cNvSpPr/>
          <p:nvPr/>
        </p:nvSpPr>
        <p:spPr>
          <a:xfrm>
            <a:off x="5385960" y="181800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1" name=""/>
          <p:cNvSpPr/>
          <p:nvPr/>
        </p:nvSpPr>
        <p:spPr>
          <a:xfrm>
            <a:off x="5385960" y="184644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2445120" y="1370160"/>
            <a:ext cx="26676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verdieping: onderwijsontwerp met ruimte en middelen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901800" y="1809000"/>
            <a:ext cx="14608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901800" y="1940040"/>
            <a:ext cx="33397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Blok B1-K1, met vorm, ruimte, mensen en middelen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901800" y="2093400"/>
            <a:ext cx="17305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onderwijskundig vertaald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6" name=""/>
          <p:cNvSpPr/>
          <p:nvPr/>
        </p:nvSpPr>
        <p:spPr>
          <a:xfrm>
            <a:off x="820080" y="2647080"/>
            <a:ext cx="5524920" cy="390240"/>
          </a:xfrm>
          <a:custGeom>
            <a:avLst/>
            <a:gdLst/>
            <a:ahLst/>
            <a:rect l="0" t="0" r="r" b="b"/>
            <a:pathLst>
              <a:path w="15347" h="1084">
                <a:moveTo>
                  <a:pt x="0" y="0"/>
                </a:moveTo>
                <a:lnTo>
                  <a:pt x="15347" y="0"/>
                </a:lnTo>
                <a:lnTo>
                  <a:pt x="15347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7" name=""/>
          <p:cNvSpPr/>
          <p:nvPr/>
        </p:nvSpPr>
        <p:spPr>
          <a:xfrm>
            <a:off x="816120" y="2642760"/>
            <a:ext cx="5533200" cy="398520"/>
          </a:xfrm>
          <a:custGeom>
            <a:avLst/>
            <a:gdLst/>
            <a:ahLst/>
            <a:rect l="0" t="0" r="r" b="b"/>
            <a:pathLst>
              <a:path w="15370" h="1107">
                <a:moveTo>
                  <a:pt x="192" y="0"/>
                </a:moveTo>
                <a:lnTo>
                  <a:pt x="305" y="0"/>
                </a:lnTo>
                <a:lnTo>
                  <a:pt x="305" y="23"/>
                </a:lnTo>
                <a:lnTo>
                  <a:pt x="192" y="23"/>
                </a:lnTo>
                <a:lnTo>
                  <a:pt x="192" y="0"/>
                </a:lnTo>
                <a:moveTo>
                  <a:pt x="372" y="0"/>
                </a:moveTo>
                <a:lnTo>
                  <a:pt x="485" y="0"/>
                </a:lnTo>
                <a:lnTo>
                  <a:pt x="485" y="23"/>
                </a:lnTo>
                <a:lnTo>
                  <a:pt x="372" y="23"/>
                </a:lnTo>
                <a:lnTo>
                  <a:pt x="372" y="0"/>
                </a:lnTo>
                <a:moveTo>
                  <a:pt x="553" y="0"/>
                </a:moveTo>
                <a:lnTo>
                  <a:pt x="666" y="0"/>
                </a:lnTo>
                <a:lnTo>
                  <a:pt x="666" y="23"/>
                </a:lnTo>
                <a:lnTo>
                  <a:pt x="553" y="23"/>
                </a:lnTo>
                <a:lnTo>
                  <a:pt x="553" y="0"/>
                </a:lnTo>
                <a:moveTo>
                  <a:pt x="734" y="0"/>
                </a:moveTo>
                <a:lnTo>
                  <a:pt x="846" y="0"/>
                </a:lnTo>
                <a:lnTo>
                  <a:pt x="846" y="23"/>
                </a:lnTo>
                <a:lnTo>
                  <a:pt x="734" y="23"/>
                </a:lnTo>
                <a:lnTo>
                  <a:pt x="734" y="0"/>
                </a:lnTo>
                <a:moveTo>
                  <a:pt x="914" y="0"/>
                </a:moveTo>
                <a:lnTo>
                  <a:pt x="1027" y="0"/>
                </a:lnTo>
                <a:lnTo>
                  <a:pt x="1027" y="23"/>
                </a:lnTo>
                <a:lnTo>
                  <a:pt x="914" y="23"/>
                </a:lnTo>
                <a:lnTo>
                  <a:pt x="914" y="0"/>
                </a:lnTo>
                <a:moveTo>
                  <a:pt x="1095" y="0"/>
                </a:moveTo>
                <a:lnTo>
                  <a:pt x="1207" y="0"/>
                </a:lnTo>
                <a:lnTo>
                  <a:pt x="1207" y="23"/>
                </a:lnTo>
                <a:lnTo>
                  <a:pt x="1095" y="23"/>
                </a:lnTo>
                <a:lnTo>
                  <a:pt x="1095" y="0"/>
                </a:lnTo>
                <a:moveTo>
                  <a:pt x="1275" y="0"/>
                </a:moveTo>
                <a:lnTo>
                  <a:pt x="1388" y="0"/>
                </a:lnTo>
                <a:lnTo>
                  <a:pt x="1388" y="23"/>
                </a:lnTo>
                <a:lnTo>
                  <a:pt x="1275" y="23"/>
                </a:lnTo>
                <a:lnTo>
                  <a:pt x="1275" y="0"/>
                </a:lnTo>
                <a:moveTo>
                  <a:pt x="1456" y="0"/>
                </a:moveTo>
                <a:lnTo>
                  <a:pt x="1569" y="0"/>
                </a:lnTo>
                <a:lnTo>
                  <a:pt x="1569" y="23"/>
                </a:lnTo>
                <a:lnTo>
                  <a:pt x="1456" y="23"/>
                </a:lnTo>
                <a:lnTo>
                  <a:pt x="1456" y="0"/>
                </a:lnTo>
                <a:moveTo>
                  <a:pt x="1636" y="0"/>
                </a:moveTo>
                <a:lnTo>
                  <a:pt x="1749" y="0"/>
                </a:lnTo>
                <a:lnTo>
                  <a:pt x="1749" y="23"/>
                </a:lnTo>
                <a:lnTo>
                  <a:pt x="1636" y="23"/>
                </a:lnTo>
                <a:lnTo>
                  <a:pt x="1636" y="0"/>
                </a:lnTo>
                <a:moveTo>
                  <a:pt x="1817" y="0"/>
                </a:moveTo>
                <a:lnTo>
                  <a:pt x="1930" y="0"/>
                </a:lnTo>
                <a:lnTo>
                  <a:pt x="1930" y="23"/>
                </a:lnTo>
                <a:lnTo>
                  <a:pt x="1817" y="23"/>
                </a:lnTo>
                <a:lnTo>
                  <a:pt x="1817" y="0"/>
                </a:lnTo>
                <a:moveTo>
                  <a:pt x="1997" y="0"/>
                </a:moveTo>
                <a:lnTo>
                  <a:pt x="2110" y="0"/>
                </a:lnTo>
                <a:lnTo>
                  <a:pt x="2110" y="23"/>
                </a:lnTo>
                <a:lnTo>
                  <a:pt x="1997" y="23"/>
                </a:lnTo>
                <a:lnTo>
                  <a:pt x="1997" y="0"/>
                </a:lnTo>
                <a:moveTo>
                  <a:pt x="2178" y="0"/>
                </a:moveTo>
                <a:lnTo>
                  <a:pt x="2291" y="0"/>
                </a:lnTo>
                <a:lnTo>
                  <a:pt x="2291" y="23"/>
                </a:lnTo>
                <a:lnTo>
                  <a:pt x="2178" y="23"/>
                </a:lnTo>
                <a:lnTo>
                  <a:pt x="2178" y="0"/>
                </a:lnTo>
                <a:moveTo>
                  <a:pt x="2358" y="0"/>
                </a:moveTo>
                <a:lnTo>
                  <a:pt x="2471" y="0"/>
                </a:lnTo>
                <a:lnTo>
                  <a:pt x="2471" y="23"/>
                </a:lnTo>
                <a:lnTo>
                  <a:pt x="2358" y="23"/>
                </a:lnTo>
                <a:lnTo>
                  <a:pt x="2358" y="0"/>
                </a:lnTo>
                <a:moveTo>
                  <a:pt x="2539" y="0"/>
                </a:moveTo>
                <a:lnTo>
                  <a:pt x="2652" y="0"/>
                </a:lnTo>
                <a:lnTo>
                  <a:pt x="2652" y="23"/>
                </a:lnTo>
                <a:lnTo>
                  <a:pt x="2539" y="23"/>
                </a:lnTo>
                <a:lnTo>
                  <a:pt x="2539" y="0"/>
                </a:lnTo>
                <a:moveTo>
                  <a:pt x="2719" y="0"/>
                </a:moveTo>
                <a:lnTo>
                  <a:pt x="2832" y="0"/>
                </a:lnTo>
                <a:lnTo>
                  <a:pt x="2832" y="23"/>
                </a:lnTo>
                <a:lnTo>
                  <a:pt x="2719" y="23"/>
                </a:lnTo>
                <a:lnTo>
                  <a:pt x="2719" y="0"/>
                </a:lnTo>
                <a:moveTo>
                  <a:pt x="2900" y="0"/>
                </a:moveTo>
                <a:lnTo>
                  <a:pt x="3013" y="0"/>
                </a:lnTo>
                <a:lnTo>
                  <a:pt x="3013" y="23"/>
                </a:lnTo>
                <a:lnTo>
                  <a:pt x="2900" y="23"/>
                </a:lnTo>
                <a:lnTo>
                  <a:pt x="2900" y="0"/>
                </a:lnTo>
                <a:moveTo>
                  <a:pt x="3081" y="0"/>
                </a:moveTo>
                <a:lnTo>
                  <a:pt x="3193" y="0"/>
                </a:lnTo>
                <a:lnTo>
                  <a:pt x="3193" y="23"/>
                </a:lnTo>
                <a:lnTo>
                  <a:pt x="3081" y="23"/>
                </a:lnTo>
                <a:lnTo>
                  <a:pt x="3081" y="0"/>
                </a:lnTo>
                <a:moveTo>
                  <a:pt x="3261" y="0"/>
                </a:moveTo>
                <a:lnTo>
                  <a:pt x="3374" y="0"/>
                </a:lnTo>
                <a:lnTo>
                  <a:pt x="3374" y="23"/>
                </a:lnTo>
                <a:lnTo>
                  <a:pt x="3261" y="23"/>
                </a:lnTo>
                <a:lnTo>
                  <a:pt x="3261" y="0"/>
                </a:lnTo>
                <a:moveTo>
                  <a:pt x="3442" y="0"/>
                </a:moveTo>
                <a:lnTo>
                  <a:pt x="3554" y="0"/>
                </a:lnTo>
                <a:lnTo>
                  <a:pt x="3554" y="23"/>
                </a:lnTo>
                <a:lnTo>
                  <a:pt x="3442" y="23"/>
                </a:lnTo>
                <a:lnTo>
                  <a:pt x="3442" y="0"/>
                </a:lnTo>
                <a:moveTo>
                  <a:pt x="3622" y="0"/>
                </a:moveTo>
                <a:lnTo>
                  <a:pt x="3735" y="0"/>
                </a:lnTo>
                <a:lnTo>
                  <a:pt x="3735" y="23"/>
                </a:lnTo>
                <a:lnTo>
                  <a:pt x="3622" y="23"/>
                </a:lnTo>
                <a:lnTo>
                  <a:pt x="3622" y="0"/>
                </a:lnTo>
                <a:moveTo>
                  <a:pt x="3803" y="0"/>
                </a:moveTo>
                <a:lnTo>
                  <a:pt x="3916" y="0"/>
                </a:lnTo>
                <a:lnTo>
                  <a:pt x="3916" y="23"/>
                </a:lnTo>
                <a:lnTo>
                  <a:pt x="3803" y="23"/>
                </a:lnTo>
                <a:lnTo>
                  <a:pt x="3803" y="0"/>
                </a:lnTo>
                <a:moveTo>
                  <a:pt x="3983" y="0"/>
                </a:moveTo>
                <a:lnTo>
                  <a:pt x="4096" y="0"/>
                </a:lnTo>
                <a:lnTo>
                  <a:pt x="4096" y="23"/>
                </a:lnTo>
                <a:lnTo>
                  <a:pt x="3983" y="23"/>
                </a:lnTo>
                <a:lnTo>
                  <a:pt x="3983" y="0"/>
                </a:lnTo>
                <a:moveTo>
                  <a:pt x="4164" y="0"/>
                </a:moveTo>
                <a:lnTo>
                  <a:pt x="4277" y="0"/>
                </a:lnTo>
                <a:lnTo>
                  <a:pt x="4277" y="23"/>
                </a:lnTo>
                <a:lnTo>
                  <a:pt x="4164" y="23"/>
                </a:lnTo>
                <a:lnTo>
                  <a:pt x="4164" y="0"/>
                </a:lnTo>
                <a:moveTo>
                  <a:pt x="4344" y="0"/>
                </a:moveTo>
                <a:lnTo>
                  <a:pt x="4457" y="0"/>
                </a:lnTo>
                <a:lnTo>
                  <a:pt x="4457" y="23"/>
                </a:lnTo>
                <a:lnTo>
                  <a:pt x="4344" y="23"/>
                </a:lnTo>
                <a:lnTo>
                  <a:pt x="4344" y="0"/>
                </a:lnTo>
                <a:moveTo>
                  <a:pt x="4525" y="0"/>
                </a:moveTo>
                <a:lnTo>
                  <a:pt x="4638" y="0"/>
                </a:lnTo>
                <a:lnTo>
                  <a:pt x="4638" y="23"/>
                </a:lnTo>
                <a:lnTo>
                  <a:pt x="4525" y="23"/>
                </a:lnTo>
                <a:lnTo>
                  <a:pt x="4525" y="0"/>
                </a:lnTo>
                <a:moveTo>
                  <a:pt x="4705" y="0"/>
                </a:moveTo>
                <a:lnTo>
                  <a:pt x="4818" y="0"/>
                </a:lnTo>
                <a:lnTo>
                  <a:pt x="4818" y="23"/>
                </a:lnTo>
                <a:lnTo>
                  <a:pt x="4705" y="23"/>
                </a:lnTo>
                <a:lnTo>
                  <a:pt x="4705" y="0"/>
                </a:lnTo>
                <a:moveTo>
                  <a:pt x="4886" y="0"/>
                </a:moveTo>
                <a:lnTo>
                  <a:pt x="4999" y="0"/>
                </a:lnTo>
                <a:lnTo>
                  <a:pt x="4999" y="23"/>
                </a:lnTo>
                <a:lnTo>
                  <a:pt x="4886" y="23"/>
                </a:lnTo>
                <a:lnTo>
                  <a:pt x="4886" y="0"/>
                </a:lnTo>
                <a:moveTo>
                  <a:pt x="5066" y="0"/>
                </a:moveTo>
                <a:lnTo>
                  <a:pt x="5179" y="0"/>
                </a:lnTo>
                <a:lnTo>
                  <a:pt x="5179" y="23"/>
                </a:lnTo>
                <a:lnTo>
                  <a:pt x="5066" y="23"/>
                </a:lnTo>
                <a:lnTo>
                  <a:pt x="5066" y="0"/>
                </a:lnTo>
                <a:moveTo>
                  <a:pt x="5247" y="0"/>
                </a:moveTo>
                <a:lnTo>
                  <a:pt x="5360" y="0"/>
                </a:lnTo>
                <a:lnTo>
                  <a:pt x="5360" y="23"/>
                </a:lnTo>
                <a:lnTo>
                  <a:pt x="5247" y="23"/>
                </a:lnTo>
                <a:lnTo>
                  <a:pt x="5247" y="0"/>
                </a:lnTo>
                <a:moveTo>
                  <a:pt x="5429" y="0"/>
                </a:moveTo>
                <a:lnTo>
                  <a:pt x="5541" y="0"/>
                </a:lnTo>
                <a:lnTo>
                  <a:pt x="5541" y="23"/>
                </a:lnTo>
                <a:lnTo>
                  <a:pt x="5429" y="23"/>
                </a:lnTo>
                <a:lnTo>
                  <a:pt x="5429" y="0"/>
                </a:lnTo>
                <a:moveTo>
                  <a:pt x="5609" y="0"/>
                </a:moveTo>
                <a:lnTo>
                  <a:pt x="5722" y="0"/>
                </a:lnTo>
                <a:lnTo>
                  <a:pt x="5722" y="23"/>
                </a:lnTo>
                <a:lnTo>
                  <a:pt x="5609" y="23"/>
                </a:lnTo>
                <a:lnTo>
                  <a:pt x="5609" y="0"/>
                </a:lnTo>
                <a:moveTo>
                  <a:pt x="5790" y="0"/>
                </a:moveTo>
                <a:lnTo>
                  <a:pt x="5902" y="0"/>
                </a:lnTo>
                <a:lnTo>
                  <a:pt x="5902" y="23"/>
                </a:lnTo>
                <a:lnTo>
                  <a:pt x="5790" y="23"/>
                </a:lnTo>
                <a:lnTo>
                  <a:pt x="5790" y="0"/>
                </a:lnTo>
                <a:moveTo>
                  <a:pt x="5970" y="0"/>
                </a:moveTo>
                <a:lnTo>
                  <a:pt x="6083" y="0"/>
                </a:lnTo>
                <a:lnTo>
                  <a:pt x="6083" y="23"/>
                </a:lnTo>
                <a:lnTo>
                  <a:pt x="5970" y="23"/>
                </a:lnTo>
                <a:lnTo>
                  <a:pt x="5970" y="0"/>
                </a:lnTo>
                <a:moveTo>
                  <a:pt x="6151" y="0"/>
                </a:moveTo>
                <a:lnTo>
                  <a:pt x="6264" y="0"/>
                </a:lnTo>
                <a:lnTo>
                  <a:pt x="6264" y="23"/>
                </a:lnTo>
                <a:lnTo>
                  <a:pt x="6151" y="23"/>
                </a:lnTo>
                <a:lnTo>
                  <a:pt x="6151" y="0"/>
                </a:lnTo>
                <a:moveTo>
                  <a:pt x="6331" y="0"/>
                </a:moveTo>
                <a:lnTo>
                  <a:pt x="6444" y="0"/>
                </a:lnTo>
                <a:lnTo>
                  <a:pt x="6444" y="23"/>
                </a:lnTo>
                <a:lnTo>
                  <a:pt x="6331" y="23"/>
                </a:lnTo>
                <a:lnTo>
                  <a:pt x="6331" y="0"/>
                </a:lnTo>
                <a:moveTo>
                  <a:pt x="6512" y="0"/>
                </a:moveTo>
                <a:lnTo>
                  <a:pt x="6625" y="0"/>
                </a:lnTo>
                <a:lnTo>
                  <a:pt x="6625" y="23"/>
                </a:lnTo>
                <a:lnTo>
                  <a:pt x="6512" y="23"/>
                </a:lnTo>
                <a:lnTo>
                  <a:pt x="6512" y="0"/>
                </a:lnTo>
                <a:moveTo>
                  <a:pt x="6692" y="0"/>
                </a:moveTo>
                <a:lnTo>
                  <a:pt x="6805" y="0"/>
                </a:lnTo>
                <a:lnTo>
                  <a:pt x="6805" y="23"/>
                </a:lnTo>
                <a:lnTo>
                  <a:pt x="6692" y="23"/>
                </a:lnTo>
                <a:lnTo>
                  <a:pt x="6692" y="0"/>
                </a:lnTo>
                <a:moveTo>
                  <a:pt x="6873" y="0"/>
                </a:moveTo>
                <a:lnTo>
                  <a:pt x="6986" y="0"/>
                </a:lnTo>
                <a:lnTo>
                  <a:pt x="6986" y="23"/>
                </a:lnTo>
                <a:lnTo>
                  <a:pt x="6873" y="23"/>
                </a:lnTo>
                <a:lnTo>
                  <a:pt x="6873" y="0"/>
                </a:lnTo>
                <a:moveTo>
                  <a:pt x="7053" y="0"/>
                </a:moveTo>
                <a:lnTo>
                  <a:pt x="7166" y="0"/>
                </a:lnTo>
                <a:lnTo>
                  <a:pt x="7166" y="23"/>
                </a:lnTo>
                <a:lnTo>
                  <a:pt x="7053" y="23"/>
                </a:lnTo>
                <a:lnTo>
                  <a:pt x="7053" y="0"/>
                </a:lnTo>
                <a:moveTo>
                  <a:pt x="7234" y="0"/>
                </a:moveTo>
                <a:lnTo>
                  <a:pt x="7347" y="0"/>
                </a:lnTo>
                <a:lnTo>
                  <a:pt x="7347" y="23"/>
                </a:lnTo>
                <a:lnTo>
                  <a:pt x="7234" y="23"/>
                </a:lnTo>
                <a:lnTo>
                  <a:pt x="7234" y="0"/>
                </a:lnTo>
                <a:moveTo>
                  <a:pt x="7415" y="0"/>
                </a:moveTo>
                <a:lnTo>
                  <a:pt x="7527" y="0"/>
                </a:lnTo>
                <a:lnTo>
                  <a:pt x="7527" y="23"/>
                </a:lnTo>
                <a:lnTo>
                  <a:pt x="7415" y="23"/>
                </a:lnTo>
                <a:lnTo>
                  <a:pt x="7415" y="0"/>
                </a:lnTo>
                <a:moveTo>
                  <a:pt x="7595" y="0"/>
                </a:moveTo>
                <a:lnTo>
                  <a:pt x="7708" y="0"/>
                </a:lnTo>
                <a:lnTo>
                  <a:pt x="7708" y="23"/>
                </a:lnTo>
                <a:lnTo>
                  <a:pt x="7595" y="23"/>
                </a:lnTo>
                <a:lnTo>
                  <a:pt x="7595" y="0"/>
                </a:lnTo>
                <a:moveTo>
                  <a:pt x="7776" y="0"/>
                </a:moveTo>
                <a:lnTo>
                  <a:pt x="7888" y="0"/>
                </a:lnTo>
                <a:lnTo>
                  <a:pt x="7888" y="23"/>
                </a:lnTo>
                <a:lnTo>
                  <a:pt x="7776" y="23"/>
                </a:lnTo>
                <a:lnTo>
                  <a:pt x="7776" y="0"/>
                </a:lnTo>
                <a:moveTo>
                  <a:pt x="7956" y="0"/>
                </a:moveTo>
                <a:lnTo>
                  <a:pt x="8069" y="0"/>
                </a:lnTo>
                <a:lnTo>
                  <a:pt x="8069" y="23"/>
                </a:lnTo>
                <a:lnTo>
                  <a:pt x="7956" y="23"/>
                </a:lnTo>
                <a:lnTo>
                  <a:pt x="7956" y="0"/>
                </a:lnTo>
                <a:moveTo>
                  <a:pt x="8137" y="0"/>
                </a:moveTo>
                <a:lnTo>
                  <a:pt x="8250" y="0"/>
                </a:lnTo>
                <a:lnTo>
                  <a:pt x="8250" y="23"/>
                </a:lnTo>
                <a:lnTo>
                  <a:pt x="8137" y="23"/>
                </a:lnTo>
                <a:lnTo>
                  <a:pt x="8137" y="0"/>
                </a:lnTo>
                <a:moveTo>
                  <a:pt x="8317" y="0"/>
                </a:moveTo>
                <a:lnTo>
                  <a:pt x="8430" y="0"/>
                </a:lnTo>
                <a:lnTo>
                  <a:pt x="8430" y="23"/>
                </a:lnTo>
                <a:lnTo>
                  <a:pt x="8317" y="23"/>
                </a:lnTo>
                <a:lnTo>
                  <a:pt x="8317" y="0"/>
                </a:lnTo>
                <a:moveTo>
                  <a:pt x="8498" y="0"/>
                </a:moveTo>
                <a:lnTo>
                  <a:pt x="8611" y="0"/>
                </a:lnTo>
                <a:lnTo>
                  <a:pt x="8611" y="23"/>
                </a:lnTo>
                <a:lnTo>
                  <a:pt x="8498" y="23"/>
                </a:lnTo>
                <a:lnTo>
                  <a:pt x="8498" y="0"/>
                </a:lnTo>
                <a:moveTo>
                  <a:pt x="8678" y="0"/>
                </a:moveTo>
                <a:lnTo>
                  <a:pt x="8791" y="0"/>
                </a:lnTo>
                <a:lnTo>
                  <a:pt x="8791" y="23"/>
                </a:lnTo>
                <a:lnTo>
                  <a:pt x="8678" y="23"/>
                </a:lnTo>
                <a:lnTo>
                  <a:pt x="8678" y="0"/>
                </a:lnTo>
                <a:moveTo>
                  <a:pt x="8859" y="0"/>
                </a:moveTo>
                <a:lnTo>
                  <a:pt x="8972" y="0"/>
                </a:lnTo>
                <a:lnTo>
                  <a:pt x="8972" y="23"/>
                </a:lnTo>
                <a:lnTo>
                  <a:pt x="8859" y="23"/>
                </a:lnTo>
                <a:lnTo>
                  <a:pt x="8859" y="0"/>
                </a:lnTo>
                <a:moveTo>
                  <a:pt x="9039" y="0"/>
                </a:moveTo>
                <a:lnTo>
                  <a:pt x="9152" y="0"/>
                </a:lnTo>
                <a:lnTo>
                  <a:pt x="9152" y="23"/>
                </a:lnTo>
                <a:lnTo>
                  <a:pt x="9039" y="23"/>
                </a:lnTo>
                <a:lnTo>
                  <a:pt x="9039" y="0"/>
                </a:lnTo>
                <a:moveTo>
                  <a:pt x="9220" y="0"/>
                </a:moveTo>
                <a:lnTo>
                  <a:pt x="9333" y="0"/>
                </a:lnTo>
                <a:lnTo>
                  <a:pt x="9333" y="23"/>
                </a:lnTo>
                <a:lnTo>
                  <a:pt x="9220" y="23"/>
                </a:lnTo>
                <a:lnTo>
                  <a:pt x="9220" y="0"/>
                </a:lnTo>
                <a:moveTo>
                  <a:pt x="9400" y="0"/>
                </a:moveTo>
                <a:lnTo>
                  <a:pt x="9513" y="0"/>
                </a:lnTo>
                <a:lnTo>
                  <a:pt x="9513" y="23"/>
                </a:lnTo>
                <a:lnTo>
                  <a:pt x="9400" y="23"/>
                </a:lnTo>
                <a:lnTo>
                  <a:pt x="9400" y="0"/>
                </a:lnTo>
                <a:moveTo>
                  <a:pt x="9581" y="0"/>
                </a:moveTo>
                <a:lnTo>
                  <a:pt x="9694" y="0"/>
                </a:lnTo>
                <a:lnTo>
                  <a:pt x="9694" y="23"/>
                </a:lnTo>
                <a:lnTo>
                  <a:pt x="9581" y="23"/>
                </a:lnTo>
                <a:lnTo>
                  <a:pt x="9581" y="0"/>
                </a:lnTo>
                <a:moveTo>
                  <a:pt x="9762" y="0"/>
                </a:moveTo>
                <a:lnTo>
                  <a:pt x="9874" y="0"/>
                </a:lnTo>
                <a:lnTo>
                  <a:pt x="9874" y="23"/>
                </a:lnTo>
                <a:lnTo>
                  <a:pt x="9762" y="23"/>
                </a:lnTo>
                <a:lnTo>
                  <a:pt x="9762" y="0"/>
                </a:lnTo>
                <a:moveTo>
                  <a:pt x="9942" y="0"/>
                </a:moveTo>
                <a:lnTo>
                  <a:pt x="10055" y="0"/>
                </a:lnTo>
                <a:lnTo>
                  <a:pt x="10055" y="23"/>
                </a:lnTo>
                <a:lnTo>
                  <a:pt x="9942" y="23"/>
                </a:lnTo>
                <a:lnTo>
                  <a:pt x="9942" y="0"/>
                </a:lnTo>
                <a:moveTo>
                  <a:pt x="10123" y="0"/>
                </a:moveTo>
                <a:lnTo>
                  <a:pt x="10235" y="0"/>
                </a:lnTo>
                <a:lnTo>
                  <a:pt x="10235" y="23"/>
                </a:lnTo>
                <a:lnTo>
                  <a:pt x="10123" y="23"/>
                </a:lnTo>
                <a:lnTo>
                  <a:pt x="10123" y="0"/>
                </a:lnTo>
                <a:moveTo>
                  <a:pt x="10303" y="0"/>
                </a:moveTo>
                <a:lnTo>
                  <a:pt x="10416" y="0"/>
                </a:lnTo>
                <a:lnTo>
                  <a:pt x="10416" y="23"/>
                </a:lnTo>
                <a:lnTo>
                  <a:pt x="10303" y="23"/>
                </a:lnTo>
                <a:lnTo>
                  <a:pt x="10303" y="0"/>
                </a:lnTo>
                <a:moveTo>
                  <a:pt x="10484" y="0"/>
                </a:moveTo>
                <a:lnTo>
                  <a:pt x="10597" y="0"/>
                </a:lnTo>
                <a:lnTo>
                  <a:pt x="10597" y="23"/>
                </a:lnTo>
                <a:lnTo>
                  <a:pt x="10484" y="23"/>
                </a:lnTo>
                <a:lnTo>
                  <a:pt x="10484" y="0"/>
                </a:lnTo>
                <a:moveTo>
                  <a:pt x="10664" y="0"/>
                </a:moveTo>
                <a:lnTo>
                  <a:pt x="10777" y="0"/>
                </a:lnTo>
                <a:lnTo>
                  <a:pt x="10777" y="23"/>
                </a:lnTo>
                <a:lnTo>
                  <a:pt x="10664" y="23"/>
                </a:lnTo>
                <a:lnTo>
                  <a:pt x="10664" y="0"/>
                </a:lnTo>
                <a:moveTo>
                  <a:pt x="10845" y="0"/>
                </a:moveTo>
                <a:lnTo>
                  <a:pt x="10958" y="0"/>
                </a:lnTo>
                <a:lnTo>
                  <a:pt x="10958" y="23"/>
                </a:lnTo>
                <a:lnTo>
                  <a:pt x="10845" y="23"/>
                </a:lnTo>
                <a:lnTo>
                  <a:pt x="10845" y="0"/>
                </a:lnTo>
                <a:moveTo>
                  <a:pt x="11025" y="0"/>
                </a:moveTo>
                <a:lnTo>
                  <a:pt x="11138" y="0"/>
                </a:lnTo>
                <a:lnTo>
                  <a:pt x="11138" y="23"/>
                </a:lnTo>
                <a:lnTo>
                  <a:pt x="11025" y="23"/>
                </a:lnTo>
                <a:lnTo>
                  <a:pt x="11025" y="0"/>
                </a:lnTo>
                <a:moveTo>
                  <a:pt x="11206" y="0"/>
                </a:moveTo>
                <a:lnTo>
                  <a:pt x="11319" y="0"/>
                </a:lnTo>
                <a:lnTo>
                  <a:pt x="11319" y="23"/>
                </a:lnTo>
                <a:lnTo>
                  <a:pt x="11206" y="23"/>
                </a:lnTo>
                <a:lnTo>
                  <a:pt x="11206" y="0"/>
                </a:lnTo>
                <a:moveTo>
                  <a:pt x="11386" y="0"/>
                </a:moveTo>
                <a:lnTo>
                  <a:pt x="11499" y="0"/>
                </a:lnTo>
                <a:lnTo>
                  <a:pt x="11499" y="23"/>
                </a:lnTo>
                <a:lnTo>
                  <a:pt x="11386" y="23"/>
                </a:lnTo>
                <a:lnTo>
                  <a:pt x="11386" y="0"/>
                </a:lnTo>
                <a:moveTo>
                  <a:pt x="11567" y="0"/>
                </a:moveTo>
                <a:lnTo>
                  <a:pt x="11680" y="0"/>
                </a:lnTo>
                <a:lnTo>
                  <a:pt x="11680" y="23"/>
                </a:lnTo>
                <a:lnTo>
                  <a:pt x="11567" y="23"/>
                </a:lnTo>
                <a:lnTo>
                  <a:pt x="11567" y="0"/>
                </a:lnTo>
                <a:moveTo>
                  <a:pt x="11747" y="0"/>
                </a:moveTo>
                <a:lnTo>
                  <a:pt x="11860" y="0"/>
                </a:lnTo>
                <a:lnTo>
                  <a:pt x="11860" y="23"/>
                </a:lnTo>
                <a:lnTo>
                  <a:pt x="11747" y="23"/>
                </a:lnTo>
                <a:lnTo>
                  <a:pt x="11747" y="0"/>
                </a:lnTo>
                <a:moveTo>
                  <a:pt x="11928" y="0"/>
                </a:moveTo>
                <a:lnTo>
                  <a:pt x="12041" y="0"/>
                </a:lnTo>
                <a:lnTo>
                  <a:pt x="12041" y="23"/>
                </a:lnTo>
                <a:lnTo>
                  <a:pt x="11928" y="23"/>
                </a:lnTo>
                <a:lnTo>
                  <a:pt x="11928" y="0"/>
                </a:lnTo>
                <a:moveTo>
                  <a:pt x="12109" y="0"/>
                </a:moveTo>
                <a:lnTo>
                  <a:pt x="12221" y="0"/>
                </a:lnTo>
                <a:lnTo>
                  <a:pt x="12221" y="23"/>
                </a:lnTo>
                <a:lnTo>
                  <a:pt x="12109" y="23"/>
                </a:lnTo>
                <a:lnTo>
                  <a:pt x="12109" y="0"/>
                </a:lnTo>
                <a:moveTo>
                  <a:pt x="12289" y="0"/>
                </a:moveTo>
                <a:lnTo>
                  <a:pt x="12402" y="0"/>
                </a:lnTo>
                <a:lnTo>
                  <a:pt x="12402" y="23"/>
                </a:lnTo>
                <a:lnTo>
                  <a:pt x="12289" y="23"/>
                </a:lnTo>
                <a:lnTo>
                  <a:pt x="12289" y="0"/>
                </a:lnTo>
                <a:moveTo>
                  <a:pt x="12470" y="0"/>
                </a:moveTo>
                <a:lnTo>
                  <a:pt x="12582" y="0"/>
                </a:lnTo>
                <a:lnTo>
                  <a:pt x="12582" y="23"/>
                </a:lnTo>
                <a:lnTo>
                  <a:pt x="12470" y="23"/>
                </a:lnTo>
                <a:lnTo>
                  <a:pt x="12470" y="0"/>
                </a:lnTo>
                <a:moveTo>
                  <a:pt x="12650" y="0"/>
                </a:moveTo>
                <a:lnTo>
                  <a:pt x="12763" y="0"/>
                </a:lnTo>
                <a:lnTo>
                  <a:pt x="12763" y="23"/>
                </a:lnTo>
                <a:lnTo>
                  <a:pt x="12650" y="23"/>
                </a:lnTo>
                <a:lnTo>
                  <a:pt x="12650" y="0"/>
                </a:lnTo>
                <a:moveTo>
                  <a:pt x="12831" y="0"/>
                </a:moveTo>
                <a:lnTo>
                  <a:pt x="12944" y="0"/>
                </a:lnTo>
                <a:lnTo>
                  <a:pt x="12944" y="23"/>
                </a:lnTo>
                <a:lnTo>
                  <a:pt x="12831" y="23"/>
                </a:lnTo>
                <a:lnTo>
                  <a:pt x="12831" y="0"/>
                </a:lnTo>
                <a:moveTo>
                  <a:pt x="13011" y="0"/>
                </a:moveTo>
                <a:lnTo>
                  <a:pt x="13124" y="0"/>
                </a:lnTo>
                <a:lnTo>
                  <a:pt x="13124" y="23"/>
                </a:lnTo>
                <a:lnTo>
                  <a:pt x="13011" y="23"/>
                </a:lnTo>
                <a:lnTo>
                  <a:pt x="13011" y="0"/>
                </a:lnTo>
                <a:moveTo>
                  <a:pt x="13192" y="0"/>
                </a:moveTo>
                <a:lnTo>
                  <a:pt x="13305" y="0"/>
                </a:lnTo>
                <a:lnTo>
                  <a:pt x="13305" y="23"/>
                </a:lnTo>
                <a:lnTo>
                  <a:pt x="13192" y="23"/>
                </a:lnTo>
                <a:lnTo>
                  <a:pt x="13192" y="0"/>
                </a:lnTo>
                <a:moveTo>
                  <a:pt x="13372" y="0"/>
                </a:moveTo>
                <a:lnTo>
                  <a:pt x="13485" y="0"/>
                </a:lnTo>
                <a:lnTo>
                  <a:pt x="13485" y="23"/>
                </a:lnTo>
                <a:lnTo>
                  <a:pt x="13372" y="23"/>
                </a:lnTo>
                <a:lnTo>
                  <a:pt x="13372" y="0"/>
                </a:lnTo>
                <a:moveTo>
                  <a:pt x="13553" y="0"/>
                </a:moveTo>
                <a:lnTo>
                  <a:pt x="13666" y="0"/>
                </a:lnTo>
                <a:lnTo>
                  <a:pt x="13666" y="23"/>
                </a:lnTo>
                <a:lnTo>
                  <a:pt x="13553" y="23"/>
                </a:lnTo>
                <a:lnTo>
                  <a:pt x="13553" y="0"/>
                </a:lnTo>
                <a:moveTo>
                  <a:pt x="13733" y="0"/>
                </a:moveTo>
                <a:lnTo>
                  <a:pt x="13846" y="0"/>
                </a:lnTo>
                <a:lnTo>
                  <a:pt x="13846" y="23"/>
                </a:lnTo>
                <a:lnTo>
                  <a:pt x="13733" y="23"/>
                </a:lnTo>
                <a:lnTo>
                  <a:pt x="13733" y="0"/>
                </a:lnTo>
                <a:moveTo>
                  <a:pt x="13914" y="0"/>
                </a:moveTo>
                <a:lnTo>
                  <a:pt x="14027" y="0"/>
                </a:lnTo>
                <a:lnTo>
                  <a:pt x="14027" y="23"/>
                </a:lnTo>
                <a:lnTo>
                  <a:pt x="13914" y="23"/>
                </a:lnTo>
                <a:lnTo>
                  <a:pt x="13914" y="0"/>
                </a:lnTo>
                <a:moveTo>
                  <a:pt x="14094" y="0"/>
                </a:moveTo>
                <a:lnTo>
                  <a:pt x="14207" y="0"/>
                </a:lnTo>
                <a:lnTo>
                  <a:pt x="14207" y="23"/>
                </a:lnTo>
                <a:lnTo>
                  <a:pt x="14094" y="23"/>
                </a:lnTo>
                <a:lnTo>
                  <a:pt x="14094" y="0"/>
                </a:lnTo>
                <a:moveTo>
                  <a:pt x="14275" y="0"/>
                </a:moveTo>
                <a:lnTo>
                  <a:pt x="14388" y="0"/>
                </a:lnTo>
                <a:lnTo>
                  <a:pt x="14388" y="23"/>
                </a:lnTo>
                <a:lnTo>
                  <a:pt x="14275" y="23"/>
                </a:lnTo>
                <a:lnTo>
                  <a:pt x="14275" y="0"/>
                </a:lnTo>
                <a:moveTo>
                  <a:pt x="14456" y="0"/>
                </a:moveTo>
                <a:lnTo>
                  <a:pt x="14568" y="0"/>
                </a:lnTo>
                <a:lnTo>
                  <a:pt x="14568" y="23"/>
                </a:lnTo>
                <a:lnTo>
                  <a:pt x="14456" y="23"/>
                </a:lnTo>
                <a:lnTo>
                  <a:pt x="14456" y="0"/>
                </a:lnTo>
                <a:moveTo>
                  <a:pt x="14636" y="0"/>
                </a:moveTo>
                <a:lnTo>
                  <a:pt x="14749" y="0"/>
                </a:lnTo>
                <a:lnTo>
                  <a:pt x="14749" y="23"/>
                </a:lnTo>
                <a:lnTo>
                  <a:pt x="14636" y="23"/>
                </a:lnTo>
                <a:lnTo>
                  <a:pt x="14636" y="0"/>
                </a:lnTo>
                <a:moveTo>
                  <a:pt x="14817" y="0"/>
                </a:moveTo>
                <a:lnTo>
                  <a:pt x="14929" y="0"/>
                </a:lnTo>
                <a:lnTo>
                  <a:pt x="14929" y="23"/>
                </a:lnTo>
                <a:lnTo>
                  <a:pt x="14817" y="23"/>
                </a:lnTo>
                <a:lnTo>
                  <a:pt x="14817" y="0"/>
                </a:lnTo>
                <a:moveTo>
                  <a:pt x="14997" y="0"/>
                </a:moveTo>
                <a:lnTo>
                  <a:pt x="15110" y="0"/>
                </a:lnTo>
                <a:lnTo>
                  <a:pt x="15110" y="23"/>
                </a:lnTo>
                <a:lnTo>
                  <a:pt x="14997" y="23"/>
                </a:lnTo>
                <a:lnTo>
                  <a:pt x="14997" y="0"/>
                </a:lnTo>
                <a:moveTo>
                  <a:pt x="15178" y="0"/>
                </a:moveTo>
                <a:lnTo>
                  <a:pt x="15291" y="0"/>
                </a:lnTo>
                <a:lnTo>
                  <a:pt x="15291" y="23"/>
                </a:lnTo>
                <a:lnTo>
                  <a:pt x="15178" y="23"/>
                </a:lnTo>
                <a:lnTo>
                  <a:pt x="15178" y="0"/>
                </a:lnTo>
                <a:moveTo>
                  <a:pt x="15370" y="12"/>
                </a:moveTo>
                <a:lnTo>
                  <a:pt x="15370" y="124"/>
                </a:lnTo>
                <a:lnTo>
                  <a:pt x="15347" y="124"/>
                </a:lnTo>
                <a:lnTo>
                  <a:pt x="15347" y="12"/>
                </a:lnTo>
                <a:lnTo>
                  <a:pt x="15370" y="12"/>
                </a:lnTo>
                <a:moveTo>
                  <a:pt x="15370" y="192"/>
                </a:moveTo>
                <a:lnTo>
                  <a:pt x="15370" y="305"/>
                </a:lnTo>
                <a:lnTo>
                  <a:pt x="15347" y="305"/>
                </a:lnTo>
                <a:lnTo>
                  <a:pt x="15347" y="192"/>
                </a:lnTo>
                <a:lnTo>
                  <a:pt x="15370" y="192"/>
                </a:lnTo>
                <a:moveTo>
                  <a:pt x="15370" y="373"/>
                </a:moveTo>
                <a:lnTo>
                  <a:pt x="15370" y="486"/>
                </a:lnTo>
                <a:lnTo>
                  <a:pt x="15347" y="486"/>
                </a:lnTo>
                <a:lnTo>
                  <a:pt x="15347" y="373"/>
                </a:lnTo>
                <a:lnTo>
                  <a:pt x="15370" y="373"/>
                </a:lnTo>
                <a:moveTo>
                  <a:pt x="15370" y="553"/>
                </a:moveTo>
                <a:lnTo>
                  <a:pt x="15370" y="666"/>
                </a:lnTo>
                <a:lnTo>
                  <a:pt x="15347" y="666"/>
                </a:lnTo>
                <a:lnTo>
                  <a:pt x="15347" y="553"/>
                </a:lnTo>
                <a:lnTo>
                  <a:pt x="15370" y="553"/>
                </a:lnTo>
                <a:moveTo>
                  <a:pt x="15370" y="734"/>
                </a:moveTo>
                <a:lnTo>
                  <a:pt x="15370" y="847"/>
                </a:lnTo>
                <a:lnTo>
                  <a:pt x="15347" y="847"/>
                </a:lnTo>
                <a:lnTo>
                  <a:pt x="15347" y="734"/>
                </a:lnTo>
                <a:lnTo>
                  <a:pt x="15370" y="734"/>
                </a:lnTo>
                <a:moveTo>
                  <a:pt x="15370" y="914"/>
                </a:moveTo>
                <a:lnTo>
                  <a:pt x="15370" y="1028"/>
                </a:lnTo>
                <a:lnTo>
                  <a:pt x="15347" y="1028"/>
                </a:lnTo>
                <a:lnTo>
                  <a:pt x="15347" y="914"/>
                </a:lnTo>
                <a:lnTo>
                  <a:pt x="15370" y="914"/>
                </a:lnTo>
                <a:moveTo>
                  <a:pt x="15358" y="1107"/>
                </a:moveTo>
                <a:lnTo>
                  <a:pt x="15245" y="1107"/>
                </a:lnTo>
                <a:lnTo>
                  <a:pt x="15245" y="1085"/>
                </a:lnTo>
                <a:lnTo>
                  <a:pt x="15358" y="1085"/>
                </a:lnTo>
                <a:lnTo>
                  <a:pt x="15358" y="1107"/>
                </a:lnTo>
                <a:moveTo>
                  <a:pt x="15178" y="1107"/>
                </a:moveTo>
                <a:lnTo>
                  <a:pt x="15065" y="1107"/>
                </a:lnTo>
                <a:lnTo>
                  <a:pt x="15065" y="1085"/>
                </a:lnTo>
                <a:lnTo>
                  <a:pt x="15178" y="1085"/>
                </a:lnTo>
                <a:lnTo>
                  <a:pt x="15178" y="1107"/>
                </a:lnTo>
                <a:moveTo>
                  <a:pt x="14997" y="1107"/>
                </a:moveTo>
                <a:lnTo>
                  <a:pt x="14884" y="1107"/>
                </a:lnTo>
                <a:lnTo>
                  <a:pt x="14884" y="1085"/>
                </a:lnTo>
                <a:lnTo>
                  <a:pt x="14997" y="1085"/>
                </a:lnTo>
                <a:lnTo>
                  <a:pt x="14997" y="1107"/>
                </a:lnTo>
                <a:moveTo>
                  <a:pt x="14817" y="1107"/>
                </a:moveTo>
                <a:lnTo>
                  <a:pt x="14704" y="1107"/>
                </a:lnTo>
                <a:lnTo>
                  <a:pt x="14704" y="1085"/>
                </a:lnTo>
                <a:lnTo>
                  <a:pt x="14817" y="1085"/>
                </a:lnTo>
                <a:lnTo>
                  <a:pt x="14817" y="1107"/>
                </a:lnTo>
                <a:moveTo>
                  <a:pt x="14636" y="1107"/>
                </a:moveTo>
                <a:lnTo>
                  <a:pt x="14523" y="1107"/>
                </a:lnTo>
                <a:lnTo>
                  <a:pt x="14523" y="1085"/>
                </a:lnTo>
                <a:lnTo>
                  <a:pt x="14636" y="1085"/>
                </a:lnTo>
                <a:lnTo>
                  <a:pt x="14636" y="1107"/>
                </a:lnTo>
                <a:moveTo>
                  <a:pt x="14456" y="1107"/>
                </a:moveTo>
                <a:lnTo>
                  <a:pt x="14343" y="1107"/>
                </a:lnTo>
                <a:lnTo>
                  <a:pt x="14343" y="1085"/>
                </a:lnTo>
                <a:lnTo>
                  <a:pt x="14456" y="1085"/>
                </a:lnTo>
                <a:lnTo>
                  <a:pt x="14456" y="1107"/>
                </a:lnTo>
                <a:moveTo>
                  <a:pt x="14275" y="1107"/>
                </a:moveTo>
                <a:lnTo>
                  <a:pt x="14162" y="1107"/>
                </a:lnTo>
                <a:lnTo>
                  <a:pt x="14162" y="1085"/>
                </a:lnTo>
                <a:lnTo>
                  <a:pt x="14275" y="1085"/>
                </a:lnTo>
                <a:lnTo>
                  <a:pt x="14275" y="1107"/>
                </a:lnTo>
                <a:moveTo>
                  <a:pt x="14094" y="1107"/>
                </a:moveTo>
                <a:lnTo>
                  <a:pt x="13982" y="1107"/>
                </a:lnTo>
                <a:lnTo>
                  <a:pt x="13982" y="1085"/>
                </a:lnTo>
                <a:lnTo>
                  <a:pt x="14094" y="1085"/>
                </a:lnTo>
                <a:lnTo>
                  <a:pt x="14094" y="1107"/>
                </a:lnTo>
                <a:moveTo>
                  <a:pt x="13914" y="1107"/>
                </a:moveTo>
                <a:lnTo>
                  <a:pt x="13801" y="1107"/>
                </a:lnTo>
                <a:lnTo>
                  <a:pt x="13801" y="1085"/>
                </a:lnTo>
                <a:lnTo>
                  <a:pt x="13914" y="1085"/>
                </a:lnTo>
                <a:lnTo>
                  <a:pt x="13914" y="1107"/>
                </a:lnTo>
                <a:moveTo>
                  <a:pt x="13733" y="1107"/>
                </a:moveTo>
                <a:lnTo>
                  <a:pt x="13621" y="1107"/>
                </a:lnTo>
                <a:lnTo>
                  <a:pt x="13621" y="1085"/>
                </a:lnTo>
                <a:lnTo>
                  <a:pt x="13733" y="1085"/>
                </a:lnTo>
                <a:lnTo>
                  <a:pt x="13733" y="1107"/>
                </a:lnTo>
                <a:moveTo>
                  <a:pt x="13553" y="1107"/>
                </a:moveTo>
                <a:lnTo>
                  <a:pt x="13440" y="1107"/>
                </a:lnTo>
                <a:lnTo>
                  <a:pt x="13440" y="1085"/>
                </a:lnTo>
                <a:lnTo>
                  <a:pt x="13553" y="1085"/>
                </a:lnTo>
                <a:lnTo>
                  <a:pt x="13553" y="1107"/>
                </a:lnTo>
                <a:moveTo>
                  <a:pt x="13372" y="1107"/>
                </a:moveTo>
                <a:lnTo>
                  <a:pt x="13259" y="1107"/>
                </a:lnTo>
                <a:lnTo>
                  <a:pt x="13259" y="1085"/>
                </a:lnTo>
                <a:lnTo>
                  <a:pt x="13372" y="1085"/>
                </a:lnTo>
                <a:lnTo>
                  <a:pt x="13372" y="1107"/>
                </a:lnTo>
                <a:moveTo>
                  <a:pt x="13192" y="1107"/>
                </a:moveTo>
                <a:lnTo>
                  <a:pt x="13079" y="1107"/>
                </a:lnTo>
                <a:lnTo>
                  <a:pt x="13079" y="1085"/>
                </a:lnTo>
                <a:lnTo>
                  <a:pt x="13192" y="1085"/>
                </a:lnTo>
                <a:lnTo>
                  <a:pt x="13192" y="1107"/>
                </a:lnTo>
                <a:moveTo>
                  <a:pt x="13011" y="1107"/>
                </a:moveTo>
                <a:lnTo>
                  <a:pt x="12898" y="1107"/>
                </a:lnTo>
                <a:lnTo>
                  <a:pt x="12898" y="1085"/>
                </a:lnTo>
                <a:lnTo>
                  <a:pt x="13011" y="1085"/>
                </a:lnTo>
                <a:lnTo>
                  <a:pt x="13011" y="1107"/>
                </a:lnTo>
                <a:moveTo>
                  <a:pt x="12831" y="1107"/>
                </a:moveTo>
                <a:lnTo>
                  <a:pt x="12718" y="1107"/>
                </a:lnTo>
                <a:lnTo>
                  <a:pt x="12718" y="1085"/>
                </a:lnTo>
                <a:lnTo>
                  <a:pt x="12831" y="1085"/>
                </a:lnTo>
                <a:lnTo>
                  <a:pt x="12831" y="1107"/>
                </a:lnTo>
                <a:moveTo>
                  <a:pt x="12650" y="1107"/>
                </a:moveTo>
                <a:lnTo>
                  <a:pt x="12537" y="1107"/>
                </a:lnTo>
                <a:lnTo>
                  <a:pt x="12537" y="1085"/>
                </a:lnTo>
                <a:lnTo>
                  <a:pt x="12650" y="1085"/>
                </a:lnTo>
                <a:lnTo>
                  <a:pt x="12650" y="1107"/>
                </a:lnTo>
                <a:moveTo>
                  <a:pt x="12470" y="1107"/>
                </a:moveTo>
                <a:lnTo>
                  <a:pt x="12357" y="1107"/>
                </a:lnTo>
                <a:lnTo>
                  <a:pt x="12357" y="1085"/>
                </a:lnTo>
                <a:lnTo>
                  <a:pt x="12470" y="1085"/>
                </a:lnTo>
                <a:lnTo>
                  <a:pt x="12470" y="1107"/>
                </a:lnTo>
                <a:moveTo>
                  <a:pt x="12289" y="1107"/>
                </a:moveTo>
                <a:lnTo>
                  <a:pt x="12176" y="1107"/>
                </a:lnTo>
                <a:lnTo>
                  <a:pt x="12176" y="1085"/>
                </a:lnTo>
                <a:lnTo>
                  <a:pt x="12289" y="1085"/>
                </a:lnTo>
                <a:lnTo>
                  <a:pt x="12289" y="1107"/>
                </a:lnTo>
                <a:moveTo>
                  <a:pt x="12109" y="1107"/>
                </a:moveTo>
                <a:lnTo>
                  <a:pt x="11996" y="1107"/>
                </a:lnTo>
                <a:lnTo>
                  <a:pt x="11996" y="1085"/>
                </a:lnTo>
                <a:lnTo>
                  <a:pt x="12109" y="1085"/>
                </a:lnTo>
                <a:lnTo>
                  <a:pt x="12109" y="1107"/>
                </a:lnTo>
                <a:moveTo>
                  <a:pt x="11928" y="1107"/>
                </a:moveTo>
                <a:lnTo>
                  <a:pt x="11815" y="1107"/>
                </a:lnTo>
                <a:lnTo>
                  <a:pt x="11815" y="1085"/>
                </a:lnTo>
                <a:lnTo>
                  <a:pt x="11928" y="1085"/>
                </a:lnTo>
                <a:lnTo>
                  <a:pt x="11928" y="1107"/>
                </a:lnTo>
                <a:moveTo>
                  <a:pt x="11747" y="1107"/>
                </a:moveTo>
                <a:lnTo>
                  <a:pt x="11635" y="1107"/>
                </a:lnTo>
                <a:lnTo>
                  <a:pt x="11635" y="1085"/>
                </a:lnTo>
                <a:lnTo>
                  <a:pt x="11747" y="1085"/>
                </a:lnTo>
                <a:lnTo>
                  <a:pt x="11747" y="1107"/>
                </a:lnTo>
                <a:moveTo>
                  <a:pt x="11567" y="1107"/>
                </a:moveTo>
                <a:lnTo>
                  <a:pt x="11454" y="1107"/>
                </a:lnTo>
                <a:lnTo>
                  <a:pt x="11454" y="1085"/>
                </a:lnTo>
                <a:lnTo>
                  <a:pt x="11567" y="1085"/>
                </a:lnTo>
                <a:lnTo>
                  <a:pt x="11567" y="1107"/>
                </a:lnTo>
                <a:moveTo>
                  <a:pt x="11386" y="1107"/>
                </a:moveTo>
                <a:lnTo>
                  <a:pt x="11274" y="1107"/>
                </a:lnTo>
                <a:lnTo>
                  <a:pt x="11274" y="1085"/>
                </a:lnTo>
                <a:lnTo>
                  <a:pt x="11386" y="1085"/>
                </a:lnTo>
                <a:lnTo>
                  <a:pt x="11386" y="1107"/>
                </a:lnTo>
                <a:moveTo>
                  <a:pt x="11206" y="1107"/>
                </a:moveTo>
                <a:lnTo>
                  <a:pt x="11093" y="1107"/>
                </a:lnTo>
                <a:lnTo>
                  <a:pt x="11093" y="1085"/>
                </a:lnTo>
                <a:lnTo>
                  <a:pt x="11206" y="1085"/>
                </a:lnTo>
                <a:lnTo>
                  <a:pt x="11206" y="1107"/>
                </a:lnTo>
                <a:moveTo>
                  <a:pt x="11025" y="1107"/>
                </a:moveTo>
                <a:lnTo>
                  <a:pt x="10912" y="1107"/>
                </a:lnTo>
                <a:lnTo>
                  <a:pt x="10912" y="1085"/>
                </a:lnTo>
                <a:lnTo>
                  <a:pt x="11025" y="1085"/>
                </a:lnTo>
                <a:lnTo>
                  <a:pt x="11025" y="1107"/>
                </a:lnTo>
                <a:moveTo>
                  <a:pt x="10845" y="1107"/>
                </a:moveTo>
                <a:lnTo>
                  <a:pt x="10732" y="1107"/>
                </a:lnTo>
                <a:lnTo>
                  <a:pt x="10732" y="1085"/>
                </a:lnTo>
                <a:lnTo>
                  <a:pt x="10845" y="1085"/>
                </a:lnTo>
                <a:lnTo>
                  <a:pt x="10845" y="1107"/>
                </a:lnTo>
                <a:moveTo>
                  <a:pt x="10664" y="1107"/>
                </a:moveTo>
                <a:lnTo>
                  <a:pt x="10551" y="1107"/>
                </a:lnTo>
                <a:lnTo>
                  <a:pt x="10551" y="1085"/>
                </a:lnTo>
                <a:lnTo>
                  <a:pt x="10664" y="1085"/>
                </a:lnTo>
                <a:lnTo>
                  <a:pt x="10664" y="1107"/>
                </a:lnTo>
                <a:moveTo>
                  <a:pt x="10484" y="1107"/>
                </a:moveTo>
                <a:lnTo>
                  <a:pt x="10371" y="1107"/>
                </a:lnTo>
                <a:lnTo>
                  <a:pt x="10371" y="1085"/>
                </a:lnTo>
                <a:lnTo>
                  <a:pt x="10484" y="1085"/>
                </a:lnTo>
                <a:lnTo>
                  <a:pt x="10484" y="1107"/>
                </a:lnTo>
                <a:moveTo>
                  <a:pt x="10303" y="1107"/>
                </a:moveTo>
                <a:lnTo>
                  <a:pt x="10190" y="1107"/>
                </a:lnTo>
                <a:lnTo>
                  <a:pt x="10190" y="1085"/>
                </a:lnTo>
                <a:lnTo>
                  <a:pt x="10303" y="1085"/>
                </a:lnTo>
                <a:lnTo>
                  <a:pt x="10303" y="1107"/>
                </a:lnTo>
                <a:moveTo>
                  <a:pt x="10123" y="1107"/>
                </a:moveTo>
                <a:lnTo>
                  <a:pt x="10010" y="1107"/>
                </a:lnTo>
                <a:lnTo>
                  <a:pt x="10010" y="1085"/>
                </a:lnTo>
                <a:lnTo>
                  <a:pt x="10123" y="1085"/>
                </a:lnTo>
                <a:lnTo>
                  <a:pt x="10123" y="1107"/>
                </a:lnTo>
                <a:moveTo>
                  <a:pt x="9942" y="1107"/>
                </a:moveTo>
                <a:lnTo>
                  <a:pt x="9829" y="1107"/>
                </a:lnTo>
                <a:lnTo>
                  <a:pt x="9829" y="1085"/>
                </a:lnTo>
                <a:lnTo>
                  <a:pt x="9942" y="1085"/>
                </a:lnTo>
                <a:lnTo>
                  <a:pt x="9942" y="1107"/>
                </a:lnTo>
                <a:moveTo>
                  <a:pt x="9762" y="1107"/>
                </a:moveTo>
                <a:lnTo>
                  <a:pt x="9649" y="1107"/>
                </a:lnTo>
                <a:lnTo>
                  <a:pt x="9649" y="1085"/>
                </a:lnTo>
                <a:lnTo>
                  <a:pt x="9762" y="1085"/>
                </a:lnTo>
                <a:lnTo>
                  <a:pt x="9762" y="1107"/>
                </a:lnTo>
                <a:moveTo>
                  <a:pt x="9581" y="1107"/>
                </a:moveTo>
                <a:lnTo>
                  <a:pt x="9468" y="1107"/>
                </a:lnTo>
                <a:lnTo>
                  <a:pt x="9468" y="1085"/>
                </a:lnTo>
                <a:lnTo>
                  <a:pt x="9581" y="1085"/>
                </a:lnTo>
                <a:lnTo>
                  <a:pt x="9581" y="1107"/>
                </a:lnTo>
                <a:moveTo>
                  <a:pt x="9400" y="1107"/>
                </a:moveTo>
                <a:lnTo>
                  <a:pt x="9288" y="1107"/>
                </a:lnTo>
                <a:lnTo>
                  <a:pt x="9288" y="1085"/>
                </a:lnTo>
                <a:lnTo>
                  <a:pt x="9400" y="1085"/>
                </a:lnTo>
                <a:lnTo>
                  <a:pt x="9400" y="1107"/>
                </a:lnTo>
                <a:moveTo>
                  <a:pt x="9220" y="1107"/>
                </a:moveTo>
                <a:lnTo>
                  <a:pt x="9107" y="1107"/>
                </a:lnTo>
                <a:lnTo>
                  <a:pt x="9107" y="1085"/>
                </a:lnTo>
                <a:lnTo>
                  <a:pt x="9220" y="1085"/>
                </a:lnTo>
                <a:lnTo>
                  <a:pt x="9220" y="1107"/>
                </a:lnTo>
                <a:moveTo>
                  <a:pt x="9039" y="1107"/>
                </a:moveTo>
                <a:lnTo>
                  <a:pt x="8927" y="1107"/>
                </a:lnTo>
                <a:lnTo>
                  <a:pt x="8927" y="1085"/>
                </a:lnTo>
                <a:lnTo>
                  <a:pt x="9039" y="1085"/>
                </a:lnTo>
                <a:lnTo>
                  <a:pt x="9039" y="1107"/>
                </a:lnTo>
                <a:moveTo>
                  <a:pt x="8859" y="1107"/>
                </a:moveTo>
                <a:lnTo>
                  <a:pt x="8746" y="1107"/>
                </a:lnTo>
                <a:lnTo>
                  <a:pt x="8746" y="1085"/>
                </a:lnTo>
                <a:lnTo>
                  <a:pt x="8859" y="1085"/>
                </a:lnTo>
                <a:lnTo>
                  <a:pt x="8859" y="1107"/>
                </a:lnTo>
                <a:moveTo>
                  <a:pt x="8678" y="1107"/>
                </a:moveTo>
                <a:lnTo>
                  <a:pt x="8565" y="1107"/>
                </a:lnTo>
                <a:lnTo>
                  <a:pt x="8565" y="1085"/>
                </a:lnTo>
                <a:lnTo>
                  <a:pt x="8678" y="1085"/>
                </a:lnTo>
                <a:lnTo>
                  <a:pt x="8678" y="1107"/>
                </a:lnTo>
                <a:moveTo>
                  <a:pt x="8498" y="1107"/>
                </a:moveTo>
                <a:lnTo>
                  <a:pt x="8385" y="1107"/>
                </a:lnTo>
                <a:lnTo>
                  <a:pt x="8385" y="1085"/>
                </a:lnTo>
                <a:lnTo>
                  <a:pt x="8498" y="1085"/>
                </a:lnTo>
                <a:lnTo>
                  <a:pt x="8498" y="1107"/>
                </a:lnTo>
                <a:moveTo>
                  <a:pt x="8317" y="1107"/>
                </a:moveTo>
                <a:lnTo>
                  <a:pt x="8204" y="1107"/>
                </a:lnTo>
                <a:lnTo>
                  <a:pt x="8204" y="1085"/>
                </a:lnTo>
                <a:lnTo>
                  <a:pt x="8317" y="1085"/>
                </a:lnTo>
                <a:lnTo>
                  <a:pt x="8317" y="1107"/>
                </a:lnTo>
                <a:moveTo>
                  <a:pt x="8137" y="1107"/>
                </a:moveTo>
                <a:lnTo>
                  <a:pt x="8024" y="1107"/>
                </a:lnTo>
                <a:lnTo>
                  <a:pt x="8024" y="1085"/>
                </a:lnTo>
                <a:lnTo>
                  <a:pt x="8137" y="1085"/>
                </a:lnTo>
                <a:lnTo>
                  <a:pt x="8137" y="1107"/>
                </a:lnTo>
                <a:moveTo>
                  <a:pt x="7956" y="1107"/>
                </a:moveTo>
                <a:lnTo>
                  <a:pt x="7843" y="1107"/>
                </a:lnTo>
                <a:lnTo>
                  <a:pt x="7843" y="1085"/>
                </a:lnTo>
                <a:lnTo>
                  <a:pt x="7956" y="1085"/>
                </a:lnTo>
                <a:lnTo>
                  <a:pt x="7956" y="1107"/>
                </a:lnTo>
                <a:moveTo>
                  <a:pt x="7776" y="1107"/>
                </a:moveTo>
                <a:lnTo>
                  <a:pt x="7663" y="1107"/>
                </a:lnTo>
                <a:lnTo>
                  <a:pt x="7663" y="1085"/>
                </a:lnTo>
                <a:lnTo>
                  <a:pt x="7776" y="1085"/>
                </a:lnTo>
                <a:lnTo>
                  <a:pt x="7776" y="1107"/>
                </a:lnTo>
                <a:moveTo>
                  <a:pt x="7595" y="1107"/>
                </a:moveTo>
                <a:lnTo>
                  <a:pt x="7482" y="1107"/>
                </a:lnTo>
                <a:lnTo>
                  <a:pt x="7482" y="1085"/>
                </a:lnTo>
                <a:lnTo>
                  <a:pt x="7595" y="1085"/>
                </a:lnTo>
                <a:lnTo>
                  <a:pt x="7595" y="1107"/>
                </a:lnTo>
                <a:moveTo>
                  <a:pt x="7415" y="1107"/>
                </a:moveTo>
                <a:lnTo>
                  <a:pt x="7302" y="1107"/>
                </a:lnTo>
                <a:lnTo>
                  <a:pt x="7302" y="1085"/>
                </a:lnTo>
                <a:lnTo>
                  <a:pt x="7415" y="1085"/>
                </a:lnTo>
                <a:lnTo>
                  <a:pt x="7415" y="1107"/>
                </a:lnTo>
                <a:moveTo>
                  <a:pt x="7234" y="1107"/>
                </a:moveTo>
                <a:lnTo>
                  <a:pt x="7121" y="1107"/>
                </a:lnTo>
                <a:lnTo>
                  <a:pt x="7121" y="1085"/>
                </a:lnTo>
                <a:lnTo>
                  <a:pt x="7234" y="1085"/>
                </a:lnTo>
                <a:lnTo>
                  <a:pt x="7234" y="1107"/>
                </a:lnTo>
                <a:moveTo>
                  <a:pt x="7053" y="1107"/>
                </a:moveTo>
                <a:lnTo>
                  <a:pt x="6941" y="1107"/>
                </a:lnTo>
                <a:lnTo>
                  <a:pt x="6941" y="1085"/>
                </a:lnTo>
                <a:lnTo>
                  <a:pt x="7053" y="1085"/>
                </a:lnTo>
                <a:lnTo>
                  <a:pt x="7053" y="1107"/>
                </a:lnTo>
                <a:moveTo>
                  <a:pt x="6873" y="1107"/>
                </a:moveTo>
                <a:lnTo>
                  <a:pt x="6760" y="1107"/>
                </a:lnTo>
                <a:lnTo>
                  <a:pt x="6760" y="1085"/>
                </a:lnTo>
                <a:lnTo>
                  <a:pt x="6873" y="1085"/>
                </a:lnTo>
                <a:lnTo>
                  <a:pt x="6873" y="1107"/>
                </a:lnTo>
                <a:moveTo>
                  <a:pt x="6692" y="1107"/>
                </a:moveTo>
                <a:lnTo>
                  <a:pt x="6580" y="1107"/>
                </a:lnTo>
                <a:lnTo>
                  <a:pt x="6580" y="1085"/>
                </a:lnTo>
                <a:lnTo>
                  <a:pt x="6692" y="1085"/>
                </a:lnTo>
                <a:lnTo>
                  <a:pt x="6692" y="1107"/>
                </a:lnTo>
                <a:moveTo>
                  <a:pt x="6512" y="1107"/>
                </a:moveTo>
                <a:lnTo>
                  <a:pt x="6399" y="1107"/>
                </a:lnTo>
                <a:lnTo>
                  <a:pt x="6399" y="1085"/>
                </a:lnTo>
                <a:lnTo>
                  <a:pt x="6512" y="1085"/>
                </a:lnTo>
                <a:lnTo>
                  <a:pt x="6512" y="1107"/>
                </a:lnTo>
                <a:moveTo>
                  <a:pt x="6331" y="1107"/>
                </a:moveTo>
                <a:lnTo>
                  <a:pt x="6218" y="1107"/>
                </a:lnTo>
                <a:lnTo>
                  <a:pt x="6218" y="1085"/>
                </a:lnTo>
                <a:lnTo>
                  <a:pt x="6331" y="1085"/>
                </a:lnTo>
                <a:lnTo>
                  <a:pt x="6331" y="1107"/>
                </a:lnTo>
                <a:moveTo>
                  <a:pt x="6151" y="1107"/>
                </a:moveTo>
                <a:lnTo>
                  <a:pt x="6038" y="1107"/>
                </a:lnTo>
                <a:lnTo>
                  <a:pt x="6038" y="1085"/>
                </a:lnTo>
                <a:lnTo>
                  <a:pt x="6151" y="1085"/>
                </a:lnTo>
                <a:lnTo>
                  <a:pt x="6151" y="1107"/>
                </a:lnTo>
                <a:moveTo>
                  <a:pt x="5970" y="1107"/>
                </a:moveTo>
                <a:lnTo>
                  <a:pt x="5857" y="1107"/>
                </a:lnTo>
                <a:lnTo>
                  <a:pt x="5857" y="1085"/>
                </a:lnTo>
                <a:lnTo>
                  <a:pt x="5970" y="1085"/>
                </a:lnTo>
                <a:lnTo>
                  <a:pt x="5970" y="1107"/>
                </a:lnTo>
                <a:moveTo>
                  <a:pt x="5790" y="1107"/>
                </a:moveTo>
                <a:lnTo>
                  <a:pt x="5677" y="1107"/>
                </a:lnTo>
                <a:lnTo>
                  <a:pt x="5677" y="1085"/>
                </a:lnTo>
                <a:lnTo>
                  <a:pt x="5790" y="1085"/>
                </a:lnTo>
                <a:lnTo>
                  <a:pt x="5790" y="1107"/>
                </a:lnTo>
                <a:moveTo>
                  <a:pt x="5609" y="1107"/>
                </a:moveTo>
                <a:lnTo>
                  <a:pt x="5496" y="1107"/>
                </a:lnTo>
                <a:lnTo>
                  <a:pt x="5496" y="1085"/>
                </a:lnTo>
                <a:lnTo>
                  <a:pt x="5609" y="1085"/>
                </a:lnTo>
                <a:lnTo>
                  <a:pt x="5609" y="1107"/>
                </a:lnTo>
                <a:moveTo>
                  <a:pt x="5429" y="1107"/>
                </a:moveTo>
                <a:lnTo>
                  <a:pt x="5315" y="1107"/>
                </a:lnTo>
                <a:lnTo>
                  <a:pt x="5315" y="1085"/>
                </a:lnTo>
                <a:lnTo>
                  <a:pt x="5429" y="1085"/>
                </a:lnTo>
                <a:lnTo>
                  <a:pt x="5429" y="1107"/>
                </a:lnTo>
                <a:moveTo>
                  <a:pt x="5247" y="1107"/>
                </a:moveTo>
                <a:lnTo>
                  <a:pt x="5134" y="1107"/>
                </a:lnTo>
                <a:lnTo>
                  <a:pt x="5134" y="1085"/>
                </a:lnTo>
                <a:lnTo>
                  <a:pt x="5247" y="1085"/>
                </a:lnTo>
                <a:lnTo>
                  <a:pt x="5247" y="1107"/>
                </a:lnTo>
                <a:moveTo>
                  <a:pt x="5066" y="1107"/>
                </a:moveTo>
                <a:lnTo>
                  <a:pt x="4954" y="1107"/>
                </a:lnTo>
                <a:lnTo>
                  <a:pt x="4954" y="1085"/>
                </a:lnTo>
                <a:lnTo>
                  <a:pt x="5066" y="1085"/>
                </a:lnTo>
                <a:lnTo>
                  <a:pt x="5066" y="1107"/>
                </a:lnTo>
                <a:moveTo>
                  <a:pt x="4886" y="1107"/>
                </a:moveTo>
                <a:lnTo>
                  <a:pt x="4773" y="1107"/>
                </a:lnTo>
                <a:lnTo>
                  <a:pt x="4773" y="1085"/>
                </a:lnTo>
                <a:lnTo>
                  <a:pt x="4886" y="1085"/>
                </a:lnTo>
                <a:lnTo>
                  <a:pt x="4886" y="1107"/>
                </a:lnTo>
                <a:moveTo>
                  <a:pt x="4705" y="1107"/>
                </a:moveTo>
                <a:lnTo>
                  <a:pt x="4593" y="1107"/>
                </a:lnTo>
                <a:lnTo>
                  <a:pt x="4593" y="1085"/>
                </a:lnTo>
                <a:lnTo>
                  <a:pt x="4705" y="1085"/>
                </a:lnTo>
                <a:lnTo>
                  <a:pt x="4705" y="1107"/>
                </a:lnTo>
                <a:moveTo>
                  <a:pt x="4525" y="1107"/>
                </a:moveTo>
                <a:lnTo>
                  <a:pt x="4412" y="1107"/>
                </a:lnTo>
                <a:lnTo>
                  <a:pt x="4412" y="1085"/>
                </a:lnTo>
                <a:lnTo>
                  <a:pt x="4525" y="1085"/>
                </a:lnTo>
                <a:lnTo>
                  <a:pt x="4525" y="1107"/>
                </a:lnTo>
                <a:moveTo>
                  <a:pt x="4344" y="1107"/>
                </a:moveTo>
                <a:lnTo>
                  <a:pt x="4231" y="1107"/>
                </a:lnTo>
                <a:lnTo>
                  <a:pt x="4231" y="1085"/>
                </a:lnTo>
                <a:lnTo>
                  <a:pt x="4344" y="1085"/>
                </a:lnTo>
                <a:lnTo>
                  <a:pt x="4344" y="1107"/>
                </a:lnTo>
                <a:moveTo>
                  <a:pt x="4164" y="1107"/>
                </a:moveTo>
                <a:lnTo>
                  <a:pt x="4051" y="1107"/>
                </a:lnTo>
                <a:lnTo>
                  <a:pt x="4051" y="1085"/>
                </a:lnTo>
                <a:lnTo>
                  <a:pt x="4164" y="1085"/>
                </a:lnTo>
                <a:lnTo>
                  <a:pt x="4164" y="1107"/>
                </a:lnTo>
                <a:moveTo>
                  <a:pt x="3983" y="1107"/>
                </a:moveTo>
                <a:lnTo>
                  <a:pt x="3870" y="1107"/>
                </a:lnTo>
                <a:lnTo>
                  <a:pt x="3870" y="1085"/>
                </a:lnTo>
                <a:lnTo>
                  <a:pt x="3983" y="1085"/>
                </a:lnTo>
                <a:lnTo>
                  <a:pt x="3983" y="1107"/>
                </a:lnTo>
                <a:moveTo>
                  <a:pt x="3803" y="1107"/>
                </a:moveTo>
                <a:lnTo>
                  <a:pt x="3690" y="1107"/>
                </a:lnTo>
                <a:lnTo>
                  <a:pt x="3690" y="1085"/>
                </a:lnTo>
                <a:lnTo>
                  <a:pt x="3803" y="1085"/>
                </a:lnTo>
                <a:lnTo>
                  <a:pt x="3803" y="1107"/>
                </a:lnTo>
                <a:moveTo>
                  <a:pt x="3622" y="1107"/>
                </a:moveTo>
                <a:lnTo>
                  <a:pt x="3509" y="1107"/>
                </a:lnTo>
                <a:lnTo>
                  <a:pt x="3509" y="1085"/>
                </a:lnTo>
                <a:lnTo>
                  <a:pt x="3622" y="1085"/>
                </a:lnTo>
                <a:lnTo>
                  <a:pt x="3622" y="1107"/>
                </a:lnTo>
                <a:moveTo>
                  <a:pt x="3442" y="1107"/>
                </a:moveTo>
                <a:lnTo>
                  <a:pt x="3329" y="1107"/>
                </a:lnTo>
                <a:lnTo>
                  <a:pt x="3329" y="1085"/>
                </a:lnTo>
                <a:lnTo>
                  <a:pt x="3442" y="1085"/>
                </a:lnTo>
                <a:lnTo>
                  <a:pt x="3442" y="1107"/>
                </a:lnTo>
                <a:moveTo>
                  <a:pt x="3261" y="1107"/>
                </a:moveTo>
                <a:lnTo>
                  <a:pt x="3148" y="1107"/>
                </a:lnTo>
                <a:lnTo>
                  <a:pt x="3148" y="1085"/>
                </a:lnTo>
                <a:lnTo>
                  <a:pt x="3261" y="1085"/>
                </a:lnTo>
                <a:lnTo>
                  <a:pt x="3261" y="1107"/>
                </a:lnTo>
                <a:moveTo>
                  <a:pt x="3081" y="1107"/>
                </a:moveTo>
                <a:lnTo>
                  <a:pt x="2968" y="1107"/>
                </a:lnTo>
                <a:lnTo>
                  <a:pt x="2968" y="1085"/>
                </a:lnTo>
                <a:lnTo>
                  <a:pt x="3081" y="1085"/>
                </a:lnTo>
                <a:lnTo>
                  <a:pt x="3081" y="1107"/>
                </a:lnTo>
                <a:moveTo>
                  <a:pt x="2900" y="1107"/>
                </a:moveTo>
                <a:lnTo>
                  <a:pt x="2787" y="1107"/>
                </a:lnTo>
                <a:lnTo>
                  <a:pt x="2787" y="1085"/>
                </a:lnTo>
                <a:lnTo>
                  <a:pt x="2900" y="1085"/>
                </a:lnTo>
                <a:lnTo>
                  <a:pt x="2900" y="1107"/>
                </a:lnTo>
                <a:moveTo>
                  <a:pt x="2719" y="1107"/>
                </a:moveTo>
                <a:lnTo>
                  <a:pt x="2607" y="1107"/>
                </a:lnTo>
                <a:lnTo>
                  <a:pt x="2607" y="1085"/>
                </a:lnTo>
                <a:lnTo>
                  <a:pt x="2719" y="1085"/>
                </a:lnTo>
                <a:lnTo>
                  <a:pt x="2719" y="1107"/>
                </a:lnTo>
                <a:moveTo>
                  <a:pt x="2539" y="1107"/>
                </a:moveTo>
                <a:lnTo>
                  <a:pt x="2426" y="1107"/>
                </a:lnTo>
                <a:lnTo>
                  <a:pt x="2426" y="1085"/>
                </a:lnTo>
                <a:lnTo>
                  <a:pt x="2539" y="1085"/>
                </a:lnTo>
                <a:lnTo>
                  <a:pt x="2539" y="1107"/>
                </a:lnTo>
                <a:moveTo>
                  <a:pt x="2358" y="1107"/>
                </a:moveTo>
                <a:lnTo>
                  <a:pt x="2246" y="1107"/>
                </a:lnTo>
                <a:lnTo>
                  <a:pt x="2246" y="1085"/>
                </a:lnTo>
                <a:lnTo>
                  <a:pt x="2358" y="1085"/>
                </a:lnTo>
                <a:lnTo>
                  <a:pt x="2358" y="1107"/>
                </a:lnTo>
                <a:moveTo>
                  <a:pt x="2178" y="1107"/>
                </a:moveTo>
                <a:lnTo>
                  <a:pt x="2065" y="1107"/>
                </a:lnTo>
                <a:lnTo>
                  <a:pt x="2065" y="1085"/>
                </a:lnTo>
                <a:lnTo>
                  <a:pt x="2178" y="1085"/>
                </a:lnTo>
                <a:lnTo>
                  <a:pt x="2178" y="1107"/>
                </a:lnTo>
                <a:moveTo>
                  <a:pt x="1997" y="1107"/>
                </a:moveTo>
                <a:lnTo>
                  <a:pt x="1884" y="1107"/>
                </a:lnTo>
                <a:lnTo>
                  <a:pt x="1884" y="1085"/>
                </a:lnTo>
                <a:lnTo>
                  <a:pt x="1997" y="1085"/>
                </a:lnTo>
                <a:lnTo>
                  <a:pt x="1997" y="1107"/>
                </a:lnTo>
                <a:moveTo>
                  <a:pt x="1817" y="1107"/>
                </a:moveTo>
                <a:lnTo>
                  <a:pt x="1704" y="1107"/>
                </a:lnTo>
                <a:lnTo>
                  <a:pt x="1704" y="1085"/>
                </a:lnTo>
                <a:lnTo>
                  <a:pt x="1817" y="1085"/>
                </a:lnTo>
                <a:lnTo>
                  <a:pt x="1817" y="1107"/>
                </a:lnTo>
                <a:moveTo>
                  <a:pt x="1636" y="1107"/>
                </a:moveTo>
                <a:lnTo>
                  <a:pt x="1523" y="1107"/>
                </a:lnTo>
                <a:lnTo>
                  <a:pt x="1523" y="1085"/>
                </a:lnTo>
                <a:lnTo>
                  <a:pt x="1636" y="1085"/>
                </a:lnTo>
                <a:lnTo>
                  <a:pt x="1636" y="1107"/>
                </a:lnTo>
                <a:moveTo>
                  <a:pt x="1456" y="1107"/>
                </a:moveTo>
                <a:lnTo>
                  <a:pt x="1343" y="1107"/>
                </a:lnTo>
                <a:lnTo>
                  <a:pt x="1343" y="1085"/>
                </a:lnTo>
                <a:lnTo>
                  <a:pt x="1456" y="1085"/>
                </a:lnTo>
                <a:lnTo>
                  <a:pt x="1456" y="1107"/>
                </a:lnTo>
                <a:moveTo>
                  <a:pt x="1275" y="1107"/>
                </a:moveTo>
                <a:lnTo>
                  <a:pt x="1162" y="1107"/>
                </a:lnTo>
                <a:lnTo>
                  <a:pt x="1162" y="1085"/>
                </a:lnTo>
                <a:lnTo>
                  <a:pt x="1275" y="1085"/>
                </a:lnTo>
                <a:lnTo>
                  <a:pt x="1275" y="1107"/>
                </a:lnTo>
                <a:moveTo>
                  <a:pt x="1095" y="1107"/>
                </a:moveTo>
                <a:lnTo>
                  <a:pt x="982" y="1107"/>
                </a:lnTo>
                <a:lnTo>
                  <a:pt x="982" y="1085"/>
                </a:lnTo>
                <a:lnTo>
                  <a:pt x="1095" y="1085"/>
                </a:lnTo>
                <a:lnTo>
                  <a:pt x="1095" y="1107"/>
                </a:lnTo>
                <a:moveTo>
                  <a:pt x="914" y="1107"/>
                </a:moveTo>
                <a:lnTo>
                  <a:pt x="801" y="1107"/>
                </a:lnTo>
                <a:lnTo>
                  <a:pt x="801" y="1085"/>
                </a:lnTo>
                <a:lnTo>
                  <a:pt x="914" y="1085"/>
                </a:lnTo>
                <a:lnTo>
                  <a:pt x="914" y="1107"/>
                </a:lnTo>
                <a:moveTo>
                  <a:pt x="734" y="1107"/>
                </a:moveTo>
                <a:lnTo>
                  <a:pt x="621" y="1107"/>
                </a:lnTo>
                <a:lnTo>
                  <a:pt x="621" y="1085"/>
                </a:lnTo>
                <a:lnTo>
                  <a:pt x="734" y="1085"/>
                </a:lnTo>
                <a:lnTo>
                  <a:pt x="734" y="1107"/>
                </a:lnTo>
                <a:moveTo>
                  <a:pt x="553" y="1107"/>
                </a:moveTo>
                <a:lnTo>
                  <a:pt x="440" y="1107"/>
                </a:lnTo>
                <a:lnTo>
                  <a:pt x="440" y="1085"/>
                </a:lnTo>
                <a:lnTo>
                  <a:pt x="553" y="1085"/>
                </a:lnTo>
                <a:lnTo>
                  <a:pt x="553" y="1107"/>
                </a:lnTo>
                <a:moveTo>
                  <a:pt x="372" y="1107"/>
                </a:moveTo>
                <a:lnTo>
                  <a:pt x="260" y="1107"/>
                </a:lnTo>
                <a:lnTo>
                  <a:pt x="260" y="1085"/>
                </a:lnTo>
                <a:lnTo>
                  <a:pt x="372" y="1085"/>
                </a:lnTo>
                <a:lnTo>
                  <a:pt x="372" y="1107"/>
                </a:lnTo>
                <a:moveTo>
                  <a:pt x="192" y="1107"/>
                </a:moveTo>
                <a:lnTo>
                  <a:pt x="79" y="1107"/>
                </a:lnTo>
                <a:lnTo>
                  <a:pt x="79" y="1085"/>
                </a:lnTo>
                <a:lnTo>
                  <a:pt x="192" y="1085"/>
                </a:lnTo>
                <a:lnTo>
                  <a:pt x="192" y="1107"/>
                </a:lnTo>
                <a:moveTo>
                  <a:pt x="0" y="1096"/>
                </a:moveTo>
                <a:lnTo>
                  <a:pt x="0" y="983"/>
                </a:lnTo>
                <a:lnTo>
                  <a:pt x="23" y="983"/>
                </a:lnTo>
                <a:lnTo>
                  <a:pt x="23" y="1096"/>
                </a:lnTo>
                <a:lnTo>
                  <a:pt x="0" y="1096"/>
                </a:lnTo>
                <a:moveTo>
                  <a:pt x="0" y="914"/>
                </a:moveTo>
                <a:lnTo>
                  <a:pt x="0" y="802"/>
                </a:lnTo>
                <a:lnTo>
                  <a:pt x="23" y="802"/>
                </a:lnTo>
                <a:lnTo>
                  <a:pt x="23" y="914"/>
                </a:lnTo>
                <a:lnTo>
                  <a:pt x="0" y="914"/>
                </a:lnTo>
                <a:moveTo>
                  <a:pt x="0" y="734"/>
                </a:moveTo>
                <a:lnTo>
                  <a:pt x="0" y="621"/>
                </a:lnTo>
                <a:lnTo>
                  <a:pt x="23" y="621"/>
                </a:lnTo>
                <a:lnTo>
                  <a:pt x="23" y="734"/>
                </a:lnTo>
                <a:lnTo>
                  <a:pt x="0" y="734"/>
                </a:lnTo>
                <a:moveTo>
                  <a:pt x="0" y="553"/>
                </a:moveTo>
                <a:lnTo>
                  <a:pt x="0" y="440"/>
                </a:lnTo>
                <a:lnTo>
                  <a:pt x="23" y="440"/>
                </a:lnTo>
                <a:lnTo>
                  <a:pt x="23" y="553"/>
                </a:lnTo>
                <a:lnTo>
                  <a:pt x="0" y="553"/>
                </a:lnTo>
                <a:moveTo>
                  <a:pt x="0" y="373"/>
                </a:moveTo>
                <a:lnTo>
                  <a:pt x="0" y="260"/>
                </a:lnTo>
                <a:lnTo>
                  <a:pt x="23" y="260"/>
                </a:lnTo>
                <a:lnTo>
                  <a:pt x="23" y="373"/>
                </a:lnTo>
                <a:lnTo>
                  <a:pt x="0" y="373"/>
                </a:lnTo>
                <a:moveTo>
                  <a:pt x="0" y="192"/>
                </a:moveTo>
                <a:lnTo>
                  <a:pt x="0" y="79"/>
                </a:lnTo>
                <a:lnTo>
                  <a:pt x="23" y="79"/>
                </a:lnTo>
                <a:lnTo>
                  <a:pt x="23" y="192"/>
                </a:lnTo>
                <a:lnTo>
                  <a:pt x="0" y="192"/>
                </a:lnTo>
                <a:moveTo>
                  <a:pt x="11" y="0"/>
                </a:moveTo>
                <a:lnTo>
                  <a:pt x="124" y="0"/>
                </a:lnTo>
                <a:lnTo>
                  <a:pt x="124" y="23"/>
                </a:lnTo>
                <a:lnTo>
                  <a:pt x="11" y="23"/>
                </a:lnTo>
                <a:lnTo>
                  <a:pt x="11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8" name=""/>
          <p:cNvSpPr/>
          <p:nvPr/>
        </p:nvSpPr>
        <p:spPr>
          <a:xfrm>
            <a:off x="6182280" y="271188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9" name=""/>
          <p:cNvSpPr/>
          <p:nvPr/>
        </p:nvSpPr>
        <p:spPr>
          <a:xfrm>
            <a:off x="6182280" y="274032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901800" y="2231640"/>
            <a:ext cx="3852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patientenzorg (kerntaakniveau)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901800" y="2702880"/>
            <a:ext cx="900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Leervormstrategie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2" name=""/>
          <p:cNvSpPr/>
          <p:nvPr/>
        </p:nvSpPr>
        <p:spPr>
          <a:xfrm>
            <a:off x="820080" y="3264480"/>
            <a:ext cx="7304400" cy="666720"/>
          </a:xfrm>
          <a:custGeom>
            <a:avLst/>
            <a:gdLst/>
            <a:ahLst/>
            <a:rect l="0" t="0" r="r" b="b"/>
            <a:pathLst>
              <a:path w="20290" h="1852">
                <a:moveTo>
                  <a:pt x="0" y="0"/>
                </a:moveTo>
                <a:lnTo>
                  <a:pt x="20290" y="0"/>
                </a:lnTo>
                <a:lnTo>
                  <a:pt x="20290" y="1852"/>
                </a:lnTo>
                <a:lnTo>
                  <a:pt x="0" y="1852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3" name=""/>
          <p:cNvSpPr/>
          <p:nvPr/>
        </p:nvSpPr>
        <p:spPr>
          <a:xfrm>
            <a:off x="816120" y="3260520"/>
            <a:ext cx="7312320" cy="674640"/>
          </a:xfrm>
          <a:custGeom>
            <a:avLst/>
            <a:gdLst/>
            <a:ahLst/>
            <a:rect l="0" t="0" r="r" b="b"/>
            <a:pathLst>
              <a:path w="20312" h="1874">
                <a:moveTo>
                  <a:pt x="192" y="0"/>
                </a:moveTo>
                <a:lnTo>
                  <a:pt x="305" y="0"/>
                </a:lnTo>
                <a:lnTo>
                  <a:pt x="305" y="22"/>
                </a:lnTo>
                <a:lnTo>
                  <a:pt x="192" y="22"/>
                </a:lnTo>
                <a:lnTo>
                  <a:pt x="192" y="0"/>
                </a:lnTo>
                <a:moveTo>
                  <a:pt x="372" y="0"/>
                </a:moveTo>
                <a:lnTo>
                  <a:pt x="485" y="0"/>
                </a:lnTo>
                <a:lnTo>
                  <a:pt x="485" y="22"/>
                </a:lnTo>
                <a:lnTo>
                  <a:pt x="372" y="22"/>
                </a:lnTo>
                <a:lnTo>
                  <a:pt x="372" y="0"/>
                </a:lnTo>
                <a:moveTo>
                  <a:pt x="553" y="0"/>
                </a:moveTo>
                <a:lnTo>
                  <a:pt x="666" y="0"/>
                </a:lnTo>
                <a:lnTo>
                  <a:pt x="666" y="22"/>
                </a:lnTo>
                <a:lnTo>
                  <a:pt x="553" y="22"/>
                </a:lnTo>
                <a:lnTo>
                  <a:pt x="553" y="0"/>
                </a:lnTo>
                <a:moveTo>
                  <a:pt x="734" y="0"/>
                </a:moveTo>
                <a:lnTo>
                  <a:pt x="846" y="0"/>
                </a:lnTo>
                <a:lnTo>
                  <a:pt x="846" y="22"/>
                </a:lnTo>
                <a:lnTo>
                  <a:pt x="734" y="22"/>
                </a:lnTo>
                <a:lnTo>
                  <a:pt x="734" y="0"/>
                </a:lnTo>
                <a:moveTo>
                  <a:pt x="914" y="0"/>
                </a:moveTo>
                <a:lnTo>
                  <a:pt x="1027" y="0"/>
                </a:lnTo>
                <a:lnTo>
                  <a:pt x="1027" y="22"/>
                </a:lnTo>
                <a:lnTo>
                  <a:pt x="914" y="22"/>
                </a:lnTo>
                <a:lnTo>
                  <a:pt x="914" y="0"/>
                </a:lnTo>
                <a:moveTo>
                  <a:pt x="1095" y="0"/>
                </a:moveTo>
                <a:lnTo>
                  <a:pt x="1207" y="0"/>
                </a:lnTo>
                <a:lnTo>
                  <a:pt x="1207" y="22"/>
                </a:lnTo>
                <a:lnTo>
                  <a:pt x="1095" y="22"/>
                </a:lnTo>
                <a:lnTo>
                  <a:pt x="1095" y="0"/>
                </a:lnTo>
                <a:moveTo>
                  <a:pt x="1275" y="0"/>
                </a:moveTo>
                <a:lnTo>
                  <a:pt x="1388" y="0"/>
                </a:lnTo>
                <a:lnTo>
                  <a:pt x="1388" y="22"/>
                </a:lnTo>
                <a:lnTo>
                  <a:pt x="1275" y="22"/>
                </a:lnTo>
                <a:lnTo>
                  <a:pt x="1275" y="0"/>
                </a:lnTo>
                <a:moveTo>
                  <a:pt x="1456" y="0"/>
                </a:moveTo>
                <a:lnTo>
                  <a:pt x="1569" y="0"/>
                </a:lnTo>
                <a:lnTo>
                  <a:pt x="1569" y="22"/>
                </a:lnTo>
                <a:lnTo>
                  <a:pt x="1456" y="22"/>
                </a:lnTo>
                <a:lnTo>
                  <a:pt x="1456" y="0"/>
                </a:lnTo>
                <a:moveTo>
                  <a:pt x="1636" y="0"/>
                </a:moveTo>
                <a:lnTo>
                  <a:pt x="1749" y="0"/>
                </a:lnTo>
                <a:lnTo>
                  <a:pt x="1749" y="22"/>
                </a:lnTo>
                <a:lnTo>
                  <a:pt x="1636" y="22"/>
                </a:lnTo>
                <a:lnTo>
                  <a:pt x="1636" y="0"/>
                </a:lnTo>
                <a:moveTo>
                  <a:pt x="1817" y="0"/>
                </a:moveTo>
                <a:lnTo>
                  <a:pt x="1930" y="0"/>
                </a:lnTo>
                <a:lnTo>
                  <a:pt x="1930" y="22"/>
                </a:lnTo>
                <a:lnTo>
                  <a:pt x="1817" y="22"/>
                </a:lnTo>
                <a:lnTo>
                  <a:pt x="1817" y="0"/>
                </a:lnTo>
                <a:moveTo>
                  <a:pt x="1997" y="0"/>
                </a:moveTo>
                <a:lnTo>
                  <a:pt x="2110" y="0"/>
                </a:lnTo>
                <a:lnTo>
                  <a:pt x="2110" y="22"/>
                </a:lnTo>
                <a:lnTo>
                  <a:pt x="1997" y="22"/>
                </a:lnTo>
                <a:lnTo>
                  <a:pt x="1997" y="0"/>
                </a:lnTo>
                <a:moveTo>
                  <a:pt x="2178" y="0"/>
                </a:moveTo>
                <a:lnTo>
                  <a:pt x="2291" y="0"/>
                </a:lnTo>
                <a:lnTo>
                  <a:pt x="2291" y="22"/>
                </a:lnTo>
                <a:lnTo>
                  <a:pt x="2178" y="22"/>
                </a:lnTo>
                <a:lnTo>
                  <a:pt x="2178" y="0"/>
                </a:lnTo>
                <a:moveTo>
                  <a:pt x="2358" y="0"/>
                </a:moveTo>
                <a:lnTo>
                  <a:pt x="2471" y="0"/>
                </a:lnTo>
                <a:lnTo>
                  <a:pt x="2471" y="22"/>
                </a:lnTo>
                <a:lnTo>
                  <a:pt x="2358" y="22"/>
                </a:lnTo>
                <a:lnTo>
                  <a:pt x="2358" y="0"/>
                </a:lnTo>
                <a:moveTo>
                  <a:pt x="2539" y="0"/>
                </a:moveTo>
                <a:lnTo>
                  <a:pt x="2652" y="0"/>
                </a:lnTo>
                <a:lnTo>
                  <a:pt x="2652" y="22"/>
                </a:lnTo>
                <a:lnTo>
                  <a:pt x="2539" y="22"/>
                </a:lnTo>
                <a:lnTo>
                  <a:pt x="2539" y="0"/>
                </a:lnTo>
                <a:moveTo>
                  <a:pt x="2719" y="0"/>
                </a:moveTo>
                <a:lnTo>
                  <a:pt x="2832" y="0"/>
                </a:lnTo>
                <a:lnTo>
                  <a:pt x="2832" y="22"/>
                </a:lnTo>
                <a:lnTo>
                  <a:pt x="2719" y="22"/>
                </a:lnTo>
                <a:lnTo>
                  <a:pt x="2719" y="0"/>
                </a:lnTo>
                <a:moveTo>
                  <a:pt x="2900" y="0"/>
                </a:moveTo>
                <a:lnTo>
                  <a:pt x="3013" y="0"/>
                </a:lnTo>
                <a:lnTo>
                  <a:pt x="3013" y="22"/>
                </a:lnTo>
                <a:lnTo>
                  <a:pt x="2900" y="22"/>
                </a:lnTo>
                <a:lnTo>
                  <a:pt x="2900" y="0"/>
                </a:lnTo>
                <a:moveTo>
                  <a:pt x="3081" y="0"/>
                </a:moveTo>
                <a:lnTo>
                  <a:pt x="3193" y="0"/>
                </a:lnTo>
                <a:lnTo>
                  <a:pt x="3193" y="22"/>
                </a:lnTo>
                <a:lnTo>
                  <a:pt x="3081" y="22"/>
                </a:lnTo>
                <a:lnTo>
                  <a:pt x="3081" y="0"/>
                </a:lnTo>
                <a:moveTo>
                  <a:pt x="3261" y="0"/>
                </a:moveTo>
                <a:lnTo>
                  <a:pt x="3374" y="0"/>
                </a:lnTo>
                <a:lnTo>
                  <a:pt x="3374" y="22"/>
                </a:lnTo>
                <a:lnTo>
                  <a:pt x="3261" y="22"/>
                </a:lnTo>
                <a:lnTo>
                  <a:pt x="3261" y="0"/>
                </a:lnTo>
                <a:moveTo>
                  <a:pt x="3442" y="0"/>
                </a:moveTo>
                <a:lnTo>
                  <a:pt x="3554" y="0"/>
                </a:lnTo>
                <a:lnTo>
                  <a:pt x="3554" y="22"/>
                </a:lnTo>
                <a:lnTo>
                  <a:pt x="3442" y="22"/>
                </a:lnTo>
                <a:lnTo>
                  <a:pt x="3442" y="0"/>
                </a:lnTo>
                <a:moveTo>
                  <a:pt x="3622" y="0"/>
                </a:moveTo>
                <a:lnTo>
                  <a:pt x="3735" y="0"/>
                </a:lnTo>
                <a:lnTo>
                  <a:pt x="3735" y="22"/>
                </a:lnTo>
                <a:lnTo>
                  <a:pt x="3622" y="22"/>
                </a:lnTo>
                <a:lnTo>
                  <a:pt x="3622" y="0"/>
                </a:lnTo>
                <a:moveTo>
                  <a:pt x="3803" y="0"/>
                </a:moveTo>
                <a:lnTo>
                  <a:pt x="3916" y="0"/>
                </a:lnTo>
                <a:lnTo>
                  <a:pt x="3916" y="22"/>
                </a:lnTo>
                <a:lnTo>
                  <a:pt x="3803" y="22"/>
                </a:lnTo>
                <a:lnTo>
                  <a:pt x="3803" y="0"/>
                </a:lnTo>
                <a:moveTo>
                  <a:pt x="3983" y="0"/>
                </a:moveTo>
                <a:lnTo>
                  <a:pt x="4096" y="0"/>
                </a:lnTo>
                <a:lnTo>
                  <a:pt x="4096" y="22"/>
                </a:lnTo>
                <a:lnTo>
                  <a:pt x="3983" y="22"/>
                </a:lnTo>
                <a:lnTo>
                  <a:pt x="3983" y="0"/>
                </a:lnTo>
                <a:moveTo>
                  <a:pt x="4164" y="0"/>
                </a:moveTo>
                <a:lnTo>
                  <a:pt x="4277" y="0"/>
                </a:lnTo>
                <a:lnTo>
                  <a:pt x="4277" y="22"/>
                </a:lnTo>
                <a:lnTo>
                  <a:pt x="4164" y="22"/>
                </a:lnTo>
                <a:lnTo>
                  <a:pt x="4164" y="0"/>
                </a:lnTo>
                <a:moveTo>
                  <a:pt x="4344" y="0"/>
                </a:moveTo>
                <a:lnTo>
                  <a:pt x="4457" y="0"/>
                </a:lnTo>
                <a:lnTo>
                  <a:pt x="4457" y="22"/>
                </a:lnTo>
                <a:lnTo>
                  <a:pt x="4344" y="22"/>
                </a:lnTo>
                <a:lnTo>
                  <a:pt x="4344" y="0"/>
                </a:lnTo>
                <a:moveTo>
                  <a:pt x="4525" y="0"/>
                </a:moveTo>
                <a:lnTo>
                  <a:pt x="4638" y="0"/>
                </a:lnTo>
                <a:lnTo>
                  <a:pt x="4638" y="22"/>
                </a:lnTo>
                <a:lnTo>
                  <a:pt x="4525" y="22"/>
                </a:lnTo>
                <a:lnTo>
                  <a:pt x="4525" y="0"/>
                </a:lnTo>
                <a:moveTo>
                  <a:pt x="4705" y="0"/>
                </a:moveTo>
                <a:lnTo>
                  <a:pt x="4818" y="0"/>
                </a:lnTo>
                <a:lnTo>
                  <a:pt x="4818" y="22"/>
                </a:lnTo>
                <a:lnTo>
                  <a:pt x="4705" y="22"/>
                </a:lnTo>
                <a:lnTo>
                  <a:pt x="4705" y="0"/>
                </a:lnTo>
                <a:moveTo>
                  <a:pt x="4886" y="0"/>
                </a:moveTo>
                <a:lnTo>
                  <a:pt x="4999" y="0"/>
                </a:lnTo>
                <a:lnTo>
                  <a:pt x="4999" y="22"/>
                </a:lnTo>
                <a:lnTo>
                  <a:pt x="4886" y="22"/>
                </a:lnTo>
                <a:lnTo>
                  <a:pt x="4886" y="0"/>
                </a:lnTo>
                <a:moveTo>
                  <a:pt x="5066" y="0"/>
                </a:moveTo>
                <a:lnTo>
                  <a:pt x="5179" y="0"/>
                </a:lnTo>
                <a:lnTo>
                  <a:pt x="5179" y="22"/>
                </a:lnTo>
                <a:lnTo>
                  <a:pt x="5066" y="22"/>
                </a:lnTo>
                <a:lnTo>
                  <a:pt x="5066" y="0"/>
                </a:lnTo>
                <a:moveTo>
                  <a:pt x="5247" y="0"/>
                </a:moveTo>
                <a:lnTo>
                  <a:pt x="5360" y="0"/>
                </a:lnTo>
                <a:lnTo>
                  <a:pt x="5360" y="22"/>
                </a:lnTo>
                <a:lnTo>
                  <a:pt x="5247" y="22"/>
                </a:lnTo>
                <a:lnTo>
                  <a:pt x="5247" y="0"/>
                </a:lnTo>
                <a:moveTo>
                  <a:pt x="5428" y="0"/>
                </a:moveTo>
                <a:lnTo>
                  <a:pt x="5540" y="0"/>
                </a:lnTo>
                <a:lnTo>
                  <a:pt x="5540" y="22"/>
                </a:lnTo>
                <a:lnTo>
                  <a:pt x="5428" y="22"/>
                </a:lnTo>
                <a:lnTo>
                  <a:pt x="5428" y="0"/>
                </a:lnTo>
                <a:moveTo>
                  <a:pt x="5608" y="0"/>
                </a:moveTo>
                <a:lnTo>
                  <a:pt x="5721" y="0"/>
                </a:lnTo>
                <a:lnTo>
                  <a:pt x="5721" y="22"/>
                </a:lnTo>
                <a:lnTo>
                  <a:pt x="5608" y="22"/>
                </a:lnTo>
                <a:lnTo>
                  <a:pt x="5608" y="0"/>
                </a:lnTo>
                <a:moveTo>
                  <a:pt x="5789" y="0"/>
                </a:moveTo>
                <a:lnTo>
                  <a:pt x="5901" y="0"/>
                </a:lnTo>
                <a:lnTo>
                  <a:pt x="5901" y="22"/>
                </a:lnTo>
                <a:lnTo>
                  <a:pt x="5789" y="22"/>
                </a:lnTo>
                <a:lnTo>
                  <a:pt x="5789" y="0"/>
                </a:lnTo>
                <a:moveTo>
                  <a:pt x="5969" y="0"/>
                </a:moveTo>
                <a:lnTo>
                  <a:pt x="6082" y="0"/>
                </a:lnTo>
                <a:lnTo>
                  <a:pt x="6082" y="22"/>
                </a:lnTo>
                <a:lnTo>
                  <a:pt x="5969" y="22"/>
                </a:lnTo>
                <a:lnTo>
                  <a:pt x="5969" y="0"/>
                </a:lnTo>
                <a:moveTo>
                  <a:pt x="6150" y="0"/>
                </a:moveTo>
                <a:lnTo>
                  <a:pt x="6263" y="0"/>
                </a:lnTo>
                <a:lnTo>
                  <a:pt x="6263" y="22"/>
                </a:lnTo>
                <a:lnTo>
                  <a:pt x="6150" y="22"/>
                </a:lnTo>
                <a:lnTo>
                  <a:pt x="6150" y="0"/>
                </a:lnTo>
                <a:moveTo>
                  <a:pt x="6330" y="0"/>
                </a:moveTo>
                <a:lnTo>
                  <a:pt x="6443" y="0"/>
                </a:lnTo>
                <a:lnTo>
                  <a:pt x="6443" y="22"/>
                </a:lnTo>
                <a:lnTo>
                  <a:pt x="6330" y="22"/>
                </a:lnTo>
                <a:lnTo>
                  <a:pt x="6330" y="0"/>
                </a:lnTo>
                <a:moveTo>
                  <a:pt x="6511" y="0"/>
                </a:moveTo>
                <a:lnTo>
                  <a:pt x="6624" y="0"/>
                </a:lnTo>
                <a:lnTo>
                  <a:pt x="6624" y="22"/>
                </a:lnTo>
                <a:lnTo>
                  <a:pt x="6511" y="22"/>
                </a:lnTo>
                <a:lnTo>
                  <a:pt x="6511" y="0"/>
                </a:lnTo>
                <a:moveTo>
                  <a:pt x="6691" y="0"/>
                </a:moveTo>
                <a:lnTo>
                  <a:pt x="6804" y="0"/>
                </a:lnTo>
                <a:lnTo>
                  <a:pt x="6804" y="22"/>
                </a:lnTo>
                <a:lnTo>
                  <a:pt x="6691" y="22"/>
                </a:lnTo>
                <a:lnTo>
                  <a:pt x="6691" y="0"/>
                </a:lnTo>
                <a:moveTo>
                  <a:pt x="6872" y="0"/>
                </a:moveTo>
                <a:lnTo>
                  <a:pt x="6985" y="0"/>
                </a:lnTo>
                <a:lnTo>
                  <a:pt x="6985" y="22"/>
                </a:lnTo>
                <a:lnTo>
                  <a:pt x="6872" y="22"/>
                </a:lnTo>
                <a:lnTo>
                  <a:pt x="6872" y="0"/>
                </a:lnTo>
                <a:moveTo>
                  <a:pt x="7052" y="0"/>
                </a:moveTo>
                <a:lnTo>
                  <a:pt x="7165" y="0"/>
                </a:lnTo>
                <a:lnTo>
                  <a:pt x="7165" y="22"/>
                </a:lnTo>
                <a:lnTo>
                  <a:pt x="7052" y="22"/>
                </a:lnTo>
                <a:lnTo>
                  <a:pt x="7052" y="0"/>
                </a:lnTo>
                <a:moveTo>
                  <a:pt x="7233" y="0"/>
                </a:moveTo>
                <a:lnTo>
                  <a:pt x="7346" y="0"/>
                </a:lnTo>
                <a:lnTo>
                  <a:pt x="7346" y="22"/>
                </a:lnTo>
                <a:lnTo>
                  <a:pt x="7233" y="22"/>
                </a:lnTo>
                <a:lnTo>
                  <a:pt x="7233" y="0"/>
                </a:lnTo>
                <a:moveTo>
                  <a:pt x="7414" y="0"/>
                </a:moveTo>
                <a:lnTo>
                  <a:pt x="7526" y="0"/>
                </a:lnTo>
                <a:lnTo>
                  <a:pt x="7526" y="22"/>
                </a:lnTo>
                <a:lnTo>
                  <a:pt x="7414" y="22"/>
                </a:lnTo>
                <a:lnTo>
                  <a:pt x="7414" y="0"/>
                </a:lnTo>
                <a:moveTo>
                  <a:pt x="7594" y="0"/>
                </a:moveTo>
                <a:lnTo>
                  <a:pt x="7707" y="0"/>
                </a:lnTo>
                <a:lnTo>
                  <a:pt x="7707" y="22"/>
                </a:lnTo>
                <a:lnTo>
                  <a:pt x="7594" y="22"/>
                </a:lnTo>
                <a:lnTo>
                  <a:pt x="7594" y="0"/>
                </a:lnTo>
                <a:moveTo>
                  <a:pt x="7775" y="0"/>
                </a:moveTo>
                <a:lnTo>
                  <a:pt x="7887" y="0"/>
                </a:lnTo>
                <a:lnTo>
                  <a:pt x="7887" y="22"/>
                </a:lnTo>
                <a:lnTo>
                  <a:pt x="7775" y="22"/>
                </a:lnTo>
                <a:lnTo>
                  <a:pt x="7775" y="0"/>
                </a:lnTo>
                <a:moveTo>
                  <a:pt x="7956" y="0"/>
                </a:moveTo>
                <a:lnTo>
                  <a:pt x="8069" y="0"/>
                </a:lnTo>
                <a:lnTo>
                  <a:pt x="8069" y="22"/>
                </a:lnTo>
                <a:lnTo>
                  <a:pt x="7956" y="22"/>
                </a:lnTo>
                <a:lnTo>
                  <a:pt x="7956" y="0"/>
                </a:lnTo>
                <a:moveTo>
                  <a:pt x="8137" y="0"/>
                </a:moveTo>
                <a:lnTo>
                  <a:pt x="8250" y="0"/>
                </a:lnTo>
                <a:lnTo>
                  <a:pt x="8250" y="22"/>
                </a:lnTo>
                <a:lnTo>
                  <a:pt x="8137" y="22"/>
                </a:lnTo>
                <a:lnTo>
                  <a:pt x="8137" y="0"/>
                </a:lnTo>
                <a:moveTo>
                  <a:pt x="8317" y="0"/>
                </a:moveTo>
                <a:lnTo>
                  <a:pt x="8430" y="0"/>
                </a:lnTo>
                <a:lnTo>
                  <a:pt x="8430" y="22"/>
                </a:lnTo>
                <a:lnTo>
                  <a:pt x="8317" y="22"/>
                </a:lnTo>
                <a:lnTo>
                  <a:pt x="8317" y="0"/>
                </a:lnTo>
                <a:moveTo>
                  <a:pt x="8498" y="0"/>
                </a:moveTo>
                <a:lnTo>
                  <a:pt x="8611" y="0"/>
                </a:lnTo>
                <a:lnTo>
                  <a:pt x="8611" y="22"/>
                </a:lnTo>
                <a:lnTo>
                  <a:pt x="8498" y="22"/>
                </a:lnTo>
                <a:lnTo>
                  <a:pt x="8498" y="0"/>
                </a:lnTo>
                <a:moveTo>
                  <a:pt x="8678" y="0"/>
                </a:moveTo>
                <a:lnTo>
                  <a:pt x="8791" y="0"/>
                </a:lnTo>
                <a:lnTo>
                  <a:pt x="8791" y="22"/>
                </a:lnTo>
                <a:lnTo>
                  <a:pt x="8678" y="22"/>
                </a:lnTo>
                <a:lnTo>
                  <a:pt x="8678" y="0"/>
                </a:lnTo>
                <a:moveTo>
                  <a:pt x="8859" y="0"/>
                </a:moveTo>
                <a:lnTo>
                  <a:pt x="8972" y="0"/>
                </a:lnTo>
                <a:lnTo>
                  <a:pt x="8972" y="22"/>
                </a:lnTo>
                <a:lnTo>
                  <a:pt x="8859" y="22"/>
                </a:lnTo>
                <a:lnTo>
                  <a:pt x="8859" y="0"/>
                </a:lnTo>
                <a:moveTo>
                  <a:pt x="9039" y="0"/>
                </a:moveTo>
                <a:lnTo>
                  <a:pt x="9152" y="0"/>
                </a:lnTo>
                <a:lnTo>
                  <a:pt x="9152" y="22"/>
                </a:lnTo>
                <a:lnTo>
                  <a:pt x="9039" y="22"/>
                </a:lnTo>
                <a:lnTo>
                  <a:pt x="9039" y="0"/>
                </a:lnTo>
                <a:moveTo>
                  <a:pt x="9220" y="0"/>
                </a:moveTo>
                <a:lnTo>
                  <a:pt x="9333" y="0"/>
                </a:lnTo>
                <a:lnTo>
                  <a:pt x="9333" y="22"/>
                </a:lnTo>
                <a:lnTo>
                  <a:pt x="9220" y="22"/>
                </a:lnTo>
                <a:lnTo>
                  <a:pt x="9220" y="0"/>
                </a:lnTo>
                <a:moveTo>
                  <a:pt x="9400" y="0"/>
                </a:moveTo>
                <a:lnTo>
                  <a:pt x="9513" y="0"/>
                </a:lnTo>
                <a:lnTo>
                  <a:pt x="9513" y="22"/>
                </a:lnTo>
                <a:lnTo>
                  <a:pt x="9400" y="22"/>
                </a:lnTo>
                <a:lnTo>
                  <a:pt x="9400" y="0"/>
                </a:lnTo>
                <a:moveTo>
                  <a:pt x="9581" y="0"/>
                </a:moveTo>
                <a:lnTo>
                  <a:pt x="9694" y="0"/>
                </a:lnTo>
                <a:lnTo>
                  <a:pt x="9694" y="22"/>
                </a:lnTo>
                <a:lnTo>
                  <a:pt x="9581" y="22"/>
                </a:lnTo>
                <a:lnTo>
                  <a:pt x="9581" y="0"/>
                </a:lnTo>
                <a:moveTo>
                  <a:pt x="9762" y="0"/>
                </a:moveTo>
                <a:lnTo>
                  <a:pt x="9874" y="0"/>
                </a:lnTo>
                <a:lnTo>
                  <a:pt x="9874" y="22"/>
                </a:lnTo>
                <a:lnTo>
                  <a:pt x="9762" y="22"/>
                </a:lnTo>
                <a:lnTo>
                  <a:pt x="9762" y="0"/>
                </a:lnTo>
                <a:moveTo>
                  <a:pt x="9942" y="0"/>
                </a:moveTo>
                <a:lnTo>
                  <a:pt x="10055" y="0"/>
                </a:lnTo>
                <a:lnTo>
                  <a:pt x="10055" y="22"/>
                </a:lnTo>
                <a:lnTo>
                  <a:pt x="9942" y="22"/>
                </a:lnTo>
                <a:lnTo>
                  <a:pt x="9942" y="0"/>
                </a:lnTo>
                <a:moveTo>
                  <a:pt x="10123" y="0"/>
                </a:moveTo>
                <a:lnTo>
                  <a:pt x="10235" y="0"/>
                </a:lnTo>
                <a:lnTo>
                  <a:pt x="10235" y="22"/>
                </a:lnTo>
                <a:lnTo>
                  <a:pt x="10123" y="22"/>
                </a:lnTo>
                <a:lnTo>
                  <a:pt x="10123" y="0"/>
                </a:lnTo>
                <a:moveTo>
                  <a:pt x="10303" y="0"/>
                </a:moveTo>
                <a:lnTo>
                  <a:pt x="10416" y="0"/>
                </a:lnTo>
                <a:lnTo>
                  <a:pt x="10416" y="22"/>
                </a:lnTo>
                <a:lnTo>
                  <a:pt x="10303" y="22"/>
                </a:lnTo>
                <a:lnTo>
                  <a:pt x="10303" y="0"/>
                </a:lnTo>
                <a:moveTo>
                  <a:pt x="10484" y="0"/>
                </a:moveTo>
                <a:lnTo>
                  <a:pt x="10597" y="0"/>
                </a:lnTo>
                <a:lnTo>
                  <a:pt x="10597" y="22"/>
                </a:lnTo>
                <a:lnTo>
                  <a:pt x="10484" y="22"/>
                </a:lnTo>
                <a:lnTo>
                  <a:pt x="10484" y="0"/>
                </a:lnTo>
                <a:moveTo>
                  <a:pt x="10664" y="0"/>
                </a:moveTo>
                <a:lnTo>
                  <a:pt x="10777" y="0"/>
                </a:lnTo>
                <a:lnTo>
                  <a:pt x="10777" y="22"/>
                </a:lnTo>
                <a:lnTo>
                  <a:pt x="10664" y="22"/>
                </a:lnTo>
                <a:lnTo>
                  <a:pt x="10664" y="0"/>
                </a:lnTo>
                <a:moveTo>
                  <a:pt x="10845" y="0"/>
                </a:moveTo>
                <a:lnTo>
                  <a:pt x="10958" y="0"/>
                </a:lnTo>
                <a:lnTo>
                  <a:pt x="10958" y="22"/>
                </a:lnTo>
                <a:lnTo>
                  <a:pt x="10845" y="22"/>
                </a:lnTo>
                <a:lnTo>
                  <a:pt x="10845" y="0"/>
                </a:lnTo>
                <a:moveTo>
                  <a:pt x="11025" y="0"/>
                </a:moveTo>
                <a:lnTo>
                  <a:pt x="11138" y="0"/>
                </a:lnTo>
                <a:lnTo>
                  <a:pt x="11138" y="22"/>
                </a:lnTo>
                <a:lnTo>
                  <a:pt x="11025" y="22"/>
                </a:lnTo>
                <a:lnTo>
                  <a:pt x="11025" y="0"/>
                </a:lnTo>
                <a:moveTo>
                  <a:pt x="11206" y="0"/>
                </a:moveTo>
                <a:lnTo>
                  <a:pt x="11319" y="0"/>
                </a:lnTo>
                <a:lnTo>
                  <a:pt x="11319" y="22"/>
                </a:lnTo>
                <a:lnTo>
                  <a:pt x="11206" y="22"/>
                </a:lnTo>
                <a:lnTo>
                  <a:pt x="11206" y="0"/>
                </a:lnTo>
                <a:moveTo>
                  <a:pt x="11386" y="0"/>
                </a:moveTo>
                <a:lnTo>
                  <a:pt x="11499" y="0"/>
                </a:lnTo>
                <a:lnTo>
                  <a:pt x="11499" y="22"/>
                </a:lnTo>
                <a:lnTo>
                  <a:pt x="11386" y="22"/>
                </a:lnTo>
                <a:lnTo>
                  <a:pt x="11386" y="0"/>
                </a:lnTo>
                <a:moveTo>
                  <a:pt x="11567" y="0"/>
                </a:moveTo>
                <a:lnTo>
                  <a:pt x="11680" y="0"/>
                </a:lnTo>
                <a:lnTo>
                  <a:pt x="11680" y="22"/>
                </a:lnTo>
                <a:lnTo>
                  <a:pt x="11567" y="22"/>
                </a:lnTo>
                <a:lnTo>
                  <a:pt x="11567" y="0"/>
                </a:lnTo>
                <a:moveTo>
                  <a:pt x="11747" y="0"/>
                </a:moveTo>
                <a:lnTo>
                  <a:pt x="11860" y="0"/>
                </a:lnTo>
                <a:lnTo>
                  <a:pt x="11860" y="22"/>
                </a:lnTo>
                <a:lnTo>
                  <a:pt x="11747" y="22"/>
                </a:lnTo>
                <a:lnTo>
                  <a:pt x="11747" y="0"/>
                </a:lnTo>
                <a:moveTo>
                  <a:pt x="11928" y="0"/>
                </a:moveTo>
                <a:lnTo>
                  <a:pt x="12041" y="0"/>
                </a:lnTo>
                <a:lnTo>
                  <a:pt x="12041" y="22"/>
                </a:lnTo>
                <a:lnTo>
                  <a:pt x="11928" y="22"/>
                </a:lnTo>
                <a:lnTo>
                  <a:pt x="11928" y="0"/>
                </a:lnTo>
                <a:moveTo>
                  <a:pt x="12109" y="0"/>
                </a:moveTo>
                <a:lnTo>
                  <a:pt x="12221" y="0"/>
                </a:lnTo>
                <a:lnTo>
                  <a:pt x="12221" y="22"/>
                </a:lnTo>
                <a:lnTo>
                  <a:pt x="12109" y="22"/>
                </a:lnTo>
                <a:lnTo>
                  <a:pt x="12109" y="0"/>
                </a:lnTo>
                <a:moveTo>
                  <a:pt x="12289" y="0"/>
                </a:moveTo>
                <a:lnTo>
                  <a:pt x="12402" y="0"/>
                </a:lnTo>
                <a:lnTo>
                  <a:pt x="12402" y="22"/>
                </a:lnTo>
                <a:lnTo>
                  <a:pt x="12289" y="22"/>
                </a:lnTo>
                <a:lnTo>
                  <a:pt x="12289" y="0"/>
                </a:lnTo>
                <a:moveTo>
                  <a:pt x="12470" y="0"/>
                </a:moveTo>
                <a:lnTo>
                  <a:pt x="12582" y="0"/>
                </a:lnTo>
                <a:lnTo>
                  <a:pt x="12582" y="22"/>
                </a:lnTo>
                <a:lnTo>
                  <a:pt x="12470" y="22"/>
                </a:lnTo>
                <a:lnTo>
                  <a:pt x="12470" y="0"/>
                </a:lnTo>
                <a:moveTo>
                  <a:pt x="12650" y="0"/>
                </a:moveTo>
                <a:lnTo>
                  <a:pt x="12763" y="0"/>
                </a:lnTo>
                <a:lnTo>
                  <a:pt x="12763" y="22"/>
                </a:lnTo>
                <a:lnTo>
                  <a:pt x="12650" y="22"/>
                </a:lnTo>
                <a:lnTo>
                  <a:pt x="12650" y="0"/>
                </a:lnTo>
                <a:moveTo>
                  <a:pt x="12831" y="0"/>
                </a:moveTo>
                <a:lnTo>
                  <a:pt x="12944" y="0"/>
                </a:lnTo>
                <a:lnTo>
                  <a:pt x="12944" y="22"/>
                </a:lnTo>
                <a:lnTo>
                  <a:pt x="12831" y="22"/>
                </a:lnTo>
                <a:lnTo>
                  <a:pt x="12831" y="0"/>
                </a:lnTo>
                <a:moveTo>
                  <a:pt x="13011" y="0"/>
                </a:moveTo>
                <a:lnTo>
                  <a:pt x="13124" y="0"/>
                </a:lnTo>
                <a:lnTo>
                  <a:pt x="13124" y="22"/>
                </a:lnTo>
                <a:lnTo>
                  <a:pt x="13011" y="22"/>
                </a:lnTo>
                <a:lnTo>
                  <a:pt x="13011" y="0"/>
                </a:lnTo>
                <a:moveTo>
                  <a:pt x="13192" y="0"/>
                </a:moveTo>
                <a:lnTo>
                  <a:pt x="13305" y="0"/>
                </a:lnTo>
                <a:lnTo>
                  <a:pt x="13305" y="22"/>
                </a:lnTo>
                <a:lnTo>
                  <a:pt x="13192" y="22"/>
                </a:lnTo>
                <a:lnTo>
                  <a:pt x="13192" y="0"/>
                </a:lnTo>
                <a:moveTo>
                  <a:pt x="13372" y="0"/>
                </a:moveTo>
                <a:lnTo>
                  <a:pt x="13485" y="0"/>
                </a:lnTo>
                <a:lnTo>
                  <a:pt x="13485" y="22"/>
                </a:lnTo>
                <a:lnTo>
                  <a:pt x="13372" y="22"/>
                </a:lnTo>
                <a:lnTo>
                  <a:pt x="13372" y="0"/>
                </a:lnTo>
                <a:moveTo>
                  <a:pt x="13553" y="0"/>
                </a:moveTo>
                <a:lnTo>
                  <a:pt x="13666" y="0"/>
                </a:lnTo>
                <a:lnTo>
                  <a:pt x="13666" y="22"/>
                </a:lnTo>
                <a:lnTo>
                  <a:pt x="13553" y="22"/>
                </a:lnTo>
                <a:lnTo>
                  <a:pt x="13553" y="0"/>
                </a:lnTo>
                <a:moveTo>
                  <a:pt x="13733" y="0"/>
                </a:moveTo>
                <a:lnTo>
                  <a:pt x="13846" y="0"/>
                </a:lnTo>
                <a:lnTo>
                  <a:pt x="13846" y="22"/>
                </a:lnTo>
                <a:lnTo>
                  <a:pt x="13733" y="22"/>
                </a:lnTo>
                <a:lnTo>
                  <a:pt x="13733" y="0"/>
                </a:lnTo>
                <a:moveTo>
                  <a:pt x="13914" y="0"/>
                </a:moveTo>
                <a:lnTo>
                  <a:pt x="14027" y="0"/>
                </a:lnTo>
                <a:lnTo>
                  <a:pt x="14027" y="22"/>
                </a:lnTo>
                <a:lnTo>
                  <a:pt x="13914" y="22"/>
                </a:lnTo>
                <a:lnTo>
                  <a:pt x="13914" y="0"/>
                </a:lnTo>
                <a:moveTo>
                  <a:pt x="14094" y="0"/>
                </a:moveTo>
                <a:lnTo>
                  <a:pt x="14207" y="0"/>
                </a:lnTo>
                <a:lnTo>
                  <a:pt x="14207" y="22"/>
                </a:lnTo>
                <a:lnTo>
                  <a:pt x="14094" y="22"/>
                </a:lnTo>
                <a:lnTo>
                  <a:pt x="14094" y="0"/>
                </a:lnTo>
                <a:moveTo>
                  <a:pt x="14275" y="0"/>
                </a:moveTo>
                <a:lnTo>
                  <a:pt x="14388" y="0"/>
                </a:lnTo>
                <a:lnTo>
                  <a:pt x="14388" y="22"/>
                </a:lnTo>
                <a:lnTo>
                  <a:pt x="14275" y="22"/>
                </a:lnTo>
                <a:lnTo>
                  <a:pt x="14275" y="0"/>
                </a:lnTo>
                <a:moveTo>
                  <a:pt x="14456" y="0"/>
                </a:moveTo>
                <a:lnTo>
                  <a:pt x="14568" y="0"/>
                </a:lnTo>
                <a:lnTo>
                  <a:pt x="14568" y="22"/>
                </a:lnTo>
                <a:lnTo>
                  <a:pt x="14456" y="22"/>
                </a:lnTo>
                <a:lnTo>
                  <a:pt x="14456" y="0"/>
                </a:lnTo>
                <a:moveTo>
                  <a:pt x="14636" y="0"/>
                </a:moveTo>
                <a:lnTo>
                  <a:pt x="14749" y="0"/>
                </a:lnTo>
                <a:lnTo>
                  <a:pt x="14749" y="22"/>
                </a:lnTo>
                <a:lnTo>
                  <a:pt x="14636" y="22"/>
                </a:lnTo>
                <a:lnTo>
                  <a:pt x="14636" y="0"/>
                </a:lnTo>
                <a:moveTo>
                  <a:pt x="14817" y="0"/>
                </a:moveTo>
                <a:lnTo>
                  <a:pt x="14929" y="0"/>
                </a:lnTo>
                <a:lnTo>
                  <a:pt x="14929" y="22"/>
                </a:lnTo>
                <a:lnTo>
                  <a:pt x="14817" y="22"/>
                </a:lnTo>
                <a:lnTo>
                  <a:pt x="14817" y="0"/>
                </a:lnTo>
                <a:moveTo>
                  <a:pt x="14997" y="0"/>
                </a:moveTo>
                <a:lnTo>
                  <a:pt x="15110" y="0"/>
                </a:lnTo>
                <a:lnTo>
                  <a:pt x="15110" y="22"/>
                </a:lnTo>
                <a:lnTo>
                  <a:pt x="14997" y="22"/>
                </a:lnTo>
                <a:lnTo>
                  <a:pt x="14997" y="0"/>
                </a:lnTo>
                <a:moveTo>
                  <a:pt x="15178" y="0"/>
                </a:moveTo>
                <a:lnTo>
                  <a:pt x="15291" y="0"/>
                </a:lnTo>
                <a:lnTo>
                  <a:pt x="15291" y="22"/>
                </a:lnTo>
                <a:lnTo>
                  <a:pt x="15178" y="22"/>
                </a:lnTo>
                <a:lnTo>
                  <a:pt x="15178" y="0"/>
                </a:lnTo>
                <a:moveTo>
                  <a:pt x="15358" y="0"/>
                </a:moveTo>
                <a:lnTo>
                  <a:pt x="15471" y="0"/>
                </a:lnTo>
                <a:lnTo>
                  <a:pt x="15471" y="22"/>
                </a:lnTo>
                <a:lnTo>
                  <a:pt x="15358" y="22"/>
                </a:lnTo>
                <a:lnTo>
                  <a:pt x="15358" y="0"/>
                </a:lnTo>
                <a:moveTo>
                  <a:pt x="15539" y="0"/>
                </a:moveTo>
                <a:lnTo>
                  <a:pt x="15652" y="0"/>
                </a:lnTo>
                <a:lnTo>
                  <a:pt x="15652" y="22"/>
                </a:lnTo>
                <a:lnTo>
                  <a:pt x="15539" y="22"/>
                </a:lnTo>
                <a:lnTo>
                  <a:pt x="15539" y="0"/>
                </a:lnTo>
                <a:moveTo>
                  <a:pt x="15719" y="0"/>
                </a:moveTo>
                <a:lnTo>
                  <a:pt x="15832" y="0"/>
                </a:lnTo>
                <a:lnTo>
                  <a:pt x="15832" y="22"/>
                </a:lnTo>
                <a:lnTo>
                  <a:pt x="15719" y="22"/>
                </a:lnTo>
                <a:lnTo>
                  <a:pt x="15719" y="0"/>
                </a:lnTo>
                <a:moveTo>
                  <a:pt x="15900" y="0"/>
                </a:moveTo>
                <a:lnTo>
                  <a:pt x="16013" y="0"/>
                </a:lnTo>
                <a:lnTo>
                  <a:pt x="16013" y="22"/>
                </a:lnTo>
                <a:lnTo>
                  <a:pt x="15900" y="22"/>
                </a:lnTo>
                <a:lnTo>
                  <a:pt x="15900" y="0"/>
                </a:lnTo>
                <a:moveTo>
                  <a:pt x="16080" y="0"/>
                </a:moveTo>
                <a:lnTo>
                  <a:pt x="16193" y="0"/>
                </a:lnTo>
                <a:lnTo>
                  <a:pt x="16193" y="22"/>
                </a:lnTo>
                <a:lnTo>
                  <a:pt x="16080" y="22"/>
                </a:lnTo>
                <a:lnTo>
                  <a:pt x="16080" y="0"/>
                </a:lnTo>
                <a:moveTo>
                  <a:pt x="16261" y="0"/>
                </a:moveTo>
                <a:lnTo>
                  <a:pt x="16374" y="0"/>
                </a:lnTo>
                <a:lnTo>
                  <a:pt x="16374" y="22"/>
                </a:lnTo>
                <a:lnTo>
                  <a:pt x="16261" y="22"/>
                </a:lnTo>
                <a:lnTo>
                  <a:pt x="16261" y="0"/>
                </a:lnTo>
                <a:moveTo>
                  <a:pt x="16442" y="0"/>
                </a:moveTo>
                <a:lnTo>
                  <a:pt x="16554" y="0"/>
                </a:lnTo>
                <a:lnTo>
                  <a:pt x="16554" y="22"/>
                </a:lnTo>
                <a:lnTo>
                  <a:pt x="16442" y="22"/>
                </a:lnTo>
                <a:lnTo>
                  <a:pt x="16442" y="0"/>
                </a:lnTo>
                <a:moveTo>
                  <a:pt x="16622" y="0"/>
                </a:moveTo>
                <a:lnTo>
                  <a:pt x="16735" y="0"/>
                </a:lnTo>
                <a:lnTo>
                  <a:pt x="16735" y="22"/>
                </a:lnTo>
                <a:lnTo>
                  <a:pt x="16622" y="22"/>
                </a:lnTo>
                <a:lnTo>
                  <a:pt x="16622" y="0"/>
                </a:lnTo>
                <a:moveTo>
                  <a:pt x="16803" y="0"/>
                </a:moveTo>
                <a:lnTo>
                  <a:pt x="16915" y="0"/>
                </a:lnTo>
                <a:lnTo>
                  <a:pt x="16915" y="22"/>
                </a:lnTo>
                <a:lnTo>
                  <a:pt x="16803" y="22"/>
                </a:lnTo>
                <a:lnTo>
                  <a:pt x="16803" y="0"/>
                </a:lnTo>
                <a:moveTo>
                  <a:pt x="16983" y="0"/>
                </a:moveTo>
                <a:lnTo>
                  <a:pt x="17096" y="0"/>
                </a:lnTo>
                <a:lnTo>
                  <a:pt x="17096" y="22"/>
                </a:lnTo>
                <a:lnTo>
                  <a:pt x="16983" y="22"/>
                </a:lnTo>
                <a:lnTo>
                  <a:pt x="16983" y="0"/>
                </a:lnTo>
                <a:moveTo>
                  <a:pt x="17164" y="0"/>
                </a:moveTo>
                <a:lnTo>
                  <a:pt x="17277" y="0"/>
                </a:lnTo>
                <a:lnTo>
                  <a:pt x="17277" y="22"/>
                </a:lnTo>
                <a:lnTo>
                  <a:pt x="17164" y="22"/>
                </a:lnTo>
                <a:lnTo>
                  <a:pt x="17164" y="0"/>
                </a:lnTo>
                <a:moveTo>
                  <a:pt x="17344" y="0"/>
                </a:moveTo>
                <a:lnTo>
                  <a:pt x="17457" y="0"/>
                </a:lnTo>
                <a:lnTo>
                  <a:pt x="17457" y="22"/>
                </a:lnTo>
                <a:lnTo>
                  <a:pt x="17344" y="22"/>
                </a:lnTo>
                <a:lnTo>
                  <a:pt x="17344" y="0"/>
                </a:lnTo>
                <a:moveTo>
                  <a:pt x="17525" y="0"/>
                </a:moveTo>
                <a:lnTo>
                  <a:pt x="17638" y="0"/>
                </a:lnTo>
                <a:lnTo>
                  <a:pt x="17638" y="22"/>
                </a:lnTo>
                <a:lnTo>
                  <a:pt x="17525" y="22"/>
                </a:lnTo>
                <a:lnTo>
                  <a:pt x="17525" y="0"/>
                </a:lnTo>
                <a:moveTo>
                  <a:pt x="17705" y="0"/>
                </a:moveTo>
                <a:lnTo>
                  <a:pt x="17818" y="0"/>
                </a:lnTo>
                <a:lnTo>
                  <a:pt x="17818" y="22"/>
                </a:lnTo>
                <a:lnTo>
                  <a:pt x="17705" y="22"/>
                </a:lnTo>
                <a:lnTo>
                  <a:pt x="17705" y="0"/>
                </a:lnTo>
                <a:moveTo>
                  <a:pt x="17886" y="0"/>
                </a:moveTo>
                <a:lnTo>
                  <a:pt x="17999" y="0"/>
                </a:lnTo>
                <a:lnTo>
                  <a:pt x="17999" y="22"/>
                </a:lnTo>
                <a:lnTo>
                  <a:pt x="17886" y="22"/>
                </a:lnTo>
                <a:lnTo>
                  <a:pt x="17886" y="0"/>
                </a:lnTo>
                <a:moveTo>
                  <a:pt x="18066" y="0"/>
                </a:moveTo>
                <a:lnTo>
                  <a:pt x="18179" y="0"/>
                </a:lnTo>
                <a:lnTo>
                  <a:pt x="18179" y="22"/>
                </a:lnTo>
                <a:lnTo>
                  <a:pt x="18066" y="22"/>
                </a:lnTo>
                <a:lnTo>
                  <a:pt x="18066" y="0"/>
                </a:lnTo>
                <a:moveTo>
                  <a:pt x="18247" y="0"/>
                </a:moveTo>
                <a:lnTo>
                  <a:pt x="18360" y="0"/>
                </a:lnTo>
                <a:lnTo>
                  <a:pt x="18360" y="22"/>
                </a:lnTo>
                <a:lnTo>
                  <a:pt x="18247" y="22"/>
                </a:lnTo>
                <a:lnTo>
                  <a:pt x="18247" y="0"/>
                </a:lnTo>
                <a:moveTo>
                  <a:pt x="18427" y="0"/>
                </a:moveTo>
                <a:lnTo>
                  <a:pt x="18540" y="0"/>
                </a:lnTo>
                <a:lnTo>
                  <a:pt x="18540" y="22"/>
                </a:lnTo>
                <a:lnTo>
                  <a:pt x="18427" y="22"/>
                </a:lnTo>
                <a:lnTo>
                  <a:pt x="18427" y="0"/>
                </a:lnTo>
                <a:moveTo>
                  <a:pt x="18608" y="0"/>
                </a:moveTo>
                <a:lnTo>
                  <a:pt x="18721" y="0"/>
                </a:lnTo>
                <a:lnTo>
                  <a:pt x="18721" y="22"/>
                </a:lnTo>
                <a:lnTo>
                  <a:pt x="18608" y="22"/>
                </a:lnTo>
                <a:lnTo>
                  <a:pt x="18608" y="0"/>
                </a:lnTo>
                <a:moveTo>
                  <a:pt x="18789" y="0"/>
                </a:moveTo>
                <a:lnTo>
                  <a:pt x="18901" y="0"/>
                </a:lnTo>
                <a:lnTo>
                  <a:pt x="18901" y="22"/>
                </a:lnTo>
                <a:lnTo>
                  <a:pt x="18789" y="22"/>
                </a:lnTo>
                <a:lnTo>
                  <a:pt x="18789" y="0"/>
                </a:lnTo>
                <a:moveTo>
                  <a:pt x="18969" y="0"/>
                </a:moveTo>
                <a:lnTo>
                  <a:pt x="19082" y="0"/>
                </a:lnTo>
                <a:lnTo>
                  <a:pt x="19082" y="22"/>
                </a:lnTo>
                <a:lnTo>
                  <a:pt x="18969" y="22"/>
                </a:lnTo>
                <a:lnTo>
                  <a:pt x="18969" y="0"/>
                </a:lnTo>
                <a:moveTo>
                  <a:pt x="19150" y="0"/>
                </a:moveTo>
                <a:lnTo>
                  <a:pt x="19262" y="0"/>
                </a:lnTo>
                <a:lnTo>
                  <a:pt x="19262" y="22"/>
                </a:lnTo>
                <a:lnTo>
                  <a:pt x="19150" y="22"/>
                </a:lnTo>
                <a:lnTo>
                  <a:pt x="19150" y="0"/>
                </a:lnTo>
                <a:moveTo>
                  <a:pt x="19330" y="0"/>
                </a:moveTo>
                <a:lnTo>
                  <a:pt x="19443" y="0"/>
                </a:lnTo>
                <a:lnTo>
                  <a:pt x="19443" y="22"/>
                </a:lnTo>
                <a:lnTo>
                  <a:pt x="19330" y="22"/>
                </a:lnTo>
                <a:lnTo>
                  <a:pt x="19330" y="0"/>
                </a:lnTo>
                <a:moveTo>
                  <a:pt x="19511" y="0"/>
                </a:moveTo>
                <a:lnTo>
                  <a:pt x="19624" y="0"/>
                </a:lnTo>
                <a:lnTo>
                  <a:pt x="19624" y="22"/>
                </a:lnTo>
                <a:lnTo>
                  <a:pt x="19511" y="22"/>
                </a:lnTo>
                <a:lnTo>
                  <a:pt x="19511" y="0"/>
                </a:lnTo>
                <a:moveTo>
                  <a:pt x="19691" y="0"/>
                </a:moveTo>
                <a:lnTo>
                  <a:pt x="19804" y="0"/>
                </a:lnTo>
                <a:lnTo>
                  <a:pt x="19804" y="22"/>
                </a:lnTo>
                <a:lnTo>
                  <a:pt x="19691" y="22"/>
                </a:lnTo>
                <a:lnTo>
                  <a:pt x="19691" y="0"/>
                </a:lnTo>
                <a:moveTo>
                  <a:pt x="19872" y="0"/>
                </a:moveTo>
                <a:lnTo>
                  <a:pt x="19985" y="0"/>
                </a:lnTo>
                <a:lnTo>
                  <a:pt x="19985" y="22"/>
                </a:lnTo>
                <a:lnTo>
                  <a:pt x="19872" y="22"/>
                </a:lnTo>
                <a:lnTo>
                  <a:pt x="19872" y="0"/>
                </a:lnTo>
                <a:moveTo>
                  <a:pt x="20052" y="0"/>
                </a:moveTo>
                <a:lnTo>
                  <a:pt x="20165" y="0"/>
                </a:lnTo>
                <a:lnTo>
                  <a:pt x="20165" y="22"/>
                </a:lnTo>
                <a:lnTo>
                  <a:pt x="20052" y="22"/>
                </a:lnTo>
                <a:lnTo>
                  <a:pt x="20052" y="0"/>
                </a:lnTo>
                <a:moveTo>
                  <a:pt x="20233" y="0"/>
                </a:moveTo>
                <a:lnTo>
                  <a:pt x="20312" y="0"/>
                </a:lnTo>
                <a:lnTo>
                  <a:pt x="20312" y="56"/>
                </a:lnTo>
                <a:lnTo>
                  <a:pt x="20289" y="56"/>
                </a:lnTo>
                <a:lnTo>
                  <a:pt x="20289" y="11"/>
                </a:lnTo>
                <a:lnTo>
                  <a:pt x="20301" y="11"/>
                </a:lnTo>
                <a:lnTo>
                  <a:pt x="20301" y="22"/>
                </a:lnTo>
                <a:lnTo>
                  <a:pt x="20233" y="22"/>
                </a:lnTo>
                <a:lnTo>
                  <a:pt x="20233" y="0"/>
                </a:lnTo>
                <a:moveTo>
                  <a:pt x="20312" y="124"/>
                </a:moveTo>
                <a:lnTo>
                  <a:pt x="20312" y="237"/>
                </a:lnTo>
                <a:lnTo>
                  <a:pt x="20289" y="237"/>
                </a:lnTo>
                <a:lnTo>
                  <a:pt x="20289" y="124"/>
                </a:lnTo>
                <a:lnTo>
                  <a:pt x="20312" y="124"/>
                </a:lnTo>
                <a:moveTo>
                  <a:pt x="20312" y="305"/>
                </a:moveTo>
                <a:lnTo>
                  <a:pt x="20312" y="417"/>
                </a:lnTo>
                <a:lnTo>
                  <a:pt x="20289" y="417"/>
                </a:lnTo>
                <a:lnTo>
                  <a:pt x="20289" y="305"/>
                </a:lnTo>
                <a:lnTo>
                  <a:pt x="20312" y="305"/>
                </a:lnTo>
                <a:moveTo>
                  <a:pt x="20312" y="485"/>
                </a:moveTo>
                <a:lnTo>
                  <a:pt x="20312" y="598"/>
                </a:lnTo>
                <a:lnTo>
                  <a:pt x="20289" y="598"/>
                </a:lnTo>
                <a:lnTo>
                  <a:pt x="20289" y="485"/>
                </a:lnTo>
                <a:lnTo>
                  <a:pt x="20312" y="485"/>
                </a:lnTo>
                <a:moveTo>
                  <a:pt x="20312" y="666"/>
                </a:moveTo>
                <a:lnTo>
                  <a:pt x="20312" y="779"/>
                </a:lnTo>
                <a:lnTo>
                  <a:pt x="20289" y="779"/>
                </a:lnTo>
                <a:lnTo>
                  <a:pt x="20289" y="666"/>
                </a:lnTo>
                <a:lnTo>
                  <a:pt x="20312" y="666"/>
                </a:lnTo>
                <a:moveTo>
                  <a:pt x="20312" y="846"/>
                </a:moveTo>
                <a:lnTo>
                  <a:pt x="20312" y="959"/>
                </a:lnTo>
                <a:lnTo>
                  <a:pt x="20289" y="959"/>
                </a:lnTo>
                <a:lnTo>
                  <a:pt x="20289" y="846"/>
                </a:lnTo>
                <a:lnTo>
                  <a:pt x="20312" y="846"/>
                </a:lnTo>
                <a:moveTo>
                  <a:pt x="20312" y="1027"/>
                </a:moveTo>
                <a:lnTo>
                  <a:pt x="20312" y="1140"/>
                </a:lnTo>
                <a:lnTo>
                  <a:pt x="20289" y="1140"/>
                </a:lnTo>
                <a:lnTo>
                  <a:pt x="20289" y="1027"/>
                </a:lnTo>
                <a:lnTo>
                  <a:pt x="20312" y="1027"/>
                </a:lnTo>
                <a:moveTo>
                  <a:pt x="20312" y="1207"/>
                </a:moveTo>
                <a:lnTo>
                  <a:pt x="20312" y="1321"/>
                </a:lnTo>
                <a:lnTo>
                  <a:pt x="20289" y="1321"/>
                </a:lnTo>
                <a:lnTo>
                  <a:pt x="20289" y="1207"/>
                </a:lnTo>
                <a:lnTo>
                  <a:pt x="20312" y="1207"/>
                </a:lnTo>
                <a:moveTo>
                  <a:pt x="20312" y="1389"/>
                </a:moveTo>
                <a:lnTo>
                  <a:pt x="20312" y="1502"/>
                </a:lnTo>
                <a:lnTo>
                  <a:pt x="20289" y="1502"/>
                </a:lnTo>
                <a:lnTo>
                  <a:pt x="20289" y="1389"/>
                </a:lnTo>
                <a:lnTo>
                  <a:pt x="20312" y="1389"/>
                </a:lnTo>
                <a:moveTo>
                  <a:pt x="20312" y="1570"/>
                </a:moveTo>
                <a:lnTo>
                  <a:pt x="20312" y="1683"/>
                </a:lnTo>
                <a:lnTo>
                  <a:pt x="20289" y="1683"/>
                </a:lnTo>
                <a:lnTo>
                  <a:pt x="20289" y="1570"/>
                </a:lnTo>
                <a:lnTo>
                  <a:pt x="20312" y="1570"/>
                </a:lnTo>
                <a:moveTo>
                  <a:pt x="20312" y="1750"/>
                </a:moveTo>
                <a:lnTo>
                  <a:pt x="20312" y="1863"/>
                </a:lnTo>
                <a:lnTo>
                  <a:pt x="20289" y="1863"/>
                </a:lnTo>
                <a:lnTo>
                  <a:pt x="20289" y="1750"/>
                </a:lnTo>
                <a:lnTo>
                  <a:pt x="20312" y="1750"/>
                </a:lnTo>
                <a:moveTo>
                  <a:pt x="20233" y="1874"/>
                </a:moveTo>
                <a:lnTo>
                  <a:pt x="20120" y="1874"/>
                </a:lnTo>
                <a:lnTo>
                  <a:pt x="20120" y="1852"/>
                </a:lnTo>
                <a:lnTo>
                  <a:pt x="20233" y="1852"/>
                </a:lnTo>
                <a:lnTo>
                  <a:pt x="20233" y="1874"/>
                </a:lnTo>
                <a:moveTo>
                  <a:pt x="20052" y="1874"/>
                </a:moveTo>
                <a:lnTo>
                  <a:pt x="19939" y="1874"/>
                </a:lnTo>
                <a:lnTo>
                  <a:pt x="19939" y="1852"/>
                </a:lnTo>
                <a:lnTo>
                  <a:pt x="20052" y="1852"/>
                </a:lnTo>
                <a:lnTo>
                  <a:pt x="20052" y="1874"/>
                </a:lnTo>
                <a:moveTo>
                  <a:pt x="19872" y="1874"/>
                </a:moveTo>
                <a:lnTo>
                  <a:pt x="19759" y="1874"/>
                </a:lnTo>
                <a:lnTo>
                  <a:pt x="19759" y="1852"/>
                </a:lnTo>
                <a:lnTo>
                  <a:pt x="19872" y="1852"/>
                </a:lnTo>
                <a:lnTo>
                  <a:pt x="19872" y="1874"/>
                </a:lnTo>
                <a:moveTo>
                  <a:pt x="19691" y="1874"/>
                </a:moveTo>
                <a:lnTo>
                  <a:pt x="19578" y="1874"/>
                </a:lnTo>
                <a:lnTo>
                  <a:pt x="19578" y="1852"/>
                </a:lnTo>
                <a:lnTo>
                  <a:pt x="19691" y="1852"/>
                </a:lnTo>
                <a:lnTo>
                  <a:pt x="19691" y="1874"/>
                </a:lnTo>
                <a:moveTo>
                  <a:pt x="19511" y="1874"/>
                </a:moveTo>
                <a:lnTo>
                  <a:pt x="19398" y="1874"/>
                </a:lnTo>
                <a:lnTo>
                  <a:pt x="19398" y="1852"/>
                </a:lnTo>
                <a:lnTo>
                  <a:pt x="19511" y="1852"/>
                </a:lnTo>
                <a:lnTo>
                  <a:pt x="19511" y="1874"/>
                </a:lnTo>
                <a:moveTo>
                  <a:pt x="19330" y="1874"/>
                </a:moveTo>
                <a:lnTo>
                  <a:pt x="19217" y="1874"/>
                </a:lnTo>
                <a:lnTo>
                  <a:pt x="19217" y="1852"/>
                </a:lnTo>
                <a:lnTo>
                  <a:pt x="19330" y="1852"/>
                </a:lnTo>
                <a:lnTo>
                  <a:pt x="19330" y="1874"/>
                </a:lnTo>
                <a:moveTo>
                  <a:pt x="19150" y="1874"/>
                </a:moveTo>
                <a:lnTo>
                  <a:pt x="19037" y="1874"/>
                </a:lnTo>
                <a:lnTo>
                  <a:pt x="19037" y="1852"/>
                </a:lnTo>
                <a:lnTo>
                  <a:pt x="19150" y="1852"/>
                </a:lnTo>
                <a:lnTo>
                  <a:pt x="19150" y="1874"/>
                </a:lnTo>
                <a:moveTo>
                  <a:pt x="18969" y="1874"/>
                </a:moveTo>
                <a:lnTo>
                  <a:pt x="18856" y="1874"/>
                </a:lnTo>
                <a:lnTo>
                  <a:pt x="18856" y="1852"/>
                </a:lnTo>
                <a:lnTo>
                  <a:pt x="18969" y="1852"/>
                </a:lnTo>
                <a:lnTo>
                  <a:pt x="18969" y="1874"/>
                </a:lnTo>
                <a:moveTo>
                  <a:pt x="18789" y="1874"/>
                </a:moveTo>
                <a:lnTo>
                  <a:pt x="18676" y="1874"/>
                </a:lnTo>
                <a:lnTo>
                  <a:pt x="18676" y="1852"/>
                </a:lnTo>
                <a:lnTo>
                  <a:pt x="18789" y="1852"/>
                </a:lnTo>
                <a:lnTo>
                  <a:pt x="18789" y="1874"/>
                </a:lnTo>
                <a:moveTo>
                  <a:pt x="18608" y="1874"/>
                </a:moveTo>
                <a:lnTo>
                  <a:pt x="18495" y="1874"/>
                </a:lnTo>
                <a:lnTo>
                  <a:pt x="18495" y="1852"/>
                </a:lnTo>
                <a:lnTo>
                  <a:pt x="18608" y="1852"/>
                </a:lnTo>
                <a:lnTo>
                  <a:pt x="18608" y="1874"/>
                </a:lnTo>
                <a:moveTo>
                  <a:pt x="18427" y="1874"/>
                </a:moveTo>
                <a:lnTo>
                  <a:pt x="18315" y="1874"/>
                </a:lnTo>
                <a:lnTo>
                  <a:pt x="18315" y="1852"/>
                </a:lnTo>
                <a:lnTo>
                  <a:pt x="18427" y="1852"/>
                </a:lnTo>
                <a:lnTo>
                  <a:pt x="18427" y="1874"/>
                </a:lnTo>
                <a:moveTo>
                  <a:pt x="18247" y="1874"/>
                </a:moveTo>
                <a:lnTo>
                  <a:pt x="18134" y="1874"/>
                </a:lnTo>
                <a:lnTo>
                  <a:pt x="18134" y="1852"/>
                </a:lnTo>
                <a:lnTo>
                  <a:pt x="18247" y="1852"/>
                </a:lnTo>
                <a:lnTo>
                  <a:pt x="18247" y="1874"/>
                </a:lnTo>
                <a:moveTo>
                  <a:pt x="18066" y="1874"/>
                </a:moveTo>
                <a:lnTo>
                  <a:pt x="17954" y="1874"/>
                </a:lnTo>
                <a:lnTo>
                  <a:pt x="17954" y="1852"/>
                </a:lnTo>
                <a:lnTo>
                  <a:pt x="18066" y="1852"/>
                </a:lnTo>
                <a:lnTo>
                  <a:pt x="18066" y="1874"/>
                </a:lnTo>
                <a:moveTo>
                  <a:pt x="17886" y="1874"/>
                </a:moveTo>
                <a:lnTo>
                  <a:pt x="17773" y="1874"/>
                </a:lnTo>
                <a:lnTo>
                  <a:pt x="17773" y="1852"/>
                </a:lnTo>
                <a:lnTo>
                  <a:pt x="17886" y="1852"/>
                </a:lnTo>
                <a:lnTo>
                  <a:pt x="17886" y="1874"/>
                </a:lnTo>
                <a:moveTo>
                  <a:pt x="17705" y="1874"/>
                </a:moveTo>
                <a:lnTo>
                  <a:pt x="17592" y="1874"/>
                </a:lnTo>
                <a:lnTo>
                  <a:pt x="17592" y="1852"/>
                </a:lnTo>
                <a:lnTo>
                  <a:pt x="17705" y="1852"/>
                </a:lnTo>
                <a:lnTo>
                  <a:pt x="17705" y="1874"/>
                </a:lnTo>
                <a:moveTo>
                  <a:pt x="17525" y="1874"/>
                </a:moveTo>
                <a:lnTo>
                  <a:pt x="17412" y="1874"/>
                </a:lnTo>
                <a:lnTo>
                  <a:pt x="17412" y="1852"/>
                </a:lnTo>
                <a:lnTo>
                  <a:pt x="17525" y="1852"/>
                </a:lnTo>
                <a:lnTo>
                  <a:pt x="17525" y="1874"/>
                </a:lnTo>
                <a:moveTo>
                  <a:pt x="17344" y="1874"/>
                </a:moveTo>
                <a:lnTo>
                  <a:pt x="17231" y="1874"/>
                </a:lnTo>
                <a:lnTo>
                  <a:pt x="17231" y="1852"/>
                </a:lnTo>
                <a:lnTo>
                  <a:pt x="17344" y="1852"/>
                </a:lnTo>
                <a:lnTo>
                  <a:pt x="17344" y="1874"/>
                </a:lnTo>
                <a:moveTo>
                  <a:pt x="17164" y="1874"/>
                </a:moveTo>
                <a:lnTo>
                  <a:pt x="17051" y="1874"/>
                </a:lnTo>
                <a:lnTo>
                  <a:pt x="17051" y="1852"/>
                </a:lnTo>
                <a:lnTo>
                  <a:pt x="17164" y="1852"/>
                </a:lnTo>
                <a:lnTo>
                  <a:pt x="17164" y="1874"/>
                </a:lnTo>
                <a:moveTo>
                  <a:pt x="16983" y="1874"/>
                </a:moveTo>
                <a:lnTo>
                  <a:pt x="16870" y="1874"/>
                </a:lnTo>
                <a:lnTo>
                  <a:pt x="16870" y="1852"/>
                </a:lnTo>
                <a:lnTo>
                  <a:pt x="16983" y="1852"/>
                </a:lnTo>
                <a:lnTo>
                  <a:pt x="16983" y="1874"/>
                </a:lnTo>
                <a:moveTo>
                  <a:pt x="16803" y="1874"/>
                </a:moveTo>
                <a:lnTo>
                  <a:pt x="16690" y="1874"/>
                </a:lnTo>
                <a:lnTo>
                  <a:pt x="16690" y="1852"/>
                </a:lnTo>
                <a:lnTo>
                  <a:pt x="16803" y="1852"/>
                </a:lnTo>
                <a:lnTo>
                  <a:pt x="16803" y="1874"/>
                </a:lnTo>
                <a:moveTo>
                  <a:pt x="16622" y="1874"/>
                </a:moveTo>
                <a:lnTo>
                  <a:pt x="16509" y="1874"/>
                </a:lnTo>
                <a:lnTo>
                  <a:pt x="16509" y="1852"/>
                </a:lnTo>
                <a:lnTo>
                  <a:pt x="16622" y="1852"/>
                </a:lnTo>
                <a:lnTo>
                  <a:pt x="16622" y="1874"/>
                </a:lnTo>
                <a:moveTo>
                  <a:pt x="16442" y="1874"/>
                </a:moveTo>
                <a:lnTo>
                  <a:pt x="16329" y="1874"/>
                </a:lnTo>
                <a:lnTo>
                  <a:pt x="16329" y="1852"/>
                </a:lnTo>
                <a:lnTo>
                  <a:pt x="16442" y="1852"/>
                </a:lnTo>
                <a:lnTo>
                  <a:pt x="16442" y="1874"/>
                </a:lnTo>
                <a:moveTo>
                  <a:pt x="16261" y="1874"/>
                </a:moveTo>
                <a:lnTo>
                  <a:pt x="16148" y="1874"/>
                </a:lnTo>
                <a:lnTo>
                  <a:pt x="16148" y="1852"/>
                </a:lnTo>
                <a:lnTo>
                  <a:pt x="16261" y="1852"/>
                </a:lnTo>
                <a:lnTo>
                  <a:pt x="16261" y="1874"/>
                </a:lnTo>
                <a:moveTo>
                  <a:pt x="16080" y="1874"/>
                </a:moveTo>
                <a:lnTo>
                  <a:pt x="15968" y="1874"/>
                </a:lnTo>
                <a:lnTo>
                  <a:pt x="15968" y="1852"/>
                </a:lnTo>
                <a:lnTo>
                  <a:pt x="16080" y="1852"/>
                </a:lnTo>
                <a:lnTo>
                  <a:pt x="16080" y="1874"/>
                </a:lnTo>
                <a:moveTo>
                  <a:pt x="15900" y="1874"/>
                </a:moveTo>
                <a:lnTo>
                  <a:pt x="15787" y="1874"/>
                </a:lnTo>
                <a:lnTo>
                  <a:pt x="15787" y="1852"/>
                </a:lnTo>
                <a:lnTo>
                  <a:pt x="15900" y="1852"/>
                </a:lnTo>
                <a:lnTo>
                  <a:pt x="15900" y="1874"/>
                </a:lnTo>
                <a:moveTo>
                  <a:pt x="15719" y="1874"/>
                </a:moveTo>
                <a:lnTo>
                  <a:pt x="15607" y="1874"/>
                </a:lnTo>
                <a:lnTo>
                  <a:pt x="15607" y="1852"/>
                </a:lnTo>
                <a:lnTo>
                  <a:pt x="15719" y="1852"/>
                </a:lnTo>
                <a:lnTo>
                  <a:pt x="15719" y="1874"/>
                </a:lnTo>
                <a:moveTo>
                  <a:pt x="15539" y="1874"/>
                </a:moveTo>
                <a:lnTo>
                  <a:pt x="15426" y="1874"/>
                </a:lnTo>
                <a:lnTo>
                  <a:pt x="15426" y="1852"/>
                </a:lnTo>
                <a:lnTo>
                  <a:pt x="15539" y="1852"/>
                </a:lnTo>
                <a:lnTo>
                  <a:pt x="15539" y="1874"/>
                </a:lnTo>
                <a:moveTo>
                  <a:pt x="15358" y="1874"/>
                </a:moveTo>
                <a:lnTo>
                  <a:pt x="15245" y="1874"/>
                </a:lnTo>
                <a:lnTo>
                  <a:pt x="15245" y="1852"/>
                </a:lnTo>
                <a:lnTo>
                  <a:pt x="15358" y="1852"/>
                </a:lnTo>
                <a:lnTo>
                  <a:pt x="15358" y="1874"/>
                </a:lnTo>
                <a:moveTo>
                  <a:pt x="15178" y="1874"/>
                </a:moveTo>
                <a:lnTo>
                  <a:pt x="15065" y="1874"/>
                </a:lnTo>
                <a:lnTo>
                  <a:pt x="15065" y="1852"/>
                </a:lnTo>
                <a:lnTo>
                  <a:pt x="15178" y="1852"/>
                </a:lnTo>
                <a:lnTo>
                  <a:pt x="15178" y="1874"/>
                </a:lnTo>
                <a:moveTo>
                  <a:pt x="14997" y="1874"/>
                </a:moveTo>
                <a:lnTo>
                  <a:pt x="14884" y="1874"/>
                </a:lnTo>
                <a:lnTo>
                  <a:pt x="14884" y="1852"/>
                </a:lnTo>
                <a:lnTo>
                  <a:pt x="14997" y="1852"/>
                </a:lnTo>
                <a:lnTo>
                  <a:pt x="14997" y="1874"/>
                </a:lnTo>
                <a:moveTo>
                  <a:pt x="14817" y="1874"/>
                </a:moveTo>
                <a:lnTo>
                  <a:pt x="14704" y="1874"/>
                </a:lnTo>
                <a:lnTo>
                  <a:pt x="14704" y="1852"/>
                </a:lnTo>
                <a:lnTo>
                  <a:pt x="14817" y="1852"/>
                </a:lnTo>
                <a:lnTo>
                  <a:pt x="14817" y="1874"/>
                </a:lnTo>
                <a:moveTo>
                  <a:pt x="14636" y="1874"/>
                </a:moveTo>
                <a:lnTo>
                  <a:pt x="14523" y="1874"/>
                </a:lnTo>
                <a:lnTo>
                  <a:pt x="14523" y="1852"/>
                </a:lnTo>
                <a:lnTo>
                  <a:pt x="14636" y="1852"/>
                </a:lnTo>
                <a:lnTo>
                  <a:pt x="14636" y="1874"/>
                </a:lnTo>
                <a:moveTo>
                  <a:pt x="14456" y="1874"/>
                </a:moveTo>
                <a:lnTo>
                  <a:pt x="14343" y="1874"/>
                </a:lnTo>
                <a:lnTo>
                  <a:pt x="14343" y="1852"/>
                </a:lnTo>
                <a:lnTo>
                  <a:pt x="14456" y="1852"/>
                </a:lnTo>
                <a:lnTo>
                  <a:pt x="14456" y="1874"/>
                </a:lnTo>
                <a:moveTo>
                  <a:pt x="14275" y="1874"/>
                </a:moveTo>
                <a:lnTo>
                  <a:pt x="14162" y="1874"/>
                </a:lnTo>
                <a:lnTo>
                  <a:pt x="14162" y="1852"/>
                </a:lnTo>
                <a:lnTo>
                  <a:pt x="14275" y="1852"/>
                </a:lnTo>
                <a:lnTo>
                  <a:pt x="14275" y="1874"/>
                </a:lnTo>
                <a:moveTo>
                  <a:pt x="14094" y="1874"/>
                </a:moveTo>
                <a:lnTo>
                  <a:pt x="13982" y="1874"/>
                </a:lnTo>
                <a:lnTo>
                  <a:pt x="13982" y="1852"/>
                </a:lnTo>
                <a:lnTo>
                  <a:pt x="14094" y="1852"/>
                </a:lnTo>
                <a:lnTo>
                  <a:pt x="14094" y="1874"/>
                </a:lnTo>
                <a:moveTo>
                  <a:pt x="13914" y="1874"/>
                </a:moveTo>
                <a:lnTo>
                  <a:pt x="13801" y="1874"/>
                </a:lnTo>
                <a:lnTo>
                  <a:pt x="13801" y="1852"/>
                </a:lnTo>
                <a:lnTo>
                  <a:pt x="13914" y="1852"/>
                </a:lnTo>
                <a:lnTo>
                  <a:pt x="13914" y="1874"/>
                </a:lnTo>
                <a:moveTo>
                  <a:pt x="13733" y="1874"/>
                </a:moveTo>
                <a:lnTo>
                  <a:pt x="13621" y="1874"/>
                </a:lnTo>
                <a:lnTo>
                  <a:pt x="13621" y="1852"/>
                </a:lnTo>
                <a:lnTo>
                  <a:pt x="13733" y="1852"/>
                </a:lnTo>
                <a:lnTo>
                  <a:pt x="13733" y="1874"/>
                </a:lnTo>
                <a:moveTo>
                  <a:pt x="13553" y="1874"/>
                </a:moveTo>
                <a:lnTo>
                  <a:pt x="13440" y="1874"/>
                </a:lnTo>
                <a:lnTo>
                  <a:pt x="13440" y="1852"/>
                </a:lnTo>
                <a:lnTo>
                  <a:pt x="13553" y="1852"/>
                </a:lnTo>
                <a:lnTo>
                  <a:pt x="13553" y="1874"/>
                </a:lnTo>
                <a:moveTo>
                  <a:pt x="13372" y="1874"/>
                </a:moveTo>
                <a:lnTo>
                  <a:pt x="13259" y="1874"/>
                </a:lnTo>
                <a:lnTo>
                  <a:pt x="13259" y="1852"/>
                </a:lnTo>
                <a:lnTo>
                  <a:pt x="13372" y="1852"/>
                </a:lnTo>
                <a:lnTo>
                  <a:pt x="13372" y="1874"/>
                </a:lnTo>
                <a:moveTo>
                  <a:pt x="13192" y="1874"/>
                </a:moveTo>
                <a:lnTo>
                  <a:pt x="13079" y="1874"/>
                </a:lnTo>
                <a:lnTo>
                  <a:pt x="13079" y="1852"/>
                </a:lnTo>
                <a:lnTo>
                  <a:pt x="13192" y="1852"/>
                </a:lnTo>
                <a:lnTo>
                  <a:pt x="13192" y="1874"/>
                </a:lnTo>
                <a:moveTo>
                  <a:pt x="13011" y="1874"/>
                </a:moveTo>
                <a:lnTo>
                  <a:pt x="12898" y="1874"/>
                </a:lnTo>
                <a:lnTo>
                  <a:pt x="12898" y="1852"/>
                </a:lnTo>
                <a:lnTo>
                  <a:pt x="13011" y="1852"/>
                </a:lnTo>
                <a:lnTo>
                  <a:pt x="13011" y="1874"/>
                </a:lnTo>
                <a:moveTo>
                  <a:pt x="12831" y="1874"/>
                </a:moveTo>
                <a:lnTo>
                  <a:pt x="12718" y="1874"/>
                </a:lnTo>
                <a:lnTo>
                  <a:pt x="12718" y="1852"/>
                </a:lnTo>
                <a:lnTo>
                  <a:pt x="12831" y="1852"/>
                </a:lnTo>
                <a:lnTo>
                  <a:pt x="12831" y="1874"/>
                </a:lnTo>
                <a:moveTo>
                  <a:pt x="12650" y="1874"/>
                </a:moveTo>
                <a:lnTo>
                  <a:pt x="12537" y="1874"/>
                </a:lnTo>
                <a:lnTo>
                  <a:pt x="12537" y="1852"/>
                </a:lnTo>
                <a:lnTo>
                  <a:pt x="12650" y="1852"/>
                </a:lnTo>
                <a:lnTo>
                  <a:pt x="12650" y="1874"/>
                </a:lnTo>
                <a:moveTo>
                  <a:pt x="12470" y="1874"/>
                </a:moveTo>
                <a:lnTo>
                  <a:pt x="12357" y="1874"/>
                </a:lnTo>
                <a:lnTo>
                  <a:pt x="12357" y="1852"/>
                </a:lnTo>
                <a:lnTo>
                  <a:pt x="12470" y="1852"/>
                </a:lnTo>
                <a:lnTo>
                  <a:pt x="12470" y="1874"/>
                </a:lnTo>
                <a:moveTo>
                  <a:pt x="12289" y="1874"/>
                </a:moveTo>
                <a:lnTo>
                  <a:pt x="12176" y="1874"/>
                </a:lnTo>
                <a:lnTo>
                  <a:pt x="12176" y="1852"/>
                </a:lnTo>
                <a:lnTo>
                  <a:pt x="12289" y="1852"/>
                </a:lnTo>
                <a:lnTo>
                  <a:pt x="12289" y="1874"/>
                </a:lnTo>
                <a:moveTo>
                  <a:pt x="12109" y="1874"/>
                </a:moveTo>
                <a:lnTo>
                  <a:pt x="11996" y="1874"/>
                </a:lnTo>
                <a:lnTo>
                  <a:pt x="11996" y="1852"/>
                </a:lnTo>
                <a:lnTo>
                  <a:pt x="12109" y="1852"/>
                </a:lnTo>
                <a:lnTo>
                  <a:pt x="12109" y="1874"/>
                </a:lnTo>
                <a:moveTo>
                  <a:pt x="11928" y="1874"/>
                </a:moveTo>
                <a:lnTo>
                  <a:pt x="11815" y="1874"/>
                </a:lnTo>
                <a:lnTo>
                  <a:pt x="11815" y="1852"/>
                </a:lnTo>
                <a:lnTo>
                  <a:pt x="11928" y="1852"/>
                </a:lnTo>
                <a:lnTo>
                  <a:pt x="11928" y="1874"/>
                </a:lnTo>
                <a:moveTo>
                  <a:pt x="11747" y="1874"/>
                </a:moveTo>
                <a:lnTo>
                  <a:pt x="11635" y="1874"/>
                </a:lnTo>
                <a:lnTo>
                  <a:pt x="11635" y="1852"/>
                </a:lnTo>
                <a:lnTo>
                  <a:pt x="11747" y="1852"/>
                </a:lnTo>
                <a:lnTo>
                  <a:pt x="11747" y="1874"/>
                </a:lnTo>
                <a:moveTo>
                  <a:pt x="11567" y="1874"/>
                </a:moveTo>
                <a:lnTo>
                  <a:pt x="11454" y="1874"/>
                </a:lnTo>
                <a:lnTo>
                  <a:pt x="11454" y="1852"/>
                </a:lnTo>
                <a:lnTo>
                  <a:pt x="11567" y="1852"/>
                </a:lnTo>
                <a:lnTo>
                  <a:pt x="11567" y="1874"/>
                </a:lnTo>
                <a:moveTo>
                  <a:pt x="11386" y="1874"/>
                </a:moveTo>
                <a:lnTo>
                  <a:pt x="11274" y="1874"/>
                </a:lnTo>
                <a:lnTo>
                  <a:pt x="11274" y="1852"/>
                </a:lnTo>
                <a:lnTo>
                  <a:pt x="11386" y="1852"/>
                </a:lnTo>
                <a:lnTo>
                  <a:pt x="11386" y="1874"/>
                </a:lnTo>
                <a:moveTo>
                  <a:pt x="11206" y="1874"/>
                </a:moveTo>
                <a:lnTo>
                  <a:pt x="11093" y="1874"/>
                </a:lnTo>
                <a:lnTo>
                  <a:pt x="11093" y="1852"/>
                </a:lnTo>
                <a:lnTo>
                  <a:pt x="11206" y="1852"/>
                </a:lnTo>
                <a:lnTo>
                  <a:pt x="11206" y="1874"/>
                </a:lnTo>
                <a:moveTo>
                  <a:pt x="11025" y="1874"/>
                </a:moveTo>
                <a:lnTo>
                  <a:pt x="10912" y="1874"/>
                </a:lnTo>
                <a:lnTo>
                  <a:pt x="10912" y="1852"/>
                </a:lnTo>
                <a:lnTo>
                  <a:pt x="11025" y="1852"/>
                </a:lnTo>
                <a:lnTo>
                  <a:pt x="11025" y="1874"/>
                </a:lnTo>
                <a:moveTo>
                  <a:pt x="10845" y="1874"/>
                </a:moveTo>
                <a:lnTo>
                  <a:pt x="10732" y="1874"/>
                </a:lnTo>
                <a:lnTo>
                  <a:pt x="10732" y="1852"/>
                </a:lnTo>
                <a:lnTo>
                  <a:pt x="10845" y="1852"/>
                </a:lnTo>
                <a:lnTo>
                  <a:pt x="10845" y="1874"/>
                </a:lnTo>
                <a:moveTo>
                  <a:pt x="10664" y="1874"/>
                </a:moveTo>
                <a:lnTo>
                  <a:pt x="10551" y="1874"/>
                </a:lnTo>
                <a:lnTo>
                  <a:pt x="10551" y="1852"/>
                </a:lnTo>
                <a:lnTo>
                  <a:pt x="10664" y="1852"/>
                </a:lnTo>
                <a:lnTo>
                  <a:pt x="10664" y="1874"/>
                </a:lnTo>
                <a:moveTo>
                  <a:pt x="10484" y="1874"/>
                </a:moveTo>
                <a:lnTo>
                  <a:pt x="10371" y="1874"/>
                </a:lnTo>
                <a:lnTo>
                  <a:pt x="10371" y="1852"/>
                </a:lnTo>
                <a:lnTo>
                  <a:pt x="10484" y="1852"/>
                </a:lnTo>
                <a:lnTo>
                  <a:pt x="10484" y="1874"/>
                </a:lnTo>
                <a:moveTo>
                  <a:pt x="10303" y="1874"/>
                </a:moveTo>
                <a:lnTo>
                  <a:pt x="10190" y="1874"/>
                </a:lnTo>
                <a:lnTo>
                  <a:pt x="10190" y="1852"/>
                </a:lnTo>
                <a:lnTo>
                  <a:pt x="10303" y="1852"/>
                </a:lnTo>
                <a:lnTo>
                  <a:pt x="10303" y="1874"/>
                </a:lnTo>
                <a:moveTo>
                  <a:pt x="10123" y="1874"/>
                </a:moveTo>
                <a:lnTo>
                  <a:pt x="10010" y="1874"/>
                </a:lnTo>
                <a:lnTo>
                  <a:pt x="10010" y="1852"/>
                </a:lnTo>
                <a:lnTo>
                  <a:pt x="10123" y="1852"/>
                </a:lnTo>
                <a:lnTo>
                  <a:pt x="10123" y="1874"/>
                </a:lnTo>
                <a:moveTo>
                  <a:pt x="9942" y="1874"/>
                </a:moveTo>
                <a:lnTo>
                  <a:pt x="9829" y="1874"/>
                </a:lnTo>
                <a:lnTo>
                  <a:pt x="9829" y="1852"/>
                </a:lnTo>
                <a:lnTo>
                  <a:pt x="9942" y="1852"/>
                </a:lnTo>
                <a:lnTo>
                  <a:pt x="9942" y="1874"/>
                </a:lnTo>
                <a:moveTo>
                  <a:pt x="9762" y="1874"/>
                </a:moveTo>
                <a:lnTo>
                  <a:pt x="9649" y="1874"/>
                </a:lnTo>
                <a:lnTo>
                  <a:pt x="9649" y="1852"/>
                </a:lnTo>
                <a:lnTo>
                  <a:pt x="9762" y="1852"/>
                </a:lnTo>
                <a:lnTo>
                  <a:pt x="9762" y="1874"/>
                </a:lnTo>
                <a:moveTo>
                  <a:pt x="9581" y="1874"/>
                </a:moveTo>
                <a:lnTo>
                  <a:pt x="9468" y="1874"/>
                </a:lnTo>
                <a:lnTo>
                  <a:pt x="9468" y="1852"/>
                </a:lnTo>
                <a:lnTo>
                  <a:pt x="9581" y="1852"/>
                </a:lnTo>
                <a:lnTo>
                  <a:pt x="9581" y="1874"/>
                </a:lnTo>
                <a:moveTo>
                  <a:pt x="9400" y="1874"/>
                </a:moveTo>
                <a:lnTo>
                  <a:pt x="9288" y="1874"/>
                </a:lnTo>
                <a:lnTo>
                  <a:pt x="9288" y="1852"/>
                </a:lnTo>
                <a:lnTo>
                  <a:pt x="9400" y="1852"/>
                </a:lnTo>
                <a:lnTo>
                  <a:pt x="9400" y="1874"/>
                </a:lnTo>
                <a:moveTo>
                  <a:pt x="9220" y="1874"/>
                </a:moveTo>
                <a:lnTo>
                  <a:pt x="9107" y="1874"/>
                </a:lnTo>
                <a:lnTo>
                  <a:pt x="9107" y="1852"/>
                </a:lnTo>
                <a:lnTo>
                  <a:pt x="9220" y="1852"/>
                </a:lnTo>
                <a:lnTo>
                  <a:pt x="9220" y="1874"/>
                </a:lnTo>
                <a:moveTo>
                  <a:pt x="9039" y="1874"/>
                </a:moveTo>
                <a:lnTo>
                  <a:pt x="8927" y="1874"/>
                </a:lnTo>
                <a:lnTo>
                  <a:pt x="8927" y="1852"/>
                </a:lnTo>
                <a:lnTo>
                  <a:pt x="9039" y="1852"/>
                </a:lnTo>
                <a:lnTo>
                  <a:pt x="9039" y="1874"/>
                </a:lnTo>
                <a:moveTo>
                  <a:pt x="8859" y="1874"/>
                </a:moveTo>
                <a:lnTo>
                  <a:pt x="8746" y="1874"/>
                </a:lnTo>
                <a:lnTo>
                  <a:pt x="8746" y="1852"/>
                </a:lnTo>
                <a:lnTo>
                  <a:pt x="8859" y="1852"/>
                </a:lnTo>
                <a:lnTo>
                  <a:pt x="8859" y="1874"/>
                </a:lnTo>
                <a:moveTo>
                  <a:pt x="8678" y="1874"/>
                </a:moveTo>
                <a:lnTo>
                  <a:pt x="8565" y="1874"/>
                </a:lnTo>
                <a:lnTo>
                  <a:pt x="8565" y="1852"/>
                </a:lnTo>
                <a:lnTo>
                  <a:pt x="8678" y="1852"/>
                </a:lnTo>
                <a:lnTo>
                  <a:pt x="8678" y="1874"/>
                </a:lnTo>
                <a:moveTo>
                  <a:pt x="8498" y="1874"/>
                </a:moveTo>
                <a:lnTo>
                  <a:pt x="8385" y="1874"/>
                </a:lnTo>
                <a:lnTo>
                  <a:pt x="8385" y="1852"/>
                </a:lnTo>
                <a:lnTo>
                  <a:pt x="8498" y="1852"/>
                </a:lnTo>
                <a:lnTo>
                  <a:pt x="8498" y="1874"/>
                </a:lnTo>
                <a:moveTo>
                  <a:pt x="8317" y="1874"/>
                </a:moveTo>
                <a:lnTo>
                  <a:pt x="8204" y="1874"/>
                </a:lnTo>
                <a:lnTo>
                  <a:pt x="8204" y="1852"/>
                </a:lnTo>
                <a:lnTo>
                  <a:pt x="8317" y="1852"/>
                </a:lnTo>
                <a:lnTo>
                  <a:pt x="8317" y="1874"/>
                </a:lnTo>
                <a:moveTo>
                  <a:pt x="8137" y="1874"/>
                </a:moveTo>
                <a:lnTo>
                  <a:pt x="8024" y="1874"/>
                </a:lnTo>
                <a:lnTo>
                  <a:pt x="8024" y="1852"/>
                </a:lnTo>
                <a:lnTo>
                  <a:pt x="8137" y="1852"/>
                </a:lnTo>
                <a:lnTo>
                  <a:pt x="8137" y="1874"/>
                </a:lnTo>
                <a:moveTo>
                  <a:pt x="7956" y="1874"/>
                </a:moveTo>
                <a:lnTo>
                  <a:pt x="7842" y="1874"/>
                </a:lnTo>
                <a:lnTo>
                  <a:pt x="7842" y="1852"/>
                </a:lnTo>
                <a:lnTo>
                  <a:pt x="7956" y="1852"/>
                </a:lnTo>
                <a:lnTo>
                  <a:pt x="7956" y="1874"/>
                </a:lnTo>
                <a:moveTo>
                  <a:pt x="7775" y="1874"/>
                </a:moveTo>
                <a:lnTo>
                  <a:pt x="7662" y="1874"/>
                </a:lnTo>
                <a:lnTo>
                  <a:pt x="7662" y="1852"/>
                </a:lnTo>
                <a:lnTo>
                  <a:pt x="7775" y="1852"/>
                </a:lnTo>
                <a:lnTo>
                  <a:pt x="7775" y="1874"/>
                </a:lnTo>
                <a:moveTo>
                  <a:pt x="7594" y="1874"/>
                </a:moveTo>
                <a:lnTo>
                  <a:pt x="7481" y="1874"/>
                </a:lnTo>
                <a:lnTo>
                  <a:pt x="7481" y="1852"/>
                </a:lnTo>
                <a:lnTo>
                  <a:pt x="7594" y="1852"/>
                </a:lnTo>
                <a:lnTo>
                  <a:pt x="7594" y="1874"/>
                </a:lnTo>
                <a:moveTo>
                  <a:pt x="7414" y="1874"/>
                </a:moveTo>
                <a:lnTo>
                  <a:pt x="7301" y="1874"/>
                </a:lnTo>
                <a:lnTo>
                  <a:pt x="7301" y="1852"/>
                </a:lnTo>
                <a:lnTo>
                  <a:pt x="7414" y="1852"/>
                </a:lnTo>
                <a:lnTo>
                  <a:pt x="7414" y="1874"/>
                </a:lnTo>
                <a:moveTo>
                  <a:pt x="7233" y="1874"/>
                </a:moveTo>
                <a:lnTo>
                  <a:pt x="7120" y="1874"/>
                </a:lnTo>
                <a:lnTo>
                  <a:pt x="7120" y="1852"/>
                </a:lnTo>
                <a:lnTo>
                  <a:pt x="7233" y="1852"/>
                </a:lnTo>
                <a:lnTo>
                  <a:pt x="7233" y="1874"/>
                </a:lnTo>
                <a:moveTo>
                  <a:pt x="7052" y="1874"/>
                </a:moveTo>
                <a:lnTo>
                  <a:pt x="6940" y="1874"/>
                </a:lnTo>
                <a:lnTo>
                  <a:pt x="6940" y="1852"/>
                </a:lnTo>
                <a:lnTo>
                  <a:pt x="7052" y="1852"/>
                </a:lnTo>
                <a:lnTo>
                  <a:pt x="7052" y="1874"/>
                </a:lnTo>
                <a:moveTo>
                  <a:pt x="6872" y="1874"/>
                </a:moveTo>
                <a:lnTo>
                  <a:pt x="6759" y="1874"/>
                </a:lnTo>
                <a:lnTo>
                  <a:pt x="6759" y="1852"/>
                </a:lnTo>
                <a:lnTo>
                  <a:pt x="6872" y="1852"/>
                </a:lnTo>
                <a:lnTo>
                  <a:pt x="6872" y="1874"/>
                </a:lnTo>
                <a:moveTo>
                  <a:pt x="6691" y="1874"/>
                </a:moveTo>
                <a:lnTo>
                  <a:pt x="6579" y="1874"/>
                </a:lnTo>
                <a:lnTo>
                  <a:pt x="6579" y="1852"/>
                </a:lnTo>
                <a:lnTo>
                  <a:pt x="6691" y="1852"/>
                </a:lnTo>
                <a:lnTo>
                  <a:pt x="6691" y="1874"/>
                </a:lnTo>
                <a:moveTo>
                  <a:pt x="6511" y="1874"/>
                </a:moveTo>
                <a:lnTo>
                  <a:pt x="6398" y="1874"/>
                </a:lnTo>
                <a:lnTo>
                  <a:pt x="6398" y="1852"/>
                </a:lnTo>
                <a:lnTo>
                  <a:pt x="6511" y="1852"/>
                </a:lnTo>
                <a:lnTo>
                  <a:pt x="6511" y="1874"/>
                </a:lnTo>
                <a:moveTo>
                  <a:pt x="6330" y="1874"/>
                </a:moveTo>
                <a:lnTo>
                  <a:pt x="6217" y="1874"/>
                </a:lnTo>
                <a:lnTo>
                  <a:pt x="6217" y="1852"/>
                </a:lnTo>
                <a:lnTo>
                  <a:pt x="6330" y="1852"/>
                </a:lnTo>
                <a:lnTo>
                  <a:pt x="6330" y="1874"/>
                </a:lnTo>
                <a:moveTo>
                  <a:pt x="6150" y="1874"/>
                </a:moveTo>
                <a:lnTo>
                  <a:pt x="6037" y="1874"/>
                </a:lnTo>
                <a:lnTo>
                  <a:pt x="6037" y="1852"/>
                </a:lnTo>
                <a:lnTo>
                  <a:pt x="6150" y="1852"/>
                </a:lnTo>
                <a:lnTo>
                  <a:pt x="6150" y="1874"/>
                </a:lnTo>
                <a:moveTo>
                  <a:pt x="5969" y="1874"/>
                </a:moveTo>
                <a:lnTo>
                  <a:pt x="5856" y="1874"/>
                </a:lnTo>
                <a:lnTo>
                  <a:pt x="5856" y="1852"/>
                </a:lnTo>
                <a:lnTo>
                  <a:pt x="5969" y="1852"/>
                </a:lnTo>
                <a:lnTo>
                  <a:pt x="5969" y="1874"/>
                </a:lnTo>
                <a:moveTo>
                  <a:pt x="5789" y="1874"/>
                </a:moveTo>
                <a:lnTo>
                  <a:pt x="5676" y="1874"/>
                </a:lnTo>
                <a:lnTo>
                  <a:pt x="5676" y="1852"/>
                </a:lnTo>
                <a:lnTo>
                  <a:pt x="5789" y="1852"/>
                </a:lnTo>
                <a:lnTo>
                  <a:pt x="5789" y="1874"/>
                </a:lnTo>
                <a:moveTo>
                  <a:pt x="5608" y="1874"/>
                </a:moveTo>
                <a:lnTo>
                  <a:pt x="5495" y="1874"/>
                </a:lnTo>
                <a:lnTo>
                  <a:pt x="5495" y="1852"/>
                </a:lnTo>
                <a:lnTo>
                  <a:pt x="5608" y="1852"/>
                </a:lnTo>
                <a:lnTo>
                  <a:pt x="5608" y="1874"/>
                </a:lnTo>
                <a:moveTo>
                  <a:pt x="5428" y="1874"/>
                </a:moveTo>
                <a:lnTo>
                  <a:pt x="5315" y="1874"/>
                </a:lnTo>
                <a:lnTo>
                  <a:pt x="5315" y="1852"/>
                </a:lnTo>
                <a:lnTo>
                  <a:pt x="5428" y="1852"/>
                </a:lnTo>
                <a:lnTo>
                  <a:pt x="5428" y="1874"/>
                </a:lnTo>
                <a:moveTo>
                  <a:pt x="5247" y="1874"/>
                </a:moveTo>
                <a:lnTo>
                  <a:pt x="5134" y="1874"/>
                </a:lnTo>
                <a:lnTo>
                  <a:pt x="5134" y="1852"/>
                </a:lnTo>
                <a:lnTo>
                  <a:pt x="5247" y="1852"/>
                </a:lnTo>
                <a:lnTo>
                  <a:pt x="5247" y="1874"/>
                </a:lnTo>
                <a:moveTo>
                  <a:pt x="5066" y="1874"/>
                </a:moveTo>
                <a:lnTo>
                  <a:pt x="4954" y="1874"/>
                </a:lnTo>
                <a:lnTo>
                  <a:pt x="4954" y="1852"/>
                </a:lnTo>
                <a:lnTo>
                  <a:pt x="5066" y="1852"/>
                </a:lnTo>
                <a:lnTo>
                  <a:pt x="5066" y="1874"/>
                </a:lnTo>
                <a:moveTo>
                  <a:pt x="4886" y="1874"/>
                </a:moveTo>
                <a:lnTo>
                  <a:pt x="4773" y="1874"/>
                </a:lnTo>
                <a:lnTo>
                  <a:pt x="4773" y="1852"/>
                </a:lnTo>
                <a:lnTo>
                  <a:pt x="4886" y="1852"/>
                </a:lnTo>
                <a:lnTo>
                  <a:pt x="4886" y="1874"/>
                </a:lnTo>
                <a:moveTo>
                  <a:pt x="4705" y="1874"/>
                </a:moveTo>
                <a:lnTo>
                  <a:pt x="4593" y="1874"/>
                </a:lnTo>
                <a:lnTo>
                  <a:pt x="4593" y="1852"/>
                </a:lnTo>
                <a:lnTo>
                  <a:pt x="4705" y="1852"/>
                </a:lnTo>
                <a:lnTo>
                  <a:pt x="4705" y="1874"/>
                </a:lnTo>
                <a:moveTo>
                  <a:pt x="4525" y="1874"/>
                </a:moveTo>
                <a:lnTo>
                  <a:pt x="4412" y="1874"/>
                </a:lnTo>
                <a:lnTo>
                  <a:pt x="4412" y="1852"/>
                </a:lnTo>
                <a:lnTo>
                  <a:pt x="4525" y="1852"/>
                </a:lnTo>
                <a:lnTo>
                  <a:pt x="4525" y="1874"/>
                </a:lnTo>
                <a:moveTo>
                  <a:pt x="4344" y="1874"/>
                </a:moveTo>
                <a:lnTo>
                  <a:pt x="4231" y="1874"/>
                </a:lnTo>
                <a:lnTo>
                  <a:pt x="4231" y="1852"/>
                </a:lnTo>
                <a:lnTo>
                  <a:pt x="4344" y="1852"/>
                </a:lnTo>
                <a:lnTo>
                  <a:pt x="4344" y="1874"/>
                </a:lnTo>
                <a:moveTo>
                  <a:pt x="4164" y="1874"/>
                </a:moveTo>
                <a:lnTo>
                  <a:pt x="4051" y="1874"/>
                </a:lnTo>
                <a:lnTo>
                  <a:pt x="4051" y="1852"/>
                </a:lnTo>
                <a:lnTo>
                  <a:pt x="4164" y="1852"/>
                </a:lnTo>
                <a:lnTo>
                  <a:pt x="4164" y="1874"/>
                </a:lnTo>
                <a:moveTo>
                  <a:pt x="3983" y="1874"/>
                </a:moveTo>
                <a:lnTo>
                  <a:pt x="3870" y="1874"/>
                </a:lnTo>
                <a:lnTo>
                  <a:pt x="3870" y="1852"/>
                </a:lnTo>
                <a:lnTo>
                  <a:pt x="3983" y="1852"/>
                </a:lnTo>
                <a:lnTo>
                  <a:pt x="3983" y="1874"/>
                </a:lnTo>
                <a:moveTo>
                  <a:pt x="3803" y="1874"/>
                </a:moveTo>
                <a:lnTo>
                  <a:pt x="3690" y="1874"/>
                </a:lnTo>
                <a:lnTo>
                  <a:pt x="3690" y="1852"/>
                </a:lnTo>
                <a:lnTo>
                  <a:pt x="3803" y="1852"/>
                </a:lnTo>
                <a:lnTo>
                  <a:pt x="3803" y="1874"/>
                </a:lnTo>
                <a:moveTo>
                  <a:pt x="3622" y="1874"/>
                </a:moveTo>
                <a:lnTo>
                  <a:pt x="3509" y="1874"/>
                </a:lnTo>
                <a:lnTo>
                  <a:pt x="3509" y="1852"/>
                </a:lnTo>
                <a:lnTo>
                  <a:pt x="3622" y="1852"/>
                </a:lnTo>
                <a:lnTo>
                  <a:pt x="3622" y="1874"/>
                </a:lnTo>
                <a:moveTo>
                  <a:pt x="3442" y="1874"/>
                </a:moveTo>
                <a:lnTo>
                  <a:pt x="3329" y="1874"/>
                </a:lnTo>
                <a:lnTo>
                  <a:pt x="3329" y="1852"/>
                </a:lnTo>
                <a:lnTo>
                  <a:pt x="3442" y="1852"/>
                </a:lnTo>
                <a:lnTo>
                  <a:pt x="3442" y="1874"/>
                </a:lnTo>
                <a:moveTo>
                  <a:pt x="3261" y="1874"/>
                </a:moveTo>
                <a:lnTo>
                  <a:pt x="3148" y="1874"/>
                </a:lnTo>
                <a:lnTo>
                  <a:pt x="3148" y="1852"/>
                </a:lnTo>
                <a:lnTo>
                  <a:pt x="3261" y="1852"/>
                </a:lnTo>
                <a:lnTo>
                  <a:pt x="3261" y="1874"/>
                </a:lnTo>
                <a:moveTo>
                  <a:pt x="3081" y="1874"/>
                </a:moveTo>
                <a:lnTo>
                  <a:pt x="2968" y="1874"/>
                </a:lnTo>
                <a:lnTo>
                  <a:pt x="2968" y="1852"/>
                </a:lnTo>
                <a:lnTo>
                  <a:pt x="3081" y="1852"/>
                </a:lnTo>
                <a:lnTo>
                  <a:pt x="3081" y="1874"/>
                </a:lnTo>
                <a:moveTo>
                  <a:pt x="2900" y="1874"/>
                </a:moveTo>
                <a:lnTo>
                  <a:pt x="2787" y="1874"/>
                </a:lnTo>
                <a:lnTo>
                  <a:pt x="2787" y="1852"/>
                </a:lnTo>
                <a:lnTo>
                  <a:pt x="2900" y="1852"/>
                </a:lnTo>
                <a:lnTo>
                  <a:pt x="2900" y="1874"/>
                </a:lnTo>
                <a:moveTo>
                  <a:pt x="2719" y="1874"/>
                </a:moveTo>
                <a:lnTo>
                  <a:pt x="2607" y="1874"/>
                </a:lnTo>
                <a:lnTo>
                  <a:pt x="2607" y="1852"/>
                </a:lnTo>
                <a:lnTo>
                  <a:pt x="2719" y="1852"/>
                </a:lnTo>
                <a:lnTo>
                  <a:pt x="2719" y="1874"/>
                </a:lnTo>
                <a:moveTo>
                  <a:pt x="2539" y="1874"/>
                </a:moveTo>
                <a:lnTo>
                  <a:pt x="2426" y="1874"/>
                </a:lnTo>
                <a:lnTo>
                  <a:pt x="2426" y="1852"/>
                </a:lnTo>
                <a:lnTo>
                  <a:pt x="2539" y="1852"/>
                </a:lnTo>
                <a:lnTo>
                  <a:pt x="2539" y="1874"/>
                </a:lnTo>
                <a:moveTo>
                  <a:pt x="2358" y="1874"/>
                </a:moveTo>
                <a:lnTo>
                  <a:pt x="2246" y="1874"/>
                </a:lnTo>
                <a:lnTo>
                  <a:pt x="2246" y="1852"/>
                </a:lnTo>
                <a:lnTo>
                  <a:pt x="2358" y="1852"/>
                </a:lnTo>
                <a:lnTo>
                  <a:pt x="2358" y="1874"/>
                </a:lnTo>
                <a:moveTo>
                  <a:pt x="2178" y="1874"/>
                </a:moveTo>
                <a:lnTo>
                  <a:pt x="2065" y="1874"/>
                </a:lnTo>
                <a:lnTo>
                  <a:pt x="2065" y="1852"/>
                </a:lnTo>
                <a:lnTo>
                  <a:pt x="2178" y="1852"/>
                </a:lnTo>
                <a:lnTo>
                  <a:pt x="2178" y="1874"/>
                </a:lnTo>
                <a:moveTo>
                  <a:pt x="1997" y="1874"/>
                </a:moveTo>
                <a:lnTo>
                  <a:pt x="1884" y="1874"/>
                </a:lnTo>
                <a:lnTo>
                  <a:pt x="1884" y="1852"/>
                </a:lnTo>
                <a:lnTo>
                  <a:pt x="1997" y="1852"/>
                </a:lnTo>
                <a:lnTo>
                  <a:pt x="1997" y="1874"/>
                </a:lnTo>
                <a:moveTo>
                  <a:pt x="1817" y="1874"/>
                </a:moveTo>
                <a:lnTo>
                  <a:pt x="1704" y="1874"/>
                </a:lnTo>
                <a:lnTo>
                  <a:pt x="1704" y="1852"/>
                </a:lnTo>
                <a:lnTo>
                  <a:pt x="1817" y="1852"/>
                </a:lnTo>
                <a:lnTo>
                  <a:pt x="1817" y="1874"/>
                </a:lnTo>
                <a:moveTo>
                  <a:pt x="1636" y="1874"/>
                </a:moveTo>
                <a:lnTo>
                  <a:pt x="1523" y="1874"/>
                </a:lnTo>
                <a:lnTo>
                  <a:pt x="1523" y="1852"/>
                </a:lnTo>
                <a:lnTo>
                  <a:pt x="1636" y="1852"/>
                </a:lnTo>
                <a:lnTo>
                  <a:pt x="1636" y="1874"/>
                </a:lnTo>
                <a:moveTo>
                  <a:pt x="1456" y="1874"/>
                </a:moveTo>
                <a:lnTo>
                  <a:pt x="1343" y="1874"/>
                </a:lnTo>
                <a:lnTo>
                  <a:pt x="1343" y="1852"/>
                </a:lnTo>
                <a:lnTo>
                  <a:pt x="1456" y="1852"/>
                </a:lnTo>
                <a:lnTo>
                  <a:pt x="1456" y="1874"/>
                </a:lnTo>
                <a:moveTo>
                  <a:pt x="1275" y="1874"/>
                </a:moveTo>
                <a:lnTo>
                  <a:pt x="1162" y="1874"/>
                </a:lnTo>
                <a:lnTo>
                  <a:pt x="1162" y="1852"/>
                </a:lnTo>
                <a:lnTo>
                  <a:pt x="1275" y="1852"/>
                </a:lnTo>
                <a:lnTo>
                  <a:pt x="1275" y="1874"/>
                </a:lnTo>
                <a:moveTo>
                  <a:pt x="1095" y="1874"/>
                </a:moveTo>
                <a:lnTo>
                  <a:pt x="982" y="1874"/>
                </a:lnTo>
                <a:lnTo>
                  <a:pt x="982" y="1852"/>
                </a:lnTo>
                <a:lnTo>
                  <a:pt x="1095" y="1852"/>
                </a:lnTo>
                <a:lnTo>
                  <a:pt x="1095" y="1874"/>
                </a:lnTo>
                <a:moveTo>
                  <a:pt x="914" y="1874"/>
                </a:moveTo>
                <a:lnTo>
                  <a:pt x="801" y="1874"/>
                </a:lnTo>
                <a:lnTo>
                  <a:pt x="801" y="1852"/>
                </a:lnTo>
                <a:lnTo>
                  <a:pt x="914" y="1852"/>
                </a:lnTo>
                <a:lnTo>
                  <a:pt x="914" y="1874"/>
                </a:lnTo>
                <a:moveTo>
                  <a:pt x="734" y="1874"/>
                </a:moveTo>
                <a:lnTo>
                  <a:pt x="621" y="1874"/>
                </a:lnTo>
                <a:lnTo>
                  <a:pt x="621" y="1852"/>
                </a:lnTo>
                <a:lnTo>
                  <a:pt x="734" y="1852"/>
                </a:lnTo>
                <a:lnTo>
                  <a:pt x="734" y="1874"/>
                </a:lnTo>
                <a:moveTo>
                  <a:pt x="553" y="1874"/>
                </a:moveTo>
                <a:lnTo>
                  <a:pt x="440" y="1874"/>
                </a:lnTo>
                <a:lnTo>
                  <a:pt x="440" y="1852"/>
                </a:lnTo>
                <a:lnTo>
                  <a:pt x="553" y="1852"/>
                </a:lnTo>
                <a:lnTo>
                  <a:pt x="553" y="1874"/>
                </a:lnTo>
                <a:moveTo>
                  <a:pt x="372" y="1874"/>
                </a:moveTo>
                <a:lnTo>
                  <a:pt x="260" y="1874"/>
                </a:lnTo>
                <a:lnTo>
                  <a:pt x="260" y="1852"/>
                </a:lnTo>
                <a:lnTo>
                  <a:pt x="372" y="1852"/>
                </a:lnTo>
                <a:lnTo>
                  <a:pt x="372" y="1874"/>
                </a:lnTo>
                <a:moveTo>
                  <a:pt x="192" y="1874"/>
                </a:moveTo>
                <a:lnTo>
                  <a:pt x="79" y="1874"/>
                </a:lnTo>
                <a:lnTo>
                  <a:pt x="79" y="1852"/>
                </a:lnTo>
                <a:lnTo>
                  <a:pt x="192" y="1852"/>
                </a:lnTo>
                <a:lnTo>
                  <a:pt x="192" y="1874"/>
                </a:lnTo>
                <a:moveTo>
                  <a:pt x="0" y="1863"/>
                </a:moveTo>
                <a:lnTo>
                  <a:pt x="0" y="1750"/>
                </a:lnTo>
                <a:lnTo>
                  <a:pt x="23" y="1750"/>
                </a:lnTo>
                <a:lnTo>
                  <a:pt x="23" y="1863"/>
                </a:lnTo>
                <a:lnTo>
                  <a:pt x="0" y="1863"/>
                </a:lnTo>
                <a:moveTo>
                  <a:pt x="0" y="1683"/>
                </a:moveTo>
                <a:lnTo>
                  <a:pt x="0" y="1570"/>
                </a:lnTo>
                <a:lnTo>
                  <a:pt x="23" y="1570"/>
                </a:lnTo>
                <a:lnTo>
                  <a:pt x="23" y="1683"/>
                </a:lnTo>
                <a:lnTo>
                  <a:pt x="0" y="1683"/>
                </a:lnTo>
                <a:moveTo>
                  <a:pt x="0" y="1502"/>
                </a:moveTo>
                <a:lnTo>
                  <a:pt x="0" y="1389"/>
                </a:lnTo>
                <a:lnTo>
                  <a:pt x="23" y="1389"/>
                </a:lnTo>
                <a:lnTo>
                  <a:pt x="23" y="1502"/>
                </a:lnTo>
                <a:lnTo>
                  <a:pt x="0" y="1502"/>
                </a:lnTo>
                <a:moveTo>
                  <a:pt x="0" y="1321"/>
                </a:moveTo>
                <a:lnTo>
                  <a:pt x="0" y="1207"/>
                </a:lnTo>
                <a:lnTo>
                  <a:pt x="23" y="1207"/>
                </a:lnTo>
                <a:lnTo>
                  <a:pt x="23" y="1321"/>
                </a:lnTo>
                <a:lnTo>
                  <a:pt x="0" y="1321"/>
                </a:lnTo>
                <a:moveTo>
                  <a:pt x="0" y="1140"/>
                </a:moveTo>
                <a:lnTo>
                  <a:pt x="0" y="1027"/>
                </a:lnTo>
                <a:lnTo>
                  <a:pt x="23" y="1027"/>
                </a:lnTo>
                <a:lnTo>
                  <a:pt x="23" y="1140"/>
                </a:lnTo>
                <a:lnTo>
                  <a:pt x="0" y="1140"/>
                </a:lnTo>
                <a:moveTo>
                  <a:pt x="0" y="959"/>
                </a:moveTo>
                <a:lnTo>
                  <a:pt x="0" y="846"/>
                </a:lnTo>
                <a:lnTo>
                  <a:pt x="23" y="846"/>
                </a:lnTo>
                <a:lnTo>
                  <a:pt x="23" y="959"/>
                </a:lnTo>
                <a:lnTo>
                  <a:pt x="0" y="959"/>
                </a:lnTo>
                <a:moveTo>
                  <a:pt x="0" y="779"/>
                </a:moveTo>
                <a:lnTo>
                  <a:pt x="0" y="666"/>
                </a:lnTo>
                <a:lnTo>
                  <a:pt x="23" y="666"/>
                </a:lnTo>
                <a:lnTo>
                  <a:pt x="23" y="779"/>
                </a:lnTo>
                <a:lnTo>
                  <a:pt x="0" y="779"/>
                </a:lnTo>
                <a:moveTo>
                  <a:pt x="0" y="598"/>
                </a:moveTo>
                <a:lnTo>
                  <a:pt x="0" y="485"/>
                </a:lnTo>
                <a:lnTo>
                  <a:pt x="23" y="485"/>
                </a:lnTo>
                <a:lnTo>
                  <a:pt x="23" y="598"/>
                </a:lnTo>
                <a:lnTo>
                  <a:pt x="0" y="598"/>
                </a:lnTo>
                <a:moveTo>
                  <a:pt x="0" y="417"/>
                </a:moveTo>
                <a:lnTo>
                  <a:pt x="0" y="305"/>
                </a:lnTo>
                <a:lnTo>
                  <a:pt x="23" y="305"/>
                </a:lnTo>
                <a:lnTo>
                  <a:pt x="23" y="417"/>
                </a:lnTo>
                <a:lnTo>
                  <a:pt x="0" y="417"/>
                </a:lnTo>
                <a:moveTo>
                  <a:pt x="0" y="237"/>
                </a:moveTo>
                <a:lnTo>
                  <a:pt x="0" y="124"/>
                </a:lnTo>
                <a:lnTo>
                  <a:pt x="23" y="124"/>
                </a:lnTo>
                <a:lnTo>
                  <a:pt x="23" y="237"/>
                </a:lnTo>
                <a:lnTo>
                  <a:pt x="0" y="237"/>
                </a:lnTo>
                <a:moveTo>
                  <a:pt x="0" y="56"/>
                </a:moveTo>
                <a:lnTo>
                  <a:pt x="0" y="0"/>
                </a:lnTo>
                <a:lnTo>
                  <a:pt x="124" y="0"/>
                </a:lnTo>
                <a:lnTo>
                  <a:pt x="124" y="22"/>
                </a:lnTo>
                <a:lnTo>
                  <a:pt x="11" y="22"/>
                </a:lnTo>
                <a:lnTo>
                  <a:pt x="11" y="11"/>
                </a:lnTo>
                <a:lnTo>
                  <a:pt x="23" y="11"/>
                </a:lnTo>
                <a:lnTo>
                  <a:pt x="23" y="56"/>
                </a:lnTo>
                <a:lnTo>
                  <a:pt x="0" y="56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4" name=""/>
          <p:cNvSpPr/>
          <p:nvPr/>
        </p:nvSpPr>
        <p:spPr>
          <a:xfrm>
            <a:off x="7961400" y="3329640"/>
            <a:ext cx="97920" cy="81360"/>
          </a:xfrm>
          <a:custGeom>
            <a:avLst/>
            <a:gdLst/>
            <a:ahLst/>
            <a:rect l="0" t="0" r="r" b="b"/>
            <a:pathLst>
              <a:path w="272" h="226">
                <a:moveTo>
                  <a:pt x="0" y="0"/>
                </a:moveTo>
                <a:lnTo>
                  <a:pt x="272" y="0"/>
                </a:lnTo>
                <a:lnTo>
                  <a:pt x="272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5" name=""/>
          <p:cNvSpPr/>
          <p:nvPr/>
        </p:nvSpPr>
        <p:spPr>
          <a:xfrm>
            <a:off x="7961400" y="335808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901800" y="2833920"/>
            <a:ext cx="4731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Leren door te doen in een levensechte omgeving, theorie ondersteunend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901800" y="3320640"/>
            <a:ext cx="423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Leerdoel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901800" y="3451680"/>
            <a:ext cx="49536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Zelfstandig farmaceutische patiëntenzorg bieden in een levensechte setting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901800" y="3605040"/>
            <a:ext cx="25153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Kerntaak Word onderwijskundig vertaald tot: B1-K1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0" name=""/>
          <p:cNvSpPr/>
          <p:nvPr/>
        </p:nvSpPr>
        <p:spPr>
          <a:xfrm>
            <a:off x="820080" y="4158360"/>
            <a:ext cx="4168440" cy="528480"/>
          </a:xfrm>
          <a:custGeom>
            <a:avLst/>
            <a:gdLst/>
            <a:ahLst/>
            <a:rect l="0" t="0" r="r" b="b"/>
            <a:pathLst>
              <a:path w="11579" h="1468">
                <a:moveTo>
                  <a:pt x="0" y="0"/>
                </a:moveTo>
                <a:lnTo>
                  <a:pt x="11579" y="0"/>
                </a:lnTo>
                <a:lnTo>
                  <a:pt x="11579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1" name=""/>
          <p:cNvSpPr/>
          <p:nvPr/>
        </p:nvSpPr>
        <p:spPr>
          <a:xfrm>
            <a:off x="816120" y="4154400"/>
            <a:ext cx="4176360" cy="536760"/>
          </a:xfrm>
          <a:custGeom>
            <a:avLst/>
            <a:gdLst/>
            <a:ahLst/>
            <a:rect l="0" t="0" r="r" b="b"/>
            <a:pathLst>
              <a:path w="11601" h="1491">
                <a:moveTo>
                  <a:pt x="192" y="0"/>
                </a:moveTo>
                <a:lnTo>
                  <a:pt x="305" y="0"/>
                </a:lnTo>
                <a:lnTo>
                  <a:pt x="305" y="22"/>
                </a:lnTo>
                <a:lnTo>
                  <a:pt x="192" y="22"/>
                </a:lnTo>
                <a:lnTo>
                  <a:pt x="192" y="0"/>
                </a:lnTo>
                <a:moveTo>
                  <a:pt x="372" y="0"/>
                </a:moveTo>
                <a:lnTo>
                  <a:pt x="485" y="0"/>
                </a:lnTo>
                <a:lnTo>
                  <a:pt x="485" y="22"/>
                </a:lnTo>
                <a:lnTo>
                  <a:pt x="372" y="22"/>
                </a:lnTo>
                <a:lnTo>
                  <a:pt x="372" y="0"/>
                </a:lnTo>
                <a:moveTo>
                  <a:pt x="553" y="0"/>
                </a:moveTo>
                <a:lnTo>
                  <a:pt x="666" y="0"/>
                </a:lnTo>
                <a:lnTo>
                  <a:pt x="666" y="22"/>
                </a:lnTo>
                <a:lnTo>
                  <a:pt x="553" y="22"/>
                </a:lnTo>
                <a:lnTo>
                  <a:pt x="553" y="0"/>
                </a:lnTo>
                <a:moveTo>
                  <a:pt x="734" y="0"/>
                </a:moveTo>
                <a:lnTo>
                  <a:pt x="846" y="0"/>
                </a:lnTo>
                <a:lnTo>
                  <a:pt x="846" y="22"/>
                </a:lnTo>
                <a:lnTo>
                  <a:pt x="734" y="22"/>
                </a:lnTo>
                <a:lnTo>
                  <a:pt x="734" y="0"/>
                </a:lnTo>
                <a:moveTo>
                  <a:pt x="914" y="0"/>
                </a:moveTo>
                <a:lnTo>
                  <a:pt x="1027" y="0"/>
                </a:lnTo>
                <a:lnTo>
                  <a:pt x="1027" y="22"/>
                </a:lnTo>
                <a:lnTo>
                  <a:pt x="914" y="22"/>
                </a:lnTo>
                <a:lnTo>
                  <a:pt x="914" y="0"/>
                </a:lnTo>
                <a:moveTo>
                  <a:pt x="1095" y="0"/>
                </a:moveTo>
                <a:lnTo>
                  <a:pt x="1207" y="0"/>
                </a:lnTo>
                <a:lnTo>
                  <a:pt x="1207" y="22"/>
                </a:lnTo>
                <a:lnTo>
                  <a:pt x="1095" y="22"/>
                </a:lnTo>
                <a:lnTo>
                  <a:pt x="1095" y="0"/>
                </a:lnTo>
                <a:moveTo>
                  <a:pt x="1275" y="0"/>
                </a:moveTo>
                <a:lnTo>
                  <a:pt x="1388" y="0"/>
                </a:lnTo>
                <a:lnTo>
                  <a:pt x="1388" y="22"/>
                </a:lnTo>
                <a:lnTo>
                  <a:pt x="1275" y="22"/>
                </a:lnTo>
                <a:lnTo>
                  <a:pt x="1275" y="0"/>
                </a:lnTo>
                <a:moveTo>
                  <a:pt x="1456" y="0"/>
                </a:moveTo>
                <a:lnTo>
                  <a:pt x="1569" y="0"/>
                </a:lnTo>
                <a:lnTo>
                  <a:pt x="1569" y="22"/>
                </a:lnTo>
                <a:lnTo>
                  <a:pt x="1456" y="22"/>
                </a:lnTo>
                <a:lnTo>
                  <a:pt x="1456" y="0"/>
                </a:lnTo>
                <a:moveTo>
                  <a:pt x="1636" y="0"/>
                </a:moveTo>
                <a:lnTo>
                  <a:pt x="1749" y="0"/>
                </a:lnTo>
                <a:lnTo>
                  <a:pt x="1749" y="22"/>
                </a:lnTo>
                <a:lnTo>
                  <a:pt x="1636" y="22"/>
                </a:lnTo>
                <a:lnTo>
                  <a:pt x="1636" y="0"/>
                </a:lnTo>
                <a:moveTo>
                  <a:pt x="1817" y="0"/>
                </a:moveTo>
                <a:lnTo>
                  <a:pt x="1930" y="0"/>
                </a:lnTo>
                <a:lnTo>
                  <a:pt x="1930" y="22"/>
                </a:lnTo>
                <a:lnTo>
                  <a:pt x="1817" y="22"/>
                </a:lnTo>
                <a:lnTo>
                  <a:pt x="1817" y="0"/>
                </a:lnTo>
                <a:moveTo>
                  <a:pt x="1997" y="0"/>
                </a:moveTo>
                <a:lnTo>
                  <a:pt x="2110" y="0"/>
                </a:lnTo>
                <a:lnTo>
                  <a:pt x="2110" y="22"/>
                </a:lnTo>
                <a:lnTo>
                  <a:pt x="1997" y="22"/>
                </a:lnTo>
                <a:lnTo>
                  <a:pt x="1997" y="0"/>
                </a:lnTo>
                <a:moveTo>
                  <a:pt x="2178" y="0"/>
                </a:moveTo>
                <a:lnTo>
                  <a:pt x="2291" y="0"/>
                </a:lnTo>
                <a:lnTo>
                  <a:pt x="2291" y="22"/>
                </a:lnTo>
                <a:lnTo>
                  <a:pt x="2178" y="22"/>
                </a:lnTo>
                <a:lnTo>
                  <a:pt x="2178" y="0"/>
                </a:lnTo>
                <a:moveTo>
                  <a:pt x="2358" y="0"/>
                </a:moveTo>
                <a:lnTo>
                  <a:pt x="2471" y="0"/>
                </a:lnTo>
                <a:lnTo>
                  <a:pt x="2471" y="22"/>
                </a:lnTo>
                <a:lnTo>
                  <a:pt x="2358" y="22"/>
                </a:lnTo>
                <a:lnTo>
                  <a:pt x="2358" y="0"/>
                </a:lnTo>
                <a:moveTo>
                  <a:pt x="2539" y="0"/>
                </a:moveTo>
                <a:lnTo>
                  <a:pt x="2652" y="0"/>
                </a:lnTo>
                <a:lnTo>
                  <a:pt x="2652" y="22"/>
                </a:lnTo>
                <a:lnTo>
                  <a:pt x="2539" y="22"/>
                </a:lnTo>
                <a:lnTo>
                  <a:pt x="2539" y="0"/>
                </a:lnTo>
                <a:moveTo>
                  <a:pt x="2719" y="0"/>
                </a:moveTo>
                <a:lnTo>
                  <a:pt x="2832" y="0"/>
                </a:lnTo>
                <a:lnTo>
                  <a:pt x="2832" y="22"/>
                </a:lnTo>
                <a:lnTo>
                  <a:pt x="2719" y="22"/>
                </a:lnTo>
                <a:lnTo>
                  <a:pt x="2719" y="0"/>
                </a:lnTo>
                <a:moveTo>
                  <a:pt x="2900" y="0"/>
                </a:moveTo>
                <a:lnTo>
                  <a:pt x="3013" y="0"/>
                </a:lnTo>
                <a:lnTo>
                  <a:pt x="3013" y="22"/>
                </a:lnTo>
                <a:lnTo>
                  <a:pt x="2900" y="22"/>
                </a:lnTo>
                <a:lnTo>
                  <a:pt x="2900" y="0"/>
                </a:lnTo>
                <a:moveTo>
                  <a:pt x="3081" y="0"/>
                </a:moveTo>
                <a:lnTo>
                  <a:pt x="3193" y="0"/>
                </a:lnTo>
                <a:lnTo>
                  <a:pt x="3193" y="22"/>
                </a:lnTo>
                <a:lnTo>
                  <a:pt x="3081" y="22"/>
                </a:lnTo>
                <a:lnTo>
                  <a:pt x="3081" y="0"/>
                </a:lnTo>
                <a:moveTo>
                  <a:pt x="3261" y="0"/>
                </a:moveTo>
                <a:lnTo>
                  <a:pt x="3374" y="0"/>
                </a:lnTo>
                <a:lnTo>
                  <a:pt x="3374" y="22"/>
                </a:lnTo>
                <a:lnTo>
                  <a:pt x="3261" y="22"/>
                </a:lnTo>
                <a:lnTo>
                  <a:pt x="3261" y="0"/>
                </a:lnTo>
                <a:moveTo>
                  <a:pt x="3442" y="0"/>
                </a:moveTo>
                <a:lnTo>
                  <a:pt x="3555" y="0"/>
                </a:lnTo>
                <a:lnTo>
                  <a:pt x="3555" y="22"/>
                </a:lnTo>
                <a:lnTo>
                  <a:pt x="3442" y="22"/>
                </a:lnTo>
                <a:lnTo>
                  <a:pt x="3442" y="0"/>
                </a:lnTo>
                <a:moveTo>
                  <a:pt x="3623" y="0"/>
                </a:moveTo>
                <a:lnTo>
                  <a:pt x="3736" y="0"/>
                </a:lnTo>
                <a:lnTo>
                  <a:pt x="3736" y="22"/>
                </a:lnTo>
                <a:lnTo>
                  <a:pt x="3623" y="22"/>
                </a:lnTo>
                <a:lnTo>
                  <a:pt x="3623" y="0"/>
                </a:lnTo>
                <a:moveTo>
                  <a:pt x="3804" y="0"/>
                </a:moveTo>
                <a:lnTo>
                  <a:pt x="3917" y="0"/>
                </a:lnTo>
                <a:lnTo>
                  <a:pt x="3917" y="22"/>
                </a:lnTo>
                <a:lnTo>
                  <a:pt x="3804" y="22"/>
                </a:lnTo>
                <a:lnTo>
                  <a:pt x="3804" y="0"/>
                </a:lnTo>
                <a:moveTo>
                  <a:pt x="3984" y="0"/>
                </a:moveTo>
                <a:lnTo>
                  <a:pt x="4097" y="0"/>
                </a:lnTo>
                <a:lnTo>
                  <a:pt x="4097" y="22"/>
                </a:lnTo>
                <a:lnTo>
                  <a:pt x="3984" y="22"/>
                </a:lnTo>
                <a:lnTo>
                  <a:pt x="3984" y="0"/>
                </a:lnTo>
                <a:moveTo>
                  <a:pt x="4165" y="0"/>
                </a:moveTo>
                <a:lnTo>
                  <a:pt x="4278" y="0"/>
                </a:lnTo>
                <a:lnTo>
                  <a:pt x="4278" y="22"/>
                </a:lnTo>
                <a:lnTo>
                  <a:pt x="4165" y="22"/>
                </a:lnTo>
                <a:lnTo>
                  <a:pt x="4165" y="0"/>
                </a:lnTo>
                <a:moveTo>
                  <a:pt x="4345" y="0"/>
                </a:moveTo>
                <a:lnTo>
                  <a:pt x="4458" y="0"/>
                </a:lnTo>
                <a:lnTo>
                  <a:pt x="4458" y="22"/>
                </a:lnTo>
                <a:lnTo>
                  <a:pt x="4345" y="22"/>
                </a:lnTo>
                <a:lnTo>
                  <a:pt x="4345" y="0"/>
                </a:lnTo>
                <a:moveTo>
                  <a:pt x="4526" y="0"/>
                </a:moveTo>
                <a:lnTo>
                  <a:pt x="4639" y="0"/>
                </a:lnTo>
                <a:lnTo>
                  <a:pt x="4639" y="22"/>
                </a:lnTo>
                <a:lnTo>
                  <a:pt x="4526" y="22"/>
                </a:lnTo>
                <a:lnTo>
                  <a:pt x="4526" y="0"/>
                </a:lnTo>
                <a:moveTo>
                  <a:pt x="4706" y="0"/>
                </a:moveTo>
                <a:lnTo>
                  <a:pt x="4819" y="0"/>
                </a:lnTo>
                <a:lnTo>
                  <a:pt x="4819" y="22"/>
                </a:lnTo>
                <a:lnTo>
                  <a:pt x="4706" y="22"/>
                </a:lnTo>
                <a:lnTo>
                  <a:pt x="4706" y="0"/>
                </a:lnTo>
                <a:moveTo>
                  <a:pt x="4887" y="0"/>
                </a:moveTo>
                <a:lnTo>
                  <a:pt x="5000" y="0"/>
                </a:lnTo>
                <a:lnTo>
                  <a:pt x="5000" y="22"/>
                </a:lnTo>
                <a:lnTo>
                  <a:pt x="4887" y="22"/>
                </a:lnTo>
                <a:lnTo>
                  <a:pt x="4887" y="0"/>
                </a:lnTo>
                <a:moveTo>
                  <a:pt x="5067" y="0"/>
                </a:moveTo>
                <a:lnTo>
                  <a:pt x="5180" y="0"/>
                </a:lnTo>
                <a:lnTo>
                  <a:pt x="5180" y="22"/>
                </a:lnTo>
                <a:lnTo>
                  <a:pt x="5067" y="22"/>
                </a:lnTo>
                <a:lnTo>
                  <a:pt x="5067" y="0"/>
                </a:lnTo>
                <a:moveTo>
                  <a:pt x="5248" y="0"/>
                </a:moveTo>
                <a:lnTo>
                  <a:pt x="5361" y="0"/>
                </a:lnTo>
                <a:lnTo>
                  <a:pt x="5361" y="22"/>
                </a:lnTo>
                <a:lnTo>
                  <a:pt x="5248" y="22"/>
                </a:lnTo>
                <a:lnTo>
                  <a:pt x="5248" y="0"/>
                </a:lnTo>
                <a:moveTo>
                  <a:pt x="5429" y="0"/>
                </a:moveTo>
                <a:lnTo>
                  <a:pt x="5541" y="0"/>
                </a:lnTo>
                <a:lnTo>
                  <a:pt x="5541" y="22"/>
                </a:lnTo>
                <a:lnTo>
                  <a:pt x="5429" y="22"/>
                </a:lnTo>
                <a:lnTo>
                  <a:pt x="5429" y="0"/>
                </a:lnTo>
                <a:moveTo>
                  <a:pt x="5609" y="0"/>
                </a:moveTo>
                <a:lnTo>
                  <a:pt x="5722" y="0"/>
                </a:lnTo>
                <a:lnTo>
                  <a:pt x="5722" y="22"/>
                </a:lnTo>
                <a:lnTo>
                  <a:pt x="5609" y="22"/>
                </a:lnTo>
                <a:lnTo>
                  <a:pt x="5609" y="0"/>
                </a:lnTo>
                <a:moveTo>
                  <a:pt x="5790" y="0"/>
                </a:moveTo>
                <a:lnTo>
                  <a:pt x="5902" y="0"/>
                </a:lnTo>
                <a:lnTo>
                  <a:pt x="5902" y="22"/>
                </a:lnTo>
                <a:lnTo>
                  <a:pt x="5790" y="22"/>
                </a:lnTo>
                <a:lnTo>
                  <a:pt x="5790" y="0"/>
                </a:lnTo>
                <a:moveTo>
                  <a:pt x="5970" y="0"/>
                </a:moveTo>
                <a:lnTo>
                  <a:pt x="6083" y="0"/>
                </a:lnTo>
                <a:lnTo>
                  <a:pt x="6083" y="22"/>
                </a:lnTo>
                <a:lnTo>
                  <a:pt x="5970" y="22"/>
                </a:lnTo>
                <a:lnTo>
                  <a:pt x="5970" y="0"/>
                </a:lnTo>
                <a:moveTo>
                  <a:pt x="6151" y="0"/>
                </a:moveTo>
                <a:lnTo>
                  <a:pt x="6264" y="0"/>
                </a:lnTo>
                <a:lnTo>
                  <a:pt x="6264" y="22"/>
                </a:lnTo>
                <a:lnTo>
                  <a:pt x="6151" y="22"/>
                </a:lnTo>
                <a:lnTo>
                  <a:pt x="6151" y="0"/>
                </a:lnTo>
                <a:moveTo>
                  <a:pt x="6331" y="0"/>
                </a:moveTo>
                <a:lnTo>
                  <a:pt x="6444" y="0"/>
                </a:lnTo>
                <a:lnTo>
                  <a:pt x="6444" y="22"/>
                </a:lnTo>
                <a:lnTo>
                  <a:pt x="6331" y="22"/>
                </a:lnTo>
                <a:lnTo>
                  <a:pt x="6331" y="0"/>
                </a:lnTo>
                <a:moveTo>
                  <a:pt x="6512" y="0"/>
                </a:moveTo>
                <a:lnTo>
                  <a:pt x="6625" y="0"/>
                </a:lnTo>
                <a:lnTo>
                  <a:pt x="6625" y="22"/>
                </a:lnTo>
                <a:lnTo>
                  <a:pt x="6512" y="22"/>
                </a:lnTo>
                <a:lnTo>
                  <a:pt x="6512" y="0"/>
                </a:lnTo>
                <a:moveTo>
                  <a:pt x="6692" y="0"/>
                </a:moveTo>
                <a:lnTo>
                  <a:pt x="6805" y="0"/>
                </a:lnTo>
                <a:lnTo>
                  <a:pt x="6805" y="22"/>
                </a:lnTo>
                <a:lnTo>
                  <a:pt x="6692" y="22"/>
                </a:lnTo>
                <a:lnTo>
                  <a:pt x="6692" y="0"/>
                </a:lnTo>
                <a:moveTo>
                  <a:pt x="6873" y="0"/>
                </a:moveTo>
                <a:lnTo>
                  <a:pt x="6986" y="0"/>
                </a:lnTo>
                <a:lnTo>
                  <a:pt x="6986" y="22"/>
                </a:lnTo>
                <a:lnTo>
                  <a:pt x="6873" y="22"/>
                </a:lnTo>
                <a:lnTo>
                  <a:pt x="6873" y="0"/>
                </a:lnTo>
                <a:moveTo>
                  <a:pt x="7053" y="0"/>
                </a:moveTo>
                <a:lnTo>
                  <a:pt x="7166" y="0"/>
                </a:lnTo>
                <a:lnTo>
                  <a:pt x="7166" y="22"/>
                </a:lnTo>
                <a:lnTo>
                  <a:pt x="7053" y="22"/>
                </a:lnTo>
                <a:lnTo>
                  <a:pt x="7053" y="0"/>
                </a:lnTo>
                <a:moveTo>
                  <a:pt x="7234" y="0"/>
                </a:moveTo>
                <a:lnTo>
                  <a:pt x="7347" y="0"/>
                </a:lnTo>
                <a:lnTo>
                  <a:pt x="7347" y="22"/>
                </a:lnTo>
                <a:lnTo>
                  <a:pt x="7234" y="22"/>
                </a:lnTo>
                <a:lnTo>
                  <a:pt x="7234" y="0"/>
                </a:lnTo>
                <a:moveTo>
                  <a:pt x="7415" y="0"/>
                </a:moveTo>
                <a:lnTo>
                  <a:pt x="7527" y="0"/>
                </a:lnTo>
                <a:lnTo>
                  <a:pt x="7527" y="22"/>
                </a:lnTo>
                <a:lnTo>
                  <a:pt x="7415" y="22"/>
                </a:lnTo>
                <a:lnTo>
                  <a:pt x="7415" y="0"/>
                </a:lnTo>
                <a:moveTo>
                  <a:pt x="7595" y="0"/>
                </a:moveTo>
                <a:lnTo>
                  <a:pt x="7708" y="0"/>
                </a:lnTo>
                <a:lnTo>
                  <a:pt x="7708" y="22"/>
                </a:lnTo>
                <a:lnTo>
                  <a:pt x="7595" y="22"/>
                </a:lnTo>
                <a:lnTo>
                  <a:pt x="7595" y="0"/>
                </a:lnTo>
                <a:moveTo>
                  <a:pt x="7776" y="0"/>
                </a:moveTo>
                <a:lnTo>
                  <a:pt x="7888" y="0"/>
                </a:lnTo>
                <a:lnTo>
                  <a:pt x="7888" y="22"/>
                </a:lnTo>
                <a:lnTo>
                  <a:pt x="7776" y="22"/>
                </a:lnTo>
                <a:lnTo>
                  <a:pt x="7776" y="0"/>
                </a:lnTo>
                <a:moveTo>
                  <a:pt x="7956" y="0"/>
                </a:moveTo>
                <a:lnTo>
                  <a:pt x="8069" y="0"/>
                </a:lnTo>
                <a:lnTo>
                  <a:pt x="8069" y="22"/>
                </a:lnTo>
                <a:lnTo>
                  <a:pt x="7956" y="22"/>
                </a:lnTo>
                <a:lnTo>
                  <a:pt x="7956" y="0"/>
                </a:lnTo>
                <a:moveTo>
                  <a:pt x="8137" y="0"/>
                </a:moveTo>
                <a:lnTo>
                  <a:pt x="8250" y="0"/>
                </a:lnTo>
                <a:lnTo>
                  <a:pt x="8250" y="22"/>
                </a:lnTo>
                <a:lnTo>
                  <a:pt x="8137" y="22"/>
                </a:lnTo>
                <a:lnTo>
                  <a:pt x="8137" y="0"/>
                </a:lnTo>
                <a:moveTo>
                  <a:pt x="8317" y="0"/>
                </a:moveTo>
                <a:lnTo>
                  <a:pt x="8430" y="0"/>
                </a:lnTo>
                <a:lnTo>
                  <a:pt x="8430" y="22"/>
                </a:lnTo>
                <a:lnTo>
                  <a:pt x="8317" y="22"/>
                </a:lnTo>
                <a:lnTo>
                  <a:pt x="8317" y="0"/>
                </a:lnTo>
                <a:moveTo>
                  <a:pt x="8498" y="0"/>
                </a:moveTo>
                <a:lnTo>
                  <a:pt x="8611" y="0"/>
                </a:lnTo>
                <a:lnTo>
                  <a:pt x="8611" y="22"/>
                </a:lnTo>
                <a:lnTo>
                  <a:pt x="8498" y="22"/>
                </a:lnTo>
                <a:lnTo>
                  <a:pt x="8498" y="0"/>
                </a:lnTo>
                <a:moveTo>
                  <a:pt x="8678" y="0"/>
                </a:moveTo>
                <a:lnTo>
                  <a:pt x="8791" y="0"/>
                </a:lnTo>
                <a:lnTo>
                  <a:pt x="8791" y="22"/>
                </a:lnTo>
                <a:lnTo>
                  <a:pt x="8678" y="22"/>
                </a:lnTo>
                <a:lnTo>
                  <a:pt x="8678" y="0"/>
                </a:lnTo>
                <a:moveTo>
                  <a:pt x="8859" y="0"/>
                </a:moveTo>
                <a:lnTo>
                  <a:pt x="8972" y="0"/>
                </a:lnTo>
                <a:lnTo>
                  <a:pt x="8972" y="22"/>
                </a:lnTo>
                <a:lnTo>
                  <a:pt x="8859" y="22"/>
                </a:lnTo>
                <a:lnTo>
                  <a:pt x="8859" y="0"/>
                </a:lnTo>
                <a:moveTo>
                  <a:pt x="9039" y="0"/>
                </a:moveTo>
                <a:lnTo>
                  <a:pt x="9152" y="0"/>
                </a:lnTo>
                <a:lnTo>
                  <a:pt x="9152" y="22"/>
                </a:lnTo>
                <a:lnTo>
                  <a:pt x="9039" y="22"/>
                </a:lnTo>
                <a:lnTo>
                  <a:pt x="9039" y="0"/>
                </a:lnTo>
                <a:moveTo>
                  <a:pt x="9220" y="0"/>
                </a:moveTo>
                <a:lnTo>
                  <a:pt x="9333" y="0"/>
                </a:lnTo>
                <a:lnTo>
                  <a:pt x="9333" y="22"/>
                </a:lnTo>
                <a:lnTo>
                  <a:pt x="9220" y="22"/>
                </a:lnTo>
                <a:lnTo>
                  <a:pt x="9220" y="0"/>
                </a:lnTo>
                <a:moveTo>
                  <a:pt x="9400" y="0"/>
                </a:moveTo>
                <a:lnTo>
                  <a:pt x="9513" y="0"/>
                </a:lnTo>
                <a:lnTo>
                  <a:pt x="9513" y="22"/>
                </a:lnTo>
                <a:lnTo>
                  <a:pt x="9400" y="22"/>
                </a:lnTo>
                <a:lnTo>
                  <a:pt x="9400" y="0"/>
                </a:lnTo>
                <a:moveTo>
                  <a:pt x="9581" y="0"/>
                </a:moveTo>
                <a:lnTo>
                  <a:pt x="9694" y="0"/>
                </a:lnTo>
                <a:lnTo>
                  <a:pt x="9694" y="22"/>
                </a:lnTo>
                <a:lnTo>
                  <a:pt x="9581" y="22"/>
                </a:lnTo>
                <a:lnTo>
                  <a:pt x="9581" y="0"/>
                </a:lnTo>
                <a:moveTo>
                  <a:pt x="9762" y="0"/>
                </a:moveTo>
                <a:lnTo>
                  <a:pt x="9874" y="0"/>
                </a:lnTo>
                <a:lnTo>
                  <a:pt x="9874" y="22"/>
                </a:lnTo>
                <a:lnTo>
                  <a:pt x="9762" y="22"/>
                </a:lnTo>
                <a:lnTo>
                  <a:pt x="9762" y="0"/>
                </a:lnTo>
                <a:moveTo>
                  <a:pt x="9942" y="0"/>
                </a:moveTo>
                <a:lnTo>
                  <a:pt x="10055" y="0"/>
                </a:lnTo>
                <a:lnTo>
                  <a:pt x="10055" y="22"/>
                </a:lnTo>
                <a:lnTo>
                  <a:pt x="9942" y="22"/>
                </a:lnTo>
                <a:lnTo>
                  <a:pt x="9942" y="0"/>
                </a:lnTo>
                <a:moveTo>
                  <a:pt x="10123" y="0"/>
                </a:moveTo>
                <a:lnTo>
                  <a:pt x="10235" y="0"/>
                </a:lnTo>
                <a:lnTo>
                  <a:pt x="10235" y="22"/>
                </a:lnTo>
                <a:lnTo>
                  <a:pt x="10123" y="22"/>
                </a:lnTo>
                <a:lnTo>
                  <a:pt x="10123" y="0"/>
                </a:lnTo>
                <a:moveTo>
                  <a:pt x="10303" y="0"/>
                </a:moveTo>
                <a:lnTo>
                  <a:pt x="10416" y="0"/>
                </a:lnTo>
                <a:lnTo>
                  <a:pt x="10416" y="22"/>
                </a:lnTo>
                <a:lnTo>
                  <a:pt x="10303" y="22"/>
                </a:lnTo>
                <a:lnTo>
                  <a:pt x="10303" y="0"/>
                </a:lnTo>
                <a:moveTo>
                  <a:pt x="10484" y="0"/>
                </a:moveTo>
                <a:lnTo>
                  <a:pt x="10597" y="0"/>
                </a:lnTo>
                <a:lnTo>
                  <a:pt x="10597" y="22"/>
                </a:lnTo>
                <a:lnTo>
                  <a:pt x="10484" y="22"/>
                </a:lnTo>
                <a:lnTo>
                  <a:pt x="10484" y="0"/>
                </a:lnTo>
                <a:moveTo>
                  <a:pt x="10664" y="0"/>
                </a:moveTo>
                <a:lnTo>
                  <a:pt x="10777" y="0"/>
                </a:lnTo>
                <a:lnTo>
                  <a:pt x="10777" y="22"/>
                </a:lnTo>
                <a:lnTo>
                  <a:pt x="10664" y="22"/>
                </a:lnTo>
                <a:lnTo>
                  <a:pt x="10664" y="0"/>
                </a:lnTo>
                <a:moveTo>
                  <a:pt x="10845" y="0"/>
                </a:moveTo>
                <a:lnTo>
                  <a:pt x="10958" y="0"/>
                </a:lnTo>
                <a:lnTo>
                  <a:pt x="10958" y="22"/>
                </a:lnTo>
                <a:lnTo>
                  <a:pt x="10845" y="22"/>
                </a:lnTo>
                <a:lnTo>
                  <a:pt x="10845" y="0"/>
                </a:lnTo>
                <a:moveTo>
                  <a:pt x="11025" y="0"/>
                </a:moveTo>
                <a:lnTo>
                  <a:pt x="11138" y="0"/>
                </a:lnTo>
                <a:lnTo>
                  <a:pt x="11138" y="22"/>
                </a:lnTo>
                <a:lnTo>
                  <a:pt x="11025" y="22"/>
                </a:lnTo>
                <a:lnTo>
                  <a:pt x="11025" y="0"/>
                </a:lnTo>
                <a:moveTo>
                  <a:pt x="11206" y="0"/>
                </a:moveTo>
                <a:lnTo>
                  <a:pt x="11319" y="0"/>
                </a:lnTo>
                <a:lnTo>
                  <a:pt x="11319" y="22"/>
                </a:lnTo>
                <a:lnTo>
                  <a:pt x="11206" y="22"/>
                </a:lnTo>
                <a:lnTo>
                  <a:pt x="11206" y="0"/>
                </a:lnTo>
                <a:moveTo>
                  <a:pt x="11386" y="0"/>
                </a:moveTo>
                <a:lnTo>
                  <a:pt x="11499" y="0"/>
                </a:lnTo>
                <a:lnTo>
                  <a:pt x="11499" y="22"/>
                </a:lnTo>
                <a:lnTo>
                  <a:pt x="11386" y="22"/>
                </a:lnTo>
                <a:lnTo>
                  <a:pt x="11386" y="0"/>
                </a:lnTo>
                <a:moveTo>
                  <a:pt x="11567" y="0"/>
                </a:moveTo>
                <a:lnTo>
                  <a:pt x="11601" y="0"/>
                </a:lnTo>
                <a:lnTo>
                  <a:pt x="11601" y="101"/>
                </a:lnTo>
                <a:lnTo>
                  <a:pt x="11578" y="101"/>
                </a:lnTo>
                <a:lnTo>
                  <a:pt x="11578" y="11"/>
                </a:lnTo>
                <a:lnTo>
                  <a:pt x="11590" y="11"/>
                </a:lnTo>
                <a:lnTo>
                  <a:pt x="11590" y="22"/>
                </a:lnTo>
                <a:lnTo>
                  <a:pt x="11567" y="22"/>
                </a:lnTo>
                <a:lnTo>
                  <a:pt x="11567" y="0"/>
                </a:lnTo>
                <a:moveTo>
                  <a:pt x="11601" y="169"/>
                </a:moveTo>
                <a:lnTo>
                  <a:pt x="11601" y="282"/>
                </a:lnTo>
                <a:lnTo>
                  <a:pt x="11578" y="282"/>
                </a:lnTo>
                <a:lnTo>
                  <a:pt x="11578" y="169"/>
                </a:lnTo>
                <a:lnTo>
                  <a:pt x="11601" y="169"/>
                </a:lnTo>
                <a:moveTo>
                  <a:pt x="11601" y="350"/>
                </a:moveTo>
                <a:lnTo>
                  <a:pt x="11601" y="463"/>
                </a:lnTo>
                <a:lnTo>
                  <a:pt x="11578" y="463"/>
                </a:lnTo>
                <a:lnTo>
                  <a:pt x="11578" y="350"/>
                </a:lnTo>
                <a:lnTo>
                  <a:pt x="11601" y="350"/>
                </a:lnTo>
                <a:moveTo>
                  <a:pt x="11601" y="530"/>
                </a:moveTo>
                <a:lnTo>
                  <a:pt x="11601" y="643"/>
                </a:lnTo>
                <a:lnTo>
                  <a:pt x="11578" y="643"/>
                </a:lnTo>
                <a:lnTo>
                  <a:pt x="11578" y="530"/>
                </a:lnTo>
                <a:lnTo>
                  <a:pt x="11601" y="530"/>
                </a:lnTo>
                <a:moveTo>
                  <a:pt x="11601" y="711"/>
                </a:moveTo>
                <a:lnTo>
                  <a:pt x="11601" y="824"/>
                </a:lnTo>
                <a:lnTo>
                  <a:pt x="11578" y="824"/>
                </a:lnTo>
                <a:lnTo>
                  <a:pt x="11578" y="711"/>
                </a:lnTo>
                <a:lnTo>
                  <a:pt x="11601" y="711"/>
                </a:lnTo>
                <a:moveTo>
                  <a:pt x="11601" y="892"/>
                </a:moveTo>
                <a:lnTo>
                  <a:pt x="11601" y="1004"/>
                </a:lnTo>
                <a:lnTo>
                  <a:pt x="11578" y="1004"/>
                </a:lnTo>
                <a:lnTo>
                  <a:pt x="11578" y="892"/>
                </a:lnTo>
                <a:lnTo>
                  <a:pt x="11601" y="892"/>
                </a:lnTo>
                <a:moveTo>
                  <a:pt x="11601" y="1072"/>
                </a:moveTo>
                <a:lnTo>
                  <a:pt x="11601" y="1186"/>
                </a:lnTo>
                <a:lnTo>
                  <a:pt x="11578" y="1186"/>
                </a:lnTo>
                <a:lnTo>
                  <a:pt x="11578" y="1072"/>
                </a:lnTo>
                <a:lnTo>
                  <a:pt x="11601" y="1072"/>
                </a:lnTo>
                <a:moveTo>
                  <a:pt x="11601" y="1254"/>
                </a:moveTo>
                <a:lnTo>
                  <a:pt x="11601" y="1367"/>
                </a:lnTo>
                <a:lnTo>
                  <a:pt x="11578" y="1367"/>
                </a:lnTo>
                <a:lnTo>
                  <a:pt x="11578" y="1254"/>
                </a:lnTo>
                <a:lnTo>
                  <a:pt x="11601" y="1254"/>
                </a:lnTo>
                <a:moveTo>
                  <a:pt x="11601" y="1434"/>
                </a:moveTo>
                <a:lnTo>
                  <a:pt x="11601" y="1491"/>
                </a:lnTo>
                <a:lnTo>
                  <a:pt x="11522" y="1491"/>
                </a:lnTo>
                <a:lnTo>
                  <a:pt x="11522" y="1468"/>
                </a:lnTo>
                <a:lnTo>
                  <a:pt x="11590" y="1468"/>
                </a:lnTo>
                <a:lnTo>
                  <a:pt x="11590" y="1479"/>
                </a:lnTo>
                <a:lnTo>
                  <a:pt x="11578" y="1479"/>
                </a:lnTo>
                <a:lnTo>
                  <a:pt x="11578" y="1434"/>
                </a:lnTo>
                <a:lnTo>
                  <a:pt x="11601" y="1434"/>
                </a:lnTo>
                <a:moveTo>
                  <a:pt x="11454" y="1491"/>
                </a:moveTo>
                <a:lnTo>
                  <a:pt x="11341" y="1491"/>
                </a:lnTo>
                <a:lnTo>
                  <a:pt x="11341" y="1468"/>
                </a:lnTo>
                <a:lnTo>
                  <a:pt x="11454" y="1468"/>
                </a:lnTo>
                <a:lnTo>
                  <a:pt x="11454" y="1491"/>
                </a:lnTo>
                <a:moveTo>
                  <a:pt x="11274" y="1491"/>
                </a:moveTo>
                <a:lnTo>
                  <a:pt x="11161" y="1491"/>
                </a:lnTo>
                <a:lnTo>
                  <a:pt x="11161" y="1468"/>
                </a:lnTo>
                <a:lnTo>
                  <a:pt x="11274" y="1468"/>
                </a:lnTo>
                <a:lnTo>
                  <a:pt x="11274" y="1491"/>
                </a:lnTo>
                <a:moveTo>
                  <a:pt x="11093" y="1491"/>
                </a:moveTo>
                <a:lnTo>
                  <a:pt x="10980" y="1491"/>
                </a:lnTo>
                <a:lnTo>
                  <a:pt x="10980" y="1468"/>
                </a:lnTo>
                <a:lnTo>
                  <a:pt x="11093" y="1468"/>
                </a:lnTo>
                <a:lnTo>
                  <a:pt x="11093" y="1491"/>
                </a:lnTo>
                <a:moveTo>
                  <a:pt x="10912" y="1491"/>
                </a:moveTo>
                <a:lnTo>
                  <a:pt x="10800" y="1491"/>
                </a:lnTo>
                <a:lnTo>
                  <a:pt x="10800" y="1468"/>
                </a:lnTo>
                <a:lnTo>
                  <a:pt x="10912" y="1468"/>
                </a:lnTo>
                <a:lnTo>
                  <a:pt x="10912" y="1491"/>
                </a:lnTo>
                <a:moveTo>
                  <a:pt x="10732" y="1491"/>
                </a:moveTo>
                <a:lnTo>
                  <a:pt x="10619" y="1491"/>
                </a:lnTo>
                <a:lnTo>
                  <a:pt x="10619" y="1468"/>
                </a:lnTo>
                <a:lnTo>
                  <a:pt x="10732" y="1468"/>
                </a:lnTo>
                <a:lnTo>
                  <a:pt x="10732" y="1491"/>
                </a:lnTo>
                <a:moveTo>
                  <a:pt x="10551" y="1491"/>
                </a:moveTo>
                <a:lnTo>
                  <a:pt x="10439" y="1491"/>
                </a:lnTo>
                <a:lnTo>
                  <a:pt x="10439" y="1468"/>
                </a:lnTo>
                <a:lnTo>
                  <a:pt x="10551" y="1468"/>
                </a:lnTo>
                <a:lnTo>
                  <a:pt x="10551" y="1491"/>
                </a:lnTo>
                <a:moveTo>
                  <a:pt x="10371" y="1491"/>
                </a:moveTo>
                <a:lnTo>
                  <a:pt x="10258" y="1491"/>
                </a:lnTo>
                <a:lnTo>
                  <a:pt x="10258" y="1468"/>
                </a:lnTo>
                <a:lnTo>
                  <a:pt x="10371" y="1468"/>
                </a:lnTo>
                <a:lnTo>
                  <a:pt x="10371" y="1491"/>
                </a:lnTo>
                <a:moveTo>
                  <a:pt x="10190" y="1491"/>
                </a:moveTo>
                <a:lnTo>
                  <a:pt x="10077" y="1491"/>
                </a:lnTo>
                <a:lnTo>
                  <a:pt x="10077" y="1468"/>
                </a:lnTo>
                <a:lnTo>
                  <a:pt x="10190" y="1468"/>
                </a:lnTo>
                <a:lnTo>
                  <a:pt x="10190" y="1491"/>
                </a:lnTo>
                <a:moveTo>
                  <a:pt x="10010" y="1491"/>
                </a:moveTo>
                <a:lnTo>
                  <a:pt x="9897" y="1491"/>
                </a:lnTo>
                <a:lnTo>
                  <a:pt x="9897" y="1468"/>
                </a:lnTo>
                <a:lnTo>
                  <a:pt x="10010" y="1468"/>
                </a:lnTo>
                <a:lnTo>
                  <a:pt x="10010" y="1491"/>
                </a:lnTo>
                <a:moveTo>
                  <a:pt x="9829" y="1491"/>
                </a:moveTo>
                <a:lnTo>
                  <a:pt x="9716" y="1491"/>
                </a:lnTo>
                <a:lnTo>
                  <a:pt x="9716" y="1468"/>
                </a:lnTo>
                <a:lnTo>
                  <a:pt x="9829" y="1468"/>
                </a:lnTo>
                <a:lnTo>
                  <a:pt x="9829" y="1491"/>
                </a:lnTo>
                <a:moveTo>
                  <a:pt x="9649" y="1491"/>
                </a:moveTo>
                <a:lnTo>
                  <a:pt x="9536" y="1491"/>
                </a:lnTo>
                <a:lnTo>
                  <a:pt x="9536" y="1468"/>
                </a:lnTo>
                <a:lnTo>
                  <a:pt x="9649" y="1468"/>
                </a:lnTo>
                <a:lnTo>
                  <a:pt x="9649" y="1491"/>
                </a:lnTo>
                <a:moveTo>
                  <a:pt x="9468" y="1491"/>
                </a:moveTo>
                <a:lnTo>
                  <a:pt x="9355" y="1491"/>
                </a:lnTo>
                <a:lnTo>
                  <a:pt x="9355" y="1468"/>
                </a:lnTo>
                <a:lnTo>
                  <a:pt x="9468" y="1468"/>
                </a:lnTo>
                <a:lnTo>
                  <a:pt x="9468" y="1491"/>
                </a:lnTo>
                <a:moveTo>
                  <a:pt x="9288" y="1491"/>
                </a:moveTo>
                <a:lnTo>
                  <a:pt x="9175" y="1491"/>
                </a:lnTo>
                <a:lnTo>
                  <a:pt x="9175" y="1468"/>
                </a:lnTo>
                <a:lnTo>
                  <a:pt x="9288" y="1468"/>
                </a:lnTo>
                <a:lnTo>
                  <a:pt x="9288" y="1491"/>
                </a:lnTo>
                <a:moveTo>
                  <a:pt x="9107" y="1491"/>
                </a:moveTo>
                <a:lnTo>
                  <a:pt x="8994" y="1491"/>
                </a:lnTo>
                <a:lnTo>
                  <a:pt x="8994" y="1468"/>
                </a:lnTo>
                <a:lnTo>
                  <a:pt x="9107" y="1468"/>
                </a:lnTo>
                <a:lnTo>
                  <a:pt x="9107" y="1491"/>
                </a:lnTo>
                <a:moveTo>
                  <a:pt x="8927" y="1491"/>
                </a:moveTo>
                <a:lnTo>
                  <a:pt x="8814" y="1491"/>
                </a:lnTo>
                <a:lnTo>
                  <a:pt x="8814" y="1468"/>
                </a:lnTo>
                <a:lnTo>
                  <a:pt x="8927" y="1468"/>
                </a:lnTo>
                <a:lnTo>
                  <a:pt x="8927" y="1491"/>
                </a:lnTo>
                <a:moveTo>
                  <a:pt x="8746" y="1491"/>
                </a:moveTo>
                <a:lnTo>
                  <a:pt x="8633" y="1491"/>
                </a:lnTo>
                <a:lnTo>
                  <a:pt x="8633" y="1468"/>
                </a:lnTo>
                <a:lnTo>
                  <a:pt x="8746" y="1468"/>
                </a:lnTo>
                <a:lnTo>
                  <a:pt x="8746" y="1491"/>
                </a:lnTo>
                <a:moveTo>
                  <a:pt x="8565" y="1491"/>
                </a:moveTo>
                <a:lnTo>
                  <a:pt x="8453" y="1491"/>
                </a:lnTo>
                <a:lnTo>
                  <a:pt x="8453" y="1468"/>
                </a:lnTo>
                <a:lnTo>
                  <a:pt x="8565" y="1468"/>
                </a:lnTo>
                <a:lnTo>
                  <a:pt x="8565" y="1491"/>
                </a:lnTo>
                <a:moveTo>
                  <a:pt x="8385" y="1491"/>
                </a:moveTo>
                <a:lnTo>
                  <a:pt x="8272" y="1491"/>
                </a:lnTo>
                <a:lnTo>
                  <a:pt x="8272" y="1468"/>
                </a:lnTo>
                <a:lnTo>
                  <a:pt x="8385" y="1468"/>
                </a:lnTo>
                <a:lnTo>
                  <a:pt x="8385" y="1491"/>
                </a:lnTo>
                <a:moveTo>
                  <a:pt x="8204" y="1491"/>
                </a:moveTo>
                <a:lnTo>
                  <a:pt x="8092" y="1491"/>
                </a:lnTo>
                <a:lnTo>
                  <a:pt x="8092" y="1468"/>
                </a:lnTo>
                <a:lnTo>
                  <a:pt x="8204" y="1468"/>
                </a:lnTo>
                <a:lnTo>
                  <a:pt x="8204" y="1491"/>
                </a:lnTo>
                <a:moveTo>
                  <a:pt x="8024" y="1491"/>
                </a:moveTo>
                <a:lnTo>
                  <a:pt x="7911" y="1491"/>
                </a:lnTo>
                <a:lnTo>
                  <a:pt x="7911" y="1468"/>
                </a:lnTo>
                <a:lnTo>
                  <a:pt x="8024" y="1468"/>
                </a:lnTo>
                <a:lnTo>
                  <a:pt x="8024" y="1491"/>
                </a:lnTo>
                <a:moveTo>
                  <a:pt x="7843" y="1491"/>
                </a:moveTo>
                <a:lnTo>
                  <a:pt x="7730" y="1491"/>
                </a:lnTo>
                <a:lnTo>
                  <a:pt x="7730" y="1468"/>
                </a:lnTo>
                <a:lnTo>
                  <a:pt x="7843" y="1468"/>
                </a:lnTo>
                <a:lnTo>
                  <a:pt x="7843" y="1491"/>
                </a:lnTo>
                <a:moveTo>
                  <a:pt x="7663" y="1491"/>
                </a:moveTo>
                <a:lnTo>
                  <a:pt x="7550" y="1491"/>
                </a:lnTo>
                <a:lnTo>
                  <a:pt x="7550" y="1468"/>
                </a:lnTo>
                <a:lnTo>
                  <a:pt x="7663" y="1468"/>
                </a:lnTo>
                <a:lnTo>
                  <a:pt x="7663" y="1491"/>
                </a:lnTo>
                <a:moveTo>
                  <a:pt x="7482" y="1491"/>
                </a:moveTo>
                <a:lnTo>
                  <a:pt x="7369" y="1491"/>
                </a:lnTo>
                <a:lnTo>
                  <a:pt x="7369" y="1468"/>
                </a:lnTo>
                <a:lnTo>
                  <a:pt x="7482" y="1468"/>
                </a:lnTo>
                <a:lnTo>
                  <a:pt x="7482" y="1491"/>
                </a:lnTo>
                <a:moveTo>
                  <a:pt x="7302" y="1491"/>
                </a:moveTo>
                <a:lnTo>
                  <a:pt x="7189" y="1491"/>
                </a:lnTo>
                <a:lnTo>
                  <a:pt x="7189" y="1468"/>
                </a:lnTo>
                <a:lnTo>
                  <a:pt x="7302" y="1468"/>
                </a:lnTo>
                <a:lnTo>
                  <a:pt x="7302" y="1491"/>
                </a:lnTo>
                <a:moveTo>
                  <a:pt x="7121" y="1491"/>
                </a:moveTo>
                <a:lnTo>
                  <a:pt x="7008" y="1491"/>
                </a:lnTo>
                <a:lnTo>
                  <a:pt x="7008" y="1468"/>
                </a:lnTo>
                <a:lnTo>
                  <a:pt x="7121" y="1468"/>
                </a:lnTo>
                <a:lnTo>
                  <a:pt x="7121" y="1491"/>
                </a:lnTo>
                <a:moveTo>
                  <a:pt x="6941" y="1491"/>
                </a:moveTo>
                <a:lnTo>
                  <a:pt x="6828" y="1491"/>
                </a:lnTo>
                <a:lnTo>
                  <a:pt x="6828" y="1468"/>
                </a:lnTo>
                <a:lnTo>
                  <a:pt x="6941" y="1468"/>
                </a:lnTo>
                <a:lnTo>
                  <a:pt x="6941" y="1491"/>
                </a:lnTo>
                <a:moveTo>
                  <a:pt x="6760" y="1491"/>
                </a:moveTo>
                <a:lnTo>
                  <a:pt x="6647" y="1491"/>
                </a:lnTo>
                <a:lnTo>
                  <a:pt x="6647" y="1468"/>
                </a:lnTo>
                <a:lnTo>
                  <a:pt x="6760" y="1468"/>
                </a:lnTo>
                <a:lnTo>
                  <a:pt x="6760" y="1491"/>
                </a:lnTo>
                <a:moveTo>
                  <a:pt x="6580" y="1491"/>
                </a:moveTo>
                <a:lnTo>
                  <a:pt x="6467" y="1491"/>
                </a:lnTo>
                <a:lnTo>
                  <a:pt x="6467" y="1468"/>
                </a:lnTo>
                <a:lnTo>
                  <a:pt x="6580" y="1468"/>
                </a:lnTo>
                <a:lnTo>
                  <a:pt x="6580" y="1491"/>
                </a:lnTo>
                <a:moveTo>
                  <a:pt x="6399" y="1491"/>
                </a:moveTo>
                <a:lnTo>
                  <a:pt x="6286" y="1491"/>
                </a:lnTo>
                <a:lnTo>
                  <a:pt x="6286" y="1468"/>
                </a:lnTo>
                <a:lnTo>
                  <a:pt x="6399" y="1468"/>
                </a:lnTo>
                <a:lnTo>
                  <a:pt x="6399" y="1491"/>
                </a:lnTo>
                <a:moveTo>
                  <a:pt x="6218" y="1491"/>
                </a:moveTo>
                <a:lnTo>
                  <a:pt x="6106" y="1491"/>
                </a:lnTo>
                <a:lnTo>
                  <a:pt x="6106" y="1468"/>
                </a:lnTo>
                <a:lnTo>
                  <a:pt x="6218" y="1468"/>
                </a:lnTo>
                <a:lnTo>
                  <a:pt x="6218" y="1491"/>
                </a:lnTo>
                <a:moveTo>
                  <a:pt x="6038" y="1491"/>
                </a:moveTo>
                <a:lnTo>
                  <a:pt x="5925" y="1491"/>
                </a:lnTo>
                <a:lnTo>
                  <a:pt x="5925" y="1468"/>
                </a:lnTo>
                <a:lnTo>
                  <a:pt x="6038" y="1468"/>
                </a:lnTo>
                <a:lnTo>
                  <a:pt x="6038" y="1491"/>
                </a:lnTo>
                <a:moveTo>
                  <a:pt x="5857" y="1491"/>
                </a:moveTo>
                <a:lnTo>
                  <a:pt x="5745" y="1491"/>
                </a:lnTo>
                <a:lnTo>
                  <a:pt x="5745" y="1468"/>
                </a:lnTo>
                <a:lnTo>
                  <a:pt x="5857" y="1468"/>
                </a:lnTo>
                <a:lnTo>
                  <a:pt x="5857" y="1491"/>
                </a:lnTo>
                <a:moveTo>
                  <a:pt x="5677" y="1491"/>
                </a:moveTo>
                <a:lnTo>
                  <a:pt x="5564" y="1491"/>
                </a:lnTo>
                <a:lnTo>
                  <a:pt x="5564" y="1468"/>
                </a:lnTo>
                <a:lnTo>
                  <a:pt x="5677" y="1468"/>
                </a:lnTo>
                <a:lnTo>
                  <a:pt x="5677" y="1491"/>
                </a:lnTo>
                <a:moveTo>
                  <a:pt x="5496" y="1491"/>
                </a:moveTo>
                <a:lnTo>
                  <a:pt x="5383" y="1491"/>
                </a:lnTo>
                <a:lnTo>
                  <a:pt x="5383" y="1468"/>
                </a:lnTo>
                <a:lnTo>
                  <a:pt x="5496" y="1468"/>
                </a:lnTo>
                <a:lnTo>
                  <a:pt x="5496" y="1491"/>
                </a:lnTo>
                <a:moveTo>
                  <a:pt x="5316" y="1491"/>
                </a:moveTo>
                <a:lnTo>
                  <a:pt x="5203" y="1491"/>
                </a:lnTo>
                <a:lnTo>
                  <a:pt x="5203" y="1468"/>
                </a:lnTo>
                <a:lnTo>
                  <a:pt x="5316" y="1468"/>
                </a:lnTo>
                <a:lnTo>
                  <a:pt x="5316" y="1491"/>
                </a:lnTo>
                <a:moveTo>
                  <a:pt x="5135" y="1491"/>
                </a:moveTo>
                <a:lnTo>
                  <a:pt x="5022" y="1491"/>
                </a:lnTo>
                <a:lnTo>
                  <a:pt x="5022" y="1468"/>
                </a:lnTo>
                <a:lnTo>
                  <a:pt x="5135" y="1468"/>
                </a:lnTo>
                <a:lnTo>
                  <a:pt x="5135" y="1491"/>
                </a:lnTo>
                <a:moveTo>
                  <a:pt x="4955" y="1491"/>
                </a:moveTo>
                <a:lnTo>
                  <a:pt x="4842" y="1491"/>
                </a:lnTo>
                <a:lnTo>
                  <a:pt x="4842" y="1468"/>
                </a:lnTo>
                <a:lnTo>
                  <a:pt x="4955" y="1468"/>
                </a:lnTo>
                <a:lnTo>
                  <a:pt x="4955" y="1491"/>
                </a:lnTo>
                <a:moveTo>
                  <a:pt x="4774" y="1491"/>
                </a:moveTo>
                <a:lnTo>
                  <a:pt x="4661" y="1491"/>
                </a:lnTo>
                <a:lnTo>
                  <a:pt x="4661" y="1468"/>
                </a:lnTo>
                <a:lnTo>
                  <a:pt x="4774" y="1468"/>
                </a:lnTo>
                <a:lnTo>
                  <a:pt x="4774" y="1491"/>
                </a:lnTo>
                <a:moveTo>
                  <a:pt x="4594" y="1491"/>
                </a:moveTo>
                <a:lnTo>
                  <a:pt x="4481" y="1491"/>
                </a:lnTo>
                <a:lnTo>
                  <a:pt x="4481" y="1468"/>
                </a:lnTo>
                <a:lnTo>
                  <a:pt x="4594" y="1468"/>
                </a:lnTo>
                <a:lnTo>
                  <a:pt x="4594" y="1491"/>
                </a:lnTo>
                <a:moveTo>
                  <a:pt x="4413" y="1491"/>
                </a:moveTo>
                <a:lnTo>
                  <a:pt x="4300" y="1491"/>
                </a:lnTo>
                <a:lnTo>
                  <a:pt x="4300" y="1468"/>
                </a:lnTo>
                <a:lnTo>
                  <a:pt x="4413" y="1468"/>
                </a:lnTo>
                <a:lnTo>
                  <a:pt x="4413" y="1491"/>
                </a:lnTo>
                <a:moveTo>
                  <a:pt x="4232" y="1491"/>
                </a:moveTo>
                <a:lnTo>
                  <a:pt x="4120" y="1491"/>
                </a:lnTo>
                <a:lnTo>
                  <a:pt x="4120" y="1468"/>
                </a:lnTo>
                <a:lnTo>
                  <a:pt x="4232" y="1468"/>
                </a:lnTo>
                <a:lnTo>
                  <a:pt x="4232" y="1491"/>
                </a:lnTo>
                <a:moveTo>
                  <a:pt x="4052" y="1491"/>
                </a:moveTo>
                <a:lnTo>
                  <a:pt x="3939" y="1491"/>
                </a:lnTo>
                <a:lnTo>
                  <a:pt x="3939" y="1468"/>
                </a:lnTo>
                <a:lnTo>
                  <a:pt x="4052" y="1468"/>
                </a:lnTo>
                <a:lnTo>
                  <a:pt x="4052" y="1491"/>
                </a:lnTo>
                <a:moveTo>
                  <a:pt x="3871" y="1491"/>
                </a:moveTo>
                <a:lnTo>
                  <a:pt x="3759" y="1491"/>
                </a:lnTo>
                <a:lnTo>
                  <a:pt x="3759" y="1468"/>
                </a:lnTo>
                <a:lnTo>
                  <a:pt x="3871" y="1468"/>
                </a:lnTo>
                <a:lnTo>
                  <a:pt x="3871" y="1491"/>
                </a:lnTo>
                <a:moveTo>
                  <a:pt x="3691" y="1491"/>
                </a:moveTo>
                <a:lnTo>
                  <a:pt x="3578" y="1491"/>
                </a:lnTo>
                <a:lnTo>
                  <a:pt x="3578" y="1468"/>
                </a:lnTo>
                <a:lnTo>
                  <a:pt x="3691" y="1468"/>
                </a:lnTo>
                <a:lnTo>
                  <a:pt x="3691" y="1491"/>
                </a:lnTo>
                <a:moveTo>
                  <a:pt x="3509" y="1491"/>
                </a:moveTo>
                <a:lnTo>
                  <a:pt x="3396" y="1491"/>
                </a:lnTo>
                <a:lnTo>
                  <a:pt x="3396" y="1468"/>
                </a:lnTo>
                <a:lnTo>
                  <a:pt x="3509" y="1468"/>
                </a:lnTo>
                <a:lnTo>
                  <a:pt x="3509" y="1491"/>
                </a:lnTo>
                <a:moveTo>
                  <a:pt x="3329" y="1491"/>
                </a:moveTo>
                <a:lnTo>
                  <a:pt x="3216" y="1491"/>
                </a:lnTo>
                <a:lnTo>
                  <a:pt x="3216" y="1468"/>
                </a:lnTo>
                <a:lnTo>
                  <a:pt x="3329" y="1468"/>
                </a:lnTo>
                <a:lnTo>
                  <a:pt x="3329" y="1491"/>
                </a:lnTo>
                <a:moveTo>
                  <a:pt x="3148" y="1491"/>
                </a:moveTo>
                <a:lnTo>
                  <a:pt x="3035" y="1491"/>
                </a:lnTo>
                <a:lnTo>
                  <a:pt x="3035" y="1468"/>
                </a:lnTo>
                <a:lnTo>
                  <a:pt x="3148" y="1468"/>
                </a:lnTo>
                <a:lnTo>
                  <a:pt x="3148" y="1491"/>
                </a:lnTo>
                <a:moveTo>
                  <a:pt x="2968" y="1491"/>
                </a:moveTo>
                <a:lnTo>
                  <a:pt x="2855" y="1491"/>
                </a:lnTo>
                <a:lnTo>
                  <a:pt x="2855" y="1468"/>
                </a:lnTo>
                <a:lnTo>
                  <a:pt x="2968" y="1468"/>
                </a:lnTo>
                <a:lnTo>
                  <a:pt x="2968" y="1491"/>
                </a:lnTo>
                <a:moveTo>
                  <a:pt x="2787" y="1491"/>
                </a:moveTo>
                <a:lnTo>
                  <a:pt x="2674" y="1491"/>
                </a:lnTo>
                <a:lnTo>
                  <a:pt x="2674" y="1468"/>
                </a:lnTo>
                <a:lnTo>
                  <a:pt x="2787" y="1468"/>
                </a:lnTo>
                <a:lnTo>
                  <a:pt x="2787" y="1491"/>
                </a:lnTo>
                <a:moveTo>
                  <a:pt x="2607" y="1491"/>
                </a:moveTo>
                <a:lnTo>
                  <a:pt x="2494" y="1491"/>
                </a:lnTo>
                <a:lnTo>
                  <a:pt x="2494" y="1468"/>
                </a:lnTo>
                <a:lnTo>
                  <a:pt x="2607" y="1468"/>
                </a:lnTo>
                <a:lnTo>
                  <a:pt x="2607" y="1491"/>
                </a:lnTo>
                <a:moveTo>
                  <a:pt x="2426" y="1491"/>
                </a:moveTo>
                <a:lnTo>
                  <a:pt x="2313" y="1491"/>
                </a:lnTo>
                <a:lnTo>
                  <a:pt x="2313" y="1468"/>
                </a:lnTo>
                <a:lnTo>
                  <a:pt x="2426" y="1468"/>
                </a:lnTo>
                <a:lnTo>
                  <a:pt x="2426" y="1491"/>
                </a:lnTo>
                <a:moveTo>
                  <a:pt x="2246" y="1491"/>
                </a:moveTo>
                <a:lnTo>
                  <a:pt x="2133" y="1491"/>
                </a:lnTo>
                <a:lnTo>
                  <a:pt x="2133" y="1468"/>
                </a:lnTo>
                <a:lnTo>
                  <a:pt x="2246" y="1468"/>
                </a:lnTo>
                <a:lnTo>
                  <a:pt x="2246" y="1491"/>
                </a:lnTo>
                <a:moveTo>
                  <a:pt x="2065" y="1491"/>
                </a:moveTo>
                <a:lnTo>
                  <a:pt x="1952" y="1491"/>
                </a:lnTo>
                <a:lnTo>
                  <a:pt x="1952" y="1468"/>
                </a:lnTo>
                <a:lnTo>
                  <a:pt x="2065" y="1468"/>
                </a:lnTo>
                <a:lnTo>
                  <a:pt x="2065" y="1491"/>
                </a:lnTo>
                <a:moveTo>
                  <a:pt x="1884" y="1491"/>
                </a:moveTo>
                <a:lnTo>
                  <a:pt x="1772" y="1491"/>
                </a:lnTo>
                <a:lnTo>
                  <a:pt x="1772" y="1468"/>
                </a:lnTo>
                <a:lnTo>
                  <a:pt x="1884" y="1468"/>
                </a:lnTo>
                <a:lnTo>
                  <a:pt x="1884" y="1491"/>
                </a:lnTo>
                <a:moveTo>
                  <a:pt x="1704" y="1491"/>
                </a:moveTo>
                <a:lnTo>
                  <a:pt x="1591" y="1491"/>
                </a:lnTo>
                <a:lnTo>
                  <a:pt x="1591" y="1468"/>
                </a:lnTo>
                <a:lnTo>
                  <a:pt x="1704" y="1468"/>
                </a:lnTo>
                <a:lnTo>
                  <a:pt x="1704" y="1491"/>
                </a:lnTo>
                <a:moveTo>
                  <a:pt x="1523" y="1491"/>
                </a:moveTo>
                <a:lnTo>
                  <a:pt x="1411" y="1491"/>
                </a:lnTo>
                <a:lnTo>
                  <a:pt x="1411" y="1468"/>
                </a:lnTo>
                <a:lnTo>
                  <a:pt x="1523" y="1468"/>
                </a:lnTo>
                <a:lnTo>
                  <a:pt x="1523" y="1491"/>
                </a:lnTo>
                <a:moveTo>
                  <a:pt x="1343" y="1491"/>
                </a:moveTo>
                <a:lnTo>
                  <a:pt x="1230" y="1491"/>
                </a:lnTo>
                <a:lnTo>
                  <a:pt x="1230" y="1468"/>
                </a:lnTo>
                <a:lnTo>
                  <a:pt x="1343" y="1468"/>
                </a:lnTo>
                <a:lnTo>
                  <a:pt x="1343" y="1491"/>
                </a:lnTo>
                <a:moveTo>
                  <a:pt x="1162" y="1491"/>
                </a:moveTo>
                <a:lnTo>
                  <a:pt x="1049" y="1491"/>
                </a:lnTo>
                <a:lnTo>
                  <a:pt x="1049" y="1468"/>
                </a:lnTo>
                <a:lnTo>
                  <a:pt x="1162" y="1468"/>
                </a:lnTo>
                <a:lnTo>
                  <a:pt x="1162" y="1491"/>
                </a:lnTo>
                <a:moveTo>
                  <a:pt x="982" y="1491"/>
                </a:moveTo>
                <a:lnTo>
                  <a:pt x="869" y="1491"/>
                </a:lnTo>
                <a:lnTo>
                  <a:pt x="869" y="1468"/>
                </a:lnTo>
                <a:lnTo>
                  <a:pt x="982" y="1468"/>
                </a:lnTo>
                <a:lnTo>
                  <a:pt x="982" y="1491"/>
                </a:lnTo>
                <a:moveTo>
                  <a:pt x="801" y="1491"/>
                </a:moveTo>
                <a:lnTo>
                  <a:pt x="688" y="1491"/>
                </a:lnTo>
                <a:lnTo>
                  <a:pt x="688" y="1468"/>
                </a:lnTo>
                <a:lnTo>
                  <a:pt x="801" y="1468"/>
                </a:lnTo>
                <a:lnTo>
                  <a:pt x="801" y="1491"/>
                </a:lnTo>
                <a:moveTo>
                  <a:pt x="621" y="1491"/>
                </a:moveTo>
                <a:lnTo>
                  <a:pt x="508" y="1491"/>
                </a:lnTo>
                <a:lnTo>
                  <a:pt x="508" y="1468"/>
                </a:lnTo>
                <a:lnTo>
                  <a:pt x="621" y="1468"/>
                </a:lnTo>
                <a:lnTo>
                  <a:pt x="621" y="1491"/>
                </a:lnTo>
                <a:moveTo>
                  <a:pt x="440" y="1491"/>
                </a:moveTo>
                <a:lnTo>
                  <a:pt x="327" y="1491"/>
                </a:lnTo>
                <a:lnTo>
                  <a:pt x="327" y="1468"/>
                </a:lnTo>
                <a:lnTo>
                  <a:pt x="440" y="1468"/>
                </a:lnTo>
                <a:lnTo>
                  <a:pt x="440" y="1491"/>
                </a:lnTo>
                <a:moveTo>
                  <a:pt x="260" y="1491"/>
                </a:moveTo>
                <a:lnTo>
                  <a:pt x="147" y="1491"/>
                </a:lnTo>
                <a:lnTo>
                  <a:pt x="147" y="1468"/>
                </a:lnTo>
                <a:lnTo>
                  <a:pt x="260" y="1468"/>
                </a:lnTo>
                <a:lnTo>
                  <a:pt x="260" y="1491"/>
                </a:lnTo>
                <a:moveTo>
                  <a:pt x="79" y="1491"/>
                </a:moveTo>
                <a:lnTo>
                  <a:pt x="0" y="1491"/>
                </a:lnTo>
                <a:lnTo>
                  <a:pt x="0" y="1434"/>
                </a:lnTo>
                <a:lnTo>
                  <a:pt x="23" y="1434"/>
                </a:lnTo>
                <a:lnTo>
                  <a:pt x="23" y="1479"/>
                </a:lnTo>
                <a:lnTo>
                  <a:pt x="11" y="1479"/>
                </a:lnTo>
                <a:lnTo>
                  <a:pt x="11" y="1468"/>
                </a:lnTo>
                <a:lnTo>
                  <a:pt x="79" y="1468"/>
                </a:lnTo>
                <a:lnTo>
                  <a:pt x="79" y="1491"/>
                </a:lnTo>
                <a:moveTo>
                  <a:pt x="0" y="1367"/>
                </a:moveTo>
                <a:lnTo>
                  <a:pt x="0" y="1254"/>
                </a:lnTo>
                <a:lnTo>
                  <a:pt x="23" y="1254"/>
                </a:lnTo>
                <a:lnTo>
                  <a:pt x="23" y="1367"/>
                </a:lnTo>
                <a:lnTo>
                  <a:pt x="0" y="1367"/>
                </a:lnTo>
                <a:moveTo>
                  <a:pt x="0" y="1186"/>
                </a:moveTo>
                <a:lnTo>
                  <a:pt x="0" y="1072"/>
                </a:lnTo>
                <a:lnTo>
                  <a:pt x="23" y="1072"/>
                </a:lnTo>
                <a:lnTo>
                  <a:pt x="23" y="1186"/>
                </a:lnTo>
                <a:lnTo>
                  <a:pt x="0" y="1186"/>
                </a:lnTo>
                <a:moveTo>
                  <a:pt x="0" y="1004"/>
                </a:moveTo>
                <a:lnTo>
                  <a:pt x="0" y="892"/>
                </a:lnTo>
                <a:lnTo>
                  <a:pt x="23" y="892"/>
                </a:lnTo>
                <a:lnTo>
                  <a:pt x="23" y="1004"/>
                </a:lnTo>
                <a:lnTo>
                  <a:pt x="0" y="1004"/>
                </a:lnTo>
                <a:moveTo>
                  <a:pt x="0" y="824"/>
                </a:moveTo>
                <a:lnTo>
                  <a:pt x="0" y="711"/>
                </a:lnTo>
                <a:lnTo>
                  <a:pt x="23" y="711"/>
                </a:lnTo>
                <a:lnTo>
                  <a:pt x="23" y="824"/>
                </a:lnTo>
                <a:lnTo>
                  <a:pt x="0" y="824"/>
                </a:lnTo>
                <a:moveTo>
                  <a:pt x="0" y="643"/>
                </a:moveTo>
                <a:lnTo>
                  <a:pt x="0" y="530"/>
                </a:lnTo>
                <a:lnTo>
                  <a:pt x="23" y="530"/>
                </a:lnTo>
                <a:lnTo>
                  <a:pt x="23" y="643"/>
                </a:lnTo>
                <a:lnTo>
                  <a:pt x="0" y="643"/>
                </a:lnTo>
                <a:moveTo>
                  <a:pt x="0" y="463"/>
                </a:moveTo>
                <a:lnTo>
                  <a:pt x="0" y="350"/>
                </a:lnTo>
                <a:lnTo>
                  <a:pt x="23" y="350"/>
                </a:lnTo>
                <a:lnTo>
                  <a:pt x="23" y="463"/>
                </a:lnTo>
                <a:lnTo>
                  <a:pt x="0" y="463"/>
                </a:lnTo>
                <a:moveTo>
                  <a:pt x="0" y="282"/>
                </a:moveTo>
                <a:lnTo>
                  <a:pt x="0" y="169"/>
                </a:lnTo>
                <a:lnTo>
                  <a:pt x="23" y="169"/>
                </a:lnTo>
                <a:lnTo>
                  <a:pt x="23" y="282"/>
                </a:lnTo>
                <a:lnTo>
                  <a:pt x="0" y="282"/>
                </a:lnTo>
                <a:moveTo>
                  <a:pt x="0" y="101"/>
                </a:moveTo>
                <a:lnTo>
                  <a:pt x="0" y="0"/>
                </a:lnTo>
                <a:lnTo>
                  <a:pt x="124" y="0"/>
                </a:lnTo>
                <a:lnTo>
                  <a:pt x="124" y="22"/>
                </a:lnTo>
                <a:lnTo>
                  <a:pt x="11" y="22"/>
                </a:lnTo>
                <a:lnTo>
                  <a:pt x="11" y="11"/>
                </a:lnTo>
                <a:lnTo>
                  <a:pt x="23" y="11"/>
                </a:lnTo>
                <a:lnTo>
                  <a:pt x="23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2" name=""/>
          <p:cNvSpPr/>
          <p:nvPr/>
        </p:nvSpPr>
        <p:spPr>
          <a:xfrm>
            <a:off x="4825440" y="422352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3" name=""/>
          <p:cNvSpPr/>
          <p:nvPr/>
        </p:nvSpPr>
        <p:spPr>
          <a:xfrm>
            <a:off x="4825440" y="425196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901800" y="3742920"/>
            <a:ext cx="61668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Heeft één of meer Leeruitkomst: Biedt farmaceutische patiëntenzorg in een levensechte apotheekomgeving (kerntaakniveau)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901800" y="4214520"/>
            <a:ext cx="1319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901800" y="4345560"/>
            <a:ext cx="34372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Simulatie in de leerapotheek, theorie ondersteunend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7" name=""/>
          <p:cNvSpPr/>
          <p:nvPr/>
        </p:nvSpPr>
        <p:spPr>
          <a:xfrm>
            <a:off x="1307520" y="4686480"/>
            <a:ext cx="0" cy="22788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901800" y="4498920"/>
            <a:ext cx="11682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Leeruitkomst hangt aan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9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9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97" name=""/>
          <p:cNvSpPr/>
          <p:nvPr/>
        </p:nvSpPr>
        <p:spPr>
          <a:xfrm>
            <a:off x="461160" y="-3299040"/>
            <a:ext cx="8412120" cy="12826800"/>
          </a:xfrm>
          <a:custGeom>
            <a:avLst/>
            <a:gdLst/>
            <a:ahLst/>
            <a:rect l="0" t="0" r="r" b="b"/>
            <a:pathLst>
              <a:path w="23367" h="35630">
                <a:moveTo>
                  <a:pt x="228" y="0"/>
                </a:moveTo>
                <a:lnTo>
                  <a:pt x="23139" y="0"/>
                </a:lnTo>
                <a:cubicBezTo>
                  <a:pt x="23154" y="0"/>
                  <a:pt x="23169" y="1"/>
                  <a:pt x="23184" y="4"/>
                </a:cubicBezTo>
                <a:cubicBezTo>
                  <a:pt x="23198" y="7"/>
                  <a:pt x="23212" y="11"/>
                  <a:pt x="23226" y="17"/>
                </a:cubicBezTo>
                <a:cubicBezTo>
                  <a:pt x="23240" y="23"/>
                  <a:pt x="23253" y="30"/>
                  <a:pt x="23266" y="38"/>
                </a:cubicBezTo>
                <a:cubicBezTo>
                  <a:pt x="23278" y="46"/>
                  <a:pt x="23290" y="56"/>
                  <a:pt x="23300" y="67"/>
                </a:cubicBezTo>
                <a:cubicBezTo>
                  <a:pt x="23311" y="77"/>
                  <a:pt x="23320" y="89"/>
                  <a:pt x="23329" y="101"/>
                </a:cubicBezTo>
                <a:cubicBezTo>
                  <a:pt x="23337" y="114"/>
                  <a:pt x="23344" y="127"/>
                  <a:pt x="23350" y="141"/>
                </a:cubicBezTo>
                <a:cubicBezTo>
                  <a:pt x="23355" y="154"/>
                  <a:pt x="23360" y="169"/>
                  <a:pt x="23363" y="183"/>
                </a:cubicBezTo>
                <a:cubicBezTo>
                  <a:pt x="23365" y="198"/>
                  <a:pt x="23367" y="213"/>
                  <a:pt x="23367" y="228"/>
                </a:cubicBezTo>
                <a:lnTo>
                  <a:pt x="23367" y="35402"/>
                </a:lnTo>
                <a:cubicBezTo>
                  <a:pt x="23367" y="35417"/>
                  <a:pt x="23365" y="35431"/>
                  <a:pt x="23363" y="35446"/>
                </a:cubicBezTo>
                <a:cubicBezTo>
                  <a:pt x="23360" y="35461"/>
                  <a:pt x="23355" y="35475"/>
                  <a:pt x="23350" y="35489"/>
                </a:cubicBezTo>
                <a:cubicBezTo>
                  <a:pt x="23344" y="35503"/>
                  <a:pt x="23337" y="35516"/>
                  <a:pt x="23329" y="35528"/>
                </a:cubicBezTo>
                <a:cubicBezTo>
                  <a:pt x="23320" y="35541"/>
                  <a:pt x="23311" y="35552"/>
                  <a:pt x="23300" y="35563"/>
                </a:cubicBezTo>
                <a:cubicBezTo>
                  <a:pt x="23290" y="35574"/>
                  <a:pt x="23278" y="35583"/>
                  <a:pt x="23266" y="35591"/>
                </a:cubicBezTo>
                <a:cubicBezTo>
                  <a:pt x="23253" y="35600"/>
                  <a:pt x="23240" y="35607"/>
                  <a:pt x="23226" y="35612"/>
                </a:cubicBezTo>
                <a:cubicBezTo>
                  <a:pt x="23212" y="35618"/>
                  <a:pt x="23198" y="35623"/>
                  <a:pt x="23184" y="35625"/>
                </a:cubicBezTo>
                <a:cubicBezTo>
                  <a:pt x="23169" y="35628"/>
                  <a:pt x="23154" y="35630"/>
                  <a:pt x="23139" y="35630"/>
                </a:cubicBezTo>
                <a:lnTo>
                  <a:pt x="228" y="35630"/>
                </a:lnTo>
                <a:cubicBezTo>
                  <a:pt x="213" y="35630"/>
                  <a:pt x="198" y="35628"/>
                  <a:pt x="184" y="35625"/>
                </a:cubicBezTo>
                <a:cubicBezTo>
                  <a:pt x="169" y="35623"/>
                  <a:pt x="155" y="35618"/>
                  <a:pt x="141" y="35612"/>
                </a:cubicBezTo>
                <a:cubicBezTo>
                  <a:pt x="127" y="35607"/>
                  <a:pt x="114" y="35600"/>
                  <a:pt x="101" y="35591"/>
                </a:cubicBezTo>
                <a:cubicBezTo>
                  <a:pt x="89" y="35583"/>
                  <a:pt x="78" y="35574"/>
                  <a:pt x="67" y="35563"/>
                </a:cubicBezTo>
                <a:cubicBezTo>
                  <a:pt x="56" y="35552"/>
                  <a:pt x="47" y="35541"/>
                  <a:pt x="39" y="35528"/>
                </a:cubicBezTo>
                <a:cubicBezTo>
                  <a:pt x="30" y="35516"/>
                  <a:pt x="23" y="35503"/>
                  <a:pt x="18" y="35489"/>
                </a:cubicBezTo>
                <a:cubicBezTo>
                  <a:pt x="12" y="35475"/>
                  <a:pt x="8" y="35461"/>
                  <a:pt x="5" y="35446"/>
                </a:cubicBezTo>
                <a:cubicBezTo>
                  <a:pt x="2" y="35431"/>
                  <a:pt x="0" y="35417"/>
                  <a:pt x="0" y="35402"/>
                </a:cubicBezTo>
                <a:lnTo>
                  <a:pt x="0" y="228"/>
                </a:lnTo>
                <a:cubicBezTo>
                  <a:pt x="0" y="213"/>
                  <a:pt x="2" y="198"/>
                  <a:pt x="5" y="183"/>
                </a:cubicBezTo>
                <a:cubicBezTo>
                  <a:pt x="8" y="169"/>
                  <a:pt x="12" y="154"/>
                  <a:pt x="18" y="141"/>
                </a:cubicBezTo>
                <a:cubicBezTo>
                  <a:pt x="23" y="127"/>
                  <a:pt x="30" y="114"/>
                  <a:pt x="39" y="101"/>
                </a:cubicBezTo>
                <a:cubicBezTo>
                  <a:pt x="47" y="89"/>
                  <a:pt x="56" y="77"/>
                  <a:pt x="67" y="67"/>
                </a:cubicBezTo>
                <a:cubicBezTo>
                  <a:pt x="78" y="56"/>
                  <a:pt x="89" y="46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5" y="11"/>
                  <a:pt x="169" y="7"/>
                  <a:pt x="184" y="4"/>
                </a:cubicBezTo>
                <a:cubicBezTo>
                  <a:pt x="198" y="1"/>
                  <a:pt x="213" y="0"/>
                  <a:pt x="2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8" name=""/>
          <p:cNvSpPr/>
          <p:nvPr/>
        </p:nvSpPr>
        <p:spPr>
          <a:xfrm>
            <a:off x="461160" y="-3299040"/>
            <a:ext cx="8412120" cy="12826800"/>
          </a:xfrm>
          <a:custGeom>
            <a:avLst/>
            <a:gdLst/>
            <a:ahLst/>
            <a:rect l="0" t="0" r="r" b="b"/>
            <a:pathLst>
              <a:path w="23367" h="35630">
                <a:moveTo>
                  <a:pt x="228" y="0"/>
                </a:moveTo>
                <a:lnTo>
                  <a:pt x="23139" y="0"/>
                </a:lnTo>
                <a:cubicBezTo>
                  <a:pt x="23154" y="0"/>
                  <a:pt x="23169" y="1"/>
                  <a:pt x="23184" y="4"/>
                </a:cubicBezTo>
                <a:cubicBezTo>
                  <a:pt x="23198" y="7"/>
                  <a:pt x="23212" y="11"/>
                  <a:pt x="23226" y="17"/>
                </a:cubicBezTo>
                <a:cubicBezTo>
                  <a:pt x="23240" y="23"/>
                  <a:pt x="23253" y="30"/>
                  <a:pt x="23266" y="38"/>
                </a:cubicBezTo>
                <a:cubicBezTo>
                  <a:pt x="23278" y="46"/>
                  <a:pt x="23290" y="56"/>
                  <a:pt x="23300" y="67"/>
                </a:cubicBezTo>
                <a:cubicBezTo>
                  <a:pt x="23311" y="77"/>
                  <a:pt x="23320" y="89"/>
                  <a:pt x="23329" y="101"/>
                </a:cubicBezTo>
                <a:cubicBezTo>
                  <a:pt x="23337" y="114"/>
                  <a:pt x="23344" y="127"/>
                  <a:pt x="23350" y="141"/>
                </a:cubicBezTo>
                <a:cubicBezTo>
                  <a:pt x="23355" y="154"/>
                  <a:pt x="23360" y="169"/>
                  <a:pt x="23363" y="183"/>
                </a:cubicBezTo>
                <a:cubicBezTo>
                  <a:pt x="23365" y="198"/>
                  <a:pt x="23367" y="213"/>
                  <a:pt x="23367" y="228"/>
                </a:cubicBezTo>
                <a:lnTo>
                  <a:pt x="23367" y="35402"/>
                </a:lnTo>
                <a:cubicBezTo>
                  <a:pt x="23367" y="35417"/>
                  <a:pt x="23365" y="35431"/>
                  <a:pt x="23363" y="35446"/>
                </a:cubicBezTo>
                <a:cubicBezTo>
                  <a:pt x="23360" y="35461"/>
                  <a:pt x="23355" y="35475"/>
                  <a:pt x="23350" y="35489"/>
                </a:cubicBezTo>
                <a:cubicBezTo>
                  <a:pt x="23344" y="35503"/>
                  <a:pt x="23337" y="35516"/>
                  <a:pt x="23329" y="35528"/>
                </a:cubicBezTo>
                <a:cubicBezTo>
                  <a:pt x="23320" y="35541"/>
                  <a:pt x="23311" y="35552"/>
                  <a:pt x="23300" y="35563"/>
                </a:cubicBezTo>
                <a:cubicBezTo>
                  <a:pt x="23290" y="35574"/>
                  <a:pt x="23278" y="35583"/>
                  <a:pt x="23266" y="35591"/>
                </a:cubicBezTo>
                <a:cubicBezTo>
                  <a:pt x="23253" y="35600"/>
                  <a:pt x="23240" y="35607"/>
                  <a:pt x="23226" y="35612"/>
                </a:cubicBezTo>
                <a:cubicBezTo>
                  <a:pt x="23212" y="35618"/>
                  <a:pt x="23198" y="35623"/>
                  <a:pt x="23184" y="35625"/>
                </a:cubicBezTo>
                <a:cubicBezTo>
                  <a:pt x="23169" y="35628"/>
                  <a:pt x="23154" y="35630"/>
                  <a:pt x="23139" y="35630"/>
                </a:cubicBezTo>
                <a:lnTo>
                  <a:pt x="228" y="35630"/>
                </a:lnTo>
                <a:cubicBezTo>
                  <a:pt x="213" y="35630"/>
                  <a:pt x="198" y="35628"/>
                  <a:pt x="184" y="35625"/>
                </a:cubicBezTo>
                <a:cubicBezTo>
                  <a:pt x="169" y="35623"/>
                  <a:pt x="155" y="35618"/>
                  <a:pt x="141" y="35612"/>
                </a:cubicBezTo>
                <a:cubicBezTo>
                  <a:pt x="127" y="35607"/>
                  <a:pt x="114" y="35600"/>
                  <a:pt x="101" y="35591"/>
                </a:cubicBezTo>
                <a:cubicBezTo>
                  <a:pt x="89" y="35583"/>
                  <a:pt x="78" y="35574"/>
                  <a:pt x="67" y="35563"/>
                </a:cubicBezTo>
                <a:cubicBezTo>
                  <a:pt x="56" y="35552"/>
                  <a:pt x="47" y="35541"/>
                  <a:pt x="39" y="35528"/>
                </a:cubicBezTo>
                <a:cubicBezTo>
                  <a:pt x="30" y="35516"/>
                  <a:pt x="23" y="35503"/>
                  <a:pt x="18" y="35489"/>
                </a:cubicBezTo>
                <a:cubicBezTo>
                  <a:pt x="12" y="35475"/>
                  <a:pt x="8" y="35461"/>
                  <a:pt x="5" y="35446"/>
                </a:cubicBezTo>
                <a:cubicBezTo>
                  <a:pt x="2" y="35431"/>
                  <a:pt x="0" y="35417"/>
                  <a:pt x="0" y="35402"/>
                </a:cubicBezTo>
                <a:lnTo>
                  <a:pt x="0" y="228"/>
                </a:lnTo>
                <a:cubicBezTo>
                  <a:pt x="0" y="213"/>
                  <a:pt x="2" y="198"/>
                  <a:pt x="5" y="183"/>
                </a:cubicBezTo>
                <a:cubicBezTo>
                  <a:pt x="8" y="169"/>
                  <a:pt x="12" y="154"/>
                  <a:pt x="18" y="141"/>
                </a:cubicBezTo>
                <a:cubicBezTo>
                  <a:pt x="23" y="127"/>
                  <a:pt x="30" y="114"/>
                  <a:pt x="39" y="101"/>
                </a:cubicBezTo>
                <a:cubicBezTo>
                  <a:pt x="47" y="89"/>
                  <a:pt x="56" y="77"/>
                  <a:pt x="67" y="67"/>
                </a:cubicBezTo>
                <a:cubicBezTo>
                  <a:pt x="78" y="56"/>
                  <a:pt x="89" y="46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5" y="11"/>
                  <a:pt x="169" y="7"/>
                  <a:pt x="184" y="4"/>
                </a:cubicBezTo>
                <a:cubicBezTo>
                  <a:pt x="198" y="1"/>
                  <a:pt x="213" y="0"/>
                  <a:pt x="228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9" name=""/>
          <p:cNvSpPr/>
          <p:nvPr/>
        </p:nvSpPr>
        <p:spPr>
          <a:xfrm>
            <a:off x="785160" y="952920"/>
            <a:ext cx="6255720" cy="394920"/>
          </a:xfrm>
          <a:custGeom>
            <a:avLst/>
            <a:gdLst/>
            <a:ahLst/>
            <a:rect l="0" t="0" r="r" b="b"/>
            <a:pathLst>
              <a:path w="17377" h="1097">
                <a:moveTo>
                  <a:pt x="0" y="0"/>
                </a:moveTo>
                <a:lnTo>
                  <a:pt x="17377" y="0"/>
                </a:lnTo>
                <a:lnTo>
                  <a:pt x="17377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0" name=""/>
          <p:cNvSpPr/>
          <p:nvPr/>
        </p:nvSpPr>
        <p:spPr>
          <a:xfrm>
            <a:off x="780840" y="948960"/>
            <a:ext cx="6264000" cy="402840"/>
          </a:xfrm>
          <a:custGeom>
            <a:avLst/>
            <a:gdLst/>
            <a:ahLst/>
            <a:rect l="0" t="0" r="r" b="b"/>
            <a:pathLst>
              <a:path w="17400" h="1119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6" y="0"/>
                </a:moveTo>
                <a:lnTo>
                  <a:pt x="490" y="0"/>
                </a:lnTo>
                <a:lnTo>
                  <a:pt x="490" y="23"/>
                </a:lnTo>
                <a:lnTo>
                  <a:pt x="376" y="23"/>
                </a:lnTo>
                <a:lnTo>
                  <a:pt x="376" y="0"/>
                </a:lnTo>
                <a:moveTo>
                  <a:pt x="558" y="0"/>
                </a:moveTo>
                <a:lnTo>
                  <a:pt x="672" y="0"/>
                </a:lnTo>
                <a:lnTo>
                  <a:pt x="672" y="23"/>
                </a:lnTo>
                <a:lnTo>
                  <a:pt x="558" y="23"/>
                </a:lnTo>
                <a:lnTo>
                  <a:pt x="558" y="0"/>
                </a:lnTo>
                <a:moveTo>
                  <a:pt x="741" y="0"/>
                </a:moveTo>
                <a:lnTo>
                  <a:pt x="854" y="0"/>
                </a:lnTo>
                <a:lnTo>
                  <a:pt x="854" y="23"/>
                </a:lnTo>
                <a:lnTo>
                  <a:pt x="741" y="23"/>
                </a:lnTo>
                <a:lnTo>
                  <a:pt x="741" y="0"/>
                </a:lnTo>
                <a:moveTo>
                  <a:pt x="923" y="0"/>
                </a:moveTo>
                <a:lnTo>
                  <a:pt x="1037" y="0"/>
                </a:lnTo>
                <a:lnTo>
                  <a:pt x="1037" y="23"/>
                </a:lnTo>
                <a:lnTo>
                  <a:pt x="923" y="23"/>
                </a:lnTo>
                <a:lnTo>
                  <a:pt x="923" y="0"/>
                </a:lnTo>
                <a:moveTo>
                  <a:pt x="1105" y="0"/>
                </a:moveTo>
                <a:lnTo>
                  <a:pt x="1219" y="0"/>
                </a:lnTo>
                <a:lnTo>
                  <a:pt x="1219" y="23"/>
                </a:lnTo>
                <a:lnTo>
                  <a:pt x="1105" y="23"/>
                </a:lnTo>
                <a:lnTo>
                  <a:pt x="1105" y="0"/>
                </a:lnTo>
                <a:moveTo>
                  <a:pt x="1287" y="0"/>
                </a:moveTo>
                <a:lnTo>
                  <a:pt x="1401" y="0"/>
                </a:lnTo>
                <a:lnTo>
                  <a:pt x="1401" y="23"/>
                </a:lnTo>
                <a:lnTo>
                  <a:pt x="1287" y="23"/>
                </a:lnTo>
                <a:lnTo>
                  <a:pt x="1287" y="0"/>
                </a:lnTo>
                <a:moveTo>
                  <a:pt x="1469" y="0"/>
                </a:moveTo>
                <a:lnTo>
                  <a:pt x="1583" y="0"/>
                </a:lnTo>
                <a:lnTo>
                  <a:pt x="1583" y="23"/>
                </a:lnTo>
                <a:lnTo>
                  <a:pt x="1469" y="23"/>
                </a:lnTo>
                <a:lnTo>
                  <a:pt x="1469" y="0"/>
                </a:lnTo>
                <a:moveTo>
                  <a:pt x="1652" y="0"/>
                </a:moveTo>
                <a:lnTo>
                  <a:pt x="1765" y="0"/>
                </a:lnTo>
                <a:lnTo>
                  <a:pt x="1765" y="23"/>
                </a:lnTo>
                <a:lnTo>
                  <a:pt x="1652" y="23"/>
                </a:lnTo>
                <a:lnTo>
                  <a:pt x="1652" y="0"/>
                </a:lnTo>
                <a:moveTo>
                  <a:pt x="1834" y="0"/>
                </a:moveTo>
                <a:lnTo>
                  <a:pt x="1948" y="0"/>
                </a:lnTo>
                <a:lnTo>
                  <a:pt x="1948" y="23"/>
                </a:lnTo>
                <a:lnTo>
                  <a:pt x="1834" y="23"/>
                </a:lnTo>
                <a:lnTo>
                  <a:pt x="1834" y="0"/>
                </a:lnTo>
                <a:moveTo>
                  <a:pt x="2016" y="0"/>
                </a:moveTo>
                <a:lnTo>
                  <a:pt x="2130" y="0"/>
                </a:lnTo>
                <a:lnTo>
                  <a:pt x="2130" y="23"/>
                </a:lnTo>
                <a:lnTo>
                  <a:pt x="2016" y="23"/>
                </a:lnTo>
                <a:lnTo>
                  <a:pt x="2016" y="0"/>
                </a:lnTo>
                <a:moveTo>
                  <a:pt x="2198" y="0"/>
                </a:moveTo>
                <a:lnTo>
                  <a:pt x="2312" y="0"/>
                </a:lnTo>
                <a:lnTo>
                  <a:pt x="2312" y="23"/>
                </a:lnTo>
                <a:lnTo>
                  <a:pt x="2198" y="23"/>
                </a:lnTo>
                <a:lnTo>
                  <a:pt x="2198" y="0"/>
                </a:lnTo>
                <a:moveTo>
                  <a:pt x="2380" y="0"/>
                </a:moveTo>
                <a:lnTo>
                  <a:pt x="2494" y="0"/>
                </a:lnTo>
                <a:lnTo>
                  <a:pt x="2494" y="23"/>
                </a:lnTo>
                <a:lnTo>
                  <a:pt x="2380" y="23"/>
                </a:lnTo>
                <a:lnTo>
                  <a:pt x="2380" y="0"/>
                </a:lnTo>
                <a:moveTo>
                  <a:pt x="2562" y="0"/>
                </a:moveTo>
                <a:lnTo>
                  <a:pt x="2676" y="0"/>
                </a:lnTo>
                <a:lnTo>
                  <a:pt x="2676" y="23"/>
                </a:lnTo>
                <a:lnTo>
                  <a:pt x="2562" y="23"/>
                </a:lnTo>
                <a:lnTo>
                  <a:pt x="2562" y="0"/>
                </a:lnTo>
                <a:moveTo>
                  <a:pt x="2745" y="0"/>
                </a:moveTo>
                <a:lnTo>
                  <a:pt x="2859" y="0"/>
                </a:lnTo>
                <a:lnTo>
                  <a:pt x="2859" y="23"/>
                </a:lnTo>
                <a:lnTo>
                  <a:pt x="2745" y="23"/>
                </a:lnTo>
                <a:lnTo>
                  <a:pt x="2745" y="0"/>
                </a:lnTo>
                <a:moveTo>
                  <a:pt x="2927" y="0"/>
                </a:moveTo>
                <a:lnTo>
                  <a:pt x="3041" y="0"/>
                </a:lnTo>
                <a:lnTo>
                  <a:pt x="3041" y="23"/>
                </a:lnTo>
                <a:lnTo>
                  <a:pt x="2927" y="23"/>
                </a:lnTo>
                <a:lnTo>
                  <a:pt x="2927" y="0"/>
                </a:lnTo>
                <a:moveTo>
                  <a:pt x="3109" y="0"/>
                </a:moveTo>
                <a:lnTo>
                  <a:pt x="3223" y="0"/>
                </a:lnTo>
                <a:lnTo>
                  <a:pt x="3223" y="23"/>
                </a:lnTo>
                <a:lnTo>
                  <a:pt x="3109" y="23"/>
                </a:lnTo>
                <a:lnTo>
                  <a:pt x="3109" y="0"/>
                </a:lnTo>
                <a:moveTo>
                  <a:pt x="3291" y="0"/>
                </a:moveTo>
                <a:lnTo>
                  <a:pt x="3405" y="0"/>
                </a:lnTo>
                <a:lnTo>
                  <a:pt x="3405" y="23"/>
                </a:lnTo>
                <a:lnTo>
                  <a:pt x="3291" y="23"/>
                </a:lnTo>
                <a:lnTo>
                  <a:pt x="3291" y="0"/>
                </a:lnTo>
                <a:moveTo>
                  <a:pt x="3473" y="0"/>
                </a:moveTo>
                <a:lnTo>
                  <a:pt x="3587" y="0"/>
                </a:lnTo>
                <a:lnTo>
                  <a:pt x="3587" y="23"/>
                </a:lnTo>
                <a:lnTo>
                  <a:pt x="3473" y="23"/>
                </a:lnTo>
                <a:lnTo>
                  <a:pt x="3473" y="0"/>
                </a:lnTo>
                <a:moveTo>
                  <a:pt x="3656" y="0"/>
                </a:moveTo>
                <a:lnTo>
                  <a:pt x="3769" y="0"/>
                </a:lnTo>
                <a:lnTo>
                  <a:pt x="3769" y="23"/>
                </a:lnTo>
                <a:lnTo>
                  <a:pt x="3656" y="23"/>
                </a:lnTo>
                <a:lnTo>
                  <a:pt x="3656" y="0"/>
                </a:lnTo>
                <a:moveTo>
                  <a:pt x="3838" y="0"/>
                </a:moveTo>
                <a:lnTo>
                  <a:pt x="3952" y="0"/>
                </a:lnTo>
                <a:lnTo>
                  <a:pt x="3952" y="23"/>
                </a:lnTo>
                <a:lnTo>
                  <a:pt x="3838" y="23"/>
                </a:lnTo>
                <a:lnTo>
                  <a:pt x="3838" y="0"/>
                </a:lnTo>
                <a:moveTo>
                  <a:pt x="4020" y="0"/>
                </a:moveTo>
                <a:lnTo>
                  <a:pt x="4134" y="0"/>
                </a:lnTo>
                <a:lnTo>
                  <a:pt x="4134" y="23"/>
                </a:lnTo>
                <a:lnTo>
                  <a:pt x="4020" y="23"/>
                </a:lnTo>
                <a:lnTo>
                  <a:pt x="4020" y="0"/>
                </a:lnTo>
                <a:moveTo>
                  <a:pt x="4202" y="0"/>
                </a:moveTo>
                <a:lnTo>
                  <a:pt x="4316" y="0"/>
                </a:lnTo>
                <a:lnTo>
                  <a:pt x="4316" y="23"/>
                </a:lnTo>
                <a:lnTo>
                  <a:pt x="4202" y="23"/>
                </a:lnTo>
                <a:lnTo>
                  <a:pt x="4202" y="0"/>
                </a:lnTo>
                <a:moveTo>
                  <a:pt x="4384" y="0"/>
                </a:moveTo>
                <a:lnTo>
                  <a:pt x="4498" y="0"/>
                </a:lnTo>
                <a:lnTo>
                  <a:pt x="4498" y="23"/>
                </a:lnTo>
                <a:lnTo>
                  <a:pt x="4384" y="23"/>
                </a:lnTo>
                <a:lnTo>
                  <a:pt x="4384" y="0"/>
                </a:lnTo>
                <a:moveTo>
                  <a:pt x="4567" y="0"/>
                </a:moveTo>
                <a:lnTo>
                  <a:pt x="4680" y="0"/>
                </a:lnTo>
                <a:lnTo>
                  <a:pt x="4680" y="23"/>
                </a:lnTo>
                <a:lnTo>
                  <a:pt x="4567" y="23"/>
                </a:lnTo>
                <a:lnTo>
                  <a:pt x="4567" y="0"/>
                </a:lnTo>
                <a:moveTo>
                  <a:pt x="4749" y="0"/>
                </a:moveTo>
                <a:lnTo>
                  <a:pt x="4863" y="0"/>
                </a:lnTo>
                <a:lnTo>
                  <a:pt x="4863" y="23"/>
                </a:lnTo>
                <a:lnTo>
                  <a:pt x="4749" y="23"/>
                </a:lnTo>
                <a:lnTo>
                  <a:pt x="4749" y="0"/>
                </a:lnTo>
                <a:moveTo>
                  <a:pt x="4931" y="0"/>
                </a:moveTo>
                <a:lnTo>
                  <a:pt x="5045" y="0"/>
                </a:lnTo>
                <a:lnTo>
                  <a:pt x="5045" y="23"/>
                </a:lnTo>
                <a:lnTo>
                  <a:pt x="4931" y="23"/>
                </a:lnTo>
                <a:lnTo>
                  <a:pt x="4931" y="0"/>
                </a:lnTo>
                <a:moveTo>
                  <a:pt x="5113" y="0"/>
                </a:moveTo>
                <a:lnTo>
                  <a:pt x="5227" y="0"/>
                </a:lnTo>
                <a:lnTo>
                  <a:pt x="5227" y="23"/>
                </a:lnTo>
                <a:lnTo>
                  <a:pt x="5113" y="23"/>
                </a:lnTo>
                <a:lnTo>
                  <a:pt x="5113" y="0"/>
                </a:lnTo>
                <a:moveTo>
                  <a:pt x="5295" y="0"/>
                </a:moveTo>
                <a:lnTo>
                  <a:pt x="5409" y="0"/>
                </a:lnTo>
                <a:lnTo>
                  <a:pt x="5409" y="23"/>
                </a:lnTo>
                <a:lnTo>
                  <a:pt x="5295" y="23"/>
                </a:lnTo>
                <a:lnTo>
                  <a:pt x="5295" y="0"/>
                </a:lnTo>
                <a:moveTo>
                  <a:pt x="5477" y="0"/>
                </a:moveTo>
                <a:lnTo>
                  <a:pt x="5591" y="0"/>
                </a:lnTo>
                <a:lnTo>
                  <a:pt x="5591" y="23"/>
                </a:lnTo>
                <a:lnTo>
                  <a:pt x="5477" y="23"/>
                </a:lnTo>
                <a:lnTo>
                  <a:pt x="5477" y="0"/>
                </a:lnTo>
                <a:moveTo>
                  <a:pt x="5660" y="0"/>
                </a:moveTo>
                <a:lnTo>
                  <a:pt x="5774" y="0"/>
                </a:lnTo>
                <a:lnTo>
                  <a:pt x="5774" y="23"/>
                </a:lnTo>
                <a:lnTo>
                  <a:pt x="5660" y="23"/>
                </a:lnTo>
                <a:lnTo>
                  <a:pt x="5660" y="0"/>
                </a:lnTo>
                <a:moveTo>
                  <a:pt x="5842" y="0"/>
                </a:moveTo>
                <a:lnTo>
                  <a:pt x="5956" y="0"/>
                </a:lnTo>
                <a:lnTo>
                  <a:pt x="5956" y="23"/>
                </a:lnTo>
                <a:lnTo>
                  <a:pt x="5842" y="23"/>
                </a:lnTo>
                <a:lnTo>
                  <a:pt x="5842" y="0"/>
                </a:lnTo>
                <a:moveTo>
                  <a:pt x="6024" y="0"/>
                </a:moveTo>
                <a:lnTo>
                  <a:pt x="6138" y="0"/>
                </a:lnTo>
                <a:lnTo>
                  <a:pt x="6138" y="23"/>
                </a:lnTo>
                <a:lnTo>
                  <a:pt x="6024" y="23"/>
                </a:lnTo>
                <a:lnTo>
                  <a:pt x="6024" y="0"/>
                </a:lnTo>
                <a:moveTo>
                  <a:pt x="6206" y="0"/>
                </a:moveTo>
                <a:lnTo>
                  <a:pt x="6320" y="0"/>
                </a:lnTo>
                <a:lnTo>
                  <a:pt x="6320" y="23"/>
                </a:lnTo>
                <a:lnTo>
                  <a:pt x="6206" y="23"/>
                </a:lnTo>
                <a:lnTo>
                  <a:pt x="6206" y="0"/>
                </a:lnTo>
                <a:moveTo>
                  <a:pt x="6388" y="0"/>
                </a:moveTo>
                <a:lnTo>
                  <a:pt x="6502" y="0"/>
                </a:lnTo>
                <a:lnTo>
                  <a:pt x="6502" y="23"/>
                </a:lnTo>
                <a:lnTo>
                  <a:pt x="6388" y="23"/>
                </a:lnTo>
                <a:lnTo>
                  <a:pt x="6388" y="0"/>
                </a:lnTo>
                <a:moveTo>
                  <a:pt x="6572" y="0"/>
                </a:moveTo>
                <a:lnTo>
                  <a:pt x="6685" y="0"/>
                </a:lnTo>
                <a:lnTo>
                  <a:pt x="6685" y="23"/>
                </a:lnTo>
                <a:lnTo>
                  <a:pt x="6572" y="23"/>
                </a:lnTo>
                <a:lnTo>
                  <a:pt x="6572" y="0"/>
                </a:lnTo>
                <a:moveTo>
                  <a:pt x="6754" y="0"/>
                </a:moveTo>
                <a:lnTo>
                  <a:pt x="6868" y="0"/>
                </a:lnTo>
                <a:lnTo>
                  <a:pt x="6868" y="23"/>
                </a:lnTo>
                <a:lnTo>
                  <a:pt x="6754" y="23"/>
                </a:lnTo>
                <a:lnTo>
                  <a:pt x="6754" y="0"/>
                </a:lnTo>
                <a:moveTo>
                  <a:pt x="6936" y="0"/>
                </a:moveTo>
                <a:lnTo>
                  <a:pt x="7050" y="0"/>
                </a:lnTo>
                <a:lnTo>
                  <a:pt x="7050" y="23"/>
                </a:lnTo>
                <a:lnTo>
                  <a:pt x="6936" y="23"/>
                </a:lnTo>
                <a:lnTo>
                  <a:pt x="6936" y="0"/>
                </a:lnTo>
                <a:moveTo>
                  <a:pt x="7118" y="0"/>
                </a:moveTo>
                <a:lnTo>
                  <a:pt x="7232" y="0"/>
                </a:lnTo>
                <a:lnTo>
                  <a:pt x="7232" y="23"/>
                </a:lnTo>
                <a:lnTo>
                  <a:pt x="7118" y="23"/>
                </a:lnTo>
                <a:lnTo>
                  <a:pt x="7118" y="0"/>
                </a:lnTo>
                <a:moveTo>
                  <a:pt x="7300" y="0"/>
                </a:moveTo>
                <a:lnTo>
                  <a:pt x="7414" y="0"/>
                </a:lnTo>
                <a:lnTo>
                  <a:pt x="7414" y="23"/>
                </a:lnTo>
                <a:lnTo>
                  <a:pt x="7300" y="23"/>
                </a:lnTo>
                <a:lnTo>
                  <a:pt x="7300" y="0"/>
                </a:lnTo>
                <a:moveTo>
                  <a:pt x="7483" y="0"/>
                </a:moveTo>
                <a:lnTo>
                  <a:pt x="7596" y="0"/>
                </a:lnTo>
                <a:lnTo>
                  <a:pt x="7596" y="23"/>
                </a:lnTo>
                <a:lnTo>
                  <a:pt x="7483" y="23"/>
                </a:lnTo>
                <a:lnTo>
                  <a:pt x="7483" y="0"/>
                </a:lnTo>
                <a:moveTo>
                  <a:pt x="7665" y="0"/>
                </a:moveTo>
                <a:lnTo>
                  <a:pt x="7779" y="0"/>
                </a:lnTo>
                <a:lnTo>
                  <a:pt x="7779" y="23"/>
                </a:lnTo>
                <a:lnTo>
                  <a:pt x="7665" y="23"/>
                </a:lnTo>
                <a:lnTo>
                  <a:pt x="7665" y="0"/>
                </a:lnTo>
                <a:moveTo>
                  <a:pt x="7847" y="0"/>
                </a:moveTo>
                <a:lnTo>
                  <a:pt x="7961" y="0"/>
                </a:lnTo>
                <a:lnTo>
                  <a:pt x="7961" y="23"/>
                </a:lnTo>
                <a:lnTo>
                  <a:pt x="7847" y="23"/>
                </a:lnTo>
                <a:lnTo>
                  <a:pt x="7847" y="0"/>
                </a:lnTo>
                <a:moveTo>
                  <a:pt x="8029" y="0"/>
                </a:moveTo>
                <a:lnTo>
                  <a:pt x="8143" y="0"/>
                </a:lnTo>
                <a:lnTo>
                  <a:pt x="8143" y="23"/>
                </a:lnTo>
                <a:lnTo>
                  <a:pt x="8029" y="23"/>
                </a:lnTo>
                <a:lnTo>
                  <a:pt x="8029" y="0"/>
                </a:lnTo>
                <a:moveTo>
                  <a:pt x="8211" y="0"/>
                </a:moveTo>
                <a:lnTo>
                  <a:pt x="8325" y="0"/>
                </a:lnTo>
                <a:lnTo>
                  <a:pt x="8325" y="23"/>
                </a:lnTo>
                <a:lnTo>
                  <a:pt x="8211" y="23"/>
                </a:lnTo>
                <a:lnTo>
                  <a:pt x="8211" y="0"/>
                </a:lnTo>
                <a:moveTo>
                  <a:pt x="8393" y="0"/>
                </a:moveTo>
                <a:lnTo>
                  <a:pt x="8507" y="0"/>
                </a:lnTo>
                <a:lnTo>
                  <a:pt x="8507" y="23"/>
                </a:lnTo>
                <a:lnTo>
                  <a:pt x="8393" y="23"/>
                </a:lnTo>
                <a:lnTo>
                  <a:pt x="8393" y="0"/>
                </a:lnTo>
                <a:moveTo>
                  <a:pt x="8576" y="0"/>
                </a:moveTo>
                <a:lnTo>
                  <a:pt x="8690" y="0"/>
                </a:lnTo>
                <a:lnTo>
                  <a:pt x="8690" y="23"/>
                </a:lnTo>
                <a:lnTo>
                  <a:pt x="8576" y="23"/>
                </a:lnTo>
                <a:lnTo>
                  <a:pt x="8576" y="0"/>
                </a:lnTo>
                <a:moveTo>
                  <a:pt x="8758" y="0"/>
                </a:moveTo>
                <a:lnTo>
                  <a:pt x="8872" y="0"/>
                </a:lnTo>
                <a:lnTo>
                  <a:pt x="8872" y="23"/>
                </a:lnTo>
                <a:lnTo>
                  <a:pt x="8758" y="23"/>
                </a:lnTo>
                <a:lnTo>
                  <a:pt x="8758" y="0"/>
                </a:lnTo>
                <a:moveTo>
                  <a:pt x="8940" y="0"/>
                </a:moveTo>
                <a:lnTo>
                  <a:pt x="9054" y="0"/>
                </a:lnTo>
                <a:lnTo>
                  <a:pt x="9054" y="23"/>
                </a:lnTo>
                <a:lnTo>
                  <a:pt x="8940" y="23"/>
                </a:lnTo>
                <a:lnTo>
                  <a:pt x="8940" y="0"/>
                </a:lnTo>
                <a:moveTo>
                  <a:pt x="9122" y="0"/>
                </a:moveTo>
                <a:lnTo>
                  <a:pt x="9236" y="0"/>
                </a:lnTo>
                <a:lnTo>
                  <a:pt x="9236" y="23"/>
                </a:lnTo>
                <a:lnTo>
                  <a:pt x="9122" y="23"/>
                </a:lnTo>
                <a:lnTo>
                  <a:pt x="9122" y="0"/>
                </a:lnTo>
                <a:moveTo>
                  <a:pt x="9304" y="0"/>
                </a:moveTo>
                <a:lnTo>
                  <a:pt x="9418" y="0"/>
                </a:lnTo>
                <a:lnTo>
                  <a:pt x="9418" y="23"/>
                </a:lnTo>
                <a:lnTo>
                  <a:pt x="9304" y="23"/>
                </a:lnTo>
                <a:lnTo>
                  <a:pt x="9304" y="0"/>
                </a:lnTo>
                <a:moveTo>
                  <a:pt x="9487" y="0"/>
                </a:moveTo>
                <a:lnTo>
                  <a:pt x="9600" y="0"/>
                </a:lnTo>
                <a:lnTo>
                  <a:pt x="9600" y="23"/>
                </a:lnTo>
                <a:lnTo>
                  <a:pt x="9487" y="23"/>
                </a:lnTo>
                <a:lnTo>
                  <a:pt x="9487" y="0"/>
                </a:lnTo>
                <a:moveTo>
                  <a:pt x="9669" y="0"/>
                </a:moveTo>
                <a:lnTo>
                  <a:pt x="9783" y="0"/>
                </a:lnTo>
                <a:lnTo>
                  <a:pt x="9783" y="23"/>
                </a:lnTo>
                <a:lnTo>
                  <a:pt x="9669" y="23"/>
                </a:lnTo>
                <a:lnTo>
                  <a:pt x="9669" y="0"/>
                </a:lnTo>
                <a:moveTo>
                  <a:pt x="9851" y="0"/>
                </a:moveTo>
                <a:lnTo>
                  <a:pt x="9965" y="0"/>
                </a:lnTo>
                <a:lnTo>
                  <a:pt x="9965" y="23"/>
                </a:lnTo>
                <a:lnTo>
                  <a:pt x="9851" y="23"/>
                </a:lnTo>
                <a:lnTo>
                  <a:pt x="9851" y="0"/>
                </a:lnTo>
                <a:moveTo>
                  <a:pt x="10033" y="0"/>
                </a:moveTo>
                <a:lnTo>
                  <a:pt x="10147" y="0"/>
                </a:lnTo>
                <a:lnTo>
                  <a:pt x="10147" y="23"/>
                </a:lnTo>
                <a:lnTo>
                  <a:pt x="10033" y="23"/>
                </a:lnTo>
                <a:lnTo>
                  <a:pt x="10033" y="0"/>
                </a:lnTo>
                <a:moveTo>
                  <a:pt x="10215" y="0"/>
                </a:moveTo>
                <a:lnTo>
                  <a:pt x="10329" y="0"/>
                </a:lnTo>
                <a:lnTo>
                  <a:pt x="10329" y="23"/>
                </a:lnTo>
                <a:lnTo>
                  <a:pt x="10215" y="23"/>
                </a:lnTo>
                <a:lnTo>
                  <a:pt x="10215" y="0"/>
                </a:lnTo>
                <a:moveTo>
                  <a:pt x="10398" y="0"/>
                </a:moveTo>
                <a:lnTo>
                  <a:pt x="10511" y="0"/>
                </a:lnTo>
                <a:lnTo>
                  <a:pt x="10511" y="23"/>
                </a:lnTo>
                <a:lnTo>
                  <a:pt x="10398" y="23"/>
                </a:lnTo>
                <a:lnTo>
                  <a:pt x="10398" y="0"/>
                </a:lnTo>
                <a:moveTo>
                  <a:pt x="10580" y="0"/>
                </a:moveTo>
                <a:lnTo>
                  <a:pt x="10694" y="0"/>
                </a:lnTo>
                <a:lnTo>
                  <a:pt x="10694" y="23"/>
                </a:lnTo>
                <a:lnTo>
                  <a:pt x="10580" y="23"/>
                </a:lnTo>
                <a:lnTo>
                  <a:pt x="10580" y="0"/>
                </a:lnTo>
                <a:moveTo>
                  <a:pt x="10762" y="0"/>
                </a:moveTo>
                <a:lnTo>
                  <a:pt x="10876" y="0"/>
                </a:lnTo>
                <a:lnTo>
                  <a:pt x="10876" y="23"/>
                </a:lnTo>
                <a:lnTo>
                  <a:pt x="10762" y="23"/>
                </a:lnTo>
                <a:lnTo>
                  <a:pt x="10762" y="0"/>
                </a:lnTo>
                <a:moveTo>
                  <a:pt x="10944" y="0"/>
                </a:moveTo>
                <a:lnTo>
                  <a:pt x="11058" y="0"/>
                </a:lnTo>
                <a:lnTo>
                  <a:pt x="11058" y="23"/>
                </a:lnTo>
                <a:lnTo>
                  <a:pt x="10944" y="23"/>
                </a:lnTo>
                <a:lnTo>
                  <a:pt x="10944" y="0"/>
                </a:lnTo>
                <a:moveTo>
                  <a:pt x="11126" y="0"/>
                </a:moveTo>
                <a:lnTo>
                  <a:pt x="11240" y="0"/>
                </a:lnTo>
                <a:lnTo>
                  <a:pt x="11240" y="23"/>
                </a:lnTo>
                <a:lnTo>
                  <a:pt x="11126" y="23"/>
                </a:lnTo>
                <a:lnTo>
                  <a:pt x="11126" y="0"/>
                </a:lnTo>
                <a:moveTo>
                  <a:pt x="11308" y="0"/>
                </a:moveTo>
                <a:lnTo>
                  <a:pt x="11422" y="0"/>
                </a:lnTo>
                <a:lnTo>
                  <a:pt x="11422" y="23"/>
                </a:lnTo>
                <a:lnTo>
                  <a:pt x="11308" y="23"/>
                </a:lnTo>
                <a:lnTo>
                  <a:pt x="11308" y="0"/>
                </a:lnTo>
                <a:moveTo>
                  <a:pt x="11491" y="0"/>
                </a:moveTo>
                <a:lnTo>
                  <a:pt x="11605" y="0"/>
                </a:lnTo>
                <a:lnTo>
                  <a:pt x="11605" y="23"/>
                </a:lnTo>
                <a:lnTo>
                  <a:pt x="11491" y="23"/>
                </a:lnTo>
                <a:lnTo>
                  <a:pt x="11491" y="0"/>
                </a:lnTo>
                <a:moveTo>
                  <a:pt x="11673" y="0"/>
                </a:moveTo>
                <a:lnTo>
                  <a:pt x="11787" y="0"/>
                </a:lnTo>
                <a:lnTo>
                  <a:pt x="11787" y="23"/>
                </a:lnTo>
                <a:lnTo>
                  <a:pt x="11673" y="23"/>
                </a:lnTo>
                <a:lnTo>
                  <a:pt x="11673" y="0"/>
                </a:lnTo>
                <a:moveTo>
                  <a:pt x="11855" y="0"/>
                </a:moveTo>
                <a:lnTo>
                  <a:pt x="11969" y="0"/>
                </a:lnTo>
                <a:lnTo>
                  <a:pt x="11969" y="23"/>
                </a:lnTo>
                <a:lnTo>
                  <a:pt x="11855" y="23"/>
                </a:lnTo>
                <a:lnTo>
                  <a:pt x="11855" y="0"/>
                </a:lnTo>
                <a:moveTo>
                  <a:pt x="12037" y="0"/>
                </a:moveTo>
                <a:lnTo>
                  <a:pt x="12151" y="0"/>
                </a:lnTo>
                <a:lnTo>
                  <a:pt x="12151" y="23"/>
                </a:lnTo>
                <a:lnTo>
                  <a:pt x="12037" y="23"/>
                </a:lnTo>
                <a:lnTo>
                  <a:pt x="12037" y="0"/>
                </a:lnTo>
                <a:moveTo>
                  <a:pt x="12219" y="0"/>
                </a:moveTo>
                <a:lnTo>
                  <a:pt x="12333" y="0"/>
                </a:lnTo>
                <a:lnTo>
                  <a:pt x="12333" y="23"/>
                </a:lnTo>
                <a:lnTo>
                  <a:pt x="12219" y="23"/>
                </a:lnTo>
                <a:lnTo>
                  <a:pt x="12219" y="0"/>
                </a:lnTo>
                <a:moveTo>
                  <a:pt x="12402" y="0"/>
                </a:moveTo>
                <a:lnTo>
                  <a:pt x="12515" y="0"/>
                </a:lnTo>
                <a:lnTo>
                  <a:pt x="12515" y="23"/>
                </a:lnTo>
                <a:lnTo>
                  <a:pt x="12402" y="23"/>
                </a:lnTo>
                <a:lnTo>
                  <a:pt x="12402" y="0"/>
                </a:lnTo>
                <a:moveTo>
                  <a:pt x="12584" y="0"/>
                </a:moveTo>
                <a:lnTo>
                  <a:pt x="12698" y="0"/>
                </a:lnTo>
                <a:lnTo>
                  <a:pt x="12698" y="23"/>
                </a:lnTo>
                <a:lnTo>
                  <a:pt x="12584" y="23"/>
                </a:lnTo>
                <a:lnTo>
                  <a:pt x="12584" y="0"/>
                </a:lnTo>
                <a:moveTo>
                  <a:pt x="12766" y="0"/>
                </a:moveTo>
                <a:lnTo>
                  <a:pt x="12880" y="0"/>
                </a:lnTo>
                <a:lnTo>
                  <a:pt x="12880" y="23"/>
                </a:lnTo>
                <a:lnTo>
                  <a:pt x="12766" y="23"/>
                </a:lnTo>
                <a:lnTo>
                  <a:pt x="12766" y="0"/>
                </a:lnTo>
                <a:moveTo>
                  <a:pt x="12948" y="0"/>
                </a:moveTo>
                <a:lnTo>
                  <a:pt x="13062" y="0"/>
                </a:lnTo>
                <a:lnTo>
                  <a:pt x="13062" y="23"/>
                </a:lnTo>
                <a:lnTo>
                  <a:pt x="12948" y="23"/>
                </a:lnTo>
                <a:lnTo>
                  <a:pt x="12948" y="0"/>
                </a:lnTo>
                <a:moveTo>
                  <a:pt x="13130" y="0"/>
                </a:moveTo>
                <a:lnTo>
                  <a:pt x="13244" y="0"/>
                </a:lnTo>
                <a:lnTo>
                  <a:pt x="13244" y="23"/>
                </a:lnTo>
                <a:lnTo>
                  <a:pt x="13130" y="23"/>
                </a:lnTo>
                <a:lnTo>
                  <a:pt x="13130" y="0"/>
                </a:lnTo>
                <a:moveTo>
                  <a:pt x="13313" y="0"/>
                </a:moveTo>
                <a:lnTo>
                  <a:pt x="13426" y="0"/>
                </a:lnTo>
                <a:lnTo>
                  <a:pt x="13426" y="23"/>
                </a:lnTo>
                <a:lnTo>
                  <a:pt x="13313" y="23"/>
                </a:lnTo>
                <a:lnTo>
                  <a:pt x="13313" y="0"/>
                </a:lnTo>
                <a:moveTo>
                  <a:pt x="13495" y="0"/>
                </a:moveTo>
                <a:lnTo>
                  <a:pt x="13609" y="0"/>
                </a:lnTo>
                <a:lnTo>
                  <a:pt x="13609" y="23"/>
                </a:lnTo>
                <a:lnTo>
                  <a:pt x="13495" y="23"/>
                </a:lnTo>
                <a:lnTo>
                  <a:pt x="13495" y="0"/>
                </a:lnTo>
                <a:moveTo>
                  <a:pt x="13677" y="0"/>
                </a:moveTo>
                <a:lnTo>
                  <a:pt x="13791" y="0"/>
                </a:lnTo>
                <a:lnTo>
                  <a:pt x="13791" y="23"/>
                </a:lnTo>
                <a:lnTo>
                  <a:pt x="13677" y="23"/>
                </a:lnTo>
                <a:lnTo>
                  <a:pt x="13677" y="0"/>
                </a:lnTo>
                <a:moveTo>
                  <a:pt x="13859" y="0"/>
                </a:moveTo>
                <a:lnTo>
                  <a:pt x="13973" y="0"/>
                </a:lnTo>
                <a:lnTo>
                  <a:pt x="13973" y="23"/>
                </a:lnTo>
                <a:lnTo>
                  <a:pt x="13859" y="23"/>
                </a:lnTo>
                <a:lnTo>
                  <a:pt x="13859" y="0"/>
                </a:lnTo>
                <a:moveTo>
                  <a:pt x="14041" y="0"/>
                </a:moveTo>
                <a:lnTo>
                  <a:pt x="14155" y="0"/>
                </a:lnTo>
                <a:lnTo>
                  <a:pt x="14155" y="23"/>
                </a:lnTo>
                <a:lnTo>
                  <a:pt x="14041" y="23"/>
                </a:lnTo>
                <a:lnTo>
                  <a:pt x="14041" y="0"/>
                </a:lnTo>
                <a:moveTo>
                  <a:pt x="14223" y="0"/>
                </a:moveTo>
                <a:lnTo>
                  <a:pt x="14337" y="0"/>
                </a:lnTo>
                <a:lnTo>
                  <a:pt x="14337" y="23"/>
                </a:lnTo>
                <a:lnTo>
                  <a:pt x="14223" y="23"/>
                </a:lnTo>
                <a:lnTo>
                  <a:pt x="14223" y="0"/>
                </a:lnTo>
                <a:moveTo>
                  <a:pt x="14406" y="0"/>
                </a:moveTo>
                <a:lnTo>
                  <a:pt x="14520" y="0"/>
                </a:lnTo>
                <a:lnTo>
                  <a:pt x="14520" y="23"/>
                </a:lnTo>
                <a:lnTo>
                  <a:pt x="14406" y="23"/>
                </a:lnTo>
                <a:lnTo>
                  <a:pt x="14406" y="0"/>
                </a:lnTo>
                <a:moveTo>
                  <a:pt x="14588" y="0"/>
                </a:moveTo>
                <a:lnTo>
                  <a:pt x="14702" y="0"/>
                </a:lnTo>
                <a:lnTo>
                  <a:pt x="14702" y="23"/>
                </a:lnTo>
                <a:lnTo>
                  <a:pt x="14588" y="23"/>
                </a:lnTo>
                <a:lnTo>
                  <a:pt x="14588" y="0"/>
                </a:lnTo>
                <a:moveTo>
                  <a:pt x="14770" y="0"/>
                </a:moveTo>
                <a:lnTo>
                  <a:pt x="14884" y="0"/>
                </a:lnTo>
                <a:lnTo>
                  <a:pt x="14884" y="23"/>
                </a:lnTo>
                <a:lnTo>
                  <a:pt x="14770" y="23"/>
                </a:lnTo>
                <a:lnTo>
                  <a:pt x="14770" y="0"/>
                </a:lnTo>
                <a:moveTo>
                  <a:pt x="14952" y="0"/>
                </a:moveTo>
                <a:lnTo>
                  <a:pt x="15066" y="0"/>
                </a:lnTo>
                <a:lnTo>
                  <a:pt x="15066" y="23"/>
                </a:lnTo>
                <a:lnTo>
                  <a:pt x="14952" y="23"/>
                </a:lnTo>
                <a:lnTo>
                  <a:pt x="14952" y="0"/>
                </a:lnTo>
                <a:moveTo>
                  <a:pt x="15134" y="0"/>
                </a:moveTo>
                <a:lnTo>
                  <a:pt x="15248" y="0"/>
                </a:lnTo>
                <a:lnTo>
                  <a:pt x="15248" y="23"/>
                </a:lnTo>
                <a:lnTo>
                  <a:pt x="15134" y="23"/>
                </a:lnTo>
                <a:lnTo>
                  <a:pt x="15134" y="0"/>
                </a:lnTo>
                <a:moveTo>
                  <a:pt x="15317" y="0"/>
                </a:moveTo>
                <a:lnTo>
                  <a:pt x="15430" y="0"/>
                </a:lnTo>
                <a:lnTo>
                  <a:pt x="15430" y="23"/>
                </a:lnTo>
                <a:lnTo>
                  <a:pt x="15317" y="23"/>
                </a:lnTo>
                <a:lnTo>
                  <a:pt x="15317" y="0"/>
                </a:lnTo>
                <a:moveTo>
                  <a:pt x="15499" y="0"/>
                </a:moveTo>
                <a:lnTo>
                  <a:pt x="15613" y="0"/>
                </a:lnTo>
                <a:lnTo>
                  <a:pt x="15613" y="23"/>
                </a:lnTo>
                <a:lnTo>
                  <a:pt x="15499" y="23"/>
                </a:lnTo>
                <a:lnTo>
                  <a:pt x="15499" y="0"/>
                </a:lnTo>
                <a:moveTo>
                  <a:pt x="15681" y="0"/>
                </a:moveTo>
                <a:lnTo>
                  <a:pt x="15795" y="0"/>
                </a:lnTo>
                <a:lnTo>
                  <a:pt x="15795" y="23"/>
                </a:lnTo>
                <a:lnTo>
                  <a:pt x="15681" y="23"/>
                </a:lnTo>
                <a:lnTo>
                  <a:pt x="15681" y="0"/>
                </a:lnTo>
                <a:moveTo>
                  <a:pt x="15863" y="0"/>
                </a:moveTo>
                <a:lnTo>
                  <a:pt x="15977" y="0"/>
                </a:lnTo>
                <a:lnTo>
                  <a:pt x="15977" y="23"/>
                </a:lnTo>
                <a:lnTo>
                  <a:pt x="15863" y="23"/>
                </a:lnTo>
                <a:lnTo>
                  <a:pt x="15863" y="0"/>
                </a:lnTo>
                <a:moveTo>
                  <a:pt x="16045" y="0"/>
                </a:moveTo>
                <a:lnTo>
                  <a:pt x="16159" y="0"/>
                </a:lnTo>
                <a:lnTo>
                  <a:pt x="16159" y="23"/>
                </a:lnTo>
                <a:lnTo>
                  <a:pt x="16045" y="23"/>
                </a:lnTo>
                <a:lnTo>
                  <a:pt x="16045" y="0"/>
                </a:lnTo>
                <a:moveTo>
                  <a:pt x="16228" y="0"/>
                </a:moveTo>
                <a:lnTo>
                  <a:pt x="16341" y="0"/>
                </a:lnTo>
                <a:lnTo>
                  <a:pt x="16341" y="23"/>
                </a:lnTo>
                <a:lnTo>
                  <a:pt x="16228" y="23"/>
                </a:lnTo>
                <a:lnTo>
                  <a:pt x="16228" y="0"/>
                </a:lnTo>
                <a:moveTo>
                  <a:pt x="16410" y="0"/>
                </a:moveTo>
                <a:lnTo>
                  <a:pt x="16524" y="0"/>
                </a:lnTo>
                <a:lnTo>
                  <a:pt x="16524" y="23"/>
                </a:lnTo>
                <a:lnTo>
                  <a:pt x="16410" y="23"/>
                </a:lnTo>
                <a:lnTo>
                  <a:pt x="16410" y="0"/>
                </a:lnTo>
                <a:moveTo>
                  <a:pt x="16592" y="0"/>
                </a:moveTo>
                <a:lnTo>
                  <a:pt x="16706" y="0"/>
                </a:lnTo>
                <a:lnTo>
                  <a:pt x="16706" y="23"/>
                </a:lnTo>
                <a:lnTo>
                  <a:pt x="16592" y="23"/>
                </a:lnTo>
                <a:lnTo>
                  <a:pt x="16592" y="0"/>
                </a:lnTo>
                <a:moveTo>
                  <a:pt x="16774" y="0"/>
                </a:moveTo>
                <a:lnTo>
                  <a:pt x="16888" y="0"/>
                </a:lnTo>
                <a:lnTo>
                  <a:pt x="16888" y="23"/>
                </a:lnTo>
                <a:lnTo>
                  <a:pt x="16774" y="23"/>
                </a:lnTo>
                <a:lnTo>
                  <a:pt x="16774" y="0"/>
                </a:lnTo>
                <a:moveTo>
                  <a:pt x="16956" y="0"/>
                </a:moveTo>
                <a:lnTo>
                  <a:pt x="17070" y="0"/>
                </a:lnTo>
                <a:lnTo>
                  <a:pt x="17070" y="23"/>
                </a:lnTo>
                <a:lnTo>
                  <a:pt x="16956" y="23"/>
                </a:lnTo>
                <a:lnTo>
                  <a:pt x="16956" y="0"/>
                </a:lnTo>
                <a:moveTo>
                  <a:pt x="17139" y="0"/>
                </a:moveTo>
                <a:lnTo>
                  <a:pt x="17252" y="0"/>
                </a:lnTo>
                <a:lnTo>
                  <a:pt x="17252" y="23"/>
                </a:lnTo>
                <a:lnTo>
                  <a:pt x="17139" y="23"/>
                </a:lnTo>
                <a:lnTo>
                  <a:pt x="17139" y="0"/>
                </a:lnTo>
                <a:moveTo>
                  <a:pt x="17321" y="0"/>
                </a:moveTo>
                <a:lnTo>
                  <a:pt x="17400" y="0"/>
                </a:lnTo>
                <a:lnTo>
                  <a:pt x="17400" y="57"/>
                </a:lnTo>
                <a:lnTo>
                  <a:pt x="17378" y="57"/>
                </a:lnTo>
                <a:lnTo>
                  <a:pt x="17378" y="11"/>
                </a:lnTo>
                <a:lnTo>
                  <a:pt x="17389" y="11"/>
                </a:lnTo>
                <a:lnTo>
                  <a:pt x="17389" y="23"/>
                </a:lnTo>
                <a:lnTo>
                  <a:pt x="17321" y="23"/>
                </a:lnTo>
                <a:lnTo>
                  <a:pt x="17321" y="0"/>
                </a:lnTo>
                <a:moveTo>
                  <a:pt x="17400" y="126"/>
                </a:moveTo>
                <a:lnTo>
                  <a:pt x="17400" y="241"/>
                </a:lnTo>
                <a:lnTo>
                  <a:pt x="17378" y="241"/>
                </a:lnTo>
                <a:lnTo>
                  <a:pt x="17378" y="126"/>
                </a:lnTo>
                <a:lnTo>
                  <a:pt x="17400" y="126"/>
                </a:lnTo>
                <a:moveTo>
                  <a:pt x="17400" y="309"/>
                </a:moveTo>
                <a:lnTo>
                  <a:pt x="17400" y="423"/>
                </a:lnTo>
                <a:lnTo>
                  <a:pt x="17378" y="423"/>
                </a:lnTo>
                <a:lnTo>
                  <a:pt x="17378" y="309"/>
                </a:lnTo>
                <a:lnTo>
                  <a:pt x="17400" y="309"/>
                </a:lnTo>
                <a:moveTo>
                  <a:pt x="17400" y="492"/>
                </a:moveTo>
                <a:lnTo>
                  <a:pt x="17400" y="606"/>
                </a:lnTo>
                <a:lnTo>
                  <a:pt x="17378" y="606"/>
                </a:lnTo>
                <a:lnTo>
                  <a:pt x="17378" y="492"/>
                </a:lnTo>
                <a:lnTo>
                  <a:pt x="17400" y="492"/>
                </a:lnTo>
                <a:moveTo>
                  <a:pt x="17400" y="674"/>
                </a:moveTo>
                <a:lnTo>
                  <a:pt x="17400" y="788"/>
                </a:lnTo>
                <a:lnTo>
                  <a:pt x="17378" y="788"/>
                </a:lnTo>
                <a:lnTo>
                  <a:pt x="17378" y="674"/>
                </a:lnTo>
                <a:lnTo>
                  <a:pt x="17400" y="674"/>
                </a:lnTo>
                <a:moveTo>
                  <a:pt x="17400" y="857"/>
                </a:moveTo>
                <a:lnTo>
                  <a:pt x="17400" y="971"/>
                </a:lnTo>
                <a:lnTo>
                  <a:pt x="17378" y="971"/>
                </a:lnTo>
                <a:lnTo>
                  <a:pt x="17378" y="857"/>
                </a:lnTo>
                <a:lnTo>
                  <a:pt x="17400" y="857"/>
                </a:lnTo>
                <a:moveTo>
                  <a:pt x="17400" y="1039"/>
                </a:moveTo>
                <a:lnTo>
                  <a:pt x="17400" y="1119"/>
                </a:lnTo>
                <a:lnTo>
                  <a:pt x="17343" y="1119"/>
                </a:lnTo>
                <a:lnTo>
                  <a:pt x="17343" y="1097"/>
                </a:lnTo>
                <a:lnTo>
                  <a:pt x="17389" y="1097"/>
                </a:lnTo>
                <a:lnTo>
                  <a:pt x="17389" y="1108"/>
                </a:lnTo>
                <a:lnTo>
                  <a:pt x="17378" y="1108"/>
                </a:lnTo>
                <a:lnTo>
                  <a:pt x="17378" y="1039"/>
                </a:lnTo>
                <a:lnTo>
                  <a:pt x="17400" y="1039"/>
                </a:lnTo>
                <a:moveTo>
                  <a:pt x="17275" y="1119"/>
                </a:moveTo>
                <a:lnTo>
                  <a:pt x="17161" y="1119"/>
                </a:lnTo>
                <a:lnTo>
                  <a:pt x="17161" y="1097"/>
                </a:lnTo>
                <a:lnTo>
                  <a:pt x="17275" y="1097"/>
                </a:lnTo>
                <a:lnTo>
                  <a:pt x="17275" y="1119"/>
                </a:lnTo>
                <a:moveTo>
                  <a:pt x="17093" y="1119"/>
                </a:moveTo>
                <a:lnTo>
                  <a:pt x="16979" y="1119"/>
                </a:lnTo>
                <a:lnTo>
                  <a:pt x="16979" y="1097"/>
                </a:lnTo>
                <a:lnTo>
                  <a:pt x="17093" y="1097"/>
                </a:lnTo>
                <a:lnTo>
                  <a:pt x="17093" y="1119"/>
                </a:lnTo>
                <a:moveTo>
                  <a:pt x="16911" y="1119"/>
                </a:moveTo>
                <a:lnTo>
                  <a:pt x="16797" y="1119"/>
                </a:lnTo>
                <a:lnTo>
                  <a:pt x="16797" y="1097"/>
                </a:lnTo>
                <a:lnTo>
                  <a:pt x="16911" y="1097"/>
                </a:lnTo>
                <a:lnTo>
                  <a:pt x="16911" y="1119"/>
                </a:lnTo>
                <a:moveTo>
                  <a:pt x="16729" y="1119"/>
                </a:moveTo>
                <a:lnTo>
                  <a:pt x="16615" y="1119"/>
                </a:lnTo>
                <a:lnTo>
                  <a:pt x="16615" y="1097"/>
                </a:lnTo>
                <a:lnTo>
                  <a:pt x="16729" y="1097"/>
                </a:lnTo>
                <a:lnTo>
                  <a:pt x="16729" y="1119"/>
                </a:lnTo>
                <a:moveTo>
                  <a:pt x="16546" y="1119"/>
                </a:moveTo>
                <a:lnTo>
                  <a:pt x="16433" y="1119"/>
                </a:lnTo>
                <a:lnTo>
                  <a:pt x="16433" y="1097"/>
                </a:lnTo>
                <a:lnTo>
                  <a:pt x="16546" y="1097"/>
                </a:lnTo>
                <a:lnTo>
                  <a:pt x="16546" y="1119"/>
                </a:lnTo>
                <a:moveTo>
                  <a:pt x="16364" y="1119"/>
                </a:moveTo>
                <a:lnTo>
                  <a:pt x="16250" y="1119"/>
                </a:lnTo>
                <a:lnTo>
                  <a:pt x="16250" y="1097"/>
                </a:lnTo>
                <a:lnTo>
                  <a:pt x="16364" y="1097"/>
                </a:lnTo>
                <a:lnTo>
                  <a:pt x="16364" y="1119"/>
                </a:lnTo>
                <a:moveTo>
                  <a:pt x="16182" y="1119"/>
                </a:moveTo>
                <a:lnTo>
                  <a:pt x="16068" y="1119"/>
                </a:lnTo>
                <a:lnTo>
                  <a:pt x="16068" y="1097"/>
                </a:lnTo>
                <a:lnTo>
                  <a:pt x="16182" y="1097"/>
                </a:lnTo>
                <a:lnTo>
                  <a:pt x="16182" y="1119"/>
                </a:lnTo>
                <a:moveTo>
                  <a:pt x="16000" y="1119"/>
                </a:moveTo>
                <a:lnTo>
                  <a:pt x="15886" y="1119"/>
                </a:lnTo>
                <a:lnTo>
                  <a:pt x="15886" y="1097"/>
                </a:lnTo>
                <a:lnTo>
                  <a:pt x="16000" y="1097"/>
                </a:lnTo>
                <a:lnTo>
                  <a:pt x="16000" y="1119"/>
                </a:lnTo>
                <a:moveTo>
                  <a:pt x="15818" y="1119"/>
                </a:moveTo>
                <a:lnTo>
                  <a:pt x="15704" y="1119"/>
                </a:lnTo>
                <a:lnTo>
                  <a:pt x="15704" y="1097"/>
                </a:lnTo>
                <a:lnTo>
                  <a:pt x="15818" y="1097"/>
                </a:lnTo>
                <a:lnTo>
                  <a:pt x="15818" y="1119"/>
                </a:lnTo>
                <a:moveTo>
                  <a:pt x="15635" y="1119"/>
                </a:moveTo>
                <a:lnTo>
                  <a:pt x="15522" y="1119"/>
                </a:lnTo>
                <a:lnTo>
                  <a:pt x="15522" y="1097"/>
                </a:lnTo>
                <a:lnTo>
                  <a:pt x="15635" y="1097"/>
                </a:lnTo>
                <a:lnTo>
                  <a:pt x="15635" y="1119"/>
                </a:lnTo>
                <a:moveTo>
                  <a:pt x="15453" y="1119"/>
                </a:moveTo>
                <a:lnTo>
                  <a:pt x="15339" y="1119"/>
                </a:lnTo>
                <a:lnTo>
                  <a:pt x="15339" y="1097"/>
                </a:lnTo>
                <a:lnTo>
                  <a:pt x="15453" y="1097"/>
                </a:lnTo>
                <a:lnTo>
                  <a:pt x="15453" y="1119"/>
                </a:lnTo>
                <a:moveTo>
                  <a:pt x="15271" y="1119"/>
                </a:moveTo>
                <a:lnTo>
                  <a:pt x="15157" y="1119"/>
                </a:lnTo>
                <a:lnTo>
                  <a:pt x="15157" y="1097"/>
                </a:lnTo>
                <a:lnTo>
                  <a:pt x="15271" y="1097"/>
                </a:lnTo>
                <a:lnTo>
                  <a:pt x="15271" y="1119"/>
                </a:lnTo>
                <a:moveTo>
                  <a:pt x="15089" y="1119"/>
                </a:moveTo>
                <a:lnTo>
                  <a:pt x="14975" y="1119"/>
                </a:lnTo>
                <a:lnTo>
                  <a:pt x="14975" y="1097"/>
                </a:lnTo>
                <a:lnTo>
                  <a:pt x="15089" y="1097"/>
                </a:lnTo>
                <a:lnTo>
                  <a:pt x="15089" y="1119"/>
                </a:lnTo>
                <a:moveTo>
                  <a:pt x="14907" y="1119"/>
                </a:moveTo>
                <a:lnTo>
                  <a:pt x="14793" y="1119"/>
                </a:lnTo>
                <a:lnTo>
                  <a:pt x="14793" y="1097"/>
                </a:lnTo>
                <a:lnTo>
                  <a:pt x="14907" y="1097"/>
                </a:lnTo>
                <a:lnTo>
                  <a:pt x="14907" y="1119"/>
                </a:lnTo>
                <a:moveTo>
                  <a:pt x="14725" y="1119"/>
                </a:moveTo>
                <a:lnTo>
                  <a:pt x="14611" y="1119"/>
                </a:lnTo>
                <a:lnTo>
                  <a:pt x="14611" y="1097"/>
                </a:lnTo>
                <a:lnTo>
                  <a:pt x="14725" y="1097"/>
                </a:lnTo>
                <a:lnTo>
                  <a:pt x="14725" y="1119"/>
                </a:lnTo>
                <a:moveTo>
                  <a:pt x="14542" y="1119"/>
                </a:moveTo>
                <a:lnTo>
                  <a:pt x="14428" y="1119"/>
                </a:lnTo>
                <a:lnTo>
                  <a:pt x="14428" y="1097"/>
                </a:lnTo>
                <a:lnTo>
                  <a:pt x="14542" y="1097"/>
                </a:lnTo>
                <a:lnTo>
                  <a:pt x="14542" y="1119"/>
                </a:lnTo>
                <a:moveTo>
                  <a:pt x="14360" y="1119"/>
                </a:moveTo>
                <a:lnTo>
                  <a:pt x="14246" y="1119"/>
                </a:lnTo>
                <a:lnTo>
                  <a:pt x="14246" y="1097"/>
                </a:lnTo>
                <a:lnTo>
                  <a:pt x="14360" y="1097"/>
                </a:lnTo>
                <a:lnTo>
                  <a:pt x="14360" y="1119"/>
                </a:lnTo>
                <a:moveTo>
                  <a:pt x="14178" y="1119"/>
                </a:moveTo>
                <a:lnTo>
                  <a:pt x="14064" y="1119"/>
                </a:lnTo>
                <a:lnTo>
                  <a:pt x="14064" y="1097"/>
                </a:lnTo>
                <a:lnTo>
                  <a:pt x="14178" y="1097"/>
                </a:lnTo>
                <a:lnTo>
                  <a:pt x="14178" y="1119"/>
                </a:lnTo>
                <a:moveTo>
                  <a:pt x="13996" y="1119"/>
                </a:moveTo>
                <a:lnTo>
                  <a:pt x="13882" y="1119"/>
                </a:lnTo>
                <a:lnTo>
                  <a:pt x="13882" y="1097"/>
                </a:lnTo>
                <a:lnTo>
                  <a:pt x="13996" y="1097"/>
                </a:lnTo>
                <a:lnTo>
                  <a:pt x="13996" y="1119"/>
                </a:lnTo>
                <a:moveTo>
                  <a:pt x="13814" y="1119"/>
                </a:moveTo>
                <a:lnTo>
                  <a:pt x="13700" y="1119"/>
                </a:lnTo>
                <a:lnTo>
                  <a:pt x="13700" y="1097"/>
                </a:lnTo>
                <a:lnTo>
                  <a:pt x="13814" y="1097"/>
                </a:lnTo>
                <a:lnTo>
                  <a:pt x="13814" y="1119"/>
                </a:lnTo>
                <a:moveTo>
                  <a:pt x="13631" y="1119"/>
                </a:moveTo>
                <a:lnTo>
                  <a:pt x="13518" y="1119"/>
                </a:lnTo>
                <a:lnTo>
                  <a:pt x="13518" y="1097"/>
                </a:lnTo>
                <a:lnTo>
                  <a:pt x="13631" y="1097"/>
                </a:lnTo>
                <a:lnTo>
                  <a:pt x="13631" y="1119"/>
                </a:lnTo>
                <a:moveTo>
                  <a:pt x="13449" y="1119"/>
                </a:moveTo>
                <a:lnTo>
                  <a:pt x="13335" y="1119"/>
                </a:lnTo>
                <a:lnTo>
                  <a:pt x="13335" y="1097"/>
                </a:lnTo>
                <a:lnTo>
                  <a:pt x="13449" y="1097"/>
                </a:lnTo>
                <a:lnTo>
                  <a:pt x="13449" y="1119"/>
                </a:lnTo>
                <a:moveTo>
                  <a:pt x="13267" y="1119"/>
                </a:moveTo>
                <a:lnTo>
                  <a:pt x="13153" y="1119"/>
                </a:lnTo>
                <a:lnTo>
                  <a:pt x="13153" y="1097"/>
                </a:lnTo>
                <a:lnTo>
                  <a:pt x="13267" y="1097"/>
                </a:lnTo>
                <a:lnTo>
                  <a:pt x="13267" y="1119"/>
                </a:lnTo>
                <a:moveTo>
                  <a:pt x="13085" y="1119"/>
                </a:moveTo>
                <a:lnTo>
                  <a:pt x="12971" y="1119"/>
                </a:lnTo>
                <a:lnTo>
                  <a:pt x="12971" y="1097"/>
                </a:lnTo>
                <a:lnTo>
                  <a:pt x="13085" y="1097"/>
                </a:lnTo>
                <a:lnTo>
                  <a:pt x="13085" y="1119"/>
                </a:lnTo>
                <a:moveTo>
                  <a:pt x="12903" y="1119"/>
                </a:moveTo>
                <a:lnTo>
                  <a:pt x="12789" y="1119"/>
                </a:lnTo>
                <a:lnTo>
                  <a:pt x="12789" y="1097"/>
                </a:lnTo>
                <a:lnTo>
                  <a:pt x="12903" y="1097"/>
                </a:lnTo>
                <a:lnTo>
                  <a:pt x="12903" y="1119"/>
                </a:lnTo>
                <a:moveTo>
                  <a:pt x="12720" y="1119"/>
                </a:moveTo>
                <a:lnTo>
                  <a:pt x="12607" y="1119"/>
                </a:lnTo>
                <a:lnTo>
                  <a:pt x="12607" y="1097"/>
                </a:lnTo>
                <a:lnTo>
                  <a:pt x="12720" y="1097"/>
                </a:lnTo>
                <a:lnTo>
                  <a:pt x="12720" y="1119"/>
                </a:lnTo>
                <a:moveTo>
                  <a:pt x="12538" y="1119"/>
                </a:moveTo>
                <a:lnTo>
                  <a:pt x="12424" y="1119"/>
                </a:lnTo>
                <a:lnTo>
                  <a:pt x="12424" y="1097"/>
                </a:lnTo>
                <a:lnTo>
                  <a:pt x="12538" y="1097"/>
                </a:lnTo>
                <a:lnTo>
                  <a:pt x="12538" y="1119"/>
                </a:lnTo>
                <a:moveTo>
                  <a:pt x="12356" y="1119"/>
                </a:moveTo>
                <a:lnTo>
                  <a:pt x="12242" y="1119"/>
                </a:lnTo>
                <a:lnTo>
                  <a:pt x="12242" y="1097"/>
                </a:lnTo>
                <a:lnTo>
                  <a:pt x="12356" y="1097"/>
                </a:lnTo>
                <a:lnTo>
                  <a:pt x="12356" y="1119"/>
                </a:lnTo>
                <a:moveTo>
                  <a:pt x="12174" y="1119"/>
                </a:moveTo>
                <a:lnTo>
                  <a:pt x="12060" y="1119"/>
                </a:lnTo>
                <a:lnTo>
                  <a:pt x="12060" y="1097"/>
                </a:lnTo>
                <a:lnTo>
                  <a:pt x="12174" y="1097"/>
                </a:lnTo>
                <a:lnTo>
                  <a:pt x="12174" y="1119"/>
                </a:lnTo>
                <a:moveTo>
                  <a:pt x="11992" y="1119"/>
                </a:moveTo>
                <a:lnTo>
                  <a:pt x="11878" y="1119"/>
                </a:lnTo>
                <a:lnTo>
                  <a:pt x="11878" y="1097"/>
                </a:lnTo>
                <a:lnTo>
                  <a:pt x="11992" y="1097"/>
                </a:lnTo>
                <a:lnTo>
                  <a:pt x="11992" y="1119"/>
                </a:lnTo>
                <a:moveTo>
                  <a:pt x="11810" y="1119"/>
                </a:moveTo>
                <a:lnTo>
                  <a:pt x="11696" y="1119"/>
                </a:lnTo>
                <a:lnTo>
                  <a:pt x="11696" y="1097"/>
                </a:lnTo>
                <a:lnTo>
                  <a:pt x="11810" y="1097"/>
                </a:lnTo>
                <a:lnTo>
                  <a:pt x="11810" y="1119"/>
                </a:lnTo>
                <a:moveTo>
                  <a:pt x="11627" y="1119"/>
                </a:moveTo>
                <a:lnTo>
                  <a:pt x="11513" y="1119"/>
                </a:lnTo>
                <a:lnTo>
                  <a:pt x="11513" y="1097"/>
                </a:lnTo>
                <a:lnTo>
                  <a:pt x="11627" y="1097"/>
                </a:lnTo>
                <a:lnTo>
                  <a:pt x="11627" y="1119"/>
                </a:lnTo>
                <a:moveTo>
                  <a:pt x="11445" y="1119"/>
                </a:moveTo>
                <a:lnTo>
                  <a:pt x="11331" y="1119"/>
                </a:lnTo>
                <a:lnTo>
                  <a:pt x="11331" y="1097"/>
                </a:lnTo>
                <a:lnTo>
                  <a:pt x="11445" y="1097"/>
                </a:lnTo>
                <a:lnTo>
                  <a:pt x="11445" y="1119"/>
                </a:lnTo>
                <a:moveTo>
                  <a:pt x="11263" y="1119"/>
                </a:moveTo>
                <a:lnTo>
                  <a:pt x="11149" y="1119"/>
                </a:lnTo>
                <a:lnTo>
                  <a:pt x="11149" y="1097"/>
                </a:lnTo>
                <a:lnTo>
                  <a:pt x="11263" y="1097"/>
                </a:lnTo>
                <a:lnTo>
                  <a:pt x="11263" y="1119"/>
                </a:lnTo>
                <a:moveTo>
                  <a:pt x="11081" y="1119"/>
                </a:moveTo>
                <a:lnTo>
                  <a:pt x="10967" y="1119"/>
                </a:lnTo>
                <a:lnTo>
                  <a:pt x="10967" y="1097"/>
                </a:lnTo>
                <a:lnTo>
                  <a:pt x="11081" y="1097"/>
                </a:lnTo>
                <a:lnTo>
                  <a:pt x="11081" y="1119"/>
                </a:lnTo>
                <a:moveTo>
                  <a:pt x="10899" y="1119"/>
                </a:moveTo>
                <a:lnTo>
                  <a:pt x="10785" y="1119"/>
                </a:lnTo>
                <a:lnTo>
                  <a:pt x="10785" y="1097"/>
                </a:lnTo>
                <a:lnTo>
                  <a:pt x="10899" y="1097"/>
                </a:lnTo>
                <a:lnTo>
                  <a:pt x="10899" y="1119"/>
                </a:lnTo>
                <a:moveTo>
                  <a:pt x="10716" y="1119"/>
                </a:moveTo>
                <a:lnTo>
                  <a:pt x="10603" y="1119"/>
                </a:lnTo>
                <a:lnTo>
                  <a:pt x="10603" y="1097"/>
                </a:lnTo>
                <a:lnTo>
                  <a:pt x="10716" y="1097"/>
                </a:lnTo>
                <a:lnTo>
                  <a:pt x="10716" y="1119"/>
                </a:lnTo>
                <a:moveTo>
                  <a:pt x="10534" y="1119"/>
                </a:moveTo>
                <a:lnTo>
                  <a:pt x="10420" y="1119"/>
                </a:lnTo>
                <a:lnTo>
                  <a:pt x="10420" y="1097"/>
                </a:lnTo>
                <a:lnTo>
                  <a:pt x="10534" y="1097"/>
                </a:lnTo>
                <a:lnTo>
                  <a:pt x="10534" y="1119"/>
                </a:lnTo>
                <a:moveTo>
                  <a:pt x="10352" y="1119"/>
                </a:moveTo>
                <a:lnTo>
                  <a:pt x="10238" y="1119"/>
                </a:lnTo>
                <a:lnTo>
                  <a:pt x="10238" y="1097"/>
                </a:lnTo>
                <a:lnTo>
                  <a:pt x="10352" y="1097"/>
                </a:lnTo>
                <a:lnTo>
                  <a:pt x="10352" y="1119"/>
                </a:lnTo>
                <a:moveTo>
                  <a:pt x="10170" y="1119"/>
                </a:moveTo>
                <a:lnTo>
                  <a:pt x="10056" y="1119"/>
                </a:lnTo>
                <a:lnTo>
                  <a:pt x="10056" y="1097"/>
                </a:lnTo>
                <a:lnTo>
                  <a:pt x="10170" y="1097"/>
                </a:lnTo>
                <a:lnTo>
                  <a:pt x="10170" y="1119"/>
                </a:lnTo>
                <a:moveTo>
                  <a:pt x="9988" y="1119"/>
                </a:moveTo>
                <a:lnTo>
                  <a:pt x="9874" y="1119"/>
                </a:lnTo>
                <a:lnTo>
                  <a:pt x="9874" y="1097"/>
                </a:lnTo>
                <a:lnTo>
                  <a:pt x="9988" y="1097"/>
                </a:lnTo>
                <a:lnTo>
                  <a:pt x="9988" y="1119"/>
                </a:lnTo>
                <a:moveTo>
                  <a:pt x="9805" y="1119"/>
                </a:moveTo>
                <a:lnTo>
                  <a:pt x="9692" y="1119"/>
                </a:lnTo>
                <a:lnTo>
                  <a:pt x="9692" y="1097"/>
                </a:lnTo>
                <a:lnTo>
                  <a:pt x="9805" y="1097"/>
                </a:lnTo>
                <a:lnTo>
                  <a:pt x="9805" y="1119"/>
                </a:lnTo>
                <a:moveTo>
                  <a:pt x="9623" y="1119"/>
                </a:moveTo>
                <a:lnTo>
                  <a:pt x="9509" y="1119"/>
                </a:lnTo>
                <a:lnTo>
                  <a:pt x="9509" y="1097"/>
                </a:lnTo>
                <a:lnTo>
                  <a:pt x="9623" y="1097"/>
                </a:lnTo>
                <a:lnTo>
                  <a:pt x="9623" y="1119"/>
                </a:lnTo>
                <a:moveTo>
                  <a:pt x="9441" y="1119"/>
                </a:moveTo>
                <a:lnTo>
                  <a:pt x="9327" y="1119"/>
                </a:lnTo>
                <a:lnTo>
                  <a:pt x="9327" y="1097"/>
                </a:lnTo>
                <a:lnTo>
                  <a:pt x="9441" y="1097"/>
                </a:lnTo>
                <a:lnTo>
                  <a:pt x="9441" y="1119"/>
                </a:lnTo>
                <a:moveTo>
                  <a:pt x="9259" y="1119"/>
                </a:moveTo>
                <a:lnTo>
                  <a:pt x="9145" y="1119"/>
                </a:lnTo>
                <a:lnTo>
                  <a:pt x="9145" y="1097"/>
                </a:lnTo>
                <a:lnTo>
                  <a:pt x="9259" y="1097"/>
                </a:lnTo>
                <a:lnTo>
                  <a:pt x="9259" y="1119"/>
                </a:lnTo>
                <a:moveTo>
                  <a:pt x="9077" y="1119"/>
                </a:moveTo>
                <a:lnTo>
                  <a:pt x="8963" y="1119"/>
                </a:lnTo>
                <a:lnTo>
                  <a:pt x="8963" y="1097"/>
                </a:lnTo>
                <a:lnTo>
                  <a:pt x="9077" y="1097"/>
                </a:lnTo>
                <a:lnTo>
                  <a:pt x="9077" y="1119"/>
                </a:lnTo>
                <a:moveTo>
                  <a:pt x="8894" y="1119"/>
                </a:moveTo>
                <a:lnTo>
                  <a:pt x="8781" y="1119"/>
                </a:lnTo>
                <a:lnTo>
                  <a:pt x="8781" y="1097"/>
                </a:lnTo>
                <a:lnTo>
                  <a:pt x="8894" y="1097"/>
                </a:lnTo>
                <a:lnTo>
                  <a:pt x="8894" y="1119"/>
                </a:lnTo>
                <a:moveTo>
                  <a:pt x="8712" y="1119"/>
                </a:moveTo>
                <a:lnTo>
                  <a:pt x="8598" y="1119"/>
                </a:lnTo>
                <a:lnTo>
                  <a:pt x="8598" y="1097"/>
                </a:lnTo>
                <a:lnTo>
                  <a:pt x="8712" y="1097"/>
                </a:lnTo>
                <a:lnTo>
                  <a:pt x="8712" y="1119"/>
                </a:lnTo>
                <a:moveTo>
                  <a:pt x="8530" y="1119"/>
                </a:moveTo>
                <a:lnTo>
                  <a:pt x="8416" y="1119"/>
                </a:lnTo>
                <a:lnTo>
                  <a:pt x="8416" y="1097"/>
                </a:lnTo>
                <a:lnTo>
                  <a:pt x="8530" y="1097"/>
                </a:lnTo>
                <a:lnTo>
                  <a:pt x="8530" y="1119"/>
                </a:lnTo>
                <a:moveTo>
                  <a:pt x="8348" y="1119"/>
                </a:moveTo>
                <a:lnTo>
                  <a:pt x="8234" y="1119"/>
                </a:lnTo>
                <a:lnTo>
                  <a:pt x="8234" y="1097"/>
                </a:lnTo>
                <a:lnTo>
                  <a:pt x="8348" y="1097"/>
                </a:lnTo>
                <a:lnTo>
                  <a:pt x="8348" y="1119"/>
                </a:lnTo>
                <a:moveTo>
                  <a:pt x="8166" y="1119"/>
                </a:moveTo>
                <a:lnTo>
                  <a:pt x="8052" y="1119"/>
                </a:lnTo>
                <a:lnTo>
                  <a:pt x="8052" y="1097"/>
                </a:lnTo>
                <a:lnTo>
                  <a:pt x="8166" y="1097"/>
                </a:lnTo>
                <a:lnTo>
                  <a:pt x="8166" y="1119"/>
                </a:lnTo>
                <a:moveTo>
                  <a:pt x="7984" y="1119"/>
                </a:moveTo>
                <a:lnTo>
                  <a:pt x="7870" y="1119"/>
                </a:lnTo>
                <a:lnTo>
                  <a:pt x="7870" y="1097"/>
                </a:lnTo>
                <a:lnTo>
                  <a:pt x="7984" y="1097"/>
                </a:lnTo>
                <a:lnTo>
                  <a:pt x="7984" y="1119"/>
                </a:lnTo>
                <a:moveTo>
                  <a:pt x="7801" y="1119"/>
                </a:moveTo>
                <a:lnTo>
                  <a:pt x="7687" y="1119"/>
                </a:lnTo>
                <a:lnTo>
                  <a:pt x="7687" y="1097"/>
                </a:lnTo>
                <a:lnTo>
                  <a:pt x="7801" y="1097"/>
                </a:lnTo>
                <a:lnTo>
                  <a:pt x="7801" y="1119"/>
                </a:lnTo>
                <a:moveTo>
                  <a:pt x="7619" y="1119"/>
                </a:moveTo>
                <a:lnTo>
                  <a:pt x="7505" y="1119"/>
                </a:lnTo>
                <a:lnTo>
                  <a:pt x="7505" y="1097"/>
                </a:lnTo>
                <a:lnTo>
                  <a:pt x="7619" y="1097"/>
                </a:lnTo>
                <a:lnTo>
                  <a:pt x="7619" y="1119"/>
                </a:lnTo>
                <a:moveTo>
                  <a:pt x="7437" y="1119"/>
                </a:moveTo>
                <a:lnTo>
                  <a:pt x="7323" y="1119"/>
                </a:lnTo>
                <a:lnTo>
                  <a:pt x="7323" y="1097"/>
                </a:lnTo>
                <a:lnTo>
                  <a:pt x="7437" y="1097"/>
                </a:lnTo>
                <a:lnTo>
                  <a:pt x="7437" y="1119"/>
                </a:lnTo>
                <a:moveTo>
                  <a:pt x="7255" y="1119"/>
                </a:moveTo>
                <a:lnTo>
                  <a:pt x="7141" y="1119"/>
                </a:lnTo>
                <a:lnTo>
                  <a:pt x="7141" y="1097"/>
                </a:lnTo>
                <a:lnTo>
                  <a:pt x="7255" y="1097"/>
                </a:lnTo>
                <a:lnTo>
                  <a:pt x="7255" y="1119"/>
                </a:lnTo>
                <a:moveTo>
                  <a:pt x="7073" y="1119"/>
                </a:moveTo>
                <a:lnTo>
                  <a:pt x="6959" y="1119"/>
                </a:lnTo>
                <a:lnTo>
                  <a:pt x="6959" y="1097"/>
                </a:lnTo>
                <a:lnTo>
                  <a:pt x="7073" y="1097"/>
                </a:lnTo>
                <a:lnTo>
                  <a:pt x="7073" y="1119"/>
                </a:lnTo>
                <a:moveTo>
                  <a:pt x="6890" y="1119"/>
                </a:moveTo>
                <a:lnTo>
                  <a:pt x="6777" y="1119"/>
                </a:lnTo>
                <a:lnTo>
                  <a:pt x="6777" y="1097"/>
                </a:lnTo>
                <a:lnTo>
                  <a:pt x="6890" y="1097"/>
                </a:lnTo>
                <a:lnTo>
                  <a:pt x="6890" y="1119"/>
                </a:lnTo>
                <a:moveTo>
                  <a:pt x="6708" y="1119"/>
                </a:moveTo>
                <a:lnTo>
                  <a:pt x="6594" y="1119"/>
                </a:lnTo>
                <a:lnTo>
                  <a:pt x="6594" y="1097"/>
                </a:lnTo>
                <a:lnTo>
                  <a:pt x="6708" y="1097"/>
                </a:lnTo>
                <a:lnTo>
                  <a:pt x="6708" y="1119"/>
                </a:lnTo>
                <a:moveTo>
                  <a:pt x="6525" y="1119"/>
                </a:moveTo>
                <a:lnTo>
                  <a:pt x="6411" y="1119"/>
                </a:lnTo>
                <a:lnTo>
                  <a:pt x="6411" y="1097"/>
                </a:lnTo>
                <a:lnTo>
                  <a:pt x="6525" y="1097"/>
                </a:lnTo>
                <a:lnTo>
                  <a:pt x="6525" y="1119"/>
                </a:lnTo>
                <a:moveTo>
                  <a:pt x="6343" y="1119"/>
                </a:moveTo>
                <a:lnTo>
                  <a:pt x="6229" y="1119"/>
                </a:lnTo>
                <a:lnTo>
                  <a:pt x="6229" y="1097"/>
                </a:lnTo>
                <a:lnTo>
                  <a:pt x="6343" y="1097"/>
                </a:lnTo>
                <a:lnTo>
                  <a:pt x="6343" y="1119"/>
                </a:lnTo>
                <a:moveTo>
                  <a:pt x="6161" y="1119"/>
                </a:moveTo>
                <a:lnTo>
                  <a:pt x="6047" y="1119"/>
                </a:lnTo>
                <a:lnTo>
                  <a:pt x="6047" y="1097"/>
                </a:lnTo>
                <a:lnTo>
                  <a:pt x="6161" y="1097"/>
                </a:lnTo>
                <a:lnTo>
                  <a:pt x="6161" y="1119"/>
                </a:lnTo>
                <a:moveTo>
                  <a:pt x="5978" y="1119"/>
                </a:moveTo>
                <a:lnTo>
                  <a:pt x="5865" y="1119"/>
                </a:lnTo>
                <a:lnTo>
                  <a:pt x="5865" y="1097"/>
                </a:lnTo>
                <a:lnTo>
                  <a:pt x="5978" y="1097"/>
                </a:lnTo>
                <a:lnTo>
                  <a:pt x="5978" y="1119"/>
                </a:lnTo>
                <a:moveTo>
                  <a:pt x="5796" y="1119"/>
                </a:moveTo>
                <a:lnTo>
                  <a:pt x="5682" y="1119"/>
                </a:lnTo>
                <a:lnTo>
                  <a:pt x="5682" y="1097"/>
                </a:lnTo>
                <a:lnTo>
                  <a:pt x="5796" y="1097"/>
                </a:lnTo>
                <a:lnTo>
                  <a:pt x="5796" y="1119"/>
                </a:lnTo>
                <a:moveTo>
                  <a:pt x="5614" y="1119"/>
                </a:moveTo>
                <a:lnTo>
                  <a:pt x="5500" y="1119"/>
                </a:lnTo>
                <a:lnTo>
                  <a:pt x="5500" y="1097"/>
                </a:lnTo>
                <a:lnTo>
                  <a:pt x="5614" y="1097"/>
                </a:lnTo>
                <a:lnTo>
                  <a:pt x="5614" y="1119"/>
                </a:lnTo>
                <a:moveTo>
                  <a:pt x="5432" y="1119"/>
                </a:moveTo>
                <a:lnTo>
                  <a:pt x="5318" y="1119"/>
                </a:lnTo>
                <a:lnTo>
                  <a:pt x="5318" y="1097"/>
                </a:lnTo>
                <a:lnTo>
                  <a:pt x="5432" y="1097"/>
                </a:lnTo>
                <a:lnTo>
                  <a:pt x="5432" y="1119"/>
                </a:lnTo>
                <a:moveTo>
                  <a:pt x="5250" y="1119"/>
                </a:moveTo>
                <a:lnTo>
                  <a:pt x="5136" y="1119"/>
                </a:lnTo>
                <a:lnTo>
                  <a:pt x="5136" y="1097"/>
                </a:lnTo>
                <a:lnTo>
                  <a:pt x="5250" y="1097"/>
                </a:lnTo>
                <a:lnTo>
                  <a:pt x="5250" y="1119"/>
                </a:lnTo>
                <a:moveTo>
                  <a:pt x="5068" y="1119"/>
                </a:moveTo>
                <a:lnTo>
                  <a:pt x="4954" y="1119"/>
                </a:lnTo>
                <a:lnTo>
                  <a:pt x="4954" y="1097"/>
                </a:lnTo>
                <a:lnTo>
                  <a:pt x="5068" y="1097"/>
                </a:lnTo>
                <a:lnTo>
                  <a:pt x="5068" y="1119"/>
                </a:lnTo>
                <a:moveTo>
                  <a:pt x="4885" y="1119"/>
                </a:moveTo>
                <a:lnTo>
                  <a:pt x="4771" y="1119"/>
                </a:lnTo>
                <a:lnTo>
                  <a:pt x="4771" y="1097"/>
                </a:lnTo>
                <a:lnTo>
                  <a:pt x="4885" y="1097"/>
                </a:lnTo>
                <a:lnTo>
                  <a:pt x="4885" y="1119"/>
                </a:lnTo>
                <a:moveTo>
                  <a:pt x="4703" y="1119"/>
                </a:moveTo>
                <a:lnTo>
                  <a:pt x="4589" y="1119"/>
                </a:lnTo>
                <a:lnTo>
                  <a:pt x="4589" y="1097"/>
                </a:lnTo>
                <a:lnTo>
                  <a:pt x="4703" y="1097"/>
                </a:lnTo>
                <a:lnTo>
                  <a:pt x="4703" y="1119"/>
                </a:lnTo>
                <a:moveTo>
                  <a:pt x="4521" y="1119"/>
                </a:moveTo>
                <a:lnTo>
                  <a:pt x="4407" y="1119"/>
                </a:lnTo>
                <a:lnTo>
                  <a:pt x="4407" y="1097"/>
                </a:lnTo>
                <a:lnTo>
                  <a:pt x="4521" y="1097"/>
                </a:lnTo>
                <a:lnTo>
                  <a:pt x="4521" y="1119"/>
                </a:lnTo>
                <a:moveTo>
                  <a:pt x="4339" y="1119"/>
                </a:moveTo>
                <a:lnTo>
                  <a:pt x="4225" y="1119"/>
                </a:lnTo>
                <a:lnTo>
                  <a:pt x="4225" y="1097"/>
                </a:lnTo>
                <a:lnTo>
                  <a:pt x="4339" y="1097"/>
                </a:lnTo>
                <a:lnTo>
                  <a:pt x="4339" y="1119"/>
                </a:lnTo>
                <a:moveTo>
                  <a:pt x="4157" y="1119"/>
                </a:moveTo>
                <a:lnTo>
                  <a:pt x="4043" y="1119"/>
                </a:lnTo>
                <a:lnTo>
                  <a:pt x="4043" y="1097"/>
                </a:lnTo>
                <a:lnTo>
                  <a:pt x="4157" y="1097"/>
                </a:lnTo>
                <a:lnTo>
                  <a:pt x="4157" y="1119"/>
                </a:lnTo>
                <a:moveTo>
                  <a:pt x="3974" y="1119"/>
                </a:moveTo>
                <a:lnTo>
                  <a:pt x="3861" y="1119"/>
                </a:lnTo>
                <a:lnTo>
                  <a:pt x="3861" y="1097"/>
                </a:lnTo>
                <a:lnTo>
                  <a:pt x="3974" y="1097"/>
                </a:lnTo>
                <a:lnTo>
                  <a:pt x="3974" y="1119"/>
                </a:lnTo>
                <a:moveTo>
                  <a:pt x="3792" y="1119"/>
                </a:moveTo>
                <a:lnTo>
                  <a:pt x="3678" y="1119"/>
                </a:lnTo>
                <a:lnTo>
                  <a:pt x="3678" y="1097"/>
                </a:lnTo>
                <a:lnTo>
                  <a:pt x="3792" y="1097"/>
                </a:lnTo>
                <a:lnTo>
                  <a:pt x="3792" y="1119"/>
                </a:lnTo>
                <a:moveTo>
                  <a:pt x="3610" y="1119"/>
                </a:moveTo>
                <a:lnTo>
                  <a:pt x="3496" y="1119"/>
                </a:lnTo>
                <a:lnTo>
                  <a:pt x="3496" y="1097"/>
                </a:lnTo>
                <a:lnTo>
                  <a:pt x="3610" y="1097"/>
                </a:lnTo>
                <a:lnTo>
                  <a:pt x="3610" y="1119"/>
                </a:lnTo>
                <a:moveTo>
                  <a:pt x="3428" y="1119"/>
                </a:moveTo>
                <a:lnTo>
                  <a:pt x="3314" y="1119"/>
                </a:lnTo>
                <a:lnTo>
                  <a:pt x="3314" y="1097"/>
                </a:lnTo>
                <a:lnTo>
                  <a:pt x="3428" y="1097"/>
                </a:lnTo>
                <a:lnTo>
                  <a:pt x="3428" y="1119"/>
                </a:lnTo>
                <a:moveTo>
                  <a:pt x="3246" y="1119"/>
                </a:moveTo>
                <a:lnTo>
                  <a:pt x="3132" y="1119"/>
                </a:lnTo>
                <a:lnTo>
                  <a:pt x="3132" y="1097"/>
                </a:lnTo>
                <a:lnTo>
                  <a:pt x="3246" y="1097"/>
                </a:lnTo>
                <a:lnTo>
                  <a:pt x="3246" y="1119"/>
                </a:lnTo>
                <a:moveTo>
                  <a:pt x="3063" y="1119"/>
                </a:moveTo>
                <a:lnTo>
                  <a:pt x="2950" y="1119"/>
                </a:lnTo>
                <a:lnTo>
                  <a:pt x="2950" y="1097"/>
                </a:lnTo>
                <a:lnTo>
                  <a:pt x="3063" y="1097"/>
                </a:lnTo>
                <a:lnTo>
                  <a:pt x="3063" y="1119"/>
                </a:lnTo>
                <a:moveTo>
                  <a:pt x="2881" y="1119"/>
                </a:moveTo>
                <a:lnTo>
                  <a:pt x="2767" y="1119"/>
                </a:lnTo>
                <a:lnTo>
                  <a:pt x="2767" y="1097"/>
                </a:lnTo>
                <a:lnTo>
                  <a:pt x="2881" y="1097"/>
                </a:lnTo>
                <a:lnTo>
                  <a:pt x="2881" y="1119"/>
                </a:lnTo>
                <a:moveTo>
                  <a:pt x="2699" y="1119"/>
                </a:moveTo>
                <a:lnTo>
                  <a:pt x="2585" y="1119"/>
                </a:lnTo>
                <a:lnTo>
                  <a:pt x="2585" y="1097"/>
                </a:lnTo>
                <a:lnTo>
                  <a:pt x="2699" y="1097"/>
                </a:lnTo>
                <a:lnTo>
                  <a:pt x="2699" y="1119"/>
                </a:lnTo>
                <a:moveTo>
                  <a:pt x="2517" y="1119"/>
                </a:moveTo>
                <a:lnTo>
                  <a:pt x="2403" y="1119"/>
                </a:lnTo>
                <a:lnTo>
                  <a:pt x="2403" y="1097"/>
                </a:lnTo>
                <a:lnTo>
                  <a:pt x="2517" y="1097"/>
                </a:lnTo>
                <a:lnTo>
                  <a:pt x="2517" y="1119"/>
                </a:lnTo>
                <a:moveTo>
                  <a:pt x="2335" y="1119"/>
                </a:moveTo>
                <a:lnTo>
                  <a:pt x="2221" y="1119"/>
                </a:lnTo>
                <a:lnTo>
                  <a:pt x="2221" y="1097"/>
                </a:lnTo>
                <a:lnTo>
                  <a:pt x="2335" y="1097"/>
                </a:lnTo>
                <a:lnTo>
                  <a:pt x="2335" y="1119"/>
                </a:lnTo>
                <a:moveTo>
                  <a:pt x="2153" y="1119"/>
                </a:moveTo>
                <a:lnTo>
                  <a:pt x="2039" y="1119"/>
                </a:lnTo>
                <a:lnTo>
                  <a:pt x="2039" y="1097"/>
                </a:lnTo>
                <a:lnTo>
                  <a:pt x="2153" y="1097"/>
                </a:lnTo>
                <a:lnTo>
                  <a:pt x="2153" y="1119"/>
                </a:lnTo>
                <a:moveTo>
                  <a:pt x="1970" y="1119"/>
                </a:moveTo>
                <a:lnTo>
                  <a:pt x="1856" y="1119"/>
                </a:lnTo>
                <a:lnTo>
                  <a:pt x="1856" y="1097"/>
                </a:lnTo>
                <a:lnTo>
                  <a:pt x="1970" y="1097"/>
                </a:lnTo>
                <a:lnTo>
                  <a:pt x="1970" y="1119"/>
                </a:lnTo>
                <a:moveTo>
                  <a:pt x="1788" y="1119"/>
                </a:moveTo>
                <a:lnTo>
                  <a:pt x="1674" y="1119"/>
                </a:lnTo>
                <a:lnTo>
                  <a:pt x="1674" y="1097"/>
                </a:lnTo>
                <a:lnTo>
                  <a:pt x="1788" y="1097"/>
                </a:lnTo>
                <a:lnTo>
                  <a:pt x="1788" y="1119"/>
                </a:lnTo>
                <a:moveTo>
                  <a:pt x="1606" y="1119"/>
                </a:moveTo>
                <a:lnTo>
                  <a:pt x="1492" y="1119"/>
                </a:lnTo>
                <a:lnTo>
                  <a:pt x="1492" y="1097"/>
                </a:lnTo>
                <a:lnTo>
                  <a:pt x="1606" y="1097"/>
                </a:lnTo>
                <a:lnTo>
                  <a:pt x="1606" y="1119"/>
                </a:lnTo>
                <a:moveTo>
                  <a:pt x="1424" y="1119"/>
                </a:moveTo>
                <a:lnTo>
                  <a:pt x="1310" y="1119"/>
                </a:lnTo>
                <a:lnTo>
                  <a:pt x="1310" y="1097"/>
                </a:lnTo>
                <a:lnTo>
                  <a:pt x="1424" y="1097"/>
                </a:lnTo>
                <a:lnTo>
                  <a:pt x="1424" y="1119"/>
                </a:lnTo>
                <a:moveTo>
                  <a:pt x="1242" y="1119"/>
                </a:moveTo>
                <a:lnTo>
                  <a:pt x="1128" y="1119"/>
                </a:lnTo>
                <a:lnTo>
                  <a:pt x="1128" y="1097"/>
                </a:lnTo>
                <a:lnTo>
                  <a:pt x="1242" y="1097"/>
                </a:lnTo>
                <a:lnTo>
                  <a:pt x="1242" y="1119"/>
                </a:lnTo>
                <a:moveTo>
                  <a:pt x="1059" y="1119"/>
                </a:moveTo>
                <a:lnTo>
                  <a:pt x="946" y="1119"/>
                </a:lnTo>
                <a:lnTo>
                  <a:pt x="946" y="1097"/>
                </a:lnTo>
                <a:lnTo>
                  <a:pt x="1059" y="1097"/>
                </a:lnTo>
                <a:lnTo>
                  <a:pt x="1059" y="1119"/>
                </a:lnTo>
                <a:moveTo>
                  <a:pt x="877" y="1119"/>
                </a:moveTo>
                <a:lnTo>
                  <a:pt x="763" y="1119"/>
                </a:lnTo>
                <a:lnTo>
                  <a:pt x="763" y="1097"/>
                </a:lnTo>
                <a:lnTo>
                  <a:pt x="877" y="1097"/>
                </a:lnTo>
                <a:lnTo>
                  <a:pt x="877" y="1119"/>
                </a:lnTo>
                <a:moveTo>
                  <a:pt x="695" y="1119"/>
                </a:moveTo>
                <a:lnTo>
                  <a:pt x="581" y="1119"/>
                </a:lnTo>
                <a:lnTo>
                  <a:pt x="581" y="1097"/>
                </a:lnTo>
                <a:lnTo>
                  <a:pt x="695" y="1097"/>
                </a:lnTo>
                <a:lnTo>
                  <a:pt x="695" y="1119"/>
                </a:lnTo>
                <a:moveTo>
                  <a:pt x="513" y="1119"/>
                </a:moveTo>
                <a:lnTo>
                  <a:pt x="399" y="1119"/>
                </a:lnTo>
                <a:lnTo>
                  <a:pt x="399" y="1097"/>
                </a:lnTo>
                <a:lnTo>
                  <a:pt x="513" y="1097"/>
                </a:lnTo>
                <a:lnTo>
                  <a:pt x="513" y="1119"/>
                </a:lnTo>
                <a:moveTo>
                  <a:pt x="331" y="1119"/>
                </a:moveTo>
                <a:lnTo>
                  <a:pt x="217" y="1119"/>
                </a:lnTo>
                <a:lnTo>
                  <a:pt x="217" y="1097"/>
                </a:lnTo>
                <a:lnTo>
                  <a:pt x="331" y="1097"/>
                </a:lnTo>
                <a:lnTo>
                  <a:pt x="331" y="1119"/>
                </a:lnTo>
                <a:moveTo>
                  <a:pt x="148" y="1119"/>
                </a:moveTo>
                <a:lnTo>
                  <a:pt x="35" y="1119"/>
                </a:lnTo>
                <a:lnTo>
                  <a:pt x="35" y="1097"/>
                </a:lnTo>
                <a:lnTo>
                  <a:pt x="148" y="1097"/>
                </a:lnTo>
                <a:lnTo>
                  <a:pt x="148" y="1119"/>
                </a:lnTo>
                <a:moveTo>
                  <a:pt x="0" y="1062"/>
                </a:moveTo>
                <a:lnTo>
                  <a:pt x="0" y="948"/>
                </a:lnTo>
                <a:lnTo>
                  <a:pt x="23" y="948"/>
                </a:lnTo>
                <a:lnTo>
                  <a:pt x="23" y="1062"/>
                </a:lnTo>
                <a:lnTo>
                  <a:pt x="0" y="1062"/>
                </a:lnTo>
                <a:moveTo>
                  <a:pt x="0" y="880"/>
                </a:moveTo>
                <a:lnTo>
                  <a:pt x="0" y="766"/>
                </a:lnTo>
                <a:lnTo>
                  <a:pt x="23" y="766"/>
                </a:lnTo>
                <a:lnTo>
                  <a:pt x="23" y="880"/>
                </a:lnTo>
                <a:lnTo>
                  <a:pt x="0" y="880"/>
                </a:lnTo>
                <a:moveTo>
                  <a:pt x="0" y="697"/>
                </a:moveTo>
                <a:lnTo>
                  <a:pt x="0" y="583"/>
                </a:lnTo>
                <a:lnTo>
                  <a:pt x="23" y="583"/>
                </a:lnTo>
                <a:lnTo>
                  <a:pt x="23" y="697"/>
                </a:lnTo>
                <a:lnTo>
                  <a:pt x="0" y="697"/>
                </a:lnTo>
                <a:moveTo>
                  <a:pt x="0" y="515"/>
                </a:moveTo>
                <a:lnTo>
                  <a:pt x="0" y="400"/>
                </a:lnTo>
                <a:lnTo>
                  <a:pt x="23" y="400"/>
                </a:lnTo>
                <a:lnTo>
                  <a:pt x="23" y="515"/>
                </a:lnTo>
                <a:lnTo>
                  <a:pt x="0" y="515"/>
                </a:lnTo>
                <a:moveTo>
                  <a:pt x="0" y="332"/>
                </a:moveTo>
                <a:lnTo>
                  <a:pt x="0" y="218"/>
                </a:lnTo>
                <a:lnTo>
                  <a:pt x="23" y="218"/>
                </a:lnTo>
                <a:lnTo>
                  <a:pt x="23" y="332"/>
                </a:lnTo>
                <a:lnTo>
                  <a:pt x="0" y="332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2" y="0"/>
                </a:moveTo>
                <a:lnTo>
                  <a:pt x="126" y="0"/>
                </a:lnTo>
                <a:lnTo>
                  <a:pt x="126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1" name=""/>
          <p:cNvSpPr/>
          <p:nvPr/>
        </p:nvSpPr>
        <p:spPr>
          <a:xfrm>
            <a:off x="6876720" y="1018800"/>
            <a:ext cx="98640" cy="82440"/>
          </a:xfrm>
          <a:custGeom>
            <a:avLst/>
            <a:gdLst/>
            <a:ahLst/>
            <a:rect l="0" t="0" r="r" b="b"/>
            <a:pathLst>
              <a:path w="274" h="229">
                <a:moveTo>
                  <a:pt x="0" y="0"/>
                </a:moveTo>
                <a:lnTo>
                  <a:pt x="274" y="0"/>
                </a:lnTo>
                <a:lnTo>
                  <a:pt x="274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2" name=""/>
          <p:cNvSpPr/>
          <p:nvPr/>
        </p:nvSpPr>
        <p:spPr>
          <a:xfrm>
            <a:off x="6876720" y="1047600"/>
            <a:ext cx="982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457200" y="608400"/>
            <a:ext cx="8355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F1 -06   ·  DEEL  2  VAN  3  ·  DE  EENH EIDS PECIFICATIE  M ET  H AAR   O NDER WIJS O NTWER P:  VO R M ,  R UIM TE,  M ENS EN  EN  M IDDELEN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867240" y="1009800"/>
            <a:ext cx="2123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Gewenste Onderwijskundige Leeromgeving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5" name=""/>
          <p:cNvSpPr/>
          <p:nvPr/>
        </p:nvSpPr>
        <p:spPr>
          <a:xfrm>
            <a:off x="785160" y="1577520"/>
            <a:ext cx="3771720" cy="534600"/>
          </a:xfrm>
          <a:custGeom>
            <a:avLst/>
            <a:gdLst/>
            <a:ahLst/>
            <a:rect l="0" t="0" r="r" b="b"/>
            <a:pathLst>
              <a:path w="10477" h="1485">
                <a:moveTo>
                  <a:pt x="0" y="0"/>
                </a:moveTo>
                <a:lnTo>
                  <a:pt x="10477" y="0"/>
                </a:lnTo>
                <a:lnTo>
                  <a:pt x="10477" y="1485"/>
                </a:lnTo>
                <a:lnTo>
                  <a:pt x="0" y="1485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6" name=""/>
          <p:cNvSpPr/>
          <p:nvPr/>
        </p:nvSpPr>
        <p:spPr>
          <a:xfrm>
            <a:off x="780840" y="1573560"/>
            <a:ext cx="3780000" cy="542520"/>
          </a:xfrm>
          <a:custGeom>
            <a:avLst/>
            <a:gdLst/>
            <a:ahLst/>
            <a:rect l="0" t="0" r="r" b="b"/>
            <a:pathLst>
              <a:path w="10500" h="1507">
                <a:moveTo>
                  <a:pt x="194" y="0"/>
                </a:moveTo>
                <a:lnTo>
                  <a:pt x="308" y="0"/>
                </a:lnTo>
                <a:lnTo>
                  <a:pt x="308" y="22"/>
                </a:lnTo>
                <a:lnTo>
                  <a:pt x="194" y="22"/>
                </a:lnTo>
                <a:lnTo>
                  <a:pt x="194" y="0"/>
                </a:lnTo>
                <a:moveTo>
                  <a:pt x="376" y="0"/>
                </a:moveTo>
                <a:lnTo>
                  <a:pt x="490" y="0"/>
                </a:lnTo>
                <a:lnTo>
                  <a:pt x="490" y="22"/>
                </a:lnTo>
                <a:lnTo>
                  <a:pt x="376" y="22"/>
                </a:lnTo>
                <a:lnTo>
                  <a:pt x="376" y="0"/>
                </a:lnTo>
                <a:moveTo>
                  <a:pt x="558" y="0"/>
                </a:moveTo>
                <a:lnTo>
                  <a:pt x="672" y="0"/>
                </a:lnTo>
                <a:lnTo>
                  <a:pt x="672" y="22"/>
                </a:lnTo>
                <a:lnTo>
                  <a:pt x="558" y="22"/>
                </a:lnTo>
                <a:lnTo>
                  <a:pt x="558" y="0"/>
                </a:lnTo>
                <a:moveTo>
                  <a:pt x="741" y="0"/>
                </a:moveTo>
                <a:lnTo>
                  <a:pt x="854" y="0"/>
                </a:lnTo>
                <a:lnTo>
                  <a:pt x="854" y="22"/>
                </a:lnTo>
                <a:lnTo>
                  <a:pt x="741" y="22"/>
                </a:lnTo>
                <a:lnTo>
                  <a:pt x="741" y="0"/>
                </a:lnTo>
                <a:moveTo>
                  <a:pt x="923" y="0"/>
                </a:moveTo>
                <a:lnTo>
                  <a:pt x="1037" y="0"/>
                </a:lnTo>
                <a:lnTo>
                  <a:pt x="1037" y="22"/>
                </a:lnTo>
                <a:lnTo>
                  <a:pt x="923" y="22"/>
                </a:lnTo>
                <a:lnTo>
                  <a:pt x="923" y="0"/>
                </a:lnTo>
                <a:moveTo>
                  <a:pt x="1105" y="0"/>
                </a:moveTo>
                <a:lnTo>
                  <a:pt x="1219" y="0"/>
                </a:lnTo>
                <a:lnTo>
                  <a:pt x="1219" y="22"/>
                </a:lnTo>
                <a:lnTo>
                  <a:pt x="1105" y="22"/>
                </a:lnTo>
                <a:lnTo>
                  <a:pt x="1105" y="0"/>
                </a:lnTo>
                <a:moveTo>
                  <a:pt x="1287" y="0"/>
                </a:moveTo>
                <a:lnTo>
                  <a:pt x="1401" y="0"/>
                </a:lnTo>
                <a:lnTo>
                  <a:pt x="1401" y="22"/>
                </a:lnTo>
                <a:lnTo>
                  <a:pt x="1287" y="22"/>
                </a:lnTo>
                <a:lnTo>
                  <a:pt x="1287" y="0"/>
                </a:lnTo>
                <a:moveTo>
                  <a:pt x="1469" y="0"/>
                </a:moveTo>
                <a:lnTo>
                  <a:pt x="1583" y="0"/>
                </a:lnTo>
                <a:lnTo>
                  <a:pt x="1583" y="22"/>
                </a:lnTo>
                <a:lnTo>
                  <a:pt x="1469" y="22"/>
                </a:lnTo>
                <a:lnTo>
                  <a:pt x="1469" y="0"/>
                </a:lnTo>
                <a:moveTo>
                  <a:pt x="1652" y="0"/>
                </a:moveTo>
                <a:lnTo>
                  <a:pt x="1765" y="0"/>
                </a:lnTo>
                <a:lnTo>
                  <a:pt x="1765" y="22"/>
                </a:lnTo>
                <a:lnTo>
                  <a:pt x="1652" y="22"/>
                </a:lnTo>
                <a:lnTo>
                  <a:pt x="1652" y="0"/>
                </a:lnTo>
                <a:moveTo>
                  <a:pt x="1834" y="0"/>
                </a:moveTo>
                <a:lnTo>
                  <a:pt x="1948" y="0"/>
                </a:lnTo>
                <a:lnTo>
                  <a:pt x="1948" y="22"/>
                </a:lnTo>
                <a:lnTo>
                  <a:pt x="1834" y="22"/>
                </a:lnTo>
                <a:lnTo>
                  <a:pt x="1834" y="0"/>
                </a:lnTo>
                <a:moveTo>
                  <a:pt x="2016" y="0"/>
                </a:moveTo>
                <a:lnTo>
                  <a:pt x="2130" y="0"/>
                </a:lnTo>
                <a:lnTo>
                  <a:pt x="2130" y="22"/>
                </a:lnTo>
                <a:lnTo>
                  <a:pt x="2016" y="22"/>
                </a:lnTo>
                <a:lnTo>
                  <a:pt x="2016" y="0"/>
                </a:lnTo>
                <a:moveTo>
                  <a:pt x="2198" y="0"/>
                </a:moveTo>
                <a:lnTo>
                  <a:pt x="2312" y="0"/>
                </a:lnTo>
                <a:lnTo>
                  <a:pt x="2312" y="22"/>
                </a:lnTo>
                <a:lnTo>
                  <a:pt x="2198" y="22"/>
                </a:lnTo>
                <a:lnTo>
                  <a:pt x="2198" y="0"/>
                </a:lnTo>
                <a:moveTo>
                  <a:pt x="2380" y="0"/>
                </a:moveTo>
                <a:lnTo>
                  <a:pt x="2494" y="0"/>
                </a:lnTo>
                <a:lnTo>
                  <a:pt x="2494" y="22"/>
                </a:lnTo>
                <a:lnTo>
                  <a:pt x="2380" y="22"/>
                </a:lnTo>
                <a:lnTo>
                  <a:pt x="2380" y="0"/>
                </a:lnTo>
                <a:moveTo>
                  <a:pt x="2562" y="0"/>
                </a:moveTo>
                <a:lnTo>
                  <a:pt x="2676" y="0"/>
                </a:lnTo>
                <a:lnTo>
                  <a:pt x="2676" y="22"/>
                </a:lnTo>
                <a:lnTo>
                  <a:pt x="2562" y="22"/>
                </a:lnTo>
                <a:lnTo>
                  <a:pt x="2562" y="0"/>
                </a:lnTo>
                <a:moveTo>
                  <a:pt x="2745" y="0"/>
                </a:moveTo>
                <a:lnTo>
                  <a:pt x="2859" y="0"/>
                </a:lnTo>
                <a:lnTo>
                  <a:pt x="2859" y="22"/>
                </a:lnTo>
                <a:lnTo>
                  <a:pt x="2745" y="22"/>
                </a:lnTo>
                <a:lnTo>
                  <a:pt x="2745" y="0"/>
                </a:lnTo>
                <a:moveTo>
                  <a:pt x="2927" y="0"/>
                </a:moveTo>
                <a:lnTo>
                  <a:pt x="3041" y="0"/>
                </a:lnTo>
                <a:lnTo>
                  <a:pt x="3041" y="22"/>
                </a:lnTo>
                <a:lnTo>
                  <a:pt x="2927" y="22"/>
                </a:lnTo>
                <a:lnTo>
                  <a:pt x="2927" y="0"/>
                </a:lnTo>
                <a:moveTo>
                  <a:pt x="3110" y="0"/>
                </a:moveTo>
                <a:lnTo>
                  <a:pt x="3224" y="0"/>
                </a:lnTo>
                <a:lnTo>
                  <a:pt x="3224" y="22"/>
                </a:lnTo>
                <a:lnTo>
                  <a:pt x="3110" y="22"/>
                </a:lnTo>
                <a:lnTo>
                  <a:pt x="3110" y="0"/>
                </a:lnTo>
                <a:moveTo>
                  <a:pt x="3292" y="0"/>
                </a:moveTo>
                <a:lnTo>
                  <a:pt x="3406" y="0"/>
                </a:lnTo>
                <a:lnTo>
                  <a:pt x="3406" y="22"/>
                </a:lnTo>
                <a:lnTo>
                  <a:pt x="3292" y="22"/>
                </a:lnTo>
                <a:lnTo>
                  <a:pt x="3292" y="0"/>
                </a:lnTo>
                <a:moveTo>
                  <a:pt x="3474" y="0"/>
                </a:moveTo>
                <a:lnTo>
                  <a:pt x="3588" y="0"/>
                </a:lnTo>
                <a:lnTo>
                  <a:pt x="3588" y="22"/>
                </a:lnTo>
                <a:lnTo>
                  <a:pt x="3474" y="22"/>
                </a:lnTo>
                <a:lnTo>
                  <a:pt x="3474" y="0"/>
                </a:lnTo>
                <a:moveTo>
                  <a:pt x="3657" y="0"/>
                </a:moveTo>
                <a:lnTo>
                  <a:pt x="3770" y="0"/>
                </a:lnTo>
                <a:lnTo>
                  <a:pt x="3770" y="22"/>
                </a:lnTo>
                <a:lnTo>
                  <a:pt x="3657" y="22"/>
                </a:lnTo>
                <a:lnTo>
                  <a:pt x="3657" y="0"/>
                </a:lnTo>
                <a:moveTo>
                  <a:pt x="3839" y="0"/>
                </a:moveTo>
                <a:lnTo>
                  <a:pt x="3953" y="0"/>
                </a:lnTo>
                <a:lnTo>
                  <a:pt x="3953" y="22"/>
                </a:lnTo>
                <a:lnTo>
                  <a:pt x="3839" y="22"/>
                </a:lnTo>
                <a:lnTo>
                  <a:pt x="3839" y="0"/>
                </a:lnTo>
                <a:moveTo>
                  <a:pt x="4021" y="0"/>
                </a:moveTo>
                <a:lnTo>
                  <a:pt x="4135" y="0"/>
                </a:lnTo>
                <a:lnTo>
                  <a:pt x="4135" y="22"/>
                </a:lnTo>
                <a:lnTo>
                  <a:pt x="4021" y="22"/>
                </a:lnTo>
                <a:lnTo>
                  <a:pt x="4021" y="0"/>
                </a:lnTo>
                <a:moveTo>
                  <a:pt x="4203" y="0"/>
                </a:moveTo>
                <a:lnTo>
                  <a:pt x="4317" y="0"/>
                </a:lnTo>
                <a:lnTo>
                  <a:pt x="4317" y="22"/>
                </a:lnTo>
                <a:lnTo>
                  <a:pt x="4203" y="22"/>
                </a:lnTo>
                <a:lnTo>
                  <a:pt x="4203" y="0"/>
                </a:lnTo>
                <a:moveTo>
                  <a:pt x="4385" y="0"/>
                </a:moveTo>
                <a:lnTo>
                  <a:pt x="4499" y="0"/>
                </a:lnTo>
                <a:lnTo>
                  <a:pt x="4499" y="22"/>
                </a:lnTo>
                <a:lnTo>
                  <a:pt x="4385" y="22"/>
                </a:lnTo>
                <a:lnTo>
                  <a:pt x="4385" y="0"/>
                </a:lnTo>
                <a:moveTo>
                  <a:pt x="4568" y="0"/>
                </a:moveTo>
                <a:lnTo>
                  <a:pt x="4681" y="0"/>
                </a:lnTo>
                <a:lnTo>
                  <a:pt x="4681" y="22"/>
                </a:lnTo>
                <a:lnTo>
                  <a:pt x="4568" y="22"/>
                </a:lnTo>
                <a:lnTo>
                  <a:pt x="4568" y="0"/>
                </a:lnTo>
                <a:moveTo>
                  <a:pt x="4750" y="0"/>
                </a:moveTo>
                <a:lnTo>
                  <a:pt x="4864" y="0"/>
                </a:lnTo>
                <a:lnTo>
                  <a:pt x="4864" y="22"/>
                </a:lnTo>
                <a:lnTo>
                  <a:pt x="4750" y="22"/>
                </a:lnTo>
                <a:lnTo>
                  <a:pt x="4750" y="0"/>
                </a:lnTo>
                <a:moveTo>
                  <a:pt x="4932" y="0"/>
                </a:moveTo>
                <a:lnTo>
                  <a:pt x="5046" y="0"/>
                </a:lnTo>
                <a:lnTo>
                  <a:pt x="5046" y="22"/>
                </a:lnTo>
                <a:lnTo>
                  <a:pt x="4932" y="22"/>
                </a:lnTo>
                <a:lnTo>
                  <a:pt x="4932" y="0"/>
                </a:lnTo>
                <a:moveTo>
                  <a:pt x="5114" y="0"/>
                </a:moveTo>
                <a:lnTo>
                  <a:pt x="5228" y="0"/>
                </a:lnTo>
                <a:lnTo>
                  <a:pt x="5228" y="22"/>
                </a:lnTo>
                <a:lnTo>
                  <a:pt x="5114" y="22"/>
                </a:lnTo>
                <a:lnTo>
                  <a:pt x="5114" y="0"/>
                </a:lnTo>
                <a:moveTo>
                  <a:pt x="5296" y="0"/>
                </a:moveTo>
                <a:lnTo>
                  <a:pt x="5410" y="0"/>
                </a:lnTo>
                <a:lnTo>
                  <a:pt x="5410" y="22"/>
                </a:lnTo>
                <a:lnTo>
                  <a:pt x="5296" y="22"/>
                </a:lnTo>
                <a:lnTo>
                  <a:pt x="5296" y="0"/>
                </a:lnTo>
                <a:moveTo>
                  <a:pt x="5478" y="0"/>
                </a:moveTo>
                <a:lnTo>
                  <a:pt x="5592" y="0"/>
                </a:lnTo>
                <a:lnTo>
                  <a:pt x="5592" y="22"/>
                </a:lnTo>
                <a:lnTo>
                  <a:pt x="5478" y="22"/>
                </a:lnTo>
                <a:lnTo>
                  <a:pt x="5478" y="0"/>
                </a:lnTo>
                <a:moveTo>
                  <a:pt x="5661" y="0"/>
                </a:moveTo>
                <a:lnTo>
                  <a:pt x="5775" y="0"/>
                </a:lnTo>
                <a:lnTo>
                  <a:pt x="5775" y="22"/>
                </a:lnTo>
                <a:lnTo>
                  <a:pt x="5661" y="22"/>
                </a:lnTo>
                <a:lnTo>
                  <a:pt x="5661" y="0"/>
                </a:lnTo>
                <a:moveTo>
                  <a:pt x="5843" y="0"/>
                </a:moveTo>
                <a:lnTo>
                  <a:pt x="5957" y="0"/>
                </a:lnTo>
                <a:lnTo>
                  <a:pt x="5957" y="22"/>
                </a:lnTo>
                <a:lnTo>
                  <a:pt x="5843" y="22"/>
                </a:lnTo>
                <a:lnTo>
                  <a:pt x="5843" y="0"/>
                </a:lnTo>
                <a:moveTo>
                  <a:pt x="6025" y="0"/>
                </a:moveTo>
                <a:lnTo>
                  <a:pt x="6139" y="0"/>
                </a:lnTo>
                <a:lnTo>
                  <a:pt x="6139" y="22"/>
                </a:lnTo>
                <a:lnTo>
                  <a:pt x="6025" y="22"/>
                </a:lnTo>
                <a:lnTo>
                  <a:pt x="6025" y="0"/>
                </a:lnTo>
                <a:moveTo>
                  <a:pt x="6207" y="0"/>
                </a:moveTo>
                <a:lnTo>
                  <a:pt x="6321" y="0"/>
                </a:lnTo>
                <a:lnTo>
                  <a:pt x="6321" y="22"/>
                </a:lnTo>
                <a:lnTo>
                  <a:pt x="6207" y="22"/>
                </a:lnTo>
                <a:lnTo>
                  <a:pt x="6207" y="0"/>
                </a:lnTo>
                <a:moveTo>
                  <a:pt x="6389" y="0"/>
                </a:moveTo>
                <a:lnTo>
                  <a:pt x="6503" y="0"/>
                </a:lnTo>
                <a:lnTo>
                  <a:pt x="6503" y="22"/>
                </a:lnTo>
                <a:lnTo>
                  <a:pt x="6389" y="22"/>
                </a:lnTo>
                <a:lnTo>
                  <a:pt x="6389" y="0"/>
                </a:lnTo>
                <a:moveTo>
                  <a:pt x="6572" y="0"/>
                </a:moveTo>
                <a:lnTo>
                  <a:pt x="6685" y="0"/>
                </a:lnTo>
                <a:lnTo>
                  <a:pt x="6685" y="22"/>
                </a:lnTo>
                <a:lnTo>
                  <a:pt x="6572" y="22"/>
                </a:lnTo>
                <a:lnTo>
                  <a:pt x="6572" y="0"/>
                </a:lnTo>
                <a:moveTo>
                  <a:pt x="6754" y="0"/>
                </a:moveTo>
                <a:lnTo>
                  <a:pt x="6868" y="0"/>
                </a:lnTo>
                <a:lnTo>
                  <a:pt x="6868" y="22"/>
                </a:lnTo>
                <a:lnTo>
                  <a:pt x="6754" y="22"/>
                </a:lnTo>
                <a:lnTo>
                  <a:pt x="6754" y="0"/>
                </a:lnTo>
                <a:moveTo>
                  <a:pt x="6936" y="0"/>
                </a:moveTo>
                <a:lnTo>
                  <a:pt x="7050" y="0"/>
                </a:lnTo>
                <a:lnTo>
                  <a:pt x="7050" y="22"/>
                </a:lnTo>
                <a:lnTo>
                  <a:pt x="6936" y="22"/>
                </a:lnTo>
                <a:lnTo>
                  <a:pt x="6936" y="0"/>
                </a:lnTo>
                <a:moveTo>
                  <a:pt x="7118" y="0"/>
                </a:moveTo>
                <a:lnTo>
                  <a:pt x="7232" y="0"/>
                </a:lnTo>
                <a:lnTo>
                  <a:pt x="7232" y="22"/>
                </a:lnTo>
                <a:lnTo>
                  <a:pt x="7118" y="22"/>
                </a:lnTo>
                <a:lnTo>
                  <a:pt x="7118" y="0"/>
                </a:lnTo>
                <a:moveTo>
                  <a:pt x="7300" y="0"/>
                </a:moveTo>
                <a:lnTo>
                  <a:pt x="7414" y="0"/>
                </a:lnTo>
                <a:lnTo>
                  <a:pt x="7414" y="22"/>
                </a:lnTo>
                <a:lnTo>
                  <a:pt x="7300" y="22"/>
                </a:lnTo>
                <a:lnTo>
                  <a:pt x="7300" y="0"/>
                </a:lnTo>
                <a:moveTo>
                  <a:pt x="7483" y="0"/>
                </a:moveTo>
                <a:lnTo>
                  <a:pt x="7596" y="0"/>
                </a:lnTo>
                <a:lnTo>
                  <a:pt x="7596" y="22"/>
                </a:lnTo>
                <a:lnTo>
                  <a:pt x="7483" y="22"/>
                </a:lnTo>
                <a:lnTo>
                  <a:pt x="7483" y="0"/>
                </a:lnTo>
                <a:moveTo>
                  <a:pt x="7665" y="0"/>
                </a:moveTo>
                <a:lnTo>
                  <a:pt x="7779" y="0"/>
                </a:lnTo>
                <a:lnTo>
                  <a:pt x="7779" y="22"/>
                </a:lnTo>
                <a:lnTo>
                  <a:pt x="7665" y="22"/>
                </a:lnTo>
                <a:lnTo>
                  <a:pt x="7665" y="0"/>
                </a:lnTo>
                <a:moveTo>
                  <a:pt x="7847" y="0"/>
                </a:moveTo>
                <a:lnTo>
                  <a:pt x="7961" y="0"/>
                </a:lnTo>
                <a:lnTo>
                  <a:pt x="7961" y="22"/>
                </a:lnTo>
                <a:lnTo>
                  <a:pt x="7847" y="22"/>
                </a:lnTo>
                <a:lnTo>
                  <a:pt x="7847" y="0"/>
                </a:lnTo>
                <a:moveTo>
                  <a:pt x="8029" y="0"/>
                </a:moveTo>
                <a:lnTo>
                  <a:pt x="8143" y="0"/>
                </a:lnTo>
                <a:lnTo>
                  <a:pt x="8143" y="22"/>
                </a:lnTo>
                <a:lnTo>
                  <a:pt x="8029" y="22"/>
                </a:lnTo>
                <a:lnTo>
                  <a:pt x="8029" y="0"/>
                </a:lnTo>
                <a:moveTo>
                  <a:pt x="8211" y="0"/>
                </a:moveTo>
                <a:lnTo>
                  <a:pt x="8325" y="0"/>
                </a:lnTo>
                <a:lnTo>
                  <a:pt x="8325" y="22"/>
                </a:lnTo>
                <a:lnTo>
                  <a:pt x="8211" y="22"/>
                </a:lnTo>
                <a:lnTo>
                  <a:pt x="8211" y="0"/>
                </a:lnTo>
                <a:moveTo>
                  <a:pt x="8393" y="0"/>
                </a:moveTo>
                <a:lnTo>
                  <a:pt x="8507" y="0"/>
                </a:lnTo>
                <a:lnTo>
                  <a:pt x="8507" y="22"/>
                </a:lnTo>
                <a:lnTo>
                  <a:pt x="8393" y="22"/>
                </a:lnTo>
                <a:lnTo>
                  <a:pt x="8393" y="0"/>
                </a:lnTo>
                <a:moveTo>
                  <a:pt x="8576" y="0"/>
                </a:moveTo>
                <a:lnTo>
                  <a:pt x="8690" y="0"/>
                </a:lnTo>
                <a:lnTo>
                  <a:pt x="8690" y="22"/>
                </a:lnTo>
                <a:lnTo>
                  <a:pt x="8576" y="22"/>
                </a:lnTo>
                <a:lnTo>
                  <a:pt x="8576" y="0"/>
                </a:lnTo>
                <a:moveTo>
                  <a:pt x="8758" y="0"/>
                </a:moveTo>
                <a:lnTo>
                  <a:pt x="8872" y="0"/>
                </a:lnTo>
                <a:lnTo>
                  <a:pt x="8872" y="22"/>
                </a:lnTo>
                <a:lnTo>
                  <a:pt x="8758" y="22"/>
                </a:lnTo>
                <a:lnTo>
                  <a:pt x="8758" y="0"/>
                </a:lnTo>
                <a:moveTo>
                  <a:pt x="8940" y="0"/>
                </a:moveTo>
                <a:lnTo>
                  <a:pt x="9054" y="0"/>
                </a:lnTo>
                <a:lnTo>
                  <a:pt x="9054" y="22"/>
                </a:lnTo>
                <a:lnTo>
                  <a:pt x="8940" y="22"/>
                </a:lnTo>
                <a:lnTo>
                  <a:pt x="8940" y="0"/>
                </a:lnTo>
                <a:moveTo>
                  <a:pt x="9122" y="0"/>
                </a:moveTo>
                <a:lnTo>
                  <a:pt x="9236" y="0"/>
                </a:lnTo>
                <a:lnTo>
                  <a:pt x="9236" y="22"/>
                </a:lnTo>
                <a:lnTo>
                  <a:pt x="9122" y="22"/>
                </a:lnTo>
                <a:lnTo>
                  <a:pt x="9122" y="0"/>
                </a:lnTo>
                <a:moveTo>
                  <a:pt x="9304" y="0"/>
                </a:moveTo>
                <a:lnTo>
                  <a:pt x="9418" y="0"/>
                </a:lnTo>
                <a:lnTo>
                  <a:pt x="9418" y="22"/>
                </a:lnTo>
                <a:lnTo>
                  <a:pt x="9304" y="22"/>
                </a:lnTo>
                <a:lnTo>
                  <a:pt x="9304" y="0"/>
                </a:lnTo>
                <a:moveTo>
                  <a:pt x="9487" y="0"/>
                </a:moveTo>
                <a:lnTo>
                  <a:pt x="9600" y="0"/>
                </a:lnTo>
                <a:lnTo>
                  <a:pt x="9600" y="22"/>
                </a:lnTo>
                <a:lnTo>
                  <a:pt x="9487" y="22"/>
                </a:lnTo>
                <a:lnTo>
                  <a:pt x="9487" y="0"/>
                </a:lnTo>
                <a:moveTo>
                  <a:pt x="9669" y="0"/>
                </a:moveTo>
                <a:lnTo>
                  <a:pt x="9783" y="0"/>
                </a:lnTo>
                <a:lnTo>
                  <a:pt x="9783" y="22"/>
                </a:lnTo>
                <a:lnTo>
                  <a:pt x="9669" y="22"/>
                </a:lnTo>
                <a:lnTo>
                  <a:pt x="9669" y="0"/>
                </a:lnTo>
                <a:moveTo>
                  <a:pt x="9851" y="0"/>
                </a:moveTo>
                <a:lnTo>
                  <a:pt x="9965" y="0"/>
                </a:lnTo>
                <a:lnTo>
                  <a:pt x="9965" y="22"/>
                </a:lnTo>
                <a:lnTo>
                  <a:pt x="9851" y="22"/>
                </a:lnTo>
                <a:lnTo>
                  <a:pt x="9851" y="0"/>
                </a:lnTo>
                <a:moveTo>
                  <a:pt x="10033" y="0"/>
                </a:moveTo>
                <a:lnTo>
                  <a:pt x="10147" y="0"/>
                </a:lnTo>
                <a:lnTo>
                  <a:pt x="10147" y="22"/>
                </a:lnTo>
                <a:lnTo>
                  <a:pt x="10033" y="22"/>
                </a:lnTo>
                <a:lnTo>
                  <a:pt x="10033" y="0"/>
                </a:lnTo>
                <a:moveTo>
                  <a:pt x="10215" y="0"/>
                </a:moveTo>
                <a:lnTo>
                  <a:pt x="10329" y="0"/>
                </a:lnTo>
                <a:lnTo>
                  <a:pt x="10329" y="22"/>
                </a:lnTo>
                <a:lnTo>
                  <a:pt x="10215" y="22"/>
                </a:lnTo>
                <a:lnTo>
                  <a:pt x="10215" y="0"/>
                </a:lnTo>
                <a:moveTo>
                  <a:pt x="10398" y="0"/>
                </a:moveTo>
                <a:lnTo>
                  <a:pt x="10500" y="0"/>
                </a:lnTo>
                <a:lnTo>
                  <a:pt x="10500" y="34"/>
                </a:lnTo>
                <a:lnTo>
                  <a:pt x="10477" y="34"/>
                </a:lnTo>
                <a:lnTo>
                  <a:pt x="10477" y="11"/>
                </a:lnTo>
                <a:lnTo>
                  <a:pt x="10489" y="11"/>
                </a:lnTo>
                <a:lnTo>
                  <a:pt x="10489" y="22"/>
                </a:lnTo>
                <a:lnTo>
                  <a:pt x="10398" y="22"/>
                </a:lnTo>
                <a:lnTo>
                  <a:pt x="10398" y="0"/>
                </a:lnTo>
                <a:moveTo>
                  <a:pt x="10500" y="102"/>
                </a:moveTo>
                <a:lnTo>
                  <a:pt x="10500" y="216"/>
                </a:lnTo>
                <a:lnTo>
                  <a:pt x="10477" y="216"/>
                </a:lnTo>
                <a:lnTo>
                  <a:pt x="10477" y="102"/>
                </a:lnTo>
                <a:lnTo>
                  <a:pt x="10500" y="102"/>
                </a:lnTo>
                <a:moveTo>
                  <a:pt x="10500" y="285"/>
                </a:moveTo>
                <a:lnTo>
                  <a:pt x="10500" y="399"/>
                </a:lnTo>
                <a:lnTo>
                  <a:pt x="10477" y="399"/>
                </a:lnTo>
                <a:lnTo>
                  <a:pt x="10477" y="285"/>
                </a:lnTo>
                <a:lnTo>
                  <a:pt x="10500" y="285"/>
                </a:lnTo>
                <a:moveTo>
                  <a:pt x="10500" y="468"/>
                </a:moveTo>
                <a:lnTo>
                  <a:pt x="10500" y="582"/>
                </a:lnTo>
                <a:lnTo>
                  <a:pt x="10477" y="582"/>
                </a:lnTo>
                <a:lnTo>
                  <a:pt x="10477" y="468"/>
                </a:lnTo>
                <a:lnTo>
                  <a:pt x="10500" y="468"/>
                </a:lnTo>
                <a:moveTo>
                  <a:pt x="10500" y="650"/>
                </a:moveTo>
                <a:lnTo>
                  <a:pt x="10500" y="764"/>
                </a:lnTo>
                <a:lnTo>
                  <a:pt x="10477" y="764"/>
                </a:lnTo>
                <a:lnTo>
                  <a:pt x="10477" y="650"/>
                </a:lnTo>
                <a:lnTo>
                  <a:pt x="10500" y="650"/>
                </a:lnTo>
                <a:moveTo>
                  <a:pt x="10500" y="833"/>
                </a:moveTo>
                <a:lnTo>
                  <a:pt x="10500" y="948"/>
                </a:lnTo>
                <a:lnTo>
                  <a:pt x="10477" y="948"/>
                </a:lnTo>
                <a:lnTo>
                  <a:pt x="10477" y="833"/>
                </a:lnTo>
                <a:lnTo>
                  <a:pt x="10500" y="833"/>
                </a:lnTo>
                <a:moveTo>
                  <a:pt x="10500" y="1016"/>
                </a:moveTo>
                <a:lnTo>
                  <a:pt x="10500" y="1130"/>
                </a:lnTo>
                <a:lnTo>
                  <a:pt x="10477" y="1130"/>
                </a:lnTo>
                <a:lnTo>
                  <a:pt x="10477" y="1016"/>
                </a:lnTo>
                <a:lnTo>
                  <a:pt x="10500" y="1016"/>
                </a:lnTo>
                <a:moveTo>
                  <a:pt x="10500" y="1199"/>
                </a:moveTo>
                <a:lnTo>
                  <a:pt x="10500" y="1313"/>
                </a:lnTo>
                <a:lnTo>
                  <a:pt x="10477" y="1313"/>
                </a:lnTo>
                <a:lnTo>
                  <a:pt x="10477" y="1199"/>
                </a:lnTo>
                <a:lnTo>
                  <a:pt x="10500" y="1199"/>
                </a:lnTo>
                <a:moveTo>
                  <a:pt x="10500" y="1382"/>
                </a:moveTo>
                <a:lnTo>
                  <a:pt x="10500" y="1496"/>
                </a:lnTo>
                <a:lnTo>
                  <a:pt x="10477" y="1496"/>
                </a:lnTo>
                <a:lnTo>
                  <a:pt x="10477" y="1382"/>
                </a:lnTo>
                <a:lnTo>
                  <a:pt x="10500" y="1382"/>
                </a:lnTo>
                <a:moveTo>
                  <a:pt x="10420" y="1507"/>
                </a:moveTo>
                <a:lnTo>
                  <a:pt x="10306" y="1507"/>
                </a:lnTo>
                <a:lnTo>
                  <a:pt x="10306" y="1484"/>
                </a:lnTo>
                <a:lnTo>
                  <a:pt x="10420" y="1484"/>
                </a:lnTo>
                <a:lnTo>
                  <a:pt x="10420" y="1507"/>
                </a:lnTo>
                <a:moveTo>
                  <a:pt x="10238" y="1507"/>
                </a:moveTo>
                <a:lnTo>
                  <a:pt x="10124" y="1507"/>
                </a:lnTo>
                <a:lnTo>
                  <a:pt x="10124" y="1484"/>
                </a:lnTo>
                <a:lnTo>
                  <a:pt x="10238" y="1484"/>
                </a:lnTo>
                <a:lnTo>
                  <a:pt x="10238" y="1507"/>
                </a:lnTo>
                <a:moveTo>
                  <a:pt x="10056" y="1507"/>
                </a:moveTo>
                <a:lnTo>
                  <a:pt x="9942" y="1507"/>
                </a:lnTo>
                <a:lnTo>
                  <a:pt x="9942" y="1484"/>
                </a:lnTo>
                <a:lnTo>
                  <a:pt x="10056" y="1484"/>
                </a:lnTo>
                <a:lnTo>
                  <a:pt x="10056" y="1507"/>
                </a:lnTo>
                <a:moveTo>
                  <a:pt x="9874" y="1507"/>
                </a:moveTo>
                <a:lnTo>
                  <a:pt x="9760" y="1507"/>
                </a:lnTo>
                <a:lnTo>
                  <a:pt x="9760" y="1484"/>
                </a:lnTo>
                <a:lnTo>
                  <a:pt x="9874" y="1484"/>
                </a:lnTo>
                <a:lnTo>
                  <a:pt x="9874" y="1507"/>
                </a:lnTo>
                <a:moveTo>
                  <a:pt x="9692" y="1507"/>
                </a:moveTo>
                <a:lnTo>
                  <a:pt x="9578" y="1507"/>
                </a:lnTo>
                <a:lnTo>
                  <a:pt x="9578" y="1484"/>
                </a:lnTo>
                <a:lnTo>
                  <a:pt x="9692" y="1484"/>
                </a:lnTo>
                <a:lnTo>
                  <a:pt x="9692" y="1507"/>
                </a:lnTo>
                <a:moveTo>
                  <a:pt x="9509" y="1507"/>
                </a:moveTo>
                <a:lnTo>
                  <a:pt x="9396" y="1507"/>
                </a:lnTo>
                <a:lnTo>
                  <a:pt x="9396" y="1484"/>
                </a:lnTo>
                <a:lnTo>
                  <a:pt x="9509" y="1484"/>
                </a:lnTo>
                <a:lnTo>
                  <a:pt x="9509" y="1507"/>
                </a:lnTo>
                <a:moveTo>
                  <a:pt x="9327" y="1507"/>
                </a:moveTo>
                <a:lnTo>
                  <a:pt x="9213" y="1507"/>
                </a:lnTo>
                <a:lnTo>
                  <a:pt x="9213" y="1484"/>
                </a:lnTo>
                <a:lnTo>
                  <a:pt x="9327" y="1484"/>
                </a:lnTo>
                <a:lnTo>
                  <a:pt x="9327" y="1507"/>
                </a:lnTo>
                <a:moveTo>
                  <a:pt x="9145" y="1507"/>
                </a:moveTo>
                <a:lnTo>
                  <a:pt x="9031" y="1507"/>
                </a:lnTo>
                <a:lnTo>
                  <a:pt x="9031" y="1484"/>
                </a:lnTo>
                <a:lnTo>
                  <a:pt x="9145" y="1484"/>
                </a:lnTo>
                <a:lnTo>
                  <a:pt x="9145" y="1507"/>
                </a:lnTo>
                <a:moveTo>
                  <a:pt x="8963" y="1507"/>
                </a:moveTo>
                <a:lnTo>
                  <a:pt x="8849" y="1507"/>
                </a:lnTo>
                <a:lnTo>
                  <a:pt x="8849" y="1484"/>
                </a:lnTo>
                <a:lnTo>
                  <a:pt x="8963" y="1484"/>
                </a:lnTo>
                <a:lnTo>
                  <a:pt x="8963" y="1507"/>
                </a:lnTo>
                <a:moveTo>
                  <a:pt x="8781" y="1507"/>
                </a:moveTo>
                <a:lnTo>
                  <a:pt x="8667" y="1507"/>
                </a:lnTo>
                <a:lnTo>
                  <a:pt x="8667" y="1484"/>
                </a:lnTo>
                <a:lnTo>
                  <a:pt x="8781" y="1484"/>
                </a:lnTo>
                <a:lnTo>
                  <a:pt x="8781" y="1507"/>
                </a:lnTo>
                <a:moveTo>
                  <a:pt x="8598" y="1507"/>
                </a:moveTo>
                <a:lnTo>
                  <a:pt x="8485" y="1507"/>
                </a:lnTo>
                <a:lnTo>
                  <a:pt x="8485" y="1484"/>
                </a:lnTo>
                <a:lnTo>
                  <a:pt x="8598" y="1484"/>
                </a:lnTo>
                <a:lnTo>
                  <a:pt x="8598" y="1507"/>
                </a:lnTo>
                <a:moveTo>
                  <a:pt x="8416" y="1507"/>
                </a:moveTo>
                <a:lnTo>
                  <a:pt x="8302" y="1507"/>
                </a:lnTo>
                <a:lnTo>
                  <a:pt x="8302" y="1484"/>
                </a:lnTo>
                <a:lnTo>
                  <a:pt x="8416" y="1484"/>
                </a:lnTo>
                <a:lnTo>
                  <a:pt x="8416" y="1507"/>
                </a:lnTo>
                <a:moveTo>
                  <a:pt x="8234" y="1507"/>
                </a:moveTo>
                <a:lnTo>
                  <a:pt x="8120" y="1507"/>
                </a:lnTo>
                <a:lnTo>
                  <a:pt x="8120" y="1484"/>
                </a:lnTo>
                <a:lnTo>
                  <a:pt x="8234" y="1484"/>
                </a:lnTo>
                <a:lnTo>
                  <a:pt x="8234" y="1507"/>
                </a:lnTo>
                <a:moveTo>
                  <a:pt x="8052" y="1507"/>
                </a:moveTo>
                <a:lnTo>
                  <a:pt x="7938" y="1507"/>
                </a:lnTo>
                <a:lnTo>
                  <a:pt x="7938" y="1484"/>
                </a:lnTo>
                <a:lnTo>
                  <a:pt x="8052" y="1484"/>
                </a:lnTo>
                <a:lnTo>
                  <a:pt x="8052" y="1507"/>
                </a:lnTo>
                <a:moveTo>
                  <a:pt x="7870" y="1507"/>
                </a:moveTo>
                <a:lnTo>
                  <a:pt x="7756" y="1507"/>
                </a:lnTo>
                <a:lnTo>
                  <a:pt x="7756" y="1484"/>
                </a:lnTo>
                <a:lnTo>
                  <a:pt x="7870" y="1484"/>
                </a:lnTo>
                <a:lnTo>
                  <a:pt x="7870" y="1507"/>
                </a:lnTo>
                <a:moveTo>
                  <a:pt x="7687" y="1507"/>
                </a:moveTo>
                <a:lnTo>
                  <a:pt x="7574" y="1507"/>
                </a:lnTo>
                <a:lnTo>
                  <a:pt x="7574" y="1484"/>
                </a:lnTo>
                <a:lnTo>
                  <a:pt x="7687" y="1484"/>
                </a:lnTo>
                <a:lnTo>
                  <a:pt x="7687" y="1507"/>
                </a:lnTo>
                <a:moveTo>
                  <a:pt x="7505" y="1507"/>
                </a:moveTo>
                <a:lnTo>
                  <a:pt x="7391" y="1507"/>
                </a:lnTo>
                <a:lnTo>
                  <a:pt x="7391" y="1484"/>
                </a:lnTo>
                <a:lnTo>
                  <a:pt x="7505" y="1484"/>
                </a:lnTo>
                <a:lnTo>
                  <a:pt x="7505" y="1507"/>
                </a:lnTo>
                <a:moveTo>
                  <a:pt x="7323" y="1507"/>
                </a:moveTo>
                <a:lnTo>
                  <a:pt x="7209" y="1507"/>
                </a:lnTo>
                <a:lnTo>
                  <a:pt x="7209" y="1484"/>
                </a:lnTo>
                <a:lnTo>
                  <a:pt x="7323" y="1484"/>
                </a:lnTo>
                <a:lnTo>
                  <a:pt x="7323" y="1507"/>
                </a:lnTo>
                <a:moveTo>
                  <a:pt x="7141" y="1507"/>
                </a:moveTo>
                <a:lnTo>
                  <a:pt x="7027" y="1507"/>
                </a:lnTo>
                <a:lnTo>
                  <a:pt x="7027" y="1484"/>
                </a:lnTo>
                <a:lnTo>
                  <a:pt x="7141" y="1484"/>
                </a:lnTo>
                <a:lnTo>
                  <a:pt x="7141" y="1507"/>
                </a:lnTo>
                <a:moveTo>
                  <a:pt x="6959" y="1507"/>
                </a:moveTo>
                <a:lnTo>
                  <a:pt x="6845" y="1507"/>
                </a:lnTo>
                <a:lnTo>
                  <a:pt x="6845" y="1484"/>
                </a:lnTo>
                <a:lnTo>
                  <a:pt x="6959" y="1484"/>
                </a:lnTo>
                <a:lnTo>
                  <a:pt x="6959" y="1507"/>
                </a:lnTo>
                <a:moveTo>
                  <a:pt x="6777" y="1507"/>
                </a:moveTo>
                <a:lnTo>
                  <a:pt x="6663" y="1507"/>
                </a:lnTo>
                <a:lnTo>
                  <a:pt x="6663" y="1484"/>
                </a:lnTo>
                <a:lnTo>
                  <a:pt x="6777" y="1484"/>
                </a:lnTo>
                <a:lnTo>
                  <a:pt x="6777" y="1507"/>
                </a:lnTo>
                <a:moveTo>
                  <a:pt x="6594" y="1507"/>
                </a:moveTo>
                <a:lnTo>
                  <a:pt x="6481" y="1507"/>
                </a:lnTo>
                <a:lnTo>
                  <a:pt x="6481" y="1484"/>
                </a:lnTo>
                <a:lnTo>
                  <a:pt x="6594" y="1484"/>
                </a:lnTo>
                <a:lnTo>
                  <a:pt x="6594" y="1507"/>
                </a:lnTo>
                <a:moveTo>
                  <a:pt x="6412" y="1507"/>
                </a:moveTo>
                <a:lnTo>
                  <a:pt x="6298" y="1507"/>
                </a:lnTo>
                <a:lnTo>
                  <a:pt x="6298" y="1484"/>
                </a:lnTo>
                <a:lnTo>
                  <a:pt x="6412" y="1484"/>
                </a:lnTo>
                <a:lnTo>
                  <a:pt x="6412" y="1507"/>
                </a:lnTo>
                <a:moveTo>
                  <a:pt x="6230" y="1507"/>
                </a:moveTo>
                <a:lnTo>
                  <a:pt x="6116" y="1507"/>
                </a:lnTo>
                <a:lnTo>
                  <a:pt x="6116" y="1484"/>
                </a:lnTo>
                <a:lnTo>
                  <a:pt x="6230" y="1484"/>
                </a:lnTo>
                <a:lnTo>
                  <a:pt x="6230" y="1507"/>
                </a:lnTo>
                <a:moveTo>
                  <a:pt x="6048" y="1507"/>
                </a:moveTo>
                <a:lnTo>
                  <a:pt x="5934" y="1507"/>
                </a:lnTo>
                <a:lnTo>
                  <a:pt x="5934" y="1484"/>
                </a:lnTo>
                <a:lnTo>
                  <a:pt x="6048" y="1484"/>
                </a:lnTo>
                <a:lnTo>
                  <a:pt x="6048" y="1507"/>
                </a:lnTo>
                <a:moveTo>
                  <a:pt x="5866" y="1507"/>
                </a:moveTo>
                <a:lnTo>
                  <a:pt x="5752" y="1507"/>
                </a:lnTo>
                <a:lnTo>
                  <a:pt x="5752" y="1484"/>
                </a:lnTo>
                <a:lnTo>
                  <a:pt x="5866" y="1484"/>
                </a:lnTo>
                <a:lnTo>
                  <a:pt x="5866" y="1507"/>
                </a:lnTo>
                <a:moveTo>
                  <a:pt x="5683" y="1507"/>
                </a:moveTo>
                <a:lnTo>
                  <a:pt x="5570" y="1507"/>
                </a:lnTo>
                <a:lnTo>
                  <a:pt x="5570" y="1484"/>
                </a:lnTo>
                <a:lnTo>
                  <a:pt x="5683" y="1484"/>
                </a:lnTo>
                <a:lnTo>
                  <a:pt x="5683" y="1507"/>
                </a:lnTo>
                <a:moveTo>
                  <a:pt x="5501" y="1507"/>
                </a:moveTo>
                <a:lnTo>
                  <a:pt x="5387" y="1507"/>
                </a:lnTo>
                <a:lnTo>
                  <a:pt x="5387" y="1484"/>
                </a:lnTo>
                <a:lnTo>
                  <a:pt x="5501" y="1484"/>
                </a:lnTo>
                <a:lnTo>
                  <a:pt x="5501" y="1507"/>
                </a:lnTo>
                <a:moveTo>
                  <a:pt x="5319" y="1507"/>
                </a:moveTo>
                <a:lnTo>
                  <a:pt x="5205" y="1507"/>
                </a:lnTo>
                <a:lnTo>
                  <a:pt x="5205" y="1484"/>
                </a:lnTo>
                <a:lnTo>
                  <a:pt x="5319" y="1484"/>
                </a:lnTo>
                <a:lnTo>
                  <a:pt x="5319" y="1507"/>
                </a:lnTo>
                <a:moveTo>
                  <a:pt x="5137" y="1507"/>
                </a:moveTo>
                <a:lnTo>
                  <a:pt x="5023" y="1507"/>
                </a:lnTo>
                <a:lnTo>
                  <a:pt x="5023" y="1484"/>
                </a:lnTo>
                <a:lnTo>
                  <a:pt x="5137" y="1484"/>
                </a:lnTo>
                <a:lnTo>
                  <a:pt x="5137" y="1507"/>
                </a:lnTo>
                <a:moveTo>
                  <a:pt x="4955" y="1507"/>
                </a:moveTo>
                <a:lnTo>
                  <a:pt x="4841" y="1507"/>
                </a:lnTo>
                <a:lnTo>
                  <a:pt x="4841" y="1484"/>
                </a:lnTo>
                <a:lnTo>
                  <a:pt x="4955" y="1484"/>
                </a:lnTo>
                <a:lnTo>
                  <a:pt x="4955" y="1507"/>
                </a:lnTo>
                <a:moveTo>
                  <a:pt x="4772" y="1507"/>
                </a:moveTo>
                <a:lnTo>
                  <a:pt x="4659" y="1507"/>
                </a:lnTo>
                <a:lnTo>
                  <a:pt x="4659" y="1484"/>
                </a:lnTo>
                <a:lnTo>
                  <a:pt x="4772" y="1484"/>
                </a:lnTo>
                <a:lnTo>
                  <a:pt x="4772" y="1507"/>
                </a:lnTo>
                <a:moveTo>
                  <a:pt x="4590" y="1507"/>
                </a:moveTo>
                <a:lnTo>
                  <a:pt x="4476" y="1507"/>
                </a:lnTo>
                <a:lnTo>
                  <a:pt x="4476" y="1484"/>
                </a:lnTo>
                <a:lnTo>
                  <a:pt x="4590" y="1484"/>
                </a:lnTo>
                <a:lnTo>
                  <a:pt x="4590" y="1507"/>
                </a:lnTo>
                <a:moveTo>
                  <a:pt x="4408" y="1507"/>
                </a:moveTo>
                <a:lnTo>
                  <a:pt x="4294" y="1507"/>
                </a:lnTo>
                <a:lnTo>
                  <a:pt x="4294" y="1484"/>
                </a:lnTo>
                <a:lnTo>
                  <a:pt x="4408" y="1484"/>
                </a:lnTo>
                <a:lnTo>
                  <a:pt x="4408" y="1507"/>
                </a:lnTo>
                <a:moveTo>
                  <a:pt x="4226" y="1507"/>
                </a:moveTo>
                <a:lnTo>
                  <a:pt x="4112" y="1507"/>
                </a:lnTo>
                <a:lnTo>
                  <a:pt x="4112" y="1484"/>
                </a:lnTo>
                <a:lnTo>
                  <a:pt x="4226" y="1484"/>
                </a:lnTo>
                <a:lnTo>
                  <a:pt x="4226" y="1507"/>
                </a:lnTo>
                <a:moveTo>
                  <a:pt x="4044" y="1507"/>
                </a:moveTo>
                <a:lnTo>
                  <a:pt x="3930" y="1507"/>
                </a:lnTo>
                <a:lnTo>
                  <a:pt x="3930" y="1484"/>
                </a:lnTo>
                <a:lnTo>
                  <a:pt x="4044" y="1484"/>
                </a:lnTo>
                <a:lnTo>
                  <a:pt x="4044" y="1507"/>
                </a:lnTo>
                <a:moveTo>
                  <a:pt x="3862" y="1507"/>
                </a:moveTo>
                <a:lnTo>
                  <a:pt x="3748" y="1507"/>
                </a:lnTo>
                <a:lnTo>
                  <a:pt x="3748" y="1484"/>
                </a:lnTo>
                <a:lnTo>
                  <a:pt x="3862" y="1484"/>
                </a:lnTo>
                <a:lnTo>
                  <a:pt x="3862" y="1507"/>
                </a:lnTo>
                <a:moveTo>
                  <a:pt x="3679" y="1507"/>
                </a:moveTo>
                <a:lnTo>
                  <a:pt x="3565" y="1507"/>
                </a:lnTo>
                <a:lnTo>
                  <a:pt x="3565" y="1484"/>
                </a:lnTo>
                <a:lnTo>
                  <a:pt x="3679" y="1484"/>
                </a:lnTo>
                <a:lnTo>
                  <a:pt x="3679" y="1507"/>
                </a:lnTo>
                <a:moveTo>
                  <a:pt x="3497" y="1507"/>
                </a:moveTo>
                <a:lnTo>
                  <a:pt x="3383" y="1507"/>
                </a:lnTo>
                <a:lnTo>
                  <a:pt x="3383" y="1484"/>
                </a:lnTo>
                <a:lnTo>
                  <a:pt x="3497" y="1484"/>
                </a:lnTo>
                <a:lnTo>
                  <a:pt x="3497" y="1507"/>
                </a:lnTo>
                <a:moveTo>
                  <a:pt x="3315" y="1507"/>
                </a:moveTo>
                <a:lnTo>
                  <a:pt x="3201" y="1507"/>
                </a:lnTo>
                <a:lnTo>
                  <a:pt x="3201" y="1484"/>
                </a:lnTo>
                <a:lnTo>
                  <a:pt x="3315" y="1484"/>
                </a:lnTo>
                <a:lnTo>
                  <a:pt x="3315" y="1507"/>
                </a:lnTo>
                <a:moveTo>
                  <a:pt x="3133" y="1507"/>
                </a:moveTo>
                <a:lnTo>
                  <a:pt x="3018" y="1507"/>
                </a:lnTo>
                <a:lnTo>
                  <a:pt x="3018" y="1484"/>
                </a:lnTo>
                <a:lnTo>
                  <a:pt x="3133" y="1484"/>
                </a:lnTo>
                <a:lnTo>
                  <a:pt x="3133" y="1507"/>
                </a:lnTo>
                <a:moveTo>
                  <a:pt x="2950" y="1507"/>
                </a:moveTo>
                <a:lnTo>
                  <a:pt x="2836" y="1507"/>
                </a:lnTo>
                <a:lnTo>
                  <a:pt x="2836" y="1484"/>
                </a:lnTo>
                <a:lnTo>
                  <a:pt x="2950" y="1484"/>
                </a:lnTo>
                <a:lnTo>
                  <a:pt x="2950" y="1507"/>
                </a:lnTo>
                <a:moveTo>
                  <a:pt x="2767" y="1507"/>
                </a:moveTo>
                <a:lnTo>
                  <a:pt x="2654" y="1507"/>
                </a:lnTo>
                <a:lnTo>
                  <a:pt x="2654" y="1484"/>
                </a:lnTo>
                <a:lnTo>
                  <a:pt x="2767" y="1484"/>
                </a:lnTo>
                <a:lnTo>
                  <a:pt x="2767" y="1507"/>
                </a:lnTo>
                <a:moveTo>
                  <a:pt x="2585" y="1507"/>
                </a:moveTo>
                <a:lnTo>
                  <a:pt x="2471" y="1507"/>
                </a:lnTo>
                <a:lnTo>
                  <a:pt x="2471" y="1484"/>
                </a:lnTo>
                <a:lnTo>
                  <a:pt x="2585" y="1484"/>
                </a:lnTo>
                <a:lnTo>
                  <a:pt x="2585" y="1507"/>
                </a:lnTo>
                <a:moveTo>
                  <a:pt x="2403" y="1507"/>
                </a:moveTo>
                <a:lnTo>
                  <a:pt x="2289" y="1507"/>
                </a:lnTo>
                <a:lnTo>
                  <a:pt x="2289" y="1484"/>
                </a:lnTo>
                <a:lnTo>
                  <a:pt x="2403" y="1484"/>
                </a:lnTo>
                <a:lnTo>
                  <a:pt x="2403" y="1507"/>
                </a:lnTo>
                <a:moveTo>
                  <a:pt x="2221" y="1507"/>
                </a:moveTo>
                <a:lnTo>
                  <a:pt x="2107" y="1507"/>
                </a:lnTo>
                <a:lnTo>
                  <a:pt x="2107" y="1484"/>
                </a:lnTo>
                <a:lnTo>
                  <a:pt x="2221" y="1484"/>
                </a:lnTo>
                <a:lnTo>
                  <a:pt x="2221" y="1507"/>
                </a:lnTo>
                <a:moveTo>
                  <a:pt x="2039" y="1507"/>
                </a:moveTo>
                <a:lnTo>
                  <a:pt x="1925" y="1507"/>
                </a:lnTo>
                <a:lnTo>
                  <a:pt x="1925" y="1484"/>
                </a:lnTo>
                <a:lnTo>
                  <a:pt x="2039" y="1484"/>
                </a:lnTo>
                <a:lnTo>
                  <a:pt x="2039" y="1507"/>
                </a:lnTo>
                <a:moveTo>
                  <a:pt x="1856" y="1507"/>
                </a:moveTo>
                <a:lnTo>
                  <a:pt x="1743" y="1507"/>
                </a:lnTo>
                <a:lnTo>
                  <a:pt x="1743" y="1484"/>
                </a:lnTo>
                <a:lnTo>
                  <a:pt x="1856" y="1484"/>
                </a:lnTo>
                <a:lnTo>
                  <a:pt x="1856" y="1507"/>
                </a:lnTo>
                <a:moveTo>
                  <a:pt x="1674" y="1507"/>
                </a:moveTo>
                <a:lnTo>
                  <a:pt x="1560" y="1507"/>
                </a:lnTo>
                <a:lnTo>
                  <a:pt x="1560" y="1484"/>
                </a:lnTo>
                <a:lnTo>
                  <a:pt x="1674" y="1484"/>
                </a:lnTo>
                <a:lnTo>
                  <a:pt x="1674" y="1507"/>
                </a:lnTo>
                <a:moveTo>
                  <a:pt x="1492" y="1507"/>
                </a:moveTo>
                <a:lnTo>
                  <a:pt x="1378" y="1507"/>
                </a:lnTo>
                <a:lnTo>
                  <a:pt x="1378" y="1484"/>
                </a:lnTo>
                <a:lnTo>
                  <a:pt x="1492" y="1484"/>
                </a:lnTo>
                <a:lnTo>
                  <a:pt x="1492" y="1507"/>
                </a:lnTo>
                <a:moveTo>
                  <a:pt x="1310" y="1507"/>
                </a:moveTo>
                <a:lnTo>
                  <a:pt x="1196" y="1507"/>
                </a:lnTo>
                <a:lnTo>
                  <a:pt x="1196" y="1484"/>
                </a:lnTo>
                <a:lnTo>
                  <a:pt x="1310" y="1484"/>
                </a:lnTo>
                <a:lnTo>
                  <a:pt x="1310" y="1507"/>
                </a:lnTo>
                <a:moveTo>
                  <a:pt x="1128" y="1507"/>
                </a:moveTo>
                <a:lnTo>
                  <a:pt x="1014" y="1507"/>
                </a:lnTo>
                <a:lnTo>
                  <a:pt x="1014" y="1484"/>
                </a:lnTo>
                <a:lnTo>
                  <a:pt x="1128" y="1484"/>
                </a:lnTo>
                <a:lnTo>
                  <a:pt x="1128" y="1507"/>
                </a:lnTo>
                <a:moveTo>
                  <a:pt x="946" y="1507"/>
                </a:moveTo>
                <a:lnTo>
                  <a:pt x="832" y="1507"/>
                </a:lnTo>
                <a:lnTo>
                  <a:pt x="832" y="1484"/>
                </a:lnTo>
                <a:lnTo>
                  <a:pt x="946" y="1484"/>
                </a:lnTo>
                <a:lnTo>
                  <a:pt x="946" y="1507"/>
                </a:lnTo>
                <a:moveTo>
                  <a:pt x="763" y="1507"/>
                </a:moveTo>
                <a:lnTo>
                  <a:pt x="649" y="1507"/>
                </a:lnTo>
                <a:lnTo>
                  <a:pt x="649" y="1484"/>
                </a:lnTo>
                <a:lnTo>
                  <a:pt x="763" y="1484"/>
                </a:lnTo>
                <a:lnTo>
                  <a:pt x="763" y="1507"/>
                </a:lnTo>
                <a:moveTo>
                  <a:pt x="581" y="1507"/>
                </a:moveTo>
                <a:lnTo>
                  <a:pt x="467" y="1507"/>
                </a:lnTo>
                <a:lnTo>
                  <a:pt x="467" y="1484"/>
                </a:lnTo>
                <a:lnTo>
                  <a:pt x="581" y="1484"/>
                </a:lnTo>
                <a:lnTo>
                  <a:pt x="581" y="1507"/>
                </a:lnTo>
                <a:moveTo>
                  <a:pt x="399" y="1507"/>
                </a:moveTo>
                <a:lnTo>
                  <a:pt x="285" y="1507"/>
                </a:lnTo>
                <a:lnTo>
                  <a:pt x="285" y="1484"/>
                </a:lnTo>
                <a:lnTo>
                  <a:pt x="399" y="1484"/>
                </a:lnTo>
                <a:lnTo>
                  <a:pt x="399" y="1507"/>
                </a:lnTo>
                <a:moveTo>
                  <a:pt x="217" y="1507"/>
                </a:moveTo>
                <a:lnTo>
                  <a:pt x="103" y="1507"/>
                </a:lnTo>
                <a:lnTo>
                  <a:pt x="103" y="1484"/>
                </a:lnTo>
                <a:lnTo>
                  <a:pt x="217" y="1484"/>
                </a:lnTo>
                <a:lnTo>
                  <a:pt x="217" y="1507"/>
                </a:lnTo>
                <a:moveTo>
                  <a:pt x="35" y="1507"/>
                </a:moveTo>
                <a:lnTo>
                  <a:pt x="0" y="1507"/>
                </a:lnTo>
                <a:lnTo>
                  <a:pt x="0" y="1404"/>
                </a:lnTo>
                <a:lnTo>
                  <a:pt x="23" y="1404"/>
                </a:lnTo>
                <a:lnTo>
                  <a:pt x="23" y="1496"/>
                </a:lnTo>
                <a:lnTo>
                  <a:pt x="12" y="1496"/>
                </a:lnTo>
                <a:lnTo>
                  <a:pt x="12" y="1484"/>
                </a:lnTo>
                <a:lnTo>
                  <a:pt x="35" y="1484"/>
                </a:lnTo>
                <a:lnTo>
                  <a:pt x="35" y="1507"/>
                </a:lnTo>
                <a:moveTo>
                  <a:pt x="0" y="1336"/>
                </a:moveTo>
                <a:lnTo>
                  <a:pt x="0" y="1222"/>
                </a:lnTo>
                <a:lnTo>
                  <a:pt x="23" y="1222"/>
                </a:lnTo>
                <a:lnTo>
                  <a:pt x="23" y="1336"/>
                </a:lnTo>
                <a:lnTo>
                  <a:pt x="0" y="1336"/>
                </a:lnTo>
                <a:moveTo>
                  <a:pt x="0" y="1153"/>
                </a:moveTo>
                <a:lnTo>
                  <a:pt x="0" y="1039"/>
                </a:lnTo>
                <a:lnTo>
                  <a:pt x="23" y="1039"/>
                </a:lnTo>
                <a:lnTo>
                  <a:pt x="23" y="1153"/>
                </a:lnTo>
                <a:lnTo>
                  <a:pt x="0" y="1153"/>
                </a:lnTo>
                <a:moveTo>
                  <a:pt x="0" y="971"/>
                </a:moveTo>
                <a:lnTo>
                  <a:pt x="0" y="856"/>
                </a:lnTo>
                <a:lnTo>
                  <a:pt x="23" y="856"/>
                </a:lnTo>
                <a:lnTo>
                  <a:pt x="23" y="971"/>
                </a:lnTo>
                <a:lnTo>
                  <a:pt x="0" y="971"/>
                </a:lnTo>
                <a:moveTo>
                  <a:pt x="0" y="787"/>
                </a:moveTo>
                <a:lnTo>
                  <a:pt x="0" y="673"/>
                </a:lnTo>
                <a:lnTo>
                  <a:pt x="23" y="673"/>
                </a:lnTo>
                <a:lnTo>
                  <a:pt x="23" y="787"/>
                </a:lnTo>
                <a:lnTo>
                  <a:pt x="0" y="787"/>
                </a:lnTo>
                <a:moveTo>
                  <a:pt x="0" y="604"/>
                </a:moveTo>
                <a:lnTo>
                  <a:pt x="0" y="490"/>
                </a:lnTo>
                <a:lnTo>
                  <a:pt x="23" y="490"/>
                </a:lnTo>
                <a:lnTo>
                  <a:pt x="23" y="604"/>
                </a:lnTo>
                <a:lnTo>
                  <a:pt x="0" y="604"/>
                </a:lnTo>
                <a:moveTo>
                  <a:pt x="0" y="422"/>
                </a:moveTo>
                <a:lnTo>
                  <a:pt x="0" y="308"/>
                </a:lnTo>
                <a:lnTo>
                  <a:pt x="23" y="308"/>
                </a:lnTo>
                <a:lnTo>
                  <a:pt x="23" y="422"/>
                </a:lnTo>
                <a:lnTo>
                  <a:pt x="0" y="422"/>
                </a:lnTo>
                <a:moveTo>
                  <a:pt x="0" y="239"/>
                </a:moveTo>
                <a:lnTo>
                  <a:pt x="0" y="125"/>
                </a:lnTo>
                <a:lnTo>
                  <a:pt x="23" y="125"/>
                </a:lnTo>
                <a:lnTo>
                  <a:pt x="23" y="239"/>
                </a:lnTo>
                <a:lnTo>
                  <a:pt x="0" y="239"/>
                </a:lnTo>
                <a:moveTo>
                  <a:pt x="0" y="57"/>
                </a:moveTo>
                <a:lnTo>
                  <a:pt x="0" y="0"/>
                </a:lnTo>
                <a:lnTo>
                  <a:pt x="126" y="0"/>
                </a:lnTo>
                <a:lnTo>
                  <a:pt x="126" y="22"/>
                </a:lnTo>
                <a:lnTo>
                  <a:pt x="12" y="22"/>
                </a:lnTo>
                <a:lnTo>
                  <a:pt x="12" y="11"/>
                </a:lnTo>
                <a:lnTo>
                  <a:pt x="23" y="11"/>
                </a:lnTo>
                <a:lnTo>
                  <a:pt x="23" y="57"/>
                </a:lnTo>
                <a:lnTo>
                  <a:pt x="0" y="57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7" name=""/>
          <p:cNvSpPr/>
          <p:nvPr/>
        </p:nvSpPr>
        <p:spPr>
          <a:xfrm>
            <a:off x="4392360" y="1643400"/>
            <a:ext cx="98640" cy="82440"/>
          </a:xfrm>
          <a:custGeom>
            <a:avLst/>
            <a:gdLst/>
            <a:ahLst/>
            <a:rect l="0" t="0" r="r" b="b"/>
            <a:pathLst>
              <a:path w="274" h="229">
                <a:moveTo>
                  <a:pt x="0" y="0"/>
                </a:moveTo>
                <a:lnTo>
                  <a:pt x="274" y="0"/>
                </a:lnTo>
                <a:lnTo>
                  <a:pt x="274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8" name=""/>
          <p:cNvSpPr/>
          <p:nvPr/>
        </p:nvSpPr>
        <p:spPr>
          <a:xfrm>
            <a:off x="4392360" y="1672200"/>
            <a:ext cx="982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867240" y="1142280"/>
            <a:ext cx="51166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Simulatiegeschikte praktijkruimte voor 24 studenten, balie-opstelling mogelijk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867240" y="1634040"/>
            <a:ext cx="10551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Onderwijsruimte type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867240" y="1766880"/>
            <a:ext cx="21783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Praktijkruimte met baliesimulatie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2" name=""/>
          <p:cNvSpPr/>
          <p:nvPr/>
        </p:nvSpPr>
        <p:spPr>
          <a:xfrm>
            <a:off x="785160" y="2341800"/>
            <a:ext cx="3952080" cy="821880"/>
          </a:xfrm>
          <a:custGeom>
            <a:avLst/>
            <a:gdLst/>
            <a:ahLst/>
            <a:rect l="0" t="0" r="r" b="b"/>
            <a:pathLst>
              <a:path w="10978" h="2283">
                <a:moveTo>
                  <a:pt x="0" y="0"/>
                </a:moveTo>
                <a:lnTo>
                  <a:pt x="10978" y="0"/>
                </a:lnTo>
                <a:lnTo>
                  <a:pt x="10978" y="2283"/>
                </a:lnTo>
                <a:lnTo>
                  <a:pt x="0" y="2283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3" name=""/>
          <p:cNvSpPr/>
          <p:nvPr/>
        </p:nvSpPr>
        <p:spPr>
          <a:xfrm>
            <a:off x="780840" y="2337480"/>
            <a:ext cx="3960360" cy="830520"/>
          </a:xfrm>
          <a:custGeom>
            <a:avLst/>
            <a:gdLst/>
            <a:ahLst/>
            <a:rect l="0" t="0" r="r" b="b"/>
            <a:pathLst>
              <a:path w="11001" h="2307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6" y="0"/>
                </a:moveTo>
                <a:lnTo>
                  <a:pt x="490" y="0"/>
                </a:lnTo>
                <a:lnTo>
                  <a:pt x="490" y="23"/>
                </a:lnTo>
                <a:lnTo>
                  <a:pt x="376" y="23"/>
                </a:lnTo>
                <a:lnTo>
                  <a:pt x="376" y="0"/>
                </a:lnTo>
                <a:moveTo>
                  <a:pt x="558" y="0"/>
                </a:moveTo>
                <a:lnTo>
                  <a:pt x="672" y="0"/>
                </a:lnTo>
                <a:lnTo>
                  <a:pt x="672" y="23"/>
                </a:lnTo>
                <a:lnTo>
                  <a:pt x="558" y="23"/>
                </a:lnTo>
                <a:lnTo>
                  <a:pt x="558" y="0"/>
                </a:lnTo>
                <a:moveTo>
                  <a:pt x="741" y="0"/>
                </a:moveTo>
                <a:lnTo>
                  <a:pt x="854" y="0"/>
                </a:lnTo>
                <a:lnTo>
                  <a:pt x="854" y="23"/>
                </a:lnTo>
                <a:lnTo>
                  <a:pt x="741" y="23"/>
                </a:lnTo>
                <a:lnTo>
                  <a:pt x="741" y="0"/>
                </a:lnTo>
                <a:moveTo>
                  <a:pt x="923" y="0"/>
                </a:moveTo>
                <a:lnTo>
                  <a:pt x="1037" y="0"/>
                </a:lnTo>
                <a:lnTo>
                  <a:pt x="1037" y="23"/>
                </a:lnTo>
                <a:lnTo>
                  <a:pt x="923" y="23"/>
                </a:lnTo>
                <a:lnTo>
                  <a:pt x="923" y="0"/>
                </a:lnTo>
                <a:moveTo>
                  <a:pt x="1105" y="0"/>
                </a:moveTo>
                <a:lnTo>
                  <a:pt x="1219" y="0"/>
                </a:lnTo>
                <a:lnTo>
                  <a:pt x="1219" y="23"/>
                </a:lnTo>
                <a:lnTo>
                  <a:pt x="1105" y="23"/>
                </a:lnTo>
                <a:lnTo>
                  <a:pt x="1105" y="0"/>
                </a:lnTo>
                <a:moveTo>
                  <a:pt x="1287" y="0"/>
                </a:moveTo>
                <a:lnTo>
                  <a:pt x="1401" y="0"/>
                </a:lnTo>
                <a:lnTo>
                  <a:pt x="1401" y="23"/>
                </a:lnTo>
                <a:lnTo>
                  <a:pt x="1287" y="23"/>
                </a:lnTo>
                <a:lnTo>
                  <a:pt x="1287" y="0"/>
                </a:lnTo>
                <a:moveTo>
                  <a:pt x="1469" y="0"/>
                </a:moveTo>
                <a:lnTo>
                  <a:pt x="1583" y="0"/>
                </a:lnTo>
                <a:lnTo>
                  <a:pt x="1583" y="23"/>
                </a:lnTo>
                <a:lnTo>
                  <a:pt x="1469" y="23"/>
                </a:lnTo>
                <a:lnTo>
                  <a:pt x="1469" y="0"/>
                </a:lnTo>
                <a:moveTo>
                  <a:pt x="1652" y="0"/>
                </a:moveTo>
                <a:lnTo>
                  <a:pt x="1765" y="0"/>
                </a:lnTo>
                <a:lnTo>
                  <a:pt x="1765" y="23"/>
                </a:lnTo>
                <a:lnTo>
                  <a:pt x="1652" y="23"/>
                </a:lnTo>
                <a:lnTo>
                  <a:pt x="1652" y="0"/>
                </a:lnTo>
                <a:moveTo>
                  <a:pt x="1834" y="0"/>
                </a:moveTo>
                <a:lnTo>
                  <a:pt x="1948" y="0"/>
                </a:lnTo>
                <a:lnTo>
                  <a:pt x="1948" y="23"/>
                </a:lnTo>
                <a:lnTo>
                  <a:pt x="1834" y="23"/>
                </a:lnTo>
                <a:lnTo>
                  <a:pt x="1834" y="0"/>
                </a:lnTo>
                <a:moveTo>
                  <a:pt x="2016" y="0"/>
                </a:moveTo>
                <a:lnTo>
                  <a:pt x="2130" y="0"/>
                </a:lnTo>
                <a:lnTo>
                  <a:pt x="2130" y="23"/>
                </a:lnTo>
                <a:lnTo>
                  <a:pt x="2016" y="23"/>
                </a:lnTo>
                <a:lnTo>
                  <a:pt x="2016" y="0"/>
                </a:lnTo>
                <a:moveTo>
                  <a:pt x="2198" y="0"/>
                </a:moveTo>
                <a:lnTo>
                  <a:pt x="2312" y="0"/>
                </a:lnTo>
                <a:lnTo>
                  <a:pt x="2312" y="23"/>
                </a:lnTo>
                <a:lnTo>
                  <a:pt x="2198" y="23"/>
                </a:lnTo>
                <a:lnTo>
                  <a:pt x="2198" y="0"/>
                </a:lnTo>
                <a:moveTo>
                  <a:pt x="2380" y="0"/>
                </a:moveTo>
                <a:lnTo>
                  <a:pt x="2494" y="0"/>
                </a:lnTo>
                <a:lnTo>
                  <a:pt x="2494" y="23"/>
                </a:lnTo>
                <a:lnTo>
                  <a:pt x="2380" y="23"/>
                </a:lnTo>
                <a:lnTo>
                  <a:pt x="2380" y="0"/>
                </a:lnTo>
                <a:moveTo>
                  <a:pt x="2562" y="0"/>
                </a:moveTo>
                <a:lnTo>
                  <a:pt x="2676" y="0"/>
                </a:lnTo>
                <a:lnTo>
                  <a:pt x="2676" y="23"/>
                </a:lnTo>
                <a:lnTo>
                  <a:pt x="2562" y="23"/>
                </a:lnTo>
                <a:lnTo>
                  <a:pt x="2562" y="0"/>
                </a:lnTo>
                <a:moveTo>
                  <a:pt x="2745" y="0"/>
                </a:moveTo>
                <a:lnTo>
                  <a:pt x="2859" y="0"/>
                </a:lnTo>
                <a:lnTo>
                  <a:pt x="2859" y="23"/>
                </a:lnTo>
                <a:lnTo>
                  <a:pt x="2745" y="23"/>
                </a:lnTo>
                <a:lnTo>
                  <a:pt x="2745" y="0"/>
                </a:lnTo>
                <a:moveTo>
                  <a:pt x="2927" y="0"/>
                </a:moveTo>
                <a:lnTo>
                  <a:pt x="3041" y="0"/>
                </a:lnTo>
                <a:lnTo>
                  <a:pt x="3041" y="23"/>
                </a:lnTo>
                <a:lnTo>
                  <a:pt x="2927" y="23"/>
                </a:lnTo>
                <a:lnTo>
                  <a:pt x="2927" y="0"/>
                </a:lnTo>
                <a:moveTo>
                  <a:pt x="3109" y="0"/>
                </a:moveTo>
                <a:lnTo>
                  <a:pt x="3223" y="0"/>
                </a:lnTo>
                <a:lnTo>
                  <a:pt x="3223" y="23"/>
                </a:lnTo>
                <a:lnTo>
                  <a:pt x="3109" y="23"/>
                </a:lnTo>
                <a:lnTo>
                  <a:pt x="3109" y="0"/>
                </a:lnTo>
                <a:moveTo>
                  <a:pt x="3291" y="0"/>
                </a:moveTo>
                <a:lnTo>
                  <a:pt x="3406" y="0"/>
                </a:lnTo>
                <a:lnTo>
                  <a:pt x="3406" y="23"/>
                </a:lnTo>
                <a:lnTo>
                  <a:pt x="3291" y="23"/>
                </a:lnTo>
                <a:lnTo>
                  <a:pt x="3291" y="0"/>
                </a:lnTo>
                <a:moveTo>
                  <a:pt x="3474" y="0"/>
                </a:moveTo>
                <a:lnTo>
                  <a:pt x="3588" y="0"/>
                </a:lnTo>
                <a:lnTo>
                  <a:pt x="3588" y="23"/>
                </a:lnTo>
                <a:lnTo>
                  <a:pt x="3474" y="23"/>
                </a:lnTo>
                <a:lnTo>
                  <a:pt x="3474" y="0"/>
                </a:lnTo>
                <a:moveTo>
                  <a:pt x="3657" y="0"/>
                </a:moveTo>
                <a:lnTo>
                  <a:pt x="3770" y="0"/>
                </a:lnTo>
                <a:lnTo>
                  <a:pt x="3770" y="23"/>
                </a:lnTo>
                <a:lnTo>
                  <a:pt x="3657" y="23"/>
                </a:lnTo>
                <a:lnTo>
                  <a:pt x="3657" y="0"/>
                </a:lnTo>
                <a:moveTo>
                  <a:pt x="3839" y="0"/>
                </a:moveTo>
                <a:lnTo>
                  <a:pt x="3953" y="0"/>
                </a:lnTo>
                <a:lnTo>
                  <a:pt x="3953" y="23"/>
                </a:lnTo>
                <a:lnTo>
                  <a:pt x="3839" y="23"/>
                </a:lnTo>
                <a:lnTo>
                  <a:pt x="3839" y="0"/>
                </a:lnTo>
                <a:moveTo>
                  <a:pt x="4021" y="0"/>
                </a:moveTo>
                <a:lnTo>
                  <a:pt x="4135" y="0"/>
                </a:lnTo>
                <a:lnTo>
                  <a:pt x="4135" y="23"/>
                </a:lnTo>
                <a:lnTo>
                  <a:pt x="4021" y="23"/>
                </a:lnTo>
                <a:lnTo>
                  <a:pt x="4021" y="0"/>
                </a:lnTo>
                <a:moveTo>
                  <a:pt x="4203" y="0"/>
                </a:moveTo>
                <a:lnTo>
                  <a:pt x="4317" y="0"/>
                </a:lnTo>
                <a:lnTo>
                  <a:pt x="4317" y="23"/>
                </a:lnTo>
                <a:lnTo>
                  <a:pt x="4203" y="23"/>
                </a:lnTo>
                <a:lnTo>
                  <a:pt x="4203" y="0"/>
                </a:lnTo>
                <a:moveTo>
                  <a:pt x="4385" y="0"/>
                </a:moveTo>
                <a:lnTo>
                  <a:pt x="4499" y="0"/>
                </a:lnTo>
                <a:lnTo>
                  <a:pt x="4499" y="23"/>
                </a:lnTo>
                <a:lnTo>
                  <a:pt x="4385" y="23"/>
                </a:lnTo>
                <a:lnTo>
                  <a:pt x="4385" y="0"/>
                </a:lnTo>
                <a:moveTo>
                  <a:pt x="4568" y="0"/>
                </a:moveTo>
                <a:lnTo>
                  <a:pt x="4681" y="0"/>
                </a:lnTo>
                <a:lnTo>
                  <a:pt x="4681" y="23"/>
                </a:lnTo>
                <a:lnTo>
                  <a:pt x="4568" y="23"/>
                </a:lnTo>
                <a:lnTo>
                  <a:pt x="4568" y="0"/>
                </a:lnTo>
                <a:moveTo>
                  <a:pt x="4750" y="0"/>
                </a:moveTo>
                <a:lnTo>
                  <a:pt x="4864" y="0"/>
                </a:lnTo>
                <a:lnTo>
                  <a:pt x="4864" y="23"/>
                </a:lnTo>
                <a:lnTo>
                  <a:pt x="4750" y="23"/>
                </a:lnTo>
                <a:lnTo>
                  <a:pt x="4750" y="0"/>
                </a:lnTo>
                <a:moveTo>
                  <a:pt x="4932" y="0"/>
                </a:moveTo>
                <a:lnTo>
                  <a:pt x="5046" y="0"/>
                </a:lnTo>
                <a:lnTo>
                  <a:pt x="5046" y="23"/>
                </a:lnTo>
                <a:lnTo>
                  <a:pt x="4932" y="23"/>
                </a:lnTo>
                <a:lnTo>
                  <a:pt x="4932" y="0"/>
                </a:lnTo>
                <a:moveTo>
                  <a:pt x="5114" y="0"/>
                </a:moveTo>
                <a:lnTo>
                  <a:pt x="5228" y="0"/>
                </a:lnTo>
                <a:lnTo>
                  <a:pt x="5228" y="23"/>
                </a:lnTo>
                <a:lnTo>
                  <a:pt x="5114" y="23"/>
                </a:lnTo>
                <a:lnTo>
                  <a:pt x="5114" y="0"/>
                </a:lnTo>
                <a:moveTo>
                  <a:pt x="5296" y="0"/>
                </a:moveTo>
                <a:lnTo>
                  <a:pt x="5410" y="0"/>
                </a:lnTo>
                <a:lnTo>
                  <a:pt x="5410" y="23"/>
                </a:lnTo>
                <a:lnTo>
                  <a:pt x="5296" y="23"/>
                </a:lnTo>
                <a:lnTo>
                  <a:pt x="5296" y="0"/>
                </a:lnTo>
                <a:moveTo>
                  <a:pt x="5478" y="0"/>
                </a:moveTo>
                <a:lnTo>
                  <a:pt x="5592" y="0"/>
                </a:lnTo>
                <a:lnTo>
                  <a:pt x="5592" y="23"/>
                </a:lnTo>
                <a:lnTo>
                  <a:pt x="5478" y="23"/>
                </a:lnTo>
                <a:lnTo>
                  <a:pt x="5478" y="0"/>
                </a:lnTo>
                <a:moveTo>
                  <a:pt x="5661" y="0"/>
                </a:moveTo>
                <a:lnTo>
                  <a:pt x="5775" y="0"/>
                </a:lnTo>
                <a:lnTo>
                  <a:pt x="5775" y="23"/>
                </a:lnTo>
                <a:lnTo>
                  <a:pt x="5661" y="23"/>
                </a:lnTo>
                <a:lnTo>
                  <a:pt x="5661" y="0"/>
                </a:lnTo>
                <a:moveTo>
                  <a:pt x="5843" y="0"/>
                </a:moveTo>
                <a:lnTo>
                  <a:pt x="5957" y="0"/>
                </a:lnTo>
                <a:lnTo>
                  <a:pt x="5957" y="23"/>
                </a:lnTo>
                <a:lnTo>
                  <a:pt x="5843" y="23"/>
                </a:lnTo>
                <a:lnTo>
                  <a:pt x="5843" y="0"/>
                </a:lnTo>
                <a:moveTo>
                  <a:pt x="6025" y="0"/>
                </a:moveTo>
                <a:lnTo>
                  <a:pt x="6139" y="0"/>
                </a:lnTo>
                <a:lnTo>
                  <a:pt x="6139" y="23"/>
                </a:lnTo>
                <a:lnTo>
                  <a:pt x="6025" y="23"/>
                </a:lnTo>
                <a:lnTo>
                  <a:pt x="6025" y="0"/>
                </a:lnTo>
                <a:moveTo>
                  <a:pt x="6207" y="0"/>
                </a:moveTo>
                <a:lnTo>
                  <a:pt x="6321" y="0"/>
                </a:lnTo>
                <a:lnTo>
                  <a:pt x="6321" y="23"/>
                </a:lnTo>
                <a:lnTo>
                  <a:pt x="6207" y="23"/>
                </a:lnTo>
                <a:lnTo>
                  <a:pt x="6207" y="0"/>
                </a:lnTo>
                <a:moveTo>
                  <a:pt x="6389" y="0"/>
                </a:moveTo>
                <a:lnTo>
                  <a:pt x="6503" y="0"/>
                </a:lnTo>
                <a:lnTo>
                  <a:pt x="6503" y="23"/>
                </a:lnTo>
                <a:lnTo>
                  <a:pt x="6389" y="23"/>
                </a:lnTo>
                <a:lnTo>
                  <a:pt x="6389" y="0"/>
                </a:lnTo>
                <a:moveTo>
                  <a:pt x="6572" y="0"/>
                </a:moveTo>
                <a:lnTo>
                  <a:pt x="6685" y="0"/>
                </a:lnTo>
                <a:lnTo>
                  <a:pt x="6685" y="23"/>
                </a:lnTo>
                <a:lnTo>
                  <a:pt x="6572" y="23"/>
                </a:lnTo>
                <a:lnTo>
                  <a:pt x="6572" y="0"/>
                </a:lnTo>
                <a:moveTo>
                  <a:pt x="6754" y="0"/>
                </a:moveTo>
                <a:lnTo>
                  <a:pt x="6868" y="0"/>
                </a:lnTo>
                <a:lnTo>
                  <a:pt x="6868" y="23"/>
                </a:lnTo>
                <a:lnTo>
                  <a:pt x="6754" y="23"/>
                </a:lnTo>
                <a:lnTo>
                  <a:pt x="6754" y="0"/>
                </a:lnTo>
                <a:moveTo>
                  <a:pt x="6936" y="0"/>
                </a:moveTo>
                <a:lnTo>
                  <a:pt x="7050" y="0"/>
                </a:lnTo>
                <a:lnTo>
                  <a:pt x="7050" y="23"/>
                </a:lnTo>
                <a:lnTo>
                  <a:pt x="6936" y="23"/>
                </a:lnTo>
                <a:lnTo>
                  <a:pt x="6936" y="0"/>
                </a:lnTo>
                <a:moveTo>
                  <a:pt x="7118" y="0"/>
                </a:moveTo>
                <a:lnTo>
                  <a:pt x="7232" y="0"/>
                </a:lnTo>
                <a:lnTo>
                  <a:pt x="7232" y="23"/>
                </a:lnTo>
                <a:lnTo>
                  <a:pt x="7118" y="23"/>
                </a:lnTo>
                <a:lnTo>
                  <a:pt x="7118" y="0"/>
                </a:lnTo>
                <a:moveTo>
                  <a:pt x="7300" y="0"/>
                </a:moveTo>
                <a:lnTo>
                  <a:pt x="7414" y="0"/>
                </a:lnTo>
                <a:lnTo>
                  <a:pt x="7414" y="23"/>
                </a:lnTo>
                <a:lnTo>
                  <a:pt x="7300" y="23"/>
                </a:lnTo>
                <a:lnTo>
                  <a:pt x="7300" y="0"/>
                </a:lnTo>
                <a:moveTo>
                  <a:pt x="7483" y="0"/>
                </a:moveTo>
                <a:lnTo>
                  <a:pt x="7596" y="0"/>
                </a:lnTo>
                <a:lnTo>
                  <a:pt x="7596" y="23"/>
                </a:lnTo>
                <a:lnTo>
                  <a:pt x="7483" y="23"/>
                </a:lnTo>
                <a:lnTo>
                  <a:pt x="7483" y="0"/>
                </a:lnTo>
                <a:moveTo>
                  <a:pt x="7665" y="0"/>
                </a:moveTo>
                <a:lnTo>
                  <a:pt x="7779" y="0"/>
                </a:lnTo>
                <a:lnTo>
                  <a:pt x="7779" y="23"/>
                </a:lnTo>
                <a:lnTo>
                  <a:pt x="7665" y="23"/>
                </a:lnTo>
                <a:lnTo>
                  <a:pt x="7665" y="0"/>
                </a:lnTo>
                <a:moveTo>
                  <a:pt x="7847" y="0"/>
                </a:moveTo>
                <a:lnTo>
                  <a:pt x="7961" y="0"/>
                </a:lnTo>
                <a:lnTo>
                  <a:pt x="7961" y="23"/>
                </a:lnTo>
                <a:lnTo>
                  <a:pt x="7847" y="23"/>
                </a:lnTo>
                <a:lnTo>
                  <a:pt x="7847" y="0"/>
                </a:lnTo>
                <a:moveTo>
                  <a:pt x="8029" y="0"/>
                </a:moveTo>
                <a:lnTo>
                  <a:pt x="8143" y="0"/>
                </a:lnTo>
                <a:lnTo>
                  <a:pt x="8143" y="23"/>
                </a:lnTo>
                <a:lnTo>
                  <a:pt x="8029" y="23"/>
                </a:lnTo>
                <a:lnTo>
                  <a:pt x="8029" y="0"/>
                </a:lnTo>
                <a:moveTo>
                  <a:pt x="8211" y="0"/>
                </a:moveTo>
                <a:lnTo>
                  <a:pt x="8325" y="0"/>
                </a:lnTo>
                <a:lnTo>
                  <a:pt x="8325" y="23"/>
                </a:lnTo>
                <a:lnTo>
                  <a:pt x="8211" y="23"/>
                </a:lnTo>
                <a:lnTo>
                  <a:pt x="8211" y="0"/>
                </a:lnTo>
                <a:moveTo>
                  <a:pt x="8393" y="0"/>
                </a:moveTo>
                <a:lnTo>
                  <a:pt x="8507" y="0"/>
                </a:lnTo>
                <a:lnTo>
                  <a:pt x="8507" y="23"/>
                </a:lnTo>
                <a:lnTo>
                  <a:pt x="8393" y="23"/>
                </a:lnTo>
                <a:lnTo>
                  <a:pt x="8393" y="0"/>
                </a:lnTo>
                <a:moveTo>
                  <a:pt x="8576" y="0"/>
                </a:moveTo>
                <a:lnTo>
                  <a:pt x="8690" y="0"/>
                </a:lnTo>
                <a:lnTo>
                  <a:pt x="8690" y="23"/>
                </a:lnTo>
                <a:lnTo>
                  <a:pt x="8576" y="23"/>
                </a:lnTo>
                <a:lnTo>
                  <a:pt x="8576" y="0"/>
                </a:lnTo>
                <a:moveTo>
                  <a:pt x="8758" y="0"/>
                </a:moveTo>
                <a:lnTo>
                  <a:pt x="8872" y="0"/>
                </a:lnTo>
                <a:lnTo>
                  <a:pt x="8872" y="23"/>
                </a:lnTo>
                <a:lnTo>
                  <a:pt x="8758" y="23"/>
                </a:lnTo>
                <a:lnTo>
                  <a:pt x="8758" y="0"/>
                </a:lnTo>
                <a:moveTo>
                  <a:pt x="8940" y="0"/>
                </a:moveTo>
                <a:lnTo>
                  <a:pt x="9054" y="0"/>
                </a:lnTo>
                <a:lnTo>
                  <a:pt x="9054" y="23"/>
                </a:lnTo>
                <a:lnTo>
                  <a:pt x="8940" y="23"/>
                </a:lnTo>
                <a:lnTo>
                  <a:pt x="8940" y="0"/>
                </a:lnTo>
                <a:moveTo>
                  <a:pt x="9122" y="0"/>
                </a:moveTo>
                <a:lnTo>
                  <a:pt x="9236" y="0"/>
                </a:lnTo>
                <a:lnTo>
                  <a:pt x="9236" y="23"/>
                </a:lnTo>
                <a:lnTo>
                  <a:pt x="9122" y="23"/>
                </a:lnTo>
                <a:lnTo>
                  <a:pt x="9122" y="0"/>
                </a:lnTo>
                <a:moveTo>
                  <a:pt x="9304" y="0"/>
                </a:moveTo>
                <a:lnTo>
                  <a:pt x="9418" y="0"/>
                </a:lnTo>
                <a:lnTo>
                  <a:pt x="9418" y="23"/>
                </a:lnTo>
                <a:lnTo>
                  <a:pt x="9304" y="23"/>
                </a:lnTo>
                <a:lnTo>
                  <a:pt x="9304" y="0"/>
                </a:lnTo>
                <a:moveTo>
                  <a:pt x="9487" y="0"/>
                </a:moveTo>
                <a:lnTo>
                  <a:pt x="9600" y="0"/>
                </a:lnTo>
                <a:lnTo>
                  <a:pt x="9600" y="23"/>
                </a:lnTo>
                <a:lnTo>
                  <a:pt x="9487" y="23"/>
                </a:lnTo>
                <a:lnTo>
                  <a:pt x="9487" y="0"/>
                </a:lnTo>
                <a:moveTo>
                  <a:pt x="9669" y="0"/>
                </a:moveTo>
                <a:lnTo>
                  <a:pt x="9783" y="0"/>
                </a:lnTo>
                <a:lnTo>
                  <a:pt x="9783" y="23"/>
                </a:lnTo>
                <a:lnTo>
                  <a:pt x="9669" y="23"/>
                </a:lnTo>
                <a:lnTo>
                  <a:pt x="9669" y="0"/>
                </a:lnTo>
                <a:moveTo>
                  <a:pt x="9851" y="0"/>
                </a:moveTo>
                <a:lnTo>
                  <a:pt x="9965" y="0"/>
                </a:lnTo>
                <a:lnTo>
                  <a:pt x="9965" y="23"/>
                </a:lnTo>
                <a:lnTo>
                  <a:pt x="9851" y="23"/>
                </a:lnTo>
                <a:lnTo>
                  <a:pt x="9851" y="0"/>
                </a:lnTo>
                <a:moveTo>
                  <a:pt x="10033" y="0"/>
                </a:moveTo>
                <a:lnTo>
                  <a:pt x="10147" y="0"/>
                </a:lnTo>
                <a:lnTo>
                  <a:pt x="10147" y="23"/>
                </a:lnTo>
                <a:lnTo>
                  <a:pt x="10033" y="23"/>
                </a:lnTo>
                <a:lnTo>
                  <a:pt x="10033" y="0"/>
                </a:lnTo>
                <a:moveTo>
                  <a:pt x="10215" y="0"/>
                </a:moveTo>
                <a:lnTo>
                  <a:pt x="10329" y="0"/>
                </a:lnTo>
                <a:lnTo>
                  <a:pt x="10329" y="23"/>
                </a:lnTo>
                <a:lnTo>
                  <a:pt x="10215" y="23"/>
                </a:lnTo>
                <a:lnTo>
                  <a:pt x="10215" y="0"/>
                </a:lnTo>
                <a:moveTo>
                  <a:pt x="10398" y="0"/>
                </a:moveTo>
                <a:lnTo>
                  <a:pt x="10511" y="0"/>
                </a:lnTo>
                <a:lnTo>
                  <a:pt x="10511" y="23"/>
                </a:lnTo>
                <a:lnTo>
                  <a:pt x="10398" y="23"/>
                </a:lnTo>
                <a:lnTo>
                  <a:pt x="10398" y="0"/>
                </a:lnTo>
                <a:moveTo>
                  <a:pt x="10580" y="0"/>
                </a:moveTo>
                <a:lnTo>
                  <a:pt x="10694" y="0"/>
                </a:lnTo>
                <a:lnTo>
                  <a:pt x="10694" y="23"/>
                </a:lnTo>
                <a:lnTo>
                  <a:pt x="10580" y="23"/>
                </a:lnTo>
                <a:lnTo>
                  <a:pt x="10580" y="0"/>
                </a:lnTo>
                <a:moveTo>
                  <a:pt x="10762" y="0"/>
                </a:moveTo>
                <a:lnTo>
                  <a:pt x="10876" y="0"/>
                </a:lnTo>
                <a:lnTo>
                  <a:pt x="10876" y="23"/>
                </a:lnTo>
                <a:lnTo>
                  <a:pt x="10762" y="23"/>
                </a:lnTo>
                <a:lnTo>
                  <a:pt x="10762" y="0"/>
                </a:lnTo>
                <a:moveTo>
                  <a:pt x="10944" y="0"/>
                </a:moveTo>
                <a:lnTo>
                  <a:pt x="11001" y="0"/>
                </a:lnTo>
                <a:lnTo>
                  <a:pt x="11001" y="80"/>
                </a:lnTo>
                <a:lnTo>
                  <a:pt x="10978" y="80"/>
                </a:lnTo>
                <a:lnTo>
                  <a:pt x="10978" y="12"/>
                </a:lnTo>
                <a:lnTo>
                  <a:pt x="10990" y="12"/>
                </a:lnTo>
                <a:lnTo>
                  <a:pt x="10990" y="23"/>
                </a:lnTo>
                <a:lnTo>
                  <a:pt x="10944" y="23"/>
                </a:lnTo>
                <a:lnTo>
                  <a:pt x="10944" y="0"/>
                </a:lnTo>
                <a:moveTo>
                  <a:pt x="11001" y="149"/>
                </a:moveTo>
                <a:lnTo>
                  <a:pt x="11001" y="263"/>
                </a:lnTo>
                <a:lnTo>
                  <a:pt x="10978" y="263"/>
                </a:lnTo>
                <a:lnTo>
                  <a:pt x="10978" y="149"/>
                </a:lnTo>
                <a:lnTo>
                  <a:pt x="11001" y="149"/>
                </a:lnTo>
                <a:moveTo>
                  <a:pt x="11001" y="331"/>
                </a:moveTo>
                <a:lnTo>
                  <a:pt x="11001" y="445"/>
                </a:lnTo>
                <a:lnTo>
                  <a:pt x="10978" y="445"/>
                </a:lnTo>
                <a:lnTo>
                  <a:pt x="10978" y="331"/>
                </a:lnTo>
                <a:lnTo>
                  <a:pt x="11001" y="331"/>
                </a:lnTo>
                <a:moveTo>
                  <a:pt x="11001" y="514"/>
                </a:moveTo>
                <a:lnTo>
                  <a:pt x="11001" y="628"/>
                </a:lnTo>
                <a:lnTo>
                  <a:pt x="10978" y="628"/>
                </a:lnTo>
                <a:lnTo>
                  <a:pt x="10978" y="514"/>
                </a:lnTo>
                <a:lnTo>
                  <a:pt x="11001" y="514"/>
                </a:lnTo>
                <a:moveTo>
                  <a:pt x="11001" y="696"/>
                </a:moveTo>
                <a:lnTo>
                  <a:pt x="11001" y="811"/>
                </a:lnTo>
                <a:lnTo>
                  <a:pt x="10978" y="811"/>
                </a:lnTo>
                <a:lnTo>
                  <a:pt x="10978" y="696"/>
                </a:lnTo>
                <a:lnTo>
                  <a:pt x="11001" y="696"/>
                </a:lnTo>
                <a:moveTo>
                  <a:pt x="11001" y="879"/>
                </a:moveTo>
                <a:lnTo>
                  <a:pt x="11001" y="993"/>
                </a:lnTo>
                <a:lnTo>
                  <a:pt x="10978" y="993"/>
                </a:lnTo>
                <a:lnTo>
                  <a:pt x="10978" y="879"/>
                </a:lnTo>
                <a:lnTo>
                  <a:pt x="11001" y="879"/>
                </a:lnTo>
                <a:moveTo>
                  <a:pt x="11001" y="1062"/>
                </a:moveTo>
                <a:lnTo>
                  <a:pt x="11001" y="1176"/>
                </a:lnTo>
                <a:lnTo>
                  <a:pt x="10978" y="1176"/>
                </a:lnTo>
                <a:lnTo>
                  <a:pt x="10978" y="1062"/>
                </a:lnTo>
                <a:lnTo>
                  <a:pt x="11001" y="1062"/>
                </a:lnTo>
                <a:moveTo>
                  <a:pt x="11001" y="1244"/>
                </a:moveTo>
                <a:lnTo>
                  <a:pt x="11001" y="1358"/>
                </a:lnTo>
                <a:lnTo>
                  <a:pt x="10978" y="1358"/>
                </a:lnTo>
                <a:lnTo>
                  <a:pt x="10978" y="1244"/>
                </a:lnTo>
                <a:lnTo>
                  <a:pt x="11001" y="1244"/>
                </a:lnTo>
                <a:moveTo>
                  <a:pt x="11001" y="1427"/>
                </a:moveTo>
                <a:lnTo>
                  <a:pt x="11001" y="1541"/>
                </a:lnTo>
                <a:lnTo>
                  <a:pt x="10978" y="1541"/>
                </a:lnTo>
                <a:lnTo>
                  <a:pt x="10978" y="1427"/>
                </a:lnTo>
                <a:lnTo>
                  <a:pt x="11001" y="1427"/>
                </a:lnTo>
                <a:moveTo>
                  <a:pt x="11001" y="1610"/>
                </a:moveTo>
                <a:lnTo>
                  <a:pt x="11001" y="1725"/>
                </a:lnTo>
                <a:lnTo>
                  <a:pt x="10978" y="1725"/>
                </a:lnTo>
                <a:lnTo>
                  <a:pt x="10978" y="1610"/>
                </a:lnTo>
                <a:lnTo>
                  <a:pt x="11001" y="1610"/>
                </a:lnTo>
                <a:moveTo>
                  <a:pt x="11001" y="1793"/>
                </a:moveTo>
                <a:lnTo>
                  <a:pt x="11001" y="1907"/>
                </a:lnTo>
                <a:lnTo>
                  <a:pt x="10978" y="1907"/>
                </a:lnTo>
                <a:lnTo>
                  <a:pt x="10978" y="1793"/>
                </a:lnTo>
                <a:lnTo>
                  <a:pt x="11001" y="1793"/>
                </a:lnTo>
                <a:moveTo>
                  <a:pt x="11001" y="1976"/>
                </a:moveTo>
                <a:lnTo>
                  <a:pt x="11001" y="2090"/>
                </a:lnTo>
                <a:lnTo>
                  <a:pt x="10978" y="2090"/>
                </a:lnTo>
                <a:lnTo>
                  <a:pt x="10978" y="1976"/>
                </a:lnTo>
                <a:lnTo>
                  <a:pt x="11001" y="1976"/>
                </a:lnTo>
                <a:moveTo>
                  <a:pt x="11001" y="2158"/>
                </a:moveTo>
                <a:lnTo>
                  <a:pt x="11001" y="2272"/>
                </a:lnTo>
                <a:lnTo>
                  <a:pt x="10978" y="2272"/>
                </a:lnTo>
                <a:lnTo>
                  <a:pt x="10978" y="2158"/>
                </a:lnTo>
                <a:lnTo>
                  <a:pt x="11001" y="2158"/>
                </a:lnTo>
                <a:moveTo>
                  <a:pt x="10944" y="2307"/>
                </a:moveTo>
                <a:lnTo>
                  <a:pt x="10830" y="2307"/>
                </a:lnTo>
                <a:lnTo>
                  <a:pt x="10830" y="2284"/>
                </a:lnTo>
                <a:lnTo>
                  <a:pt x="10944" y="2284"/>
                </a:lnTo>
                <a:lnTo>
                  <a:pt x="10944" y="2307"/>
                </a:lnTo>
                <a:moveTo>
                  <a:pt x="10762" y="2307"/>
                </a:moveTo>
                <a:lnTo>
                  <a:pt x="10648" y="2307"/>
                </a:lnTo>
                <a:lnTo>
                  <a:pt x="10648" y="2284"/>
                </a:lnTo>
                <a:lnTo>
                  <a:pt x="10762" y="2284"/>
                </a:lnTo>
                <a:lnTo>
                  <a:pt x="10762" y="2307"/>
                </a:lnTo>
                <a:moveTo>
                  <a:pt x="10580" y="2307"/>
                </a:moveTo>
                <a:lnTo>
                  <a:pt x="10466" y="2307"/>
                </a:lnTo>
                <a:lnTo>
                  <a:pt x="10466" y="2284"/>
                </a:lnTo>
                <a:lnTo>
                  <a:pt x="10580" y="2284"/>
                </a:lnTo>
                <a:lnTo>
                  <a:pt x="10580" y="2307"/>
                </a:lnTo>
                <a:moveTo>
                  <a:pt x="10398" y="2307"/>
                </a:moveTo>
                <a:lnTo>
                  <a:pt x="10284" y="2307"/>
                </a:lnTo>
                <a:lnTo>
                  <a:pt x="10284" y="2284"/>
                </a:lnTo>
                <a:lnTo>
                  <a:pt x="10398" y="2284"/>
                </a:lnTo>
                <a:lnTo>
                  <a:pt x="10398" y="2307"/>
                </a:lnTo>
                <a:moveTo>
                  <a:pt x="10215" y="2307"/>
                </a:moveTo>
                <a:lnTo>
                  <a:pt x="10101" y="2307"/>
                </a:lnTo>
                <a:lnTo>
                  <a:pt x="10101" y="2284"/>
                </a:lnTo>
                <a:lnTo>
                  <a:pt x="10215" y="2284"/>
                </a:lnTo>
                <a:lnTo>
                  <a:pt x="10215" y="2307"/>
                </a:lnTo>
                <a:moveTo>
                  <a:pt x="10033" y="2307"/>
                </a:moveTo>
                <a:lnTo>
                  <a:pt x="9919" y="2307"/>
                </a:lnTo>
                <a:lnTo>
                  <a:pt x="9919" y="2284"/>
                </a:lnTo>
                <a:lnTo>
                  <a:pt x="10033" y="2284"/>
                </a:lnTo>
                <a:lnTo>
                  <a:pt x="10033" y="2307"/>
                </a:lnTo>
                <a:moveTo>
                  <a:pt x="9851" y="2307"/>
                </a:moveTo>
                <a:lnTo>
                  <a:pt x="9737" y="2307"/>
                </a:lnTo>
                <a:lnTo>
                  <a:pt x="9737" y="2284"/>
                </a:lnTo>
                <a:lnTo>
                  <a:pt x="9851" y="2284"/>
                </a:lnTo>
                <a:lnTo>
                  <a:pt x="9851" y="2307"/>
                </a:lnTo>
                <a:moveTo>
                  <a:pt x="9669" y="2307"/>
                </a:moveTo>
                <a:lnTo>
                  <a:pt x="9555" y="2307"/>
                </a:lnTo>
                <a:lnTo>
                  <a:pt x="9555" y="2284"/>
                </a:lnTo>
                <a:lnTo>
                  <a:pt x="9669" y="2284"/>
                </a:lnTo>
                <a:lnTo>
                  <a:pt x="9669" y="2307"/>
                </a:lnTo>
                <a:moveTo>
                  <a:pt x="9487" y="2307"/>
                </a:moveTo>
                <a:lnTo>
                  <a:pt x="9373" y="2307"/>
                </a:lnTo>
                <a:lnTo>
                  <a:pt x="9373" y="2284"/>
                </a:lnTo>
                <a:lnTo>
                  <a:pt x="9487" y="2284"/>
                </a:lnTo>
                <a:lnTo>
                  <a:pt x="9487" y="2307"/>
                </a:lnTo>
                <a:moveTo>
                  <a:pt x="9304" y="2307"/>
                </a:moveTo>
                <a:lnTo>
                  <a:pt x="9191" y="2307"/>
                </a:lnTo>
                <a:lnTo>
                  <a:pt x="9191" y="2284"/>
                </a:lnTo>
                <a:lnTo>
                  <a:pt x="9304" y="2284"/>
                </a:lnTo>
                <a:lnTo>
                  <a:pt x="9304" y="2307"/>
                </a:lnTo>
                <a:moveTo>
                  <a:pt x="9122" y="2307"/>
                </a:moveTo>
                <a:lnTo>
                  <a:pt x="9008" y="2307"/>
                </a:lnTo>
                <a:lnTo>
                  <a:pt x="9008" y="2284"/>
                </a:lnTo>
                <a:lnTo>
                  <a:pt x="9122" y="2284"/>
                </a:lnTo>
                <a:lnTo>
                  <a:pt x="9122" y="2307"/>
                </a:lnTo>
                <a:moveTo>
                  <a:pt x="8940" y="2307"/>
                </a:moveTo>
                <a:lnTo>
                  <a:pt x="8826" y="2307"/>
                </a:lnTo>
                <a:lnTo>
                  <a:pt x="8826" y="2284"/>
                </a:lnTo>
                <a:lnTo>
                  <a:pt x="8940" y="2284"/>
                </a:lnTo>
                <a:lnTo>
                  <a:pt x="8940" y="2307"/>
                </a:lnTo>
                <a:moveTo>
                  <a:pt x="8758" y="2307"/>
                </a:moveTo>
                <a:lnTo>
                  <a:pt x="8644" y="2307"/>
                </a:lnTo>
                <a:lnTo>
                  <a:pt x="8644" y="2284"/>
                </a:lnTo>
                <a:lnTo>
                  <a:pt x="8758" y="2284"/>
                </a:lnTo>
                <a:lnTo>
                  <a:pt x="8758" y="2307"/>
                </a:lnTo>
                <a:moveTo>
                  <a:pt x="8576" y="2307"/>
                </a:moveTo>
                <a:lnTo>
                  <a:pt x="8462" y="2307"/>
                </a:lnTo>
                <a:lnTo>
                  <a:pt x="8462" y="2284"/>
                </a:lnTo>
                <a:lnTo>
                  <a:pt x="8576" y="2284"/>
                </a:lnTo>
                <a:lnTo>
                  <a:pt x="8576" y="2307"/>
                </a:lnTo>
                <a:moveTo>
                  <a:pt x="8393" y="2307"/>
                </a:moveTo>
                <a:lnTo>
                  <a:pt x="8280" y="2307"/>
                </a:lnTo>
                <a:lnTo>
                  <a:pt x="8280" y="2284"/>
                </a:lnTo>
                <a:lnTo>
                  <a:pt x="8393" y="2284"/>
                </a:lnTo>
                <a:lnTo>
                  <a:pt x="8393" y="2307"/>
                </a:lnTo>
                <a:moveTo>
                  <a:pt x="8211" y="2307"/>
                </a:moveTo>
                <a:lnTo>
                  <a:pt x="8097" y="2307"/>
                </a:lnTo>
                <a:lnTo>
                  <a:pt x="8097" y="2284"/>
                </a:lnTo>
                <a:lnTo>
                  <a:pt x="8211" y="2284"/>
                </a:lnTo>
                <a:lnTo>
                  <a:pt x="8211" y="2307"/>
                </a:lnTo>
                <a:moveTo>
                  <a:pt x="8029" y="2307"/>
                </a:moveTo>
                <a:lnTo>
                  <a:pt x="7915" y="2307"/>
                </a:lnTo>
                <a:lnTo>
                  <a:pt x="7915" y="2284"/>
                </a:lnTo>
                <a:lnTo>
                  <a:pt x="8029" y="2284"/>
                </a:lnTo>
                <a:lnTo>
                  <a:pt x="8029" y="2307"/>
                </a:lnTo>
                <a:moveTo>
                  <a:pt x="7847" y="2307"/>
                </a:moveTo>
                <a:lnTo>
                  <a:pt x="7733" y="2307"/>
                </a:lnTo>
                <a:lnTo>
                  <a:pt x="7733" y="2284"/>
                </a:lnTo>
                <a:lnTo>
                  <a:pt x="7847" y="2284"/>
                </a:lnTo>
                <a:lnTo>
                  <a:pt x="7847" y="2307"/>
                </a:lnTo>
                <a:moveTo>
                  <a:pt x="7665" y="2307"/>
                </a:moveTo>
                <a:lnTo>
                  <a:pt x="7551" y="2307"/>
                </a:lnTo>
                <a:lnTo>
                  <a:pt x="7551" y="2284"/>
                </a:lnTo>
                <a:lnTo>
                  <a:pt x="7665" y="2284"/>
                </a:lnTo>
                <a:lnTo>
                  <a:pt x="7665" y="2307"/>
                </a:lnTo>
                <a:moveTo>
                  <a:pt x="7483" y="2307"/>
                </a:moveTo>
                <a:lnTo>
                  <a:pt x="7369" y="2307"/>
                </a:lnTo>
                <a:lnTo>
                  <a:pt x="7369" y="2284"/>
                </a:lnTo>
                <a:lnTo>
                  <a:pt x="7483" y="2284"/>
                </a:lnTo>
                <a:lnTo>
                  <a:pt x="7483" y="2307"/>
                </a:lnTo>
                <a:moveTo>
                  <a:pt x="7300" y="2307"/>
                </a:moveTo>
                <a:lnTo>
                  <a:pt x="7186" y="2307"/>
                </a:lnTo>
                <a:lnTo>
                  <a:pt x="7186" y="2284"/>
                </a:lnTo>
                <a:lnTo>
                  <a:pt x="7300" y="2284"/>
                </a:lnTo>
                <a:lnTo>
                  <a:pt x="7300" y="2307"/>
                </a:lnTo>
                <a:moveTo>
                  <a:pt x="7118" y="2307"/>
                </a:moveTo>
                <a:lnTo>
                  <a:pt x="7004" y="2307"/>
                </a:lnTo>
                <a:lnTo>
                  <a:pt x="7004" y="2284"/>
                </a:lnTo>
                <a:lnTo>
                  <a:pt x="7118" y="2284"/>
                </a:lnTo>
                <a:lnTo>
                  <a:pt x="7118" y="2307"/>
                </a:lnTo>
                <a:moveTo>
                  <a:pt x="6936" y="2307"/>
                </a:moveTo>
                <a:lnTo>
                  <a:pt x="6822" y="2307"/>
                </a:lnTo>
                <a:lnTo>
                  <a:pt x="6822" y="2284"/>
                </a:lnTo>
                <a:lnTo>
                  <a:pt x="6936" y="2284"/>
                </a:lnTo>
                <a:lnTo>
                  <a:pt x="6936" y="2307"/>
                </a:lnTo>
                <a:moveTo>
                  <a:pt x="6754" y="2307"/>
                </a:moveTo>
                <a:lnTo>
                  <a:pt x="6640" y="2307"/>
                </a:lnTo>
                <a:lnTo>
                  <a:pt x="6640" y="2284"/>
                </a:lnTo>
                <a:lnTo>
                  <a:pt x="6754" y="2284"/>
                </a:lnTo>
                <a:lnTo>
                  <a:pt x="6754" y="2307"/>
                </a:lnTo>
                <a:moveTo>
                  <a:pt x="6572" y="2307"/>
                </a:moveTo>
                <a:lnTo>
                  <a:pt x="6458" y="2307"/>
                </a:lnTo>
                <a:lnTo>
                  <a:pt x="6458" y="2284"/>
                </a:lnTo>
                <a:lnTo>
                  <a:pt x="6572" y="2284"/>
                </a:lnTo>
                <a:lnTo>
                  <a:pt x="6572" y="2307"/>
                </a:lnTo>
                <a:moveTo>
                  <a:pt x="6389" y="2307"/>
                </a:moveTo>
                <a:lnTo>
                  <a:pt x="6276" y="2307"/>
                </a:lnTo>
                <a:lnTo>
                  <a:pt x="6276" y="2284"/>
                </a:lnTo>
                <a:lnTo>
                  <a:pt x="6389" y="2284"/>
                </a:lnTo>
                <a:lnTo>
                  <a:pt x="6389" y="2307"/>
                </a:lnTo>
                <a:moveTo>
                  <a:pt x="6207" y="2307"/>
                </a:moveTo>
                <a:lnTo>
                  <a:pt x="6093" y="2307"/>
                </a:lnTo>
                <a:lnTo>
                  <a:pt x="6093" y="2284"/>
                </a:lnTo>
                <a:lnTo>
                  <a:pt x="6207" y="2284"/>
                </a:lnTo>
                <a:lnTo>
                  <a:pt x="6207" y="2307"/>
                </a:lnTo>
                <a:moveTo>
                  <a:pt x="6025" y="2307"/>
                </a:moveTo>
                <a:lnTo>
                  <a:pt x="5911" y="2307"/>
                </a:lnTo>
                <a:lnTo>
                  <a:pt x="5911" y="2284"/>
                </a:lnTo>
                <a:lnTo>
                  <a:pt x="6025" y="2284"/>
                </a:lnTo>
                <a:lnTo>
                  <a:pt x="6025" y="2307"/>
                </a:lnTo>
                <a:moveTo>
                  <a:pt x="5843" y="2307"/>
                </a:moveTo>
                <a:lnTo>
                  <a:pt x="5729" y="2307"/>
                </a:lnTo>
                <a:lnTo>
                  <a:pt x="5729" y="2284"/>
                </a:lnTo>
                <a:lnTo>
                  <a:pt x="5843" y="2284"/>
                </a:lnTo>
                <a:lnTo>
                  <a:pt x="5843" y="2307"/>
                </a:lnTo>
                <a:moveTo>
                  <a:pt x="5661" y="2307"/>
                </a:moveTo>
                <a:lnTo>
                  <a:pt x="5547" y="2307"/>
                </a:lnTo>
                <a:lnTo>
                  <a:pt x="5547" y="2284"/>
                </a:lnTo>
                <a:lnTo>
                  <a:pt x="5661" y="2284"/>
                </a:lnTo>
                <a:lnTo>
                  <a:pt x="5661" y="2307"/>
                </a:lnTo>
                <a:moveTo>
                  <a:pt x="5478" y="2307"/>
                </a:moveTo>
                <a:lnTo>
                  <a:pt x="5365" y="2307"/>
                </a:lnTo>
                <a:lnTo>
                  <a:pt x="5365" y="2284"/>
                </a:lnTo>
                <a:lnTo>
                  <a:pt x="5478" y="2284"/>
                </a:lnTo>
                <a:lnTo>
                  <a:pt x="5478" y="2307"/>
                </a:lnTo>
                <a:moveTo>
                  <a:pt x="5296" y="2307"/>
                </a:moveTo>
                <a:lnTo>
                  <a:pt x="5182" y="2307"/>
                </a:lnTo>
                <a:lnTo>
                  <a:pt x="5182" y="2284"/>
                </a:lnTo>
                <a:lnTo>
                  <a:pt x="5296" y="2284"/>
                </a:lnTo>
                <a:lnTo>
                  <a:pt x="5296" y="2307"/>
                </a:lnTo>
                <a:moveTo>
                  <a:pt x="5114" y="2307"/>
                </a:moveTo>
                <a:lnTo>
                  <a:pt x="5000" y="2307"/>
                </a:lnTo>
                <a:lnTo>
                  <a:pt x="5000" y="2284"/>
                </a:lnTo>
                <a:lnTo>
                  <a:pt x="5114" y="2284"/>
                </a:lnTo>
                <a:lnTo>
                  <a:pt x="5114" y="2307"/>
                </a:lnTo>
                <a:moveTo>
                  <a:pt x="4932" y="2307"/>
                </a:moveTo>
                <a:lnTo>
                  <a:pt x="4818" y="2307"/>
                </a:lnTo>
                <a:lnTo>
                  <a:pt x="4818" y="2284"/>
                </a:lnTo>
                <a:lnTo>
                  <a:pt x="4932" y="2284"/>
                </a:lnTo>
                <a:lnTo>
                  <a:pt x="4932" y="2307"/>
                </a:lnTo>
                <a:moveTo>
                  <a:pt x="4750" y="2307"/>
                </a:moveTo>
                <a:lnTo>
                  <a:pt x="4636" y="2307"/>
                </a:lnTo>
                <a:lnTo>
                  <a:pt x="4636" y="2284"/>
                </a:lnTo>
                <a:lnTo>
                  <a:pt x="4750" y="2284"/>
                </a:lnTo>
                <a:lnTo>
                  <a:pt x="4750" y="2307"/>
                </a:lnTo>
                <a:moveTo>
                  <a:pt x="4568" y="2307"/>
                </a:moveTo>
                <a:lnTo>
                  <a:pt x="4454" y="2307"/>
                </a:lnTo>
                <a:lnTo>
                  <a:pt x="4454" y="2284"/>
                </a:lnTo>
                <a:lnTo>
                  <a:pt x="4568" y="2284"/>
                </a:lnTo>
                <a:lnTo>
                  <a:pt x="4568" y="2307"/>
                </a:lnTo>
                <a:moveTo>
                  <a:pt x="4385" y="2307"/>
                </a:moveTo>
                <a:lnTo>
                  <a:pt x="4271" y="2307"/>
                </a:lnTo>
                <a:lnTo>
                  <a:pt x="4271" y="2284"/>
                </a:lnTo>
                <a:lnTo>
                  <a:pt x="4385" y="2284"/>
                </a:lnTo>
                <a:lnTo>
                  <a:pt x="4385" y="2307"/>
                </a:lnTo>
                <a:moveTo>
                  <a:pt x="4203" y="2307"/>
                </a:moveTo>
                <a:lnTo>
                  <a:pt x="4089" y="2307"/>
                </a:lnTo>
                <a:lnTo>
                  <a:pt x="4089" y="2284"/>
                </a:lnTo>
                <a:lnTo>
                  <a:pt x="4203" y="2284"/>
                </a:lnTo>
                <a:lnTo>
                  <a:pt x="4203" y="2307"/>
                </a:lnTo>
                <a:moveTo>
                  <a:pt x="4021" y="2307"/>
                </a:moveTo>
                <a:lnTo>
                  <a:pt x="3907" y="2307"/>
                </a:lnTo>
                <a:lnTo>
                  <a:pt x="3907" y="2284"/>
                </a:lnTo>
                <a:lnTo>
                  <a:pt x="4021" y="2284"/>
                </a:lnTo>
                <a:lnTo>
                  <a:pt x="4021" y="2307"/>
                </a:lnTo>
                <a:moveTo>
                  <a:pt x="3839" y="2307"/>
                </a:moveTo>
                <a:lnTo>
                  <a:pt x="3725" y="2307"/>
                </a:lnTo>
                <a:lnTo>
                  <a:pt x="3725" y="2284"/>
                </a:lnTo>
                <a:lnTo>
                  <a:pt x="3839" y="2284"/>
                </a:lnTo>
                <a:lnTo>
                  <a:pt x="3839" y="2307"/>
                </a:lnTo>
                <a:moveTo>
                  <a:pt x="3657" y="2307"/>
                </a:moveTo>
                <a:lnTo>
                  <a:pt x="3543" y="2307"/>
                </a:lnTo>
                <a:lnTo>
                  <a:pt x="3543" y="2284"/>
                </a:lnTo>
                <a:lnTo>
                  <a:pt x="3657" y="2284"/>
                </a:lnTo>
                <a:lnTo>
                  <a:pt x="3657" y="2307"/>
                </a:lnTo>
                <a:moveTo>
                  <a:pt x="3474" y="2307"/>
                </a:moveTo>
                <a:lnTo>
                  <a:pt x="3361" y="2307"/>
                </a:lnTo>
                <a:lnTo>
                  <a:pt x="3361" y="2284"/>
                </a:lnTo>
                <a:lnTo>
                  <a:pt x="3474" y="2284"/>
                </a:lnTo>
                <a:lnTo>
                  <a:pt x="3474" y="2307"/>
                </a:lnTo>
                <a:moveTo>
                  <a:pt x="3291" y="2307"/>
                </a:moveTo>
                <a:lnTo>
                  <a:pt x="3177" y="2307"/>
                </a:lnTo>
                <a:lnTo>
                  <a:pt x="3177" y="2284"/>
                </a:lnTo>
                <a:lnTo>
                  <a:pt x="3291" y="2284"/>
                </a:lnTo>
                <a:lnTo>
                  <a:pt x="3291" y="2307"/>
                </a:lnTo>
                <a:moveTo>
                  <a:pt x="3109" y="2307"/>
                </a:moveTo>
                <a:lnTo>
                  <a:pt x="2995" y="2307"/>
                </a:lnTo>
                <a:lnTo>
                  <a:pt x="2995" y="2284"/>
                </a:lnTo>
                <a:lnTo>
                  <a:pt x="3109" y="2284"/>
                </a:lnTo>
                <a:lnTo>
                  <a:pt x="3109" y="2307"/>
                </a:lnTo>
                <a:moveTo>
                  <a:pt x="2927" y="2307"/>
                </a:moveTo>
                <a:lnTo>
                  <a:pt x="2813" y="2307"/>
                </a:lnTo>
                <a:lnTo>
                  <a:pt x="2813" y="2284"/>
                </a:lnTo>
                <a:lnTo>
                  <a:pt x="2927" y="2284"/>
                </a:lnTo>
                <a:lnTo>
                  <a:pt x="2927" y="2307"/>
                </a:lnTo>
                <a:moveTo>
                  <a:pt x="2745" y="2307"/>
                </a:moveTo>
                <a:lnTo>
                  <a:pt x="2631" y="2307"/>
                </a:lnTo>
                <a:lnTo>
                  <a:pt x="2631" y="2284"/>
                </a:lnTo>
                <a:lnTo>
                  <a:pt x="2745" y="2284"/>
                </a:lnTo>
                <a:lnTo>
                  <a:pt x="2745" y="2307"/>
                </a:lnTo>
                <a:moveTo>
                  <a:pt x="2562" y="2307"/>
                </a:moveTo>
                <a:lnTo>
                  <a:pt x="2449" y="2307"/>
                </a:lnTo>
                <a:lnTo>
                  <a:pt x="2449" y="2284"/>
                </a:lnTo>
                <a:lnTo>
                  <a:pt x="2562" y="2284"/>
                </a:lnTo>
                <a:lnTo>
                  <a:pt x="2562" y="2307"/>
                </a:lnTo>
                <a:moveTo>
                  <a:pt x="2380" y="2307"/>
                </a:moveTo>
                <a:lnTo>
                  <a:pt x="2266" y="2307"/>
                </a:lnTo>
                <a:lnTo>
                  <a:pt x="2266" y="2284"/>
                </a:lnTo>
                <a:lnTo>
                  <a:pt x="2380" y="2284"/>
                </a:lnTo>
                <a:lnTo>
                  <a:pt x="2380" y="2307"/>
                </a:lnTo>
                <a:moveTo>
                  <a:pt x="2198" y="2307"/>
                </a:moveTo>
                <a:lnTo>
                  <a:pt x="2084" y="2307"/>
                </a:lnTo>
                <a:lnTo>
                  <a:pt x="2084" y="2284"/>
                </a:lnTo>
                <a:lnTo>
                  <a:pt x="2198" y="2284"/>
                </a:lnTo>
                <a:lnTo>
                  <a:pt x="2198" y="2307"/>
                </a:lnTo>
                <a:moveTo>
                  <a:pt x="2016" y="2307"/>
                </a:moveTo>
                <a:lnTo>
                  <a:pt x="1902" y="2307"/>
                </a:lnTo>
                <a:lnTo>
                  <a:pt x="1902" y="2284"/>
                </a:lnTo>
                <a:lnTo>
                  <a:pt x="2016" y="2284"/>
                </a:lnTo>
                <a:lnTo>
                  <a:pt x="2016" y="2307"/>
                </a:lnTo>
                <a:moveTo>
                  <a:pt x="1834" y="2307"/>
                </a:moveTo>
                <a:lnTo>
                  <a:pt x="1720" y="2307"/>
                </a:lnTo>
                <a:lnTo>
                  <a:pt x="1720" y="2284"/>
                </a:lnTo>
                <a:lnTo>
                  <a:pt x="1834" y="2284"/>
                </a:lnTo>
                <a:lnTo>
                  <a:pt x="1834" y="2307"/>
                </a:lnTo>
                <a:moveTo>
                  <a:pt x="1652" y="2307"/>
                </a:moveTo>
                <a:lnTo>
                  <a:pt x="1538" y="2307"/>
                </a:lnTo>
                <a:lnTo>
                  <a:pt x="1538" y="2284"/>
                </a:lnTo>
                <a:lnTo>
                  <a:pt x="1652" y="2284"/>
                </a:lnTo>
                <a:lnTo>
                  <a:pt x="1652" y="2307"/>
                </a:lnTo>
                <a:moveTo>
                  <a:pt x="1469" y="2307"/>
                </a:moveTo>
                <a:lnTo>
                  <a:pt x="1355" y="2307"/>
                </a:lnTo>
                <a:lnTo>
                  <a:pt x="1355" y="2284"/>
                </a:lnTo>
                <a:lnTo>
                  <a:pt x="1469" y="2284"/>
                </a:lnTo>
                <a:lnTo>
                  <a:pt x="1469" y="2307"/>
                </a:lnTo>
                <a:moveTo>
                  <a:pt x="1287" y="2307"/>
                </a:moveTo>
                <a:lnTo>
                  <a:pt x="1173" y="2307"/>
                </a:lnTo>
                <a:lnTo>
                  <a:pt x="1173" y="2284"/>
                </a:lnTo>
                <a:lnTo>
                  <a:pt x="1287" y="2284"/>
                </a:lnTo>
                <a:lnTo>
                  <a:pt x="1287" y="2307"/>
                </a:lnTo>
                <a:moveTo>
                  <a:pt x="1105" y="2307"/>
                </a:moveTo>
                <a:lnTo>
                  <a:pt x="991" y="2307"/>
                </a:lnTo>
                <a:lnTo>
                  <a:pt x="991" y="2284"/>
                </a:lnTo>
                <a:lnTo>
                  <a:pt x="1105" y="2284"/>
                </a:lnTo>
                <a:lnTo>
                  <a:pt x="1105" y="2307"/>
                </a:lnTo>
                <a:moveTo>
                  <a:pt x="923" y="2307"/>
                </a:moveTo>
                <a:lnTo>
                  <a:pt x="809" y="2307"/>
                </a:lnTo>
                <a:lnTo>
                  <a:pt x="809" y="2284"/>
                </a:lnTo>
                <a:lnTo>
                  <a:pt x="923" y="2284"/>
                </a:lnTo>
                <a:lnTo>
                  <a:pt x="923" y="2307"/>
                </a:lnTo>
                <a:moveTo>
                  <a:pt x="741" y="2307"/>
                </a:moveTo>
                <a:lnTo>
                  <a:pt x="627" y="2307"/>
                </a:lnTo>
                <a:lnTo>
                  <a:pt x="627" y="2284"/>
                </a:lnTo>
                <a:lnTo>
                  <a:pt x="741" y="2284"/>
                </a:lnTo>
                <a:lnTo>
                  <a:pt x="741" y="2307"/>
                </a:lnTo>
                <a:moveTo>
                  <a:pt x="558" y="2307"/>
                </a:moveTo>
                <a:lnTo>
                  <a:pt x="445" y="2307"/>
                </a:lnTo>
                <a:lnTo>
                  <a:pt x="445" y="2284"/>
                </a:lnTo>
                <a:lnTo>
                  <a:pt x="558" y="2284"/>
                </a:lnTo>
                <a:lnTo>
                  <a:pt x="558" y="2307"/>
                </a:lnTo>
                <a:moveTo>
                  <a:pt x="376" y="2307"/>
                </a:moveTo>
                <a:lnTo>
                  <a:pt x="262" y="2307"/>
                </a:lnTo>
                <a:lnTo>
                  <a:pt x="262" y="2284"/>
                </a:lnTo>
                <a:lnTo>
                  <a:pt x="376" y="2284"/>
                </a:lnTo>
                <a:lnTo>
                  <a:pt x="376" y="2307"/>
                </a:lnTo>
                <a:moveTo>
                  <a:pt x="194" y="2307"/>
                </a:moveTo>
                <a:lnTo>
                  <a:pt x="80" y="2307"/>
                </a:lnTo>
                <a:lnTo>
                  <a:pt x="80" y="2284"/>
                </a:lnTo>
                <a:lnTo>
                  <a:pt x="194" y="2284"/>
                </a:lnTo>
                <a:lnTo>
                  <a:pt x="194" y="2307"/>
                </a:lnTo>
                <a:moveTo>
                  <a:pt x="0" y="2295"/>
                </a:moveTo>
                <a:lnTo>
                  <a:pt x="0" y="2181"/>
                </a:lnTo>
                <a:lnTo>
                  <a:pt x="23" y="2181"/>
                </a:lnTo>
                <a:lnTo>
                  <a:pt x="23" y="2295"/>
                </a:lnTo>
                <a:lnTo>
                  <a:pt x="0" y="2295"/>
                </a:lnTo>
                <a:moveTo>
                  <a:pt x="0" y="2113"/>
                </a:moveTo>
                <a:lnTo>
                  <a:pt x="0" y="1998"/>
                </a:lnTo>
                <a:lnTo>
                  <a:pt x="23" y="1998"/>
                </a:lnTo>
                <a:lnTo>
                  <a:pt x="23" y="2113"/>
                </a:lnTo>
                <a:lnTo>
                  <a:pt x="0" y="2113"/>
                </a:lnTo>
                <a:moveTo>
                  <a:pt x="0" y="1930"/>
                </a:moveTo>
                <a:lnTo>
                  <a:pt x="0" y="1816"/>
                </a:lnTo>
                <a:lnTo>
                  <a:pt x="23" y="1816"/>
                </a:lnTo>
                <a:lnTo>
                  <a:pt x="23" y="1930"/>
                </a:lnTo>
                <a:lnTo>
                  <a:pt x="0" y="1930"/>
                </a:lnTo>
                <a:moveTo>
                  <a:pt x="0" y="1747"/>
                </a:moveTo>
                <a:lnTo>
                  <a:pt x="0" y="1633"/>
                </a:lnTo>
                <a:lnTo>
                  <a:pt x="23" y="1633"/>
                </a:lnTo>
                <a:lnTo>
                  <a:pt x="23" y="1747"/>
                </a:lnTo>
                <a:lnTo>
                  <a:pt x="0" y="1747"/>
                </a:lnTo>
                <a:moveTo>
                  <a:pt x="0" y="1564"/>
                </a:moveTo>
                <a:lnTo>
                  <a:pt x="0" y="1450"/>
                </a:lnTo>
                <a:lnTo>
                  <a:pt x="23" y="1450"/>
                </a:lnTo>
                <a:lnTo>
                  <a:pt x="23" y="1564"/>
                </a:lnTo>
                <a:lnTo>
                  <a:pt x="0" y="1564"/>
                </a:lnTo>
                <a:moveTo>
                  <a:pt x="0" y="1381"/>
                </a:moveTo>
                <a:lnTo>
                  <a:pt x="0" y="1267"/>
                </a:lnTo>
                <a:lnTo>
                  <a:pt x="23" y="1267"/>
                </a:lnTo>
                <a:lnTo>
                  <a:pt x="23" y="1381"/>
                </a:lnTo>
                <a:lnTo>
                  <a:pt x="0" y="1381"/>
                </a:lnTo>
                <a:moveTo>
                  <a:pt x="0" y="1199"/>
                </a:moveTo>
                <a:lnTo>
                  <a:pt x="0" y="1084"/>
                </a:lnTo>
                <a:lnTo>
                  <a:pt x="23" y="1084"/>
                </a:lnTo>
                <a:lnTo>
                  <a:pt x="23" y="1199"/>
                </a:lnTo>
                <a:lnTo>
                  <a:pt x="0" y="1199"/>
                </a:lnTo>
                <a:moveTo>
                  <a:pt x="0" y="1016"/>
                </a:moveTo>
                <a:lnTo>
                  <a:pt x="0" y="902"/>
                </a:lnTo>
                <a:lnTo>
                  <a:pt x="23" y="902"/>
                </a:lnTo>
                <a:lnTo>
                  <a:pt x="23" y="1016"/>
                </a:lnTo>
                <a:lnTo>
                  <a:pt x="0" y="1016"/>
                </a:lnTo>
                <a:moveTo>
                  <a:pt x="0" y="833"/>
                </a:moveTo>
                <a:lnTo>
                  <a:pt x="0" y="719"/>
                </a:lnTo>
                <a:lnTo>
                  <a:pt x="23" y="719"/>
                </a:lnTo>
                <a:lnTo>
                  <a:pt x="23" y="833"/>
                </a:lnTo>
                <a:lnTo>
                  <a:pt x="0" y="833"/>
                </a:lnTo>
                <a:moveTo>
                  <a:pt x="0" y="651"/>
                </a:moveTo>
                <a:lnTo>
                  <a:pt x="0" y="537"/>
                </a:lnTo>
                <a:lnTo>
                  <a:pt x="23" y="537"/>
                </a:lnTo>
                <a:lnTo>
                  <a:pt x="23" y="651"/>
                </a:lnTo>
                <a:lnTo>
                  <a:pt x="0" y="651"/>
                </a:lnTo>
                <a:moveTo>
                  <a:pt x="0" y="468"/>
                </a:moveTo>
                <a:lnTo>
                  <a:pt x="0" y="354"/>
                </a:lnTo>
                <a:lnTo>
                  <a:pt x="23" y="354"/>
                </a:lnTo>
                <a:lnTo>
                  <a:pt x="23" y="468"/>
                </a:lnTo>
                <a:lnTo>
                  <a:pt x="0" y="468"/>
                </a:lnTo>
                <a:moveTo>
                  <a:pt x="0" y="286"/>
                </a:moveTo>
                <a:lnTo>
                  <a:pt x="0" y="172"/>
                </a:lnTo>
                <a:lnTo>
                  <a:pt x="23" y="172"/>
                </a:lnTo>
                <a:lnTo>
                  <a:pt x="23" y="286"/>
                </a:lnTo>
                <a:lnTo>
                  <a:pt x="0" y="286"/>
                </a:lnTo>
                <a:moveTo>
                  <a:pt x="0" y="103"/>
                </a:moveTo>
                <a:lnTo>
                  <a:pt x="0" y="0"/>
                </a:lnTo>
                <a:lnTo>
                  <a:pt x="126" y="0"/>
                </a:lnTo>
                <a:lnTo>
                  <a:pt x="126" y="23"/>
                </a:lnTo>
                <a:lnTo>
                  <a:pt x="12" y="23"/>
                </a:lnTo>
                <a:lnTo>
                  <a:pt x="12" y="12"/>
                </a:lnTo>
                <a:lnTo>
                  <a:pt x="23" y="12"/>
                </a:lnTo>
                <a:lnTo>
                  <a:pt x="23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4" name=""/>
          <p:cNvSpPr/>
          <p:nvPr/>
        </p:nvSpPr>
        <p:spPr>
          <a:xfrm>
            <a:off x="4572720" y="2407320"/>
            <a:ext cx="98640" cy="82800"/>
          </a:xfrm>
          <a:custGeom>
            <a:avLst/>
            <a:gdLst/>
            <a:ahLst/>
            <a:rect l="0" t="0" r="r" b="b"/>
            <a:pathLst>
              <a:path w="274" h="230">
                <a:moveTo>
                  <a:pt x="0" y="0"/>
                </a:moveTo>
                <a:lnTo>
                  <a:pt x="274" y="0"/>
                </a:lnTo>
                <a:lnTo>
                  <a:pt x="274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5" name=""/>
          <p:cNvSpPr/>
          <p:nvPr/>
        </p:nvSpPr>
        <p:spPr>
          <a:xfrm>
            <a:off x="4572720" y="2436120"/>
            <a:ext cx="982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867240" y="1921680"/>
            <a:ext cx="2762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Lokaal: het concrete lokaal volgt pas bij roosteren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867240" y="2398320"/>
            <a:ext cx="8406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Onderwijs locatie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8" name=""/>
          <p:cNvSpPr/>
          <p:nvPr/>
        </p:nvSpPr>
        <p:spPr>
          <a:xfrm>
            <a:off x="900000" y="2686680"/>
            <a:ext cx="3755160" cy="394920"/>
          </a:xfrm>
          <a:custGeom>
            <a:avLst/>
            <a:gdLst/>
            <a:ahLst/>
            <a:rect l="0" t="0" r="r" b="b"/>
            <a:pathLst>
              <a:path w="10431" h="1097">
                <a:moveTo>
                  <a:pt x="0" y="0"/>
                </a:moveTo>
                <a:lnTo>
                  <a:pt x="10431" y="0"/>
                </a:lnTo>
                <a:lnTo>
                  <a:pt x="10431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9" name=""/>
          <p:cNvSpPr/>
          <p:nvPr/>
        </p:nvSpPr>
        <p:spPr>
          <a:xfrm>
            <a:off x="895680" y="2682720"/>
            <a:ext cx="3763440" cy="402840"/>
          </a:xfrm>
          <a:custGeom>
            <a:avLst/>
            <a:gdLst/>
            <a:ahLst/>
            <a:rect l="0" t="0" r="r" b="b"/>
            <a:pathLst>
              <a:path w="10454" h="1119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6" y="0"/>
                </a:moveTo>
                <a:lnTo>
                  <a:pt x="490" y="0"/>
                </a:lnTo>
                <a:lnTo>
                  <a:pt x="490" y="23"/>
                </a:lnTo>
                <a:lnTo>
                  <a:pt x="376" y="23"/>
                </a:lnTo>
                <a:lnTo>
                  <a:pt x="376" y="0"/>
                </a:lnTo>
                <a:moveTo>
                  <a:pt x="558" y="0"/>
                </a:moveTo>
                <a:lnTo>
                  <a:pt x="672" y="0"/>
                </a:lnTo>
                <a:lnTo>
                  <a:pt x="672" y="23"/>
                </a:lnTo>
                <a:lnTo>
                  <a:pt x="558" y="23"/>
                </a:lnTo>
                <a:lnTo>
                  <a:pt x="558" y="0"/>
                </a:lnTo>
                <a:moveTo>
                  <a:pt x="740" y="0"/>
                </a:moveTo>
                <a:lnTo>
                  <a:pt x="854" y="0"/>
                </a:lnTo>
                <a:lnTo>
                  <a:pt x="854" y="23"/>
                </a:lnTo>
                <a:lnTo>
                  <a:pt x="740" y="23"/>
                </a:lnTo>
                <a:lnTo>
                  <a:pt x="740" y="0"/>
                </a:lnTo>
                <a:moveTo>
                  <a:pt x="923" y="0"/>
                </a:moveTo>
                <a:lnTo>
                  <a:pt x="1036" y="0"/>
                </a:lnTo>
                <a:lnTo>
                  <a:pt x="1036" y="23"/>
                </a:lnTo>
                <a:lnTo>
                  <a:pt x="923" y="23"/>
                </a:lnTo>
                <a:lnTo>
                  <a:pt x="923" y="0"/>
                </a:lnTo>
                <a:moveTo>
                  <a:pt x="1105" y="0"/>
                </a:moveTo>
                <a:lnTo>
                  <a:pt x="1219" y="0"/>
                </a:lnTo>
                <a:lnTo>
                  <a:pt x="1219" y="23"/>
                </a:lnTo>
                <a:lnTo>
                  <a:pt x="1105" y="23"/>
                </a:lnTo>
                <a:lnTo>
                  <a:pt x="1105" y="0"/>
                </a:lnTo>
                <a:moveTo>
                  <a:pt x="1287" y="0"/>
                </a:moveTo>
                <a:lnTo>
                  <a:pt x="1401" y="0"/>
                </a:lnTo>
                <a:lnTo>
                  <a:pt x="1401" y="23"/>
                </a:lnTo>
                <a:lnTo>
                  <a:pt x="1287" y="23"/>
                </a:lnTo>
                <a:lnTo>
                  <a:pt x="1287" y="0"/>
                </a:lnTo>
                <a:moveTo>
                  <a:pt x="1469" y="0"/>
                </a:moveTo>
                <a:lnTo>
                  <a:pt x="1583" y="0"/>
                </a:lnTo>
                <a:lnTo>
                  <a:pt x="1583" y="23"/>
                </a:lnTo>
                <a:lnTo>
                  <a:pt x="1469" y="23"/>
                </a:lnTo>
                <a:lnTo>
                  <a:pt x="1469" y="0"/>
                </a:lnTo>
                <a:moveTo>
                  <a:pt x="1651" y="0"/>
                </a:moveTo>
                <a:lnTo>
                  <a:pt x="1765" y="0"/>
                </a:lnTo>
                <a:lnTo>
                  <a:pt x="1765" y="23"/>
                </a:lnTo>
                <a:lnTo>
                  <a:pt x="1651" y="23"/>
                </a:lnTo>
                <a:lnTo>
                  <a:pt x="1651" y="0"/>
                </a:lnTo>
                <a:moveTo>
                  <a:pt x="1834" y="0"/>
                </a:moveTo>
                <a:lnTo>
                  <a:pt x="1947" y="0"/>
                </a:lnTo>
                <a:lnTo>
                  <a:pt x="1947" y="23"/>
                </a:lnTo>
                <a:lnTo>
                  <a:pt x="1834" y="23"/>
                </a:lnTo>
                <a:lnTo>
                  <a:pt x="1834" y="0"/>
                </a:lnTo>
                <a:moveTo>
                  <a:pt x="2016" y="0"/>
                </a:moveTo>
                <a:lnTo>
                  <a:pt x="2130" y="0"/>
                </a:lnTo>
                <a:lnTo>
                  <a:pt x="2130" y="23"/>
                </a:lnTo>
                <a:lnTo>
                  <a:pt x="2016" y="23"/>
                </a:lnTo>
                <a:lnTo>
                  <a:pt x="2016" y="0"/>
                </a:lnTo>
                <a:moveTo>
                  <a:pt x="2198" y="0"/>
                </a:moveTo>
                <a:lnTo>
                  <a:pt x="2312" y="0"/>
                </a:lnTo>
                <a:lnTo>
                  <a:pt x="2312" y="23"/>
                </a:lnTo>
                <a:lnTo>
                  <a:pt x="2198" y="23"/>
                </a:lnTo>
                <a:lnTo>
                  <a:pt x="2198" y="0"/>
                </a:lnTo>
                <a:moveTo>
                  <a:pt x="2380" y="0"/>
                </a:moveTo>
                <a:lnTo>
                  <a:pt x="2494" y="0"/>
                </a:lnTo>
                <a:lnTo>
                  <a:pt x="2494" y="23"/>
                </a:lnTo>
                <a:lnTo>
                  <a:pt x="2380" y="23"/>
                </a:lnTo>
                <a:lnTo>
                  <a:pt x="2380" y="0"/>
                </a:lnTo>
                <a:moveTo>
                  <a:pt x="2562" y="0"/>
                </a:moveTo>
                <a:lnTo>
                  <a:pt x="2676" y="0"/>
                </a:lnTo>
                <a:lnTo>
                  <a:pt x="2676" y="23"/>
                </a:lnTo>
                <a:lnTo>
                  <a:pt x="2562" y="23"/>
                </a:lnTo>
                <a:lnTo>
                  <a:pt x="2562" y="0"/>
                </a:lnTo>
                <a:moveTo>
                  <a:pt x="2745" y="0"/>
                </a:moveTo>
                <a:lnTo>
                  <a:pt x="2859" y="0"/>
                </a:lnTo>
                <a:lnTo>
                  <a:pt x="2859" y="23"/>
                </a:lnTo>
                <a:lnTo>
                  <a:pt x="2745" y="23"/>
                </a:lnTo>
                <a:lnTo>
                  <a:pt x="2745" y="0"/>
                </a:lnTo>
                <a:moveTo>
                  <a:pt x="2928" y="0"/>
                </a:moveTo>
                <a:lnTo>
                  <a:pt x="3042" y="0"/>
                </a:lnTo>
                <a:lnTo>
                  <a:pt x="3042" y="23"/>
                </a:lnTo>
                <a:lnTo>
                  <a:pt x="2928" y="23"/>
                </a:lnTo>
                <a:lnTo>
                  <a:pt x="2928" y="0"/>
                </a:lnTo>
                <a:moveTo>
                  <a:pt x="3110" y="0"/>
                </a:moveTo>
                <a:lnTo>
                  <a:pt x="3224" y="0"/>
                </a:lnTo>
                <a:lnTo>
                  <a:pt x="3224" y="23"/>
                </a:lnTo>
                <a:lnTo>
                  <a:pt x="3110" y="23"/>
                </a:lnTo>
                <a:lnTo>
                  <a:pt x="3110" y="0"/>
                </a:lnTo>
                <a:moveTo>
                  <a:pt x="3292" y="0"/>
                </a:moveTo>
                <a:lnTo>
                  <a:pt x="3406" y="0"/>
                </a:lnTo>
                <a:lnTo>
                  <a:pt x="3406" y="23"/>
                </a:lnTo>
                <a:lnTo>
                  <a:pt x="3292" y="23"/>
                </a:lnTo>
                <a:lnTo>
                  <a:pt x="3292" y="0"/>
                </a:lnTo>
                <a:moveTo>
                  <a:pt x="3474" y="0"/>
                </a:moveTo>
                <a:lnTo>
                  <a:pt x="3588" y="0"/>
                </a:lnTo>
                <a:lnTo>
                  <a:pt x="3588" y="23"/>
                </a:lnTo>
                <a:lnTo>
                  <a:pt x="3474" y="23"/>
                </a:lnTo>
                <a:lnTo>
                  <a:pt x="3474" y="0"/>
                </a:lnTo>
                <a:moveTo>
                  <a:pt x="3656" y="0"/>
                </a:moveTo>
                <a:lnTo>
                  <a:pt x="3770" y="0"/>
                </a:lnTo>
                <a:lnTo>
                  <a:pt x="3770" y="23"/>
                </a:lnTo>
                <a:lnTo>
                  <a:pt x="3656" y="23"/>
                </a:lnTo>
                <a:lnTo>
                  <a:pt x="3656" y="0"/>
                </a:lnTo>
                <a:moveTo>
                  <a:pt x="3839" y="0"/>
                </a:moveTo>
                <a:lnTo>
                  <a:pt x="3952" y="0"/>
                </a:lnTo>
                <a:lnTo>
                  <a:pt x="3952" y="23"/>
                </a:lnTo>
                <a:lnTo>
                  <a:pt x="3839" y="23"/>
                </a:lnTo>
                <a:lnTo>
                  <a:pt x="3839" y="0"/>
                </a:lnTo>
                <a:moveTo>
                  <a:pt x="4021" y="0"/>
                </a:moveTo>
                <a:lnTo>
                  <a:pt x="4135" y="0"/>
                </a:lnTo>
                <a:lnTo>
                  <a:pt x="4135" y="23"/>
                </a:lnTo>
                <a:lnTo>
                  <a:pt x="4021" y="23"/>
                </a:lnTo>
                <a:lnTo>
                  <a:pt x="4021" y="0"/>
                </a:lnTo>
                <a:moveTo>
                  <a:pt x="4203" y="0"/>
                </a:moveTo>
                <a:lnTo>
                  <a:pt x="4317" y="0"/>
                </a:lnTo>
                <a:lnTo>
                  <a:pt x="4317" y="23"/>
                </a:lnTo>
                <a:lnTo>
                  <a:pt x="4203" y="23"/>
                </a:lnTo>
                <a:lnTo>
                  <a:pt x="4203" y="0"/>
                </a:lnTo>
                <a:moveTo>
                  <a:pt x="4385" y="0"/>
                </a:moveTo>
                <a:lnTo>
                  <a:pt x="4499" y="0"/>
                </a:lnTo>
                <a:lnTo>
                  <a:pt x="4499" y="23"/>
                </a:lnTo>
                <a:lnTo>
                  <a:pt x="4385" y="23"/>
                </a:lnTo>
                <a:lnTo>
                  <a:pt x="4385" y="0"/>
                </a:lnTo>
                <a:moveTo>
                  <a:pt x="4567" y="0"/>
                </a:moveTo>
                <a:lnTo>
                  <a:pt x="4681" y="0"/>
                </a:lnTo>
                <a:lnTo>
                  <a:pt x="4681" y="23"/>
                </a:lnTo>
                <a:lnTo>
                  <a:pt x="4567" y="23"/>
                </a:lnTo>
                <a:lnTo>
                  <a:pt x="4567" y="0"/>
                </a:lnTo>
                <a:moveTo>
                  <a:pt x="4750" y="0"/>
                </a:moveTo>
                <a:lnTo>
                  <a:pt x="4863" y="0"/>
                </a:lnTo>
                <a:lnTo>
                  <a:pt x="4863" y="23"/>
                </a:lnTo>
                <a:lnTo>
                  <a:pt x="4750" y="23"/>
                </a:lnTo>
                <a:lnTo>
                  <a:pt x="4750" y="0"/>
                </a:lnTo>
                <a:moveTo>
                  <a:pt x="4932" y="0"/>
                </a:moveTo>
                <a:lnTo>
                  <a:pt x="5046" y="0"/>
                </a:lnTo>
                <a:lnTo>
                  <a:pt x="5046" y="23"/>
                </a:lnTo>
                <a:lnTo>
                  <a:pt x="4932" y="23"/>
                </a:lnTo>
                <a:lnTo>
                  <a:pt x="4932" y="0"/>
                </a:lnTo>
                <a:moveTo>
                  <a:pt x="5114" y="0"/>
                </a:moveTo>
                <a:lnTo>
                  <a:pt x="5228" y="0"/>
                </a:lnTo>
                <a:lnTo>
                  <a:pt x="5228" y="23"/>
                </a:lnTo>
                <a:lnTo>
                  <a:pt x="5114" y="23"/>
                </a:lnTo>
                <a:lnTo>
                  <a:pt x="5114" y="0"/>
                </a:lnTo>
                <a:moveTo>
                  <a:pt x="5296" y="0"/>
                </a:moveTo>
                <a:lnTo>
                  <a:pt x="5410" y="0"/>
                </a:lnTo>
                <a:lnTo>
                  <a:pt x="5410" y="23"/>
                </a:lnTo>
                <a:lnTo>
                  <a:pt x="5296" y="23"/>
                </a:lnTo>
                <a:lnTo>
                  <a:pt x="5296" y="0"/>
                </a:lnTo>
                <a:moveTo>
                  <a:pt x="5478" y="0"/>
                </a:moveTo>
                <a:lnTo>
                  <a:pt x="5592" y="0"/>
                </a:lnTo>
                <a:lnTo>
                  <a:pt x="5592" y="23"/>
                </a:lnTo>
                <a:lnTo>
                  <a:pt x="5478" y="23"/>
                </a:lnTo>
                <a:lnTo>
                  <a:pt x="5478" y="0"/>
                </a:lnTo>
                <a:moveTo>
                  <a:pt x="5660" y="0"/>
                </a:moveTo>
                <a:lnTo>
                  <a:pt x="5774" y="0"/>
                </a:lnTo>
                <a:lnTo>
                  <a:pt x="5774" y="23"/>
                </a:lnTo>
                <a:lnTo>
                  <a:pt x="5660" y="23"/>
                </a:lnTo>
                <a:lnTo>
                  <a:pt x="5660" y="0"/>
                </a:lnTo>
                <a:moveTo>
                  <a:pt x="5843" y="0"/>
                </a:moveTo>
                <a:lnTo>
                  <a:pt x="5957" y="0"/>
                </a:lnTo>
                <a:lnTo>
                  <a:pt x="5957" y="23"/>
                </a:lnTo>
                <a:lnTo>
                  <a:pt x="5843" y="23"/>
                </a:lnTo>
                <a:lnTo>
                  <a:pt x="5843" y="0"/>
                </a:lnTo>
                <a:moveTo>
                  <a:pt x="6025" y="0"/>
                </a:moveTo>
                <a:lnTo>
                  <a:pt x="6139" y="0"/>
                </a:lnTo>
                <a:lnTo>
                  <a:pt x="6139" y="23"/>
                </a:lnTo>
                <a:lnTo>
                  <a:pt x="6025" y="23"/>
                </a:lnTo>
                <a:lnTo>
                  <a:pt x="6025" y="0"/>
                </a:lnTo>
                <a:moveTo>
                  <a:pt x="6207" y="0"/>
                </a:moveTo>
                <a:lnTo>
                  <a:pt x="6321" y="0"/>
                </a:lnTo>
                <a:lnTo>
                  <a:pt x="6321" y="23"/>
                </a:lnTo>
                <a:lnTo>
                  <a:pt x="6207" y="23"/>
                </a:lnTo>
                <a:lnTo>
                  <a:pt x="6207" y="0"/>
                </a:lnTo>
                <a:moveTo>
                  <a:pt x="6389" y="0"/>
                </a:moveTo>
                <a:lnTo>
                  <a:pt x="6503" y="0"/>
                </a:lnTo>
                <a:lnTo>
                  <a:pt x="6503" y="23"/>
                </a:lnTo>
                <a:lnTo>
                  <a:pt x="6389" y="23"/>
                </a:lnTo>
                <a:lnTo>
                  <a:pt x="6389" y="0"/>
                </a:lnTo>
                <a:moveTo>
                  <a:pt x="6571" y="0"/>
                </a:moveTo>
                <a:lnTo>
                  <a:pt x="6685" y="0"/>
                </a:lnTo>
                <a:lnTo>
                  <a:pt x="6685" y="23"/>
                </a:lnTo>
                <a:lnTo>
                  <a:pt x="6571" y="23"/>
                </a:lnTo>
                <a:lnTo>
                  <a:pt x="6571" y="0"/>
                </a:lnTo>
                <a:moveTo>
                  <a:pt x="6754" y="0"/>
                </a:moveTo>
                <a:lnTo>
                  <a:pt x="6867" y="0"/>
                </a:lnTo>
                <a:lnTo>
                  <a:pt x="6867" y="23"/>
                </a:lnTo>
                <a:lnTo>
                  <a:pt x="6754" y="23"/>
                </a:lnTo>
                <a:lnTo>
                  <a:pt x="6754" y="0"/>
                </a:lnTo>
                <a:moveTo>
                  <a:pt x="6936" y="0"/>
                </a:moveTo>
                <a:lnTo>
                  <a:pt x="7050" y="0"/>
                </a:lnTo>
                <a:lnTo>
                  <a:pt x="7050" y="23"/>
                </a:lnTo>
                <a:lnTo>
                  <a:pt x="6936" y="23"/>
                </a:lnTo>
                <a:lnTo>
                  <a:pt x="6936" y="0"/>
                </a:lnTo>
                <a:moveTo>
                  <a:pt x="7118" y="0"/>
                </a:moveTo>
                <a:lnTo>
                  <a:pt x="7232" y="0"/>
                </a:lnTo>
                <a:lnTo>
                  <a:pt x="7232" y="23"/>
                </a:lnTo>
                <a:lnTo>
                  <a:pt x="7118" y="23"/>
                </a:lnTo>
                <a:lnTo>
                  <a:pt x="7118" y="0"/>
                </a:lnTo>
                <a:moveTo>
                  <a:pt x="7300" y="0"/>
                </a:moveTo>
                <a:lnTo>
                  <a:pt x="7414" y="0"/>
                </a:lnTo>
                <a:lnTo>
                  <a:pt x="7414" y="23"/>
                </a:lnTo>
                <a:lnTo>
                  <a:pt x="7300" y="23"/>
                </a:lnTo>
                <a:lnTo>
                  <a:pt x="7300" y="0"/>
                </a:lnTo>
                <a:moveTo>
                  <a:pt x="7482" y="0"/>
                </a:moveTo>
                <a:lnTo>
                  <a:pt x="7596" y="0"/>
                </a:lnTo>
                <a:lnTo>
                  <a:pt x="7596" y="23"/>
                </a:lnTo>
                <a:lnTo>
                  <a:pt x="7482" y="23"/>
                </a:lnTo>
                <a:lnTo>
                  <a:pt x="7482" y="0"/>
                </a:lnTo>
                <a:moveTo>
                  <a:pt x="7665" y="0"/>
                </a:moveTo>
                <a:lnTo>
                  <a:pt x="7778" y="0"/>
                </a:lnTo>
                <a:lnTo>
                  <a:pt x="7778" y="23"/>
                </a:lnTo>
                <a:lnTo>
                  <a:pt x="7665" y="23"/>
                </a:lnTo>
                <a:lnTo>
                  <a:pt x="7665" y="0"/>
                </a:lnTo>
                <a:moveTo>
                  <a:pt x="7847" y="0"/>
                </a:moveTo>
                <a:lnTo>
                  <a:pt x="7961" y="0"/>
                </a:lnTo>
                <a:lnTo>
                  <a:pt x="7961" y="23"/>
                </a:lnTo>
                <a:lnTo>
                  <a:pt x="7847" y="23"/>
                </a:lnTo>
                <a:lnTo>
                  <a:pt x="7847" y="0"/>
                </a:lnTo>
                <a:moveTo>
                  <a:pt x="8029" y="0"/>
                </a:moveTo>
                <a:lnTo>
                  <a:pt x="8143" y="0"/>
                </a:lnTo>
                <a:lnTo>
                  <a:pt x="8143" y="23"/>
                </a:lnTo>
                <a:lnTo>
                  <a:pt x="8029" y="23"/>
                </a:lnTo>
                <a:lnTo>
                  <a:pt x="8029" y="0"/>
                </a:lnTo>
                <a:moveTo>
                  <a:pt x="8211" y="0"/>
                </a:moveTo>
                <a:lnTo>
                  <a:pt x="8325" y="0"/>
                </a:lnTo>
                <a:lnTo>
                  <a:pt x="8325" y="23"/>
                </a:lnTo>
                <a:lnTo>
                  <a:pt x="8211" y="23"/>
                </a:lnTo>
                <a:lnTo>
                  <a:pt x="8211" y="0"/>
                </a:lnTo>
                <a:moveTo>
                  <a:pt x="8393" y="0"/>
                </a:moveTo>
                <a:lnTo>
                  <a:pt x="8507" y="0"/>
                </a:lnTo>
                <a:lnTo>
                  <a:pt x="8507" y="23"/>
                </a:lnTo>
                <a:lnTo>
                  <a:pt x="8393" y="23"/>
                </a:lnTo>
                <a:lnTo>
                  <a:pt x="8393" y="0"/>
                </a:lnTo>
                <a:moveTo>
                  <a:pt x="8575" y="0"/>
                </a:moveTo>
                <a:lnTo>
                  <a:pt x="8689" y="0"/>
                </a:lnTo>
                <a:lnTo>
                  <a:pt x="8689" y="23"/>
                </a:lnTo>
                <a:lnTo>
                  <a:pt x="8575" y="23"/>
                </a:lnTo>
                <a:lnTo>
                  <a:pt x="8575" y="0"/>
                </a:lnTo>
                <a:moveTo>
                  <a:pt x="8758" y="0"/>
                </a:moveTo>
                <a:lnTo>
                  <a:pt x="8872" y="0"/>
                </a:lnTo>
                <a:lnTo>
                  <a:pt x="8872" y="23"/>
                </a:lnTo>
                <a:lnTo>
                  <a:pt x="8758" y="23"/>
                </a:lnTo>
                <a:lnTo>
                  <a:pt x="8758" y="0"/>
                </a:lnTo>
                <a:moveTo>
                  <a:pt x="8940" y="0"/>
                </a:moveTo>
                <a:lnTo>
                  <a:pt x="9054" y="0"/>
                </a:lnTo>
                <a:lnTo>
                  <a:pt x="9054" y="23"/>
                </a:lnTo>
                <a:lnTo>
                  <a:pt x="8940" y="23"/>
                </a:lnTo>
                <a:lnTo>
                  <a:pt x="8940" y="0"/>
                </a:lnTo>
                <a:moveTo>
                  <a:pt x="9122" y="0"/>
                </a:moveTo>
                <a:lnTo>
                  <a:pt x="9236" y="0"/>
                </a:lnTo>
                <a:lnTo>
                  <a:pt x="9236" y="23"/>
                </a:lnTo>
                <a:lnTo>
                  <a:pt x="9122" y="23"/>
                </a:lnTo>
                <a:lnTo>
                  <a:pt x="9122" y="0"/>
                </a:lnTo>
                <a:moveTo>
                  <a:pt x="9304" y="0"/>
                </a:moveTo>
                <a:lnTo>
                  <a:pt x="9418" y="0"/>
                </a:lnTo>
                <a:lnTo>
                  <a:pt x="9418" y="23"/>
                </a:lnTo>
                <a:lnTo>
                  <a:pt x="9304" y="23"/>
                </a:lnTo>
                <a:lnTo>
                  <a:pt x="9304" y="0"/>
                </a:lnTo>
                <a:moveTo>
                  <a:pt x="9486" y="0"/>
                </a:moveTo>
                <a:lnTo>
                  <a:pt x="9600" y="0"/>
                </a:lnTo>
                <a:lnTo>
                  <a:pt x="9600" y="23"/>
                </a:lnTo>
                <a:lnTo>
                  <a:pt x="9486" y="23"/>
                </a:lnTo>
                <a:lnTo>
                  <a:pt x="9486" y="0"/>
                </a:lnTo>
                <a:moveTo>
                  <a:pt x="9669" y="0"/>
                </a:moveTo>
                <a:lnTo>
                  <a:pt x="9782" y="0"/>
                </a:lnTo>
                <a:lnTo>
                  <a:pt x="9782" y="23"/>
                </a:lnTo>
                <a:lnTo>
                  <a:pt x="9669" y="23"/>
                </a:lnTo>
                <a:lnTo>
                  <a:pt x="9669" y="0"/>
                </a:lnTo>
                <a:moveTo>
                  <a:pt x="9851" y="0"/>
                </a:moveTo>
                <a:lnTo>
                  <a:pt x="9965" y="0"/>
                </a:lnTo>
                <a:lnTo>
                  <a:pt x="9965" y="23"/>
                </a:lnTo>
                <a:lnTo>
                  <a:pt x="9851" y="23"/>
                </a:lnTo>
                <a:lnTo>
                  <a:pt x="9851" y="0"/>
                </a:lnTo>
                <a:moveTo>
                  <a:pt x="10033" y="0"/>
                </a:moveTo>
                <a:lnTo>
                  <a:pt x="10147" y="0"/>
                </a:lnTo>
                <a:lnTo>
                  <a:pt x="10147" y="23"/>
                </a:lnTo>
                <a:lnTo>
                  <a:pt x="10033" y="23"/>
                </a:lnTo>
                <a:lnTo>
                  <a:pt x="10033" y="0"/>
                </a:lnTo>
                <a:moveTo>
                  <a:pt x="10215" y="0"/>
                </a:moveTo>
                <a:lnTo>
                  <a:pt x="10329" y="0"/>
                </a:lnTo>
                <a:lnTo>
                  <a:pt x="10329" y="23"/>
                </a:lnTo>
                <a:lnTo>
                  <a:pt x="10215" y="23"/>
                </a:lnTo>
                <a:lnTo>
                  <a:pt x="10215" y="0"/>
                </a:lnTo>
                <a:moveTo>
                  <a:pt x="10397" y="0"/>
                </a:moveTo>
                <a:lnTo>
                  <a:pt x="10454" y="0"/>
                </a:lnTo>
                <a:lnTo>
                  <a:pt x="10454" y="80"/>
                </a:lnTo>
                <a:lnTo>
                  <a:pt x="10432" y="80"/>
                </a:lnTo>
                <a:lnTo>
                  <a:pt x="10432" y="11"/>
                </a:lnTo>
                <a:lnTo>
                  <a:pt x="10443" y="11"/>
                </a:lnTo>
                <a:lnTo>
                  <a:pt x="10443" y="23"/>
                </a:lnTo>
                <a:lnTo>
                  <a:pt x="10397" y="23"/>
                </a:lnTo>
                <a:lnTo>
                  <a:pt x="10397" y="0"/>
                </a:lnTo>
                <a:moveTo>
                  <a:pt x="10454" y="148"/>
                </a:moveTo>
                <a:lnTo>
                  <a:pt x="10454" y="262"/>
                </a:lnTo>
                <a:lnTo>
                  <a:pt x="10432" y="262"/>
                </a:lnTo>
                <a:lnTo>
                  <a:pt x="10432" y="148"/>
                </a:lnTo>
                <a:lnTo>
                  <a:pt x="10454" y="148"/>
                </a:lnTo>
                <a:moveTo>
                  <a:pt x="10454" y="331"/>
                </a:moveTo>
                <a:lnTo>
                  <a:pt x="10454" y="445"/>
                </a:lnTo>
                <a:lnTo>
                  <a:pt x="10432" y="445"/>
                </a:lnTo>
                <a:lnTo>
                  <a:pt x="10432" y="331"/>
                </a:lnTo>
                <a:lnTo>
                  <a:pt x="10454" y="331"/>
                </a:lnTo>
                <a:moveTo>
                  <a:pt x="10454" y="514"/>
                </a:moveTo>
                <a:lnTo>
                  <a:pt x="10454" y="628"/>
                </a:lnTo>
                <a:lnTo>
                  <a:pt x="10432" y="628"/>
                </a:lnTo>
                <a:lnTo>
                  <a:pt x="10432" y="514"/>
                </a:lnTo>
                <a:lnTo>
                  <a:pt x="10454" y="514"/>
                </a:lnTo>
                <a:moveTo>
                  <a:pt x="10454" y="696"/>
                </a:moveTo>
                <a:lnTo>
                  <a:pt x="10454" y="810"/>
                </a:lnTo>
                <a:lnTo>
                  <a:pt x="10432" y="810"/>
                </a:lnTo>
                <a:lnTo>
                  <a:pt x="10432" y="696"/>
                </a:lnTo>
                <a:lnTo>
                  <a:pt x="10454" y="696"/>
                </a:lnTo>
                <a:moveTo>
                  <a:pt x="10454" y="879"/>
                </a:moveTo>
                <a:lnTo>
                  <a:pt x="10454" y="994"/>
                </a:lnTo>
                <a:lnTo>
                  <a:pt x="10432" y="994"/>
                </a:lnTo>
                <a:lnTo>
                  <a:pt x="10432" y="879"/>
                </a:lnTo>
                <a:lnTo>
                  <a:pt x="10454" y="879"/>
                </a:lnTo>
                <a:moveTo>
                  <a:pt x="10454" y="1062"/>
                </a:moveTo>
                <a:lnTo>
                  <a:pt x="10454" y="1119"/>
                </a:lnTo>
                <a:lnTo>
                  <a:pt x="10375" y="1119"/>
                </a:lnTo>
                <a:lnTo>
                  <a:pt x="10375" y="1097"/>
                </a:lnTo>
                <a:lnTo>
                  <a:pt x="10443" y="1097"/>
                </a:lnTo>
                <a:lnTo>
                  <a:pt x="10443" y="1108"/>
                </a:lnTo>
                <a:lnTo>
                  <a:pt x="10432" y="1108"/>
                </a:lnTo>
                <a:lnTo>
                  <a:pt x="10432" y="1062"/>
                </a:lnTo>
                <a:lnTo>
                  <a:pt x="10454" y="1062"/>
                </a:lnTo>
                <a:moveTo>
                  <a:pt x="10306" y="1119"/>
                </a:moveTo>
                <a:lnTo>
                  <a:pt x="10192" y="1119"/>
                </a:lnTo>
                <a:lnTo>
                  <a:pt x="10192" y="1097"/>
                </a:lnTo>
                <a:lnTo>
                  <a:pt x="10306" y="1097"/>
                </a:lnTo>
                <a:lnTo>
                  <a:pt x="10306" y="1119"/>
                </a:lnTo>
                <a:moveTo>
                  <a:pt x="10124" y="1119"/>
                </a:moveTo>
                <a:lnTo>
                  <a:pt x="10010" y="1119"/>
                </a:lnTo>
                <a:lnTo>
                  <a:pt x="10010" y="1097"/>
                </a:lnTo>
                <a:lnTo>
                  <a:pt x="10124" y="1097"/>
                </a:lnTo>
                <a:lnTo>
                  <a:pt x="10124" y="1119"/>
                </a:lnTo>
                <a:moveTo>
                  <a:pt x="9942" y="1119"/>
                </a:moveTo>
                <a:lnTo>
                  <a:pt x="9828" y="1119"/>
                </a:lnTo>
                <a:lnTo>
                  <a:pt x="9828" y="1097"/>
                </a:lnTo>
                <a:lnTo>
                  <a:pt x="9942" y="1097"/>
                </a:lnTo>
                <a:lnTo>
                  <a:pt x="9942" y="1119"/>
                </a:lnTo>
                <a:moveTo>
                  <a:pt x="9760" y="1119"/>
                </a:moveTo>
                <a:lnTo>
                  <a:pt x="9646" y="1119"/>
                </a:lnTo>
                <a:lnTo>
                  <a:pt x="9646" y="1097"/>
                </a:lnTo>
                <a:lnTo>
                  <a:pt x="9760" y="1097"/>
                </a:lnTo>
                <a:lnTo>
                  <a:pt x="9760" y="1119"/>
                </a:lnTo>
                <a:moveTo>
                  <a:pt x="9578" y="1119"/>
                </a:moveTo>
                <a:lnTo>
                  <a:pt x="9464" y="1119"/>
                </a:lnTo>
                <a:lnTo>
                  <a:pt x="9464" y="1097"/>
                </a:lnTo>
                <a:lnTo>
                  <a:pt x="9578" y="1097"/>
                </a:lnTo>
                <a:lnTo>
                  <a:pt x="9578" y="1119"/>
                </a:lnTo>
                <a:moveTo>
                  <a:pt x="9395" y="1119"/>
                </a:moveTo>
                <a:lnTo>
                  <a:pt x="9281" y="1119"/>
                </a:lnTo>
                <a:lnTo>
                  <a:pt x="9281" y="1097"/>
                </a:lnTo>
                <a:lnTo>
                  <a:pt x="9395" y="1097"/>
                </a:lnTo>
                <a:lnTo>
                  <a:pt x="9395" y="1119"/>
                </a:lnTo>
                <a:moveTo>
                  <a:pt x="9213" y="1119"/>
                </a:moveTo>
                <a:lnTo>
                  <a:pt x="9099" y="1119"/>
                </a:lnTo>
                <a:lnTo>
                  <a:pt x="9099" y="1097"/>
                </a:lnTo>
                <a:lnTo>
                  <a:pt x="9213" y="1097"/>
                </a:lnTo>
                <a:lnTo>
                  <a:pt x="9213" y="1119"/>
                </a:lnTo>
                <a:moveTo>
                  <a:pt x="9031" y="1119"/>
                </a:moveTo>
                <a:lnTo>
                  <a:pt x="8917" y="1119"/>
                </a:lnTo>
                <a:lnTo>
                  <a:pt x="8917" y="1097"/>
                </a:lnTo>
                <a:lnTo>
                  <a:pt x="9031" y="1097"/>
                </a:lnTo>
                <a:lnTo>
                  <a:pt x="9031" y="1119"/>
                </a:lnTo>
                <a:moveTo>
                  <a:pt x="8849" y="1119"/>
                </a:moveTo>
                <a:lnTo>
                  <a:pt x="8735" y="1119"/>
                </a:lnTo>
                <a:lnTo>
                  <a:pt x="8735" y="1097"/>
                </a:lnTo>
                <a:lnTo>
                  <a:pt x="8849" y="1097"/>
                </a:lnTo>
                <a:lnTo>
                  <a:pt x="8849" y="1119"/>
                </a:lnTo>
                <a:moveTo>
                  <a:pt x="8667" y="1119"/>
                </a:moveTo>
                <a:lnTo>
                  <a:pt x="8553" y="1119"/>
                </a:lnTo>
                <a:lnTo>
                  <a:pt x="8553" y="1097"/>
                </a:lnTo>
                <a:lnTo>
                  <a:pt x="8667" y="1097"/>
                </a:lnTo>
                <a:lnTo>
                  <a:pt x="8667" y="1119"/>
                </a:lnTo>
                <a:moveTo>
                  <a:pt x="8484" y="1119"/>
                </a:moveTo>
                <a:lnTo>
                  <a:pt x="8371" y="1119"/>
                </a:lnTo>
                <a:lnTo>
                  <a:pt x="8371" y="1097"/>
                </a:lnTo>
                <a:lnTo>
                  <a:pt x="8484" y="1097"/>
                </a:lnTo>
                <a:lnTo>
                  <a:pt x="8484" y="1119"/>
                </a:lnTo>
                <a:moveTo>
                  <a:pt x="8302" y="1119"/>
                </a:moveTo>
                <a:lnTo>
                  <a:pt x="8188" y="1119"/>
                </a:lnTo>
                <a:lnTo>
                  <a:pt x="8188" y="1097"/>
                </a:lnTo>
                <a:lnTo>
                  <a:pt x="8302" y="1097"/>
                </a:lnTo>
                <a:lnTo>
                  <a:pt x="8302" y="1119"/>
                </a:lnTo>
                <a:moveTo>
                  <a:pt x="8120" y="1119"/>
                </a:moveTo>
                <a:lnTo>
                  <a:pt x="8006" y="1119"/>
                </a:lnTo>
                <a:lnTo>
                  <a:pt x="8006" y="1097"/>
                </a:lnTo>
                <a:lnTo>
                  <a:pt x="8120" y="1097"/>
                </a:lnTo>
                <a:lnTo>
                  <a:pt x="8120" y="1119"/>
                </a:lnTo>
                <a:moveTo>
                  <a:pt x="7938" y="1119"/>
                </a:moveTo>
                <a:lnTo>
                  <a:pt x="7824" y="1119"/>
                </a:lnTo>
                <a:lnTo>
                  <a:pt x="7824" y="1097"/>
                </a:lnTo>
                <a:lnTo>
                  <a:pt x="7938" y="1097"/>
                </a:lnTo>
                <a:lnTo>
                  <a:pt x="7938" y="1119"/>
                </a:lnTo>
                <a:moveTo>
                  <a:pt x="7756" y="1119"/>
                </a:moveTo>
                <a:lnTo>
                  <a:pt x="7642" y="1119"/>
                </a:lnTo>
                <a:lnTo>
                  <a:pt x="7642" y="1097"/>
                </a:lnTo>
                <a:lnTo>
                  <a:pt x="7756" y="1097"/>
                </a:lnTo>
                <a:lnTo>
                  <a:pt x="7756" y="1119"/>
                </a:lnTo>
                <a:moveTo>
                  <a:pt x="7573" y="1119"/>
                </a:moveTo>
                <a:lnTo>
                  <a:pt x="7460" y="1119"/>
                </a:lnTo>
                <a:lnTo>
                  <a:pt x="7460" y="1097"/>
                </a:lnTo>
                <a:lnTo>
                  <a:pt x="7573" y="1097"/>
                </a:lnTo>
                <a:lnTo>
                  <a:pt x="7573" y="1119"/>
                </a:lnTo>
                <a:moveTo>
                  <a:pt x="7391" y="1119"/>
                </a:moveTo>
                <a:lnTo>
                  <a:pt x="7277" y="1119"/>
                </a:lnTo>
                <a:lnTo>
                  <a:pt x="7277" y="1097"/>
                </a:lnTo>
                <a:lnTo>
                  <a:pt x="7391" y="1097"/>
                </a:lnTo>
                <a:lnTo>
                  <a:pt x="7391" y="1119"/>
                </a:lnTo>
                <a:moveTo>
                  <a:pt x="7209" y="1119"/>
                </a:moveTo>
                <a:lnTo>
                  <a:pt x="7095" y="1119"/>
                </a:lnTo>
                <a:lnTo>
                  <a:pt x="7095" y="1097"/>
                </a:lnTo>
                <a:lnTo>
                  <a:pt x="7209" y="1097"/>
                </a:lnTo>
                <a:lnTo>
                  <a:pt x="7209" y="1119"/>
                </a:lnTo>
                <a:moveTo>
                  <a:pt x="7027" y="1119"/>
                </a:moveTo>
                <a:lnTo>
                  <a:pt x="6913" y="1119"/>
                </a:lnTo>
                <a:lnTo>
                  <a:pt x="6913" y="1097"/>
                </a:lnTo>
                <a:lnTo>
                  <a:pt x="7027" y="1097"/>
                </a:lnTo>
                <a:lnTo>
                  <a:pt x="7027" y="1119"/>
                </a:lnTo>
                <a:moveTo>
                  <a:pt x="6845" y="1119"/>
                </a:moveTo>
                <a:lnTo>
                  <a:pt x="6731" y="1119"/>
                </a:lnTo>
                <a:lnTo>
                  <a:pt x="6731" y="1097"/>
                </a:lnTo>
                <a:lnTo>
                  <a:pt x="6845" y="1097"/>
                </a:lnTo>
                <a:lnTo>
                  <a:pt x="6845" y="1119"/>
                </a:lnTo>
                <a:moveTo>
                  <a:pt x="6663" y="1119"/>
                </a:moveTo>
                <a:lnTo>
                  <a:pt x="6549" y="1119"/>
                </a:lnTo>
                <a:lnTo>
                  <a:pt x="6549" y="1097"/>
                </a:lnTo>
                <a:lnTo>
                  <a:pt x="6663" y="1097"/>
                </a:lnTo>
                <a:lnTo>
                  <a:pt x="6663" y="1119"/>
                </a:lnTo>
                <a:moveTo>
                  <a:pt x="6480" y="1119"/>
                </a:moveTo>
                <a:lnTo>
                  <a:pt x="6366" y="1119"/>
                </a:lnTo>
                <a:lnTo>
                  <a:pt x="6366" y="1097"/>
                </a:lnTo>
                <a:lnTo>
                  <a:pt x="6480" y="1097"/>
                </a:lnTo>
                <a:lnTo>
                  <a:pt x="6480" y="1119"/>
                </a:lnTo>
                <a:moveTo>
                  <a:pt x="6298" y="1119"/>
                </a:moveTo>
                <a:lnTo>
                  <a:pt x="6184" y="1119"/>
                </a:lnTo>
                <a:lnTo>
                  <a:pt x="6184" y="1097"/>
                </a:lnTo>
                <a:lnTo>
                  <a:pt x="6298" y="1097"/>
                </a:lnTo>
                <a:lnTo>
                  <a:pt x="6298" y="1119"/>
                </a:lnTo>
                <a:moveTo>
                  <a:pt x="6116" y="1119"/>
                </a:moveTo>
                <a:lnTo>
                  <a:pt x="6002" y="1119"/>
                </a:lnTo>
                <a:lnTo>
                  <a:pt x="6002" y="1097"/>
                </a:lnTo>
                <a:lnTo>
                  <a:pt x="6116" y="1097"/>
                </a:lnTo>
                <a:lnTo>
                  <a:pt x="6116" y="1119"/>
                </a:lnTo>
                <a:moveTo>
                  <a:pt x="5934" y="1119"/>
                </a:moveTo>
                <a:lnTo>
                  <a:pt x="5820" y="1119"/>
                </a:lnTo>
                <a:lnTo>
                  <a:pt x="5820" y="1097"/>
                </a:lnTo>
                <a:lnTo>
                  <a:pt x="5934" y="1097"/>
                </a:lnTo>
                <a:lnTo>
                  <a:pt x="5934" y="1119"/>
                </a:lnTo>
                <a:moveTo>
                  <a:pt x="5752" y="1119"/>
                </a:moveTo>
                <a:lnTo>
                  <a:pt x="5638" y="1119"/>
                </a:lnTo>
                <a:lnTo>
                  <a:pt x="5638" y="1097"/>
                </a:lnTo>
                <a:lnTo>
                  <a:pt x="5752" y="1097"/>
                </a:lnTo>
                <a:lnTo>
                  <a:pt x="5752" y="1119"/>
                </a:lnTo>
                <a:moveTo>
                  <a:pt x="5569" y="1119"/>
                </a:moveTo>
                <a:lnTo>
                  <a:pt x="5456" y="1119"/>
                </a:lnTo>
                <a:lnTo>
                  <a:pt x="5456" y="1097"/>
                </a:lnTo>
                <a:lnTo>
                  <a:pt x="5569" y="1097"/>
                </a:lnTo>
                <a:lnTo>
                  <a:pt x="5569" y="1119"/>
                </a:lnTo>
                <a:moveTo>
                  <a:pt x="5387" y="1119"/>
                </a:moveTo>
                <a:lnTo>
                  <a:pt x="5273" y="1119"/>
                </a:lnTo>
                <a:lnTo>
                  <a:pt x="5273" y="1097"/>
                </a:lnTo>
                <a:lnTo>
                  <a:pt x="5387" y="1097"/>
                </a:lnTo>
                <a:lnTo>
                  <a:pt x="5387" y="1119"/>
                </a:lnTo>
                <a:moveTo>
                  <a:pt x="5205" y="1119"/>
                </a:moveTo>
                <a:lnTo>
                  <a:pt x="5091" y="1119"/>
                </a:lnTo>
                <a:lnTo>
                  <a:pt x="5091" y="1097"/>
                </a:lnTo>
                <a:lnTo>
                  <a:pt x="5205" y="1097"/>
                </a:lnTo>
                <a:lnTo>
                  <a:pt x="5205" y="1119"/>
                </a:lnTo>
                <a:moveTo>
                  <a:pt x="5023" y="1119"/>
                </a:moveTo>
                <a:lnTo>
                  <a:pt x="4909" y="1119"/>
                </a:lnTo>
                <a:lnTo>
                  <a:pt x="4909" y="1097"/>
                </a:lnTo>
                <a:lnTo>
                  <a:pt x="5023" y="1097"/>
                </a:lnTo>
                <a:lnTo>
                  <a:pt x="5023" y="1119"/>
                </a:lnTo>
                <a:moveTo>
                  <a:pt x="4841" y="1119"/>
                </a:moveTo>
                <a:lnTo>
                  <a:pt x="4727" y="1119"/>
                </a:lnTo>
                <a:lnTo>
                  <a:pt x="4727" y="1097"/>
                </a:lnTo>
                <a:lnTo>
                  <a:pt x="4841" y="1097"/>
                </a:lnTo>
                <a:lnTo>
                  <a:pt x="4841" y="1119"/>
                </a:lnTo>
                <a:moveTo>
                  <a:pt x="4658" y="1119"/>
                </a:moveTo>
                <a:lnTo>
                  <a:pt x="4545" y="1119"/>
                </a:lnTo>
                <a:lnTo>
                  <a:pt x="4545" y="1097"/>
                </a:lnTo>
                <a:lnTo>
                  <a:pt x="4658" y="1097"/>
                </a:lnTo>
                <a:lnTo>
                  <a:pt x="4658" y="1119"/>
                </a:lnTo>
                <a:moveTo>
                  <a:pt x="4476" y="1119"/>
                </a:moveTo>
                <a:lnTo>
                  <a:pt x="4362" y="1119"/>
                </a:lnTo>
                <a:lnTo>
                  <a:pt x="4362" y="1097"/>
                </a:lnTo>
                <a:lnTo>
                  <a:pt x="4476" y="1097"/>
                </a:lnTo>
                <a:lnTo>
                  <a:pt x="4476" y="1119"/>
                </a:lnTo>
                <a:moveTo>
                  <a:pt x="4294" y="1119"/>
                </a:moveTo>
                <a:lnTo>
                  <a:pt x="4180" y="1119"/>
                </a:lnTo>
                <a:lnTo>
                  <a:pt x="4180" y="1097"/>
                </a:lnTo>
                <a:lnTo>
                  <a:pt x="4294" y="1097"/>
                </a:lnTo>
                <a:lnTo>
                  <a:pt x="4294" y="1119"/>
                </a:lnTo>
                <a:moveTo>
                  <a:pt x="4112" y="1119"/>
                </a:moveTo>
                <a:lnTo>
                  <a:pt x="3998" y="1119"/>
                </a:lnTo>
                <a:lnTo>
                  <a:pt x="3998" y="1097"/>
                </a:lnTo>
                <a:lnTo>
                  <a:pt x="4112" y="1097"/>
                </a:lnTo>
                <a:lnTo>
                  <a:pt x="4112" y="1119"/>
                </a:lnTo>
                <a:moveTo>
                  <a:pt x="3930" y="1119"/>
                </a:moveTo>
                <a:lnTo>
                  <a:pt x="3816" y="1119"/>
                </a:lnTo>
                <a:lnTo>
                  <a:pt x="3816" y="1097"/>
                </a:lnTo>
                <a:lnTo>
                  <a:pt x="3930" y="1097"/>
                </a:lnTo>
                <a:lnTo>
                  <a:pt x="3930" y="1119"/>
                </a:lnTo>
                <a:moveTo>
                  <a:pt x="3748" y="1119"/>
                </a:moveTo>
                <a:lnTo>
                  <a:pt x="3634" y="1119"/>
                </a:lnTo>
                <a:lnTo>
                  <a:pt x="3634" y="1097"/>
                </a:lnTo>
                <a:lnTo>
                  <a:pt x="3748" y="1097"/>
                </a:lnTo>
                <a:lnTo>
                  <a:pt x="3748" y="1119"/>
                </a:lnTo>
                <a:moveTo>
                  <a:pt x="3565" y="1119"/>
                </a:moveTo>
                <a:lnTo>
                  <a:pt x="3451" y="1119"/>
                </a:lnTo>
                <a:lnTo>
                  <a:pt x="3451" y="1097"/>
                </a:lnTo>
                <a:lnTo>
                  <a:pt x="3565" y="1097"/>
                </a:lnTo>
                <a:lnTo>
                  <a:pt x="3565" y="1119"/>
                </a:lnTo>
                <a:moveTo>
                  <a:pt x="3383" y="1119"/>
                </a:moveTo>
                <a:lnTo>
                  <a:pt x="3269" y="1119"/>
                </a:lnTo>
                <a:lnTo>
                  <a:pt x="3269" y="1097"/>
                </a:lnTo>
                <a:lnTo>
                  <a:pt x="3383" y="1097"/>
                </a:lnTo>
                <a:lnTo>
                  <a:pt x="3383" y="1119"/>
                </a:lnTo>
                <a:moveTo>
                  <a:pt x="3201" y="1119"/>
                </a:moveTo>
                <a:lnTo>
                  <a:pt x="3087" y="1119"/>
                </a:lnTo>
                <a:lnTo>
                  <a:pt x="3087" y="1097"/>
                </a:lnTo>
                <a:lnTo>
                  <a:pt x="3201" y="1097"/>
                </a:lnTo>
                <a:lnTo>
                  <a:pt x="3201" y="1119"/>
                </a:lnTo>
                <a:moveTo>
                  <a:pt x="3019" y="1119"/>
                </a:moveTo>
                <a:lnTo>
                  <a:pt x="2905" y="1119"/>
                </a:lnTo>
                <a:lnTo>
                  <a:pt x="2905" y="1097"/>
                </a:lnTo>
                <a:lnTo>
                  <a:pt x="3019" y="1097"/>
                </a:lnTo>
                <a:lnTo>
                  <a:pt x="3019" y="1119"/>
                </a:lnTo>
                <a:moveTo>
                  <a:pt x="2837" y="1119"/>
                </a:moveTo>
                <a:lnTo>
                  <a:pt x="2722" y="1119"/>
                </a:lnTo>
                <a:lnTo>
                  <a:pt x="2722" y="1097"/>
                </a:lnTo>
                <a:lnTo>
                  <a:pt x="2837" y="1097"/>
                </a:lnTo>
                <a:lnTo>
                  <a:pt x="2837" y="1119"/>
                </a:lnTo>
                <a:moveTo>
                  <a:pt x="2653" y="1119"/>
                </a:moveTo>
                <a:lnTo>
                  <a:pt x="2540" y="1119"/>
                </a:lnTo>
                <a:lnTo>
                  <a:pt x="2540" y="1097"/>
                </a:lnTo>
                <a:lnTo>
                  <a:pt x="2653" y="1097"/>
                </a:lnTo>
                <a:lnTo>
                  <a:pt x="2653" y="1119"/>
                </a:lnTo>
                <a:moveTo>
                  <a:pt x="2471" y="1119"/>
                </a:moveTo>
                <a:lnTo>
                  <a:pt x="2357" y="1119"/>
                </a:lnTo>
                <a:lnTo>
                  <a:pt x="2357" y="1097"/>
                </a:lnTo>
                <a:lnTo>
                  <a:pt x="2471" y="1097"/>
                </a:lnTo>
                <a:lnTo>
                  <a:pt x="2471" y="1119"/>
                </a:lnTo>
                <a:moveTo>
                  <a:pt x="2289" y="1119"/>
                </a:moveTo>
                <a:lnTo>
                  <a:pt x="2175" y="1119"/>
                </a:lnTo>
                <a:lnTo>
                  <a:pt x="2175" y="1097"/>
                </a:lnTo>
                <a:lnTo>
                  <a:pt x="2289" y="1097"/>
                </a:lnTo>
                <a:lnTo>
                  <a:pt x="2289" y="1119"/>
                </a:lnTo>
                <a:moveTo>
                  <a:pt x="2107" y="1119"/>
                </a:moveTo>
                <a:lnTo>
                  <a:pt x="1993" y="1119"/>
                </a:lnTo>
                <a:lnTo>
                  <a:pt x="1993" y="1097"/>
                </a:lnTo>
                <a:lnTo>
                  <a:pt x="2107" y="1097"/>
                </a:lnTo>
                <a:lnTo>
                  <a:pt x="2107" y="1119"/>
                </a:lnTo>
                <a:moveTo>
                  <a:pt x="1925" y="1119"/>
                </a:moveTo>
                <a:lnTo>
                  <a:pt x="1811" y="1119"/>
                </a:lnTo>
                <a:lnTo>
                  <a:pt x="1811" y="1097"/>
                </a:lnTo>
                <a:lnTo>
                  <a:pt x="1925" y="1097"/>
                </a:lnTo>
                <a:lnTo>
                  <a:pt x="1925" y="1119"/>
                </a:lnTo>
                <a:moveTo>
                  <a:pt x="1742" y="1119"/>
                </a:moveTo>
                <a:lnTo>
                  <a:pt x="1629" y="1119"/>
                </a:lnTo>
                <a:lnTo>
                  <a:pt x="1629" y="1097"/>
                </a:lnTo>
                <a:lnTo>
                  <a:pt x="1742" y="1097"/>
                </a:lnTo>
                <a:lnTo>
                  <a:pt x="1742" y="1119"/>
                </a:lnTo>
                <a:moveTo>
                  <a:pt x="1560" y="1119"/>
                </a:moveTo>
                <a:lnTo>
                  <a:pt x="1446" y="1119"/>
                </a:lnTo>
                <a:lnTo>
                  <a:pt x="1446" y="1097"/>
                </a:lnTo>
                <a:lnTo>
                  <a:pt x="1560" y="1097"/>
                </a:lnTo>
                <a:lnTo>
                  <a:pt x="1560" y="1119"/>
                </a:lnTo>
                <a:moveTo>
                  <a:pt x="1378" y="1119"/>
                </a:moveTo>
                <a:lnTo>
                  <a:pt x="1264" y="1119"/>
                </a:lnTo>
                <a:lnTo>
                  <a:pt x="1264" y="1097"/>
                </a:lnTo>
                <a:lnTo>
                  <a:pt x="1378" y="1097"/>
                </a:lnTo>
                <a:lnTo>
                  <a:pt x="1378" y="1119"/>
                </a:lnTo>
                <a:moveTo>
                  <a:pt x="1196" y="1119"/>
                </a:moveTo>
                <a:lnTo>
                  <a:pt x="1082" y="1119"/>
                </a:lnTo>
                <a:lnTo>
                  <a:pt x="1082" y="1097"/>
                </a:lnTo>
                <a:lnTo>
                  <a:pt x="1196" y="1097"/>
                </a:lnTo>
                <a:lnTo>
                  <a:pt x="1196" y="1119"/>
                </a:lnTo>
                <a:moveTo>
                  <a:pt x="1014" y="1119"/>
                </a:moveTo>
                <a:lnTo>
                  <a:pt x="900" y="1119"/>
                </a:lnTo>
                <a:lnTo>
                  <a:pt x="900" y="1097"/>
                </a:lnTo>
                <a:lnTo>
                  <a:pt x="1014" y="1097"/>
                </a:lnTo>
                <a:lnTo>
                  <a:pt x="1014" y="1119"/>
                </a:lnTo>
                <a:moveTo>
                  <a:pt x="831" y="1119"/>
                </a:moveTo>
                <a:lnTo>
                  <a:pt x="718" y="1119"/>
                </a:lnTo>
                <a:lnTo>
                  <a:pt x="718" y="1097"/>
                </a:lnTo>
                <a:lnTo>
                  <a:pt x="831" y="1097"/>
                </a:lnTo>
                <a:lnTo>
                  <a:pt x="831" y="1119"/>
                </a:lnTo>
                <a:moveTo>
                  <a:pt x="649" y="1119"/>
                </a:moveTo>
                <a:lnTo>
                  <a:pt x="535" y="1119"/>
                </a:lnTo>
                <a:lnTo>
                  <a:pt x="535" y="1097"/>
                </a:lnTo>
                <a:lnTo>
                  <a:pt x="649" y="1097"/>
                </a:lnTo>
                <a:lnTo>
                  <a:pt x="649" y="1119"/>
                </a:lnTo>
                <a:moveTo>
                  <a:pt x="467" y="1119"/>
                </a:moveTo>
                <a:lnTo>
                  <a:pt x="353" y="1119"/>
                </a:lnTo>
                <a:lnTo>
                  <a:pt x="353" y="1097"/>
                </a:lnTo>
                <a:lnTo>
                  <a:pt x="467" y="1097"/>
                </a:lnTo>
                <a:lnTo>
                  <a:pt x="467" y="1119"/>
                </a:lnTo>
                <a:moveTo>
                  <a:pt x="285" y="1119"/>
                </a:moveTo>
                <a:lnTo>
                  <a:pt x="171" y="1119"/>
                </a:lnTo>
                <a:lnTo>
                  <a:pt x="171" y="1097"/>
                </a:lnTo>
                <a:lnTo>
                  <a:pt x="285" y="1097"/>
                </a:lnTo>
                <a:lnTo>
                  <a:pt x="285" y="1119"/>
                </a:lnTo>
                <a:moveTo>
                  <a:pt x="103" y="1119"/>
                </a:moveTo>
                <a:lnTo>
                  <a:pt x="0" y="1119"/>
                </a:lnTo>
                <a:lnTo>
                  <a:pt x="0" y="1085"/>
                </a:lnTo>
                <a:lnTo>
                  <a:pt x="23" y="1085"/>
                </a:lnTo>
                <a:lnTo>
                  <a:pt x="23" y="1108"/>
                </a:lnTo>
                <a:lnTo>
                  <a:pt x="12" y="1108"/>
                </a:lnTo>
                <a:lnTo>
                  <a:pt x="12" y="1097"/>
                </a:lnTo>
                <a:lnTo>
                  <a:pt x="103" y="1097"/>
                </a:lnTo>
                <a:lnTo>
                  <a:pt x="103" y="1119"/>
                </a:lnTo>
                <a:moveTo>
                  <a:pt x="0" y="1017"/>
                </a:moveTo>
                <a:lnTo>
                  <a:pt x="0" y="902"/>
                </a:lnTo>
                <a:lnTo>
                  <a:pt x="23" y="902"/>
                </a:lnTo>
                <a:lnTo>
                  <a:pt x="23" y="1017"/>
                </a:lnTo>
                <a:lnTo>
                  <a:pt x="0" y="1017"/>
                </a:lnTo>
                <a:moveTo>
                  <a:pt x="0" y="833"/>
                </a:moveTo>
                <a:lnTo>
                  <a:pt x="0" y="719"/>
                </a:lnTo>
                <a:lnTo>
                  <a:pt x="23" y="719"/>
                </a:lnTo>
                <a:lnTo>
                  <a:pt x="23" y="833"/>
                </a:lnTo>
                <a:lnTo>
                  <a:pt x="0" y="833"/>
                </a:lnTo>
                <a:moveTo>
                  <a:pt x="0" y="650"/>
                </a:moveTo>
                <a:lnTo>
                  <a:pt x="0" y="536"/>
                </a:lnTo>
                <a:lnTo>
                  <a:pt x="23" y="536"/>
                </a:lnTo>
                <a:lnTo>
                  <a:pt x="23" y="650"/>
                </a:lnTo>
                <a:lnTo>
                  <a:pt x="0" y="650"/>
                </a:lnTo>
                <a:moveTo>
                  <a:pt x="0" y="468"/>
                </a:moveTo>
                <a:lnTo>
                  <a:pt x="0" y="354"/>
                </a:lnTo>
                <a:lnTo>
                  <a:pt x="23" y="354"/>
                </a:lnTo>
                <a:lnTo>
                  <a:pt x="23" y="468"/>
                </a:lnTo>
                <a:lnTo>
                  <a:pt x="0" y="468"/>
                </a:lnTo>
                <a:moveTo>
                  <a:pt x="0" y="285"/>
                </a:moveTo>
                <a:lnTo>
                  <a:pt x="0" y="171"/>
                </a:lnTo>
                <a:lnTo>
                  <a:pt x="23" y="171"/>
                </a:lnTo>
                <a:lnTo>
                  <a:pt x="23" y="285"/>
                </a:lnTo>
                <a:lnTo>
                  <a:pt x="0" y="285"/>
                </a:lnTo>
                <a:moveTo>
                  <a:pt x="0" y="103"/>
                </a:moveTo>
                <a:lnTo>
                  <a:pt x="0" y="0"/>
                </a:lnTo>
                <a:lnTo>
                  <a:pt x="126" y="0"/>
                </a:lnTo>
                <a:lnTo>
                  <a:pt x="126" y="23"/>
                </a:lnTo>
                <a:lnTo>
                  <a:pt x="12" y="23"/>
                </a:lnTo>
                <a:lnTo>
                  <a:pt x="12" y="11"/>
                </a:lnTo>
                <a:lnTo>
                  <a:pt x="23" y="11"/>
                </a:lnTo>
                <a:lnTo>
                  <a:pt x="23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0" name=""/>
          <p:cNvSpPr/>
          <p:nvPr/>
        </p:nvSpPr>
        <p:spPr>
          <a:xfrm>
            <a:off x="4490640" y="275256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1" name=""/>
          <p:cNvSpPr/>
          <p:nvPr/>
        </p:nvSpPr>
        <p:spPr>
          <a:xfrm>
            <a:off x="4490640" y="278136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867240" y="2530800"/>
            <a:ext cx="9396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Vestiging Zuid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982080" y="2743560"/>
            <a:ext cx="586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Lokaaltypes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4" name=""/>
          <p:cNvSpPr/>
          <p:nvPr/>
        </p:nvSpPr>
        <p:spPr>
          <a:xfrm>
            <a:off x="785160" y="3393360"/>
            <a:ext cx="7993800" cy="534600"/>
          </a:xfrm>
          <a:custGeom>
            <a:avLst/>
            <a:gdLst/>
            <a:ahLst/>
            <a:rect l="0" t="0" r="r" b="b"/>
            <a:pathLst>
              <a:path w="22205" h="1485">
                <a:moveTo>
                  <a:pt x="0" y="0"/>
                </a:moveTo>
                <a:lnTo>
                  <a:pt x="22205" y="0"/>
                </a:lnTo>
                <a:lnTo>
                  <a:pt x="22205" y="1485"/>
                </a:lnTo>
                <a:lnTo>
                  <a:pt x="0" y="1485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5" name=""/>
          <p:cNvSpPr/>
          <p:nvPr/>
        </p:nvSpPr>
        <p:spPr>
          <a:xfrm>
            <a:off x="780840" y="3389400"/>
            <a:ext cx="8002080" cy="542520"/>
          </a:xfrm>
          <a:custGeom>
            <a:avLst/>
            <a:gdLst/>
            <a:ahLst/>
            <a:rect l="0" t="0" r="r" b="b"/>
            <a:pathLst>
              <a:path w="22228" h="1507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6" y="0"/>
                </a:moveTo>
                <a:lnTo>
                  <a:pt x="490" y="0"/>
                </a:lnTo>
                <a:lnTo>
                  <a:pt x="490" y="23"/>
                </a:lnTo>
                <a:lnTo>
                  <a:pt x="376" y="23"/>
                </a:lnTo>
                <a:lnTo>
                  <a:pt x="376" y="0"/>
                </a:lnTo>
                <a:moveTo>
                  <a:pt x="558" y="0"/>
                </a:moveTo>
                <a:lnTo>
                  <a:pt x="672" y="0"/>
                </a:lnTo>
                <a:lnTo>
                  <a:pt x="672" y="23"/>
                </a:lnTo>
                <a:lnTo>
                  <a:pt x="558" y="23"/>
                </a:lnTo>
                <a:lnTo>
                  <a:pt x="558" y="0"/>
                </a:lnTo>
                <a:moveTo>
                  <a:pt x="741" y="0"/>
                </a:moveTo>
                <a:lnTo>
                  <a:pt x="854" y="0"/>
                </a:lnTo>
                <a:lnTo>
                  <a:pt x="854" y="23"/>
                </a:lnTo>
                <a:lnTo>
                  <a:pt x="741" y="23"/>
                </a:lnTo>
                <a:lnTo>
                  <a:pt x="741" y="0"/>
                </a:lnTo>
                <a:moveTo>
                  <a:pt x="923" y="0"/>
                </a:moveTo>
                <a:lnTo>
                  <a:pt x="1037" y="0"/>
                </a:lnTo>
                <a:lnTo>
                  <a:pt x="1037" y="23"/>
                </a:lnTo>
                <a:lnTo>
                  <a:pt x="923" y="23"/>
                </a:lnTo>
                <a:lnTo>
                  <a:pt x="923" y="0"/>
                </a:lnTo>
                <a:moveTo>
                  <a:pt x="1105" y="0"/>
                </a:moveTo>
                <a:lnTo>
                  <a:pt x="1219" y="0"/>
                </a:lnTo>
                <a:lnTo>
                  <a:pt x="1219" y="23"/>
                </a:lnTo>
                <a:lnTo>
                  <a:pt x="1105" y="23"/>
                </a:lnTo>
                <a:lnTo>
                  <a:pt x="1105" y="0"/>
                </a:lnTo>
                <a:moveTo>
                  <a:pt x="1287" y="0"/>
                </a:moveTo>
                <a:lnTo>
                  <a:pt x="1401" y="0"/>
                </a:lnTo>
                <a:lnTo>
                  <a:pt x="1401" y="23"/>
                </a:lnTo>
                <a:lnTo>
                  <a:pt x="1287" y="23"/>
                </a:lnTo>
                <a:lnTo>
                  <a:pt x="1287" y="0"/>
                </a:lnTo>
                <a:moveTo>
                  <a:pt x="1469" y="0"/>
                </a:moveTo>
                <a:lnTo>
                  <a:pt x="1583" y="0"/>
                </a:lnTo>
                <a:lnTo>
                  <a:pt x="1583" y="23"/>
                </a:lnTo>
                <a:lnTo>
                  <a:pt x="1469" y="23"/>
                </a:lnTo>
                <a:lnTo>
                  <a:pt x="1469" y="0"/>
                </a:lnTo>
                <a:moveTo>
                  <a:pt x="1652" y="0"/>
                </a:moveTo>
                <a:lnTo>
                  <a:pt x="1765" y="0"/>
                </a:lnTo>
                <a:lnTo>
                  <a:pt x="1765" y="23"/>
                </a:lnTo>
                <a:lnTo>
                  <a:pt x="1652" y="23"/>
                </a:lnTo>
                <a:lnTo>
                  <a:pt x="1652" y="0"/>
                </a:lnTo>
                <a:moveTo>
                  <a:pt x="1834" y="0"/>
                </a:moveTo>
                <a:lnTo>
                  <a:pt x="1948" y="0"/>
                </a:lnTo>
                <a:lnTo>
                  <a:pt x="1948" y="23"/>
                </a:lnTo>
                <a:lnTo>
                  <a:pt x="1834" y="23"/>
                </a:lnTo>
                <a:lnTo>
                  <a:pt x="1834" y="0"/>
                </a:lnTo>
                <a:moveTo>
                  <a:pt x="2016" y="0"/>
                </a:moveTo>
                <a:lnTo>
                  <a:pt x="2130" y="0"/>
                </a:lnTo>
                <a:lnTo>
                  <a:pt x="2130" y="23"/>
                </a:lnTo>
                <a:lnTo>
                  <a:pt x="2016" y="23"/>
                </a:lnTo>
                <a:lnTo>
                  <a:pt x="2016" y="0"/>
                </a:lnTo>
                <a:moveTo>
                  <a:pt x="2198" y="0"/>
                </a:moveTo>
                <a:lnTo>
                  <a:pt x="2312" y="0"/>
                </a:lnTo>
                <a:lnTo>
                  <a:pt x="2312" y="23"/>
                </a:lnTo>
                <a:lnTo>
                  <a:pt x="2198" y="23"/>
                </a:lnTo>
                <a:lnTo>
                  <a:pt x="2198" y="0"/>
                </a:lnTo>
                <a:moveTo>
                  <a:pt x="2380" y="0"/>
                </a:moveTo>
                <a:lnTo>
                  <a:pt x="2494" y="0"/>
                </a:lnTo>
                <a:lnTo>
                  <a:pt x="2494" y="23"/>
                </a:lnTo>
                <a:lnTo>
                  <a:pt x="2380" y="23"/>
                </a:lnTo>
                <a:lnTo>
                  <a:pt x="2380" y="0"/>
                </a:lnTo>
                <a:moveTo>
                  <a:pt x="2562" y="0"/>
                </a:moveTo>
                <a:lnTo>
                  <a:pt x="2676" y="0"/>
                </a:lnTo>
                <a:lnTo>
                  <a:pt x="2676" y="23"/>
                </a:lnTo>
                <a:lnTo>
                  <a:pt x="2562" y="23"/>
                </a:lnTo>
                <a:lnTo>
                  <a:pt x="2562" y="0"/>
                </a:lnTo>
                <a:moveTo>
                  <a:pt x="2745" y="0"/>
                </a:moveTo>
                <a:lnTo>
                  <a:pt x="2859" y="0"/>
                </a:lnTo>
                <a:lnTo>
                  <a:pt x="2859" y="23"/>
                </a:lnTo>
                <a:lnTo>
                  <a:pt x="2745" y="23"/>
                </a:lnTo>
                <a:lnTo>
                  <a:pt x="2745" y="0"/>
                </a:lnTo>
                <a:moveTo>
                  <a:pt x="2927" y="0"/>
                </a:moveTo>
                <a:lnTo>
                  <a:pt x="3041" y="0"/>
                </a:lnTo>
                <a:lnTo>
                  <a:pt x="3041" y="23"/>
                </a:lnTo>
                <a:lnTo>
                  <a:pt x="2927" y="23"/>
                </a:lnTo>
                <a:lnTo>
                  <a:pt x="2927" y="0"/>
                </a:lnTo>
                <a:moveTo>
                  <a:pt x="3109" y="0"/>
                </a:moveTo>
                <a:lnTo>
                  <a:pt x="3223" y="0"/>
                </a:lnTo>
                <a:lnTo>
                  <a:pt x="3223" y="23"/>
                </a:lnTo>
                <a:lnTo>
                  <a:pt x="3109" y="23"/>
                </a:lnTo>
                <a:lnTo>
                  <a:pt x="3109" y="0"/>
                </a:lnTo>
                <a:moveTo>
                  <a:pt x="3291" y="0"/>
                </a:moveTo>
                <a:lnTo>
                  <a:pt x="3405" y="0"/>
                </a:lnTo>
                <a:lnTo>
                  <a:pt x="3405" y="23"/>
                </a:lnTo>
                <a:lnTo>
                  <a:pt x="3291" y="23"/>
                </a:lnTo>
                <a:lnTo>
                  <a:pt x="3291" y="0"/>
                </a:lnTo>
                <a:moveTo>
                  <a:pt x="3473" y="0"/>
                </a:moveTo>
                <a:lnTo>
                  <a:pt x="3587" y="0"/>
                </a:lnTo>
                <a:lnTo>
                  <a:pt x="3587" y="23"/>
                </a:lnTo>
                <a:lnTo>
                  <a:pt x="3473" y="23"/>
                </a:lnTo>
                <a:lnTo>
                  <a:pt x="3473" y="0"/>
                </a:lnTo>
                <a:moveTo>
                  <a:pt x="3656" y="0"/>
                </a:moveTo>
                <a:lnTo>
                  <a:pt x="3769" y="0"/>
                </a:lnTo>
                <a:lnTo>
                  <a:pt x="3769" y="23"/>
                </a:lnTo>
                <a:lnTo>
                  <a:pt x="3656" y="23"/>
                </a:lnTo>
                <a:lnTo>
                  <a:pt x="3656" y="0"/>
                </a:lnTo>
                <a:moveTo>
                  <a:pt x="3838" y="0"/>
                </a:moveTo>
                <a:lnTo>
                  <a:pt x="3952" y="0"/>
                </a:lnTo>
                <a:lnTo>
                  <a:pt x="3952" y="23"/>
                </a:lnTo>
                <a:lnTo>
                  <a:pt x="3838" y="23"/>
                </a:lnTo>
                <a:lnTo>
                  <a:pt x="3838" y="0"/>
                </a:lnTo>
                <a:moveTo>
                  <a:pt x="4020" y="0"/>
                </a:moveTo>
                <a:lnTo>
                  <a:pt x="4134" y="0"/>
                </a:lnTo>
                <a:lnTo>
                  <a:pt x="4134" y="23"/>
                </a:lnTo>
                <a:lnTo>
                  <a:pt x="4020" y="23"/>
                </a:lnTo>
                <a:lnTo>
                  <a:pt x="4020" y="0"/>
                </a:lnTo>
                <a:moveTo>
                  <a:pt x="4202" y="0"/>
                </a:moveTo>
                <a:lnTo>
                  <a:pt x="4316" y="0"/>
                </a:lnTo>
                <a:lnTo>
                  <a:pt x="4316" y="23"/>
                </a:lnTo>
                <a:lnTo>
                  <a:pt x="4202" y="23"/>
                </a:lnTo>
                <a:lnTo>
                  <a:pt x="4202" y="0"/>
                </a:lnTo>
                <a:moveTo>
                  <a:pt x="4384" y="0"/>
                </a:moveTo>
                <a:lnTo>
                  <a:pt x="4498" y="0"/>
                </a:lnTo>
                <a:lnTo>
                  <a:pt x="4498" y="23"/>
                </a:lnTo>
                <a:lnTo>
                  <a:pt x="4384" y="23"/>
                </a:lnTo>
                <a:lnTo>
                  <a:pt x="4384" y="0"/>
                </a:lnTo>
                <a:moveTo>
                  <a:pt x="4567" y="0"/>
                </a:moveTo>
                <a:lnTo>
                  <a:pt x="4680" y="0"/>
                </a:lnTo>
                <a:lnTo>
                  <a:pt x="4680" y="23"/>
                </a:lnTo>
                <a:lnTo>
                  <a:pt x="4567" y="23"/>
                </a:lnTo>
                <a:lnTo>
                  <a:pt x="4567" y="0"/>
                </a:lnTo>
                <a:moveTo>
                  <a:pt x="4749" y="0"/>
                </a:moveTo>
                <a:lnTo>
                  <a:pt x="4863" y="0"/>
                </a:lnTo>
                <a:lnTo>
                  <a:pt x="4863" y="23"/>
                </a:lnTo>
                <a:lnTo>
                  <a:pt x="4749" y="23"/>
                </a:lnTo>
                <a:lnTo>
                  <a:pt x="4749" y="0"/>
                </a:lnTo>
                <a:moveTo>
                  <a:pt x="4931" y="0"/>
                </a:moveTo>
                <a:lnTo>
                  <a:pt x="5045" y="0"/>
                </a:lnTo>
                <a:lnTo>
                  <a:pt x="5045" y="23"/>
                </a:lnTo>
                <a:lnTo>
                  <a:pt x="4931" y="23"/>
                </a:lnTo>
                <a:lnTo>
                  <a:pt x="4931" y="0"/>
                </a:lnTo>
                <a:moveTo>
                  <a:pt x="5113" y="0"/>
                </a:moveTo>
                <a:lnTo>
                  <a:pt x="5227" y="0"/>
                </a:lnTo>
                <a:lnTo>
                  <a:pt x="5227" y="23"/>
                </a:lnTo>
                <a:lnTo>
                  <a:pt x="5113" y="23"/>
                </a:lnTo>
                <a:lnTo>
                  <a:pt x="5113" y="0"/>
                </a:lnTo>
                <a:moveTo>
                  <a:pt x="5295" y="0"/>
                </a:moveTo>
                <a:lnTo>
                  <a:pt x="5409" y="0"/>
                </a:lnTo>
                <a:lnTo>
                  <a:pt x="5409" y="23"/>
                </a:lnTo>
                <a:lnTo>
                  <a:pt x="5295" y="23"/>
                </a:lnTo>
                <a:lnTo>
                  <a:pt x="5295" y="0"/>
                </a:lnTo>
                <a:moveTo>
                  <a:pt x="5477" y="0"/>
                </a:moveTo>
                <a:lnTo>
                  <a:pt x="5591" y="0"/>
                </a:lnTo>
                <a:lnTo>
                  <a:pt x="5591" y="23"/>
                </a:lnTo>
                <a:lnTo>
                  <a:pt x="5477" y="23"/>
                </a:lnTo>
                <a:lnTo>
                  <a:pt x="5477" y="0"/>
                </a:lnTo>
                <a:moveTo>
                  <a:pt x="5660" y="0"/>
                </a:moveTo>
                <a:lnTo>
                  <a:pt x="5774" y="0"/>
                </a:lnTo>
                <a:lnTo>
                  <a:pt x="5774" y="23"/>
                </a:lnTo>
                <a:lnTo>
                  <a:pt x="5660" y="23"/>
                </a:lnTo>
                <a:lnTo>
                  <a:pt x="5660" y="0"/>
                </a:lnTo>
                <a:moveTo>
                  <a:pt x="5842" y="0"/>
                </a:moveTo>
                <a:lnTo>
                  <a:pt x="5956" y="0"/>
                </a:lnTo>
                <a:lnTo>
                  <a:pt x="5956" y="23"/>
                </a:lnTo>
                <a:lnTo>
                  <a:pt x="5842" y="23"/>
                </a:lnTo>
                <a:lnTo>
                  <a:pt x="5842" y="0"/>
                </a:lnTo>
                <a:moveTo>
                  <a:pt x="6024" y="0"/>
                </a:moveTo>
                <a:lnTo>
                  <a:pt x="6138" y="0"/>
                </a:lnTo>
                <a:lnTo>
                  <a:pt x="6138" y="23"/>
                </a:lnTo>
                <a:lnTo>
                  <a:pt x="6024" y="23"/>
                </a:lnTo>
                <a:lnTo>
                  <a:pt x="6024" y="0"/>
                </a:lnTo>
                <a:moveTo>
                  <a:pt x="6206" y="0"/>
                </a:moveTo>
                <a:lnTo>
                  <a:pt x="6320" y="0"/>
                </a:lnTo>
                <a:lnTo>
                  <a:pt x="6320" y="23"/>
                </a:lnTo>
                <a:lnTo>
                  <a:pt x="6206" y="23"/>
                </a:lnTo>
                <a:lnTo>
                  <a:pt x="6206" y="0"/>
                </a:lnTo>
                <a:moveTo>
                  <a:pt x="6388" y="0"/>
                </a:moveTo>
                <a:lnTo>
                  <a:pt x="6502" y="0"/>
                </a:lnTo>
                <a:lnTo>
                  <a:pt x="6502" y="23"/>
                </a:lnTo>
                <a:lnTo>
                  <a:pt x="6388" y="23"/>
                </a:lnTo>
                <a:lnTo>
                  <a:pt x="6388" y="0"/>
                </a:lnTo>
                <a:moveTo>
                  <a:pt x="6571" y="0"/>
                </a:moveTo>
                <a:lnTo>
                  <a:pt x="6684" y="0"/>
                </a:lnTo>
                <a:lnTo>
                  <a:pt x="6684" y="23"/>
                </a:lnTo>
                <a:lnTo>
                  <a:pt x="6571" y="23"/>
                </a:lnTo>
                <a:lnTo>
                  <a:pt x="6571" y="0"/>
                </a:lnTo>
                <a:moveTo>
                  <a:pt x="6753" y="0"/>
                </a:moveTo>
                <a:lnTo>
                  <a:pt x="6867" y="0"/>
                </a:lnTo>
                <a:lnTo>
                  <a:pt x="6867" y="23"/>
                </a:lnTo>
                <a:lnTo>
                  <a:pt x="6753" y="23"/>
                </a:lnTo>
                <a:lnTo>
                  <a:pt x="6753" y="0"/>
                </a:lnTo>
                <a:moveTo>
                  <a:pt x="6935" y="0"/>
                </a:moveTo>
                <a:lnTo>
                  <a:pt x="7049" y="0"/>
                </a:lnTo>
                <a:lnTo>
                  <a:pt x="7049" y="23"/>
                </a:lnTo>
                <a:lnTo>
                  <a:pt x="6935" y="23"/>
                </a:lnTo>
                <a:lnTo>
                  <a:pt x="6935" y="0"/>
                </a:lnTo>
                <a:moveTo>
                  <a:pt x="7117" y="0"/>
                </a:moveTo>
                <a:lnTo>
                  <a:pt x="7231" y="0"/>
                </a:lnTo>
                <a:lnTo>
                  <a:pt x="7231" y="23"/>
                </a:lnTo>
                <a:lnTo>
                  <a:pt x="7117" y="23"/>
                </a:lnTo>
                <a:lnTo>
                  <a:pt x="7117" y="0"/>
                </a:lnTo>
                <a:moveTo>
                  <a:pt x="7299" y="0"/>
                </a:moveTo>
                <a:lnTo>
                  <a:pt x="7413" y="0"/>
                </a:lnTo>
                <a:lnTo>
                  <a:pt x="7413" y="23"/>
                </a:lnTo>
                <a:lnTo>
                  <a:pt x="7299" y="23"/>
                </a:lnTo>
                <a:lnTo>
                  <a:pt x="7299" y="0"/>
                </a:lnTo>
                <a:moveTo>
                  <a:pt x="7482" y="0"/>
                </a:moveTo>
                <a:lnTo>
                  <a:pt x="7595" y="0"/>
                </a:lnTo>
                <a:lnTo>
                  <a:pt x="7595" y="23"/>
                </a:lnTo>
                <a:lnTo>
                  <a:pt x="7482" y="23"/>
                </a:lnTo>
                <a:lnTo>
                  <a:pt x="7482" y="0"/>
                </a:lnTo>
                <a:moveTo>
                  <a:pt x="7664" y="0"/>
                </a:moveTo>
                <a:lnTo>
                  <a:pt x="7778" y="0"/>
                </a:lnTo>
                <a:lnTo>
                  <a:pt x="7778" y="23"/>
                </a:lnTo>
                <a:lnTo>
                  <a:pt x="7664" y="23"/>
                </a:lnTo>
                <a:lnTo>
                  <a:pt x="7664" y="0"/>
                </a:lnTo>
                <a:moveTo>
                  <a:pt x="7846" y="0"/>
                </a:moveTo>
                <a:lnTo>
                  <a:pt x="7960" y="0"/>
                </a:lnTo>
                <a:lnTo>
                  <a:pt x="7960" y="23"/>
                </a:lnTo>
                <a:lnTo>
                  <a:pt x="7846" y="23"/>
                </a:lnTo>
                <a:lnTo>
                  <a:pt x="7846" y="0"/>
                </a:lnTo>
                <a:moveTo>
                  <a:pt x="8028" y="0"/>
                </a:moveTo>
                <a:lnTo>
                  <a:pt x="8142" y="0"/>
                </a:lnTo>
                <a:lnTo>
                  <a:pt x="8142" y="23"/>
                </a:lnTo>
                <a:lnTo>
                  <a:pt x="8028" y="23"/>
                </a:lnTo>
                <a:lnTo>
                  <a:pt x="8028" y="0"/>
                </a:lnTo>
                <a:moveTo>
                  <a:pt x="8210" y="0"/>
                </a:moveTo>
                <a:lnTo>
                  <a:pt x="8324" y="0"/>
                </a:lnTo>
                <a:lnTo>
                  <a:pt x="8324" y="23"/>
                </a:lnTo>
                <a:lnTo>
                  <a:pt x="8210" y="23"/>
                </a:lnTo>
                <a:lnTo>
                  <a:pt x="8210" y="0"/>
                </a:lnTo>
                <a:moveTo>
                  <a:pt x="8392" y="0"/>
                </a:moveTo>
                <a:lnTo>
                  <a:pt x="8506" y="0"/>
                </a:lnTo>
                <a:lnTo>
                  <a:pt x="8506" y="23"/>
                </a:lnTo>
                <a:lnTo>
                  <a:pt x="8392" y="23"/>
                </a:lnTo>
                <a:lnTo>
                  <a:pt x="8392" y="0"/>
                </a:lnTo>
                <a:moveTo>
                  <a:pt x="8575" y="0"/>
                </a:moveTo>
                <a:lnTo>
                  <a:pt x="8689" y="0"/>
                </a:lnTo>
                <a:lnTo>
                  <a:pt x="8689" y="23"/>
                </a:lnTo>
                <a:lnTo>
                  <a:pt x="8575" y="23"/>
                </a:lnTo>
                <a:lnTo>
                  <a:pt x="8575" y="0"/>
                </a:lnTo>
                <a:moveTo>
                  <a:pt x="8757" y="0"/>
                </a:moveTo>
                <a:lnTo>
                  <a:pt x="8871" y="0"/>
                </a:lnTo>
                <a:lnTo>
                  <a:pt x="8871" y="23"/>
                </a:lnTo>
                <a:lnTo>
                  <a:pt x="8757" y="23"/>
                </a:lnTo>
                <a:lnTo>
                  <a:pt x="8757" y="0"/>
                </a:lnTo>
                <a:moveTo>
                  <a:pt x="8939" y="0"/>
                </a:moveTo>
                <a:lnTo>
                  <a:pt x="9054" y="0"/>
                </a:lnTo>
                <a:lnTo>
                  <a:pt x="9054" y="23"/>
                </a:lnTo>
                <a:lnTo>
                  <a:pt x="8939" y="23"/>
                </a:lnTo>
                <a:lnTo>
                  <a:pt x="8939" y="0"/>
                </a:lnTo>
                <a:moveTo>
                  <a:pt x="9122" y="0"/>
                </a:moveTo>
                <a:lnTo>
                  <a:pt x="9236" y="0"/>
                </a:lnTo>
                <a:lnTo>
                  <a:pt x="9236" y="23"/>
                </a:lnTo>
                <a:lnTo>
                  <a:pt x="9122" y="23"/>
                </a:lnTo>
                <a:lnTo>
                  <a:pt x="9122" y="0"/>
                </a:lnTo>
                <a:moveTo>
                  <a:pt x="9304" y="0"/>
                </a:moveTo>
                <a:lnTo>
                  <a:pt x="9418" y="0"/>
                </a:lnTo>
                <a:lnTo>
                  <a:pt x="9418" y="23"/>
                </a:lnTo>
                <a:lnTo>
                  <a:pt x="9304" y="23"/>
                </a:lnTo>
                <a:lnTo>
                  <a:pt x="9304" y="0"/>
                </a:lnTo>
                <a:moveTo>
                  <a:pt x="9487" y="0"/>
                </a:moveTo>
                <a:lnTo>
                  <a:pt x="9600" y="0"/>
                </a:lnTo>
                <a:lnTo>
                  <a:pt x="9600" y="23"/>
                </a:lnTo>
                <a:lnTo>
                  <a:pt x="9487" y="23"/>
                </a:lnTo>
                <a:lnTo>
                  <a:pt x="9487" y="0"/>
                </a:lnTo>
                <a:moveTo>
                  <a:pt x="9669" y="0"/>
                </a:moveTo>
                <a:lnTo>
                  <a:pt x="9783" y="0"/>
                </a:lnTo>
                <a:lnTo>
                  <a:pt x="9783" y="23"/>
                </a:lnTo>
                <a:lnTo>
                  <a:pt x="9669" y="23"/>
                </a:lnTo>
                <a:lnTo>
                  <a:pt x="9669" y="0"/>
                </a:lnTo>
                <a:moveTo>
                  <a:pt x="9851" y="0"/>
                </a:moveTo>
                <a:lnTo>
                  <a:pt x="9965" y="0"/>
                </a:lnTo>
                <a:lnTo>
                  <a:pt x="9965" y="23"/>
                </a:lnTo>
                <a:lnTo>
                  <a:pt x="9851" y="23"/>
                </a:lnTo>
                <a:lnTo>
                  <a:pt x="9851" y="0"/>
                </a:lnTo>
                <a:moveTo>
                  <a:pt x="10033" y="0"/>
                </a:moveTo>
                <a:lnTo>
                  <a:pt x="10147" y="0"/>
                </a:lnTo>
                <a:lnTo>
                  <a:pt x="10147" y="23"/>
                </a:lnTo>
                <a:lnTo>
                  <a:pt x="10033" y="23"/>
                </a:lnTo>
                <a:lnTo>
                  <a:pt x="10033" y="0"/>
                </a:lnTo>
                <a:moveTo>
                  <a:pt x="10215" y="0"/>
                </a:moveTo>
                <a:lnTo>
                  <a:pt x="10329" y="0"/>
                </a:lnTo>
                <a:lnTo>
                  <a:pt x="10329" y="23"/>
                </a:lnTo>
                <a:lnTo>
                  <a:pt x="10215" y="23"/>
                </a:lnTo>
                <a:lnTo>
                  <a:pt x="10215" y="0"/>
                </a:lnTo>
                <a:moveTo>
                  <a:pt x="10398" y="0"/>
                </a:moveTo>
                <a:lnTo>
                  <a:pt x="10511" y="0"/>
                </a:lnTo>
                <a:lnTo>
                  <a:pt x="10511" y="23"/>
                </a:lnTo>
                <a:lnTo>
                  <a:pt x="10398" y="23"/>
                </a:lnTo>
                <a:lnTo>
                  <a:pt x="10398" y="0"/>
                </a:lnTo>
                <a:moveTo>
                  <a:pt x="10580" y="0"/>
                </a:moveTo>
                <a:lnTo>
                  <a:pt x="10694" y="0"/>
                </a:lnTo>
                <a:lnTo>
                  <a:pt x="10694" y="23"/>
                </a:lnTo>
                <a:lnTo>
                  <a:pt x="10580" y="23"/>
                </a:lnTo>
                <a:lnTo>
                  <a:pt x="10580" y="0"/>
                </a:lnTo>
                <a:moveTo>
                  <a:pt x="10762" y="0"/>
                </a:moveTo>
                <a:lnTo>
                  <a:pt x="10876" y="0"/>
                </a:lnTo>
                <a:lnTo>
                  <a:pt x="10876" y="23"/>
                </a:lnTo>
                <a:lnTo>
                  <a:pt x="10762" y="23"/>
                </a:lnTo>
                <a:lnTo>
                  <a:pt x="10762" y="0"/>
                </a:lnTo>
                <a:moveTo>
                  <a:pt x="10944" y="0"/>
                </a:moveTo>
                <a:lnTo>
                  <a:pt x="11058" y="0"/>
                </a:lnTo>
                <a:lnTo>
                  <a:pt x="11058" y="23"/>
                </a:lnTo>
                <a:lnTo>
                  <a:pt x="10944" y="23"/>
                </a:lnTo>
                <a:lnTo>
                  <a:pt x="10944" y="0"/>
                </a:lnTo>
                <a:moveTo>
                  <a:pt x="11126" y="0"/>
                </a:moveTo>
                <a:lnTo>
                  <a:pt x="11240" y="0"/>
                </a:lnTo>
                <a:lnTo>
                  <a:pt x="11240" y="23"/>
                </a:lnTo>
                <a:lnTo>
                  <a:pt x="11126" y="23"/>
                </a:lnTo>
                <a:lnTo>
                  <a:pt x="11126" y="0"/>
                </a:lnTo>
                <a:moveTo>
                  <a:pt x="11308" y="0"/>
                </a:moveTo>
                <a:lnTo>
                  <a:pt x="11422" y="0"/>
                </a:lnTo>
                <a:lnTo>
                  <a:pt x="11422" y="23"/>
                </a:lnTo>
                <a:lnTo>
                  <a:pt x="11308" y="23"/>
                </a:lnTo>
                <a:lnTo>
                  <a:pt x="11308" y="0"/>
                </a:lnTo>
                <a:moveTo>
                  <a:pt x="11491" y="0"/>
                </a:moveTo>
                <a:lnTo>
                  <a:pt x="11605" y="0"/>
                </a:lnTo>
                <a:lnTo>
                  <a:pt x="11605" y="23"/>
                </a:lnTo>
                <a:lnTo>
                  <a:pt x="11491" y="23"/>
                </a:lnTo>
                <a:lnTo>
                  <a:pt x="11491" y="0"/>
                </a:lnTo>
                <a:moveTo>
                  <a:pt x="11673" y="0"/>
                </a:moveTo>
                <a:lnTo>
                  <a:pt x="11787" y="0"/>
                </a:lnTo>
                <a:lnTo>
                  <a:pt x="11787" y="23"/>
                </a:lnTo>
                <a:lnTo>
                  <a:pt x="11673" y="23"/>
                </a:lnTo>
                <a:lnTo>
                  <a:pt x="11673" y="0"/>
                </a:lnTo>
                <a:moveTo>
                  <a:pt x="11855" y="0"/>
                </a:moveTo>
                <a:lnTo>
                  <a:pt x="11969" y="0"/>
                </a:lnTo>
                <a:lnTo>
                  <a:pt x="11969" y="23"/>
                </a:lnTo>
                <a:lnTo>
                  <a:pt x="11855" y="23"/>
                </a:lnTo>
                <a:lnTo>
                  <a:pt x="11855" y="0"/>
                </a:lnTo>
                <a:moveTo>
                  <a:pt x="12037" y="0"/>
                </a:moveTo>
                <a:lnTo>
                  <a:pt x="12151" y="0"/>
                </a:lnTo>
                <a:lnTo>
                  <a:pt x="12151" y="23"/>
                </a:lnTo>
                <a:lnTo>
                  <a:pt x="12037" y="23"/>
                </a:lnTo>
                <a:lnTo>
                  <a:pt x="12037" y="0"/>
                </a:lnTo>
                <a:moveTo>
                  <a:pt x="12219" y="0"/>
                </a:moveTo>
                <a:lnTo>
                  <a:pt x="12333" y="0"/>
                </a:lnTo>
                <a:lnTo>
                  <a:pt x="12333" y="23"/>
                </a:lnTo>
                <a:lnTo>
                  <a:pt x="12219" y="23"/>
                </a:lnTo>
                <a:lnTo>
                  <a:pt x="12219" y="0"/>
                </a:lnTo>
                <a:moveTo>
                  <a:pt x="12402" y="0"/>
                </a:moveTo>
                <a:lnTo>
                  <a:pt x="12515" y="0"/>
                </a:lnTo>
                <a:lnTo>
                  <a:pt x="12515" y="23"/>
                </a:lnTo>
                <a:lnTo>
                  <a:pt x="12402" y="23"/>
                </a:lnTo>
                <a:lnTo>
                  <a:pt x="12402" y="0"/>
                </a:lnTo>
                <a:moveTo>
                  <a:pt x="12584" y="0"/>
                </a:moveTo>
                <a:lnTo>
                  <a:pt x="12698" y="0"/>
                </a:lnTo>
                <a:lnTo>
                  <a:pt x="12698" y="23"/>
                </a:lnTo>
                <a:lnTo>
                  <a:pt x="12584" y="23"/>
                </a:lnTo>
                <a:lnTo>
                  <a:pt x="12584" y="0"/>
                </a:lnTo>
                <a:moveTo>
                  <a:pt x="12766" y="0"/>
                </a:moveTo>
                <a:lnTo>
                  <a:pt x="12880" y="0"/>
                </a:lnTo>
                <a:lnTo>
                  <a:pt x="12880" y="23"/>
                </a:lnTo>
                <a:lnTo>
                  <a:pt x="12766" y="23"/>
                </a:lnTo>
                <a:lnTo>
                  <a:pt x="12766" y="0"/>
                </a:lnTo>
                <a:moveTo>
                  <a:pt x="12948" y="0"/>
                </a:moveTo>
                <a:lnTo>
                  <a:pt x="13062" y="0"/>
                </a:lnTo>
                <a:lnTo>
                  <a:pt x="13062" y="23"/>
                </a:lnTo>
                <a:lnTo>
                  <a:pt x="12948" y="23"/>
                </a:lnTo>
                <a:lnTo>
                  <a:pt x="12948" y="0"/>
                </a:lnTo>
                <a:moveTo>
                  <a:pt x="13130" y="0"/>
                </a:moveTo>
                <a:lnTo>
                  <a:pt x="13244" y="0"/>
                </a:lnTo>
                <a:lnTo>
                  <a:pt x="13244" y="23"/>
                </a:lnTo>
                <a:lnTo>
                  <a:pt x="13130" y="23"/>
                </a:lnTo>
                <a:lnTo>
                  <a:pt x="13130" y="0"/>
                </a:lnTo>
                <a:moveTo>
                  <a:pt x="13313" y="0"/>
                </a:moveTo>
                <a:lnTo>
                  <a:pt x="13426" y="0"/>
                </a:lnTo>
                <a:lnTo>
                  <a:pt x="13426" y="23"/>
                </a:lnTo>
                <a:lnTo>
                  <a:pt x="13313" y="23"/>
                </a:lnTo>
                <a:lnTo>
                  <a:pt x="13313" y="0"/>
                </a:lnTo>
                <a:moveTo>
                  <a:pt x="13495" y="0"/>
                </a:moveTo>
                <a:lnTo>
                  <a:pt x="13609" y="0"/>
                </a:lnTo>
                <a:lnTo>
                  <a:pt x="13609" y="23"/>
                </a:lnTo>
                <a:lnTo>
                  <a:pt x="13495" y="23"/>
                </a:lnTo>
                <a:lnTo>
                  <a:pt x="13495" y="0"/>
                </a:lnTo>
                <a:moveTo>
                  <a:pt x="13677" y="0"/>
                </a:moveTo>
                <a:lnTo>
                  <a:pt x="13791" y="0"/>
                </a:lnTo>
                <a:lnTo>
                  <a:pt x="13791" y="23"/>
                </a:lnTo>
                <a:lnTo>
                  <a:pt x="13677" y="23"/>
                </a:lnTo>
                <a:lnTo>
                  <a:pt x="13677" y="0"/>
                </a:lnTo>
                <a:moveTo>
                  <a:pt x="13859" y="0"/>
                </a:moveTo>
                <a:lnTo>
                  <a:pt x="13973" y="0"/>
                </a:lnTo>
                <a:lnTo>
                  <a:pt x="13973" y="23"/>
                </a:lnTo>
                <a:lnTo>
                  <a:pt x="13859" y="23"/>
                </a:lnTo>
                <a:lnTo>
                  <a:pt x="13859" y="0"/>
                </a:lnTo>
                <a:moveTo>
                  <a:pt x="14041" y="0"/>
                </a:moveTo>
                <a:lnTo>
                  <a:pt x="14155" y="0"/>
                </a:lnTo>
                <a:lnTo>
                  <a:pt x="14155" y="23"/>
                </a:lnTo>
                <a:lnTo>
                  <a:pt x="14041" y="23"/>
                </a:lnTo>
                <a:lnTo>
                  <a:pt x="14041" y="0"/>
                </a:lnTo>
                <a:moveTo>
                  <a:pt x="14223" y="0"/>
                </a:moveTo>
                <a:lnTo>
                  <a:pt x="14337" y="0"/>
                </a:lnTo>
                <a:lnTo>
                  <a:pt x="14337" y="23"/>
                </a:lnTo>
                <a:lnTo>
                  <a:pt x="14223" y="23"/>
                </a:lnTo>
                <a:lnTo>
                  <a:pt x="14223" y="0"/>
                </a:lnTo>
                <a:moveTo>
                  <a:pt x="14406" y="0"/>
                </a:moveTo>
                <a:lnTo>
                  <a:pt x="14520" y="0"/>
                </a:lnTo>
                <a:lnTo>
                  <a:pt x="14520" y="23"/>
                </a:lnTo>
                <a:lnTo>
                  <a:pt x="14406" y="23"/>
                </a:lnTo>
                <a:lnTo>
                  <a:pt x="14406" y="0"/>
                </a:lnTo>
                <a:moveTo>
                  <a:pt x="14588" y="0"/>
                </a:moveTo>
                <a:lnTo>
                  <a:pt x="14702" y="0"/>
                </a:lnTo>
                <a:lnTo>
                  <a:pt x="14702" y="23"/>
                </a:lnTo>
                <a:lnTo>
                  <a:pt x="14588" y="23"/>
                </a:lnTo>
                <a:lnTo>
                  <a:pt x="14588" y="0"/>
                </a:lnTo>
                <a:moveTo>
                  <a:pt x="14770" y="0"/>
                </a:moveTo>
                <a:lnTo>
                  <a:pt x="14884" y="0"/>
                </a:lnTo>
                <a:lnTo>
                  <a:pt x="14884" y="23"/>
                </a:lnTo>
                <a:lnTo>
                  <a:pt x="14770" y="23"/>
                </a:lnTo>
                <a:lnTo>
                  <a:pt x="14770" y="0"/>
                </a:lnTo>
                <a:moveTo>
                  <a:pt x="14952" y="0"/>
                </a:moveTo>
                <a:lnTo>
                  <a:pt x="15066" y="0"/>
                </a:lnTo>
                <a:lnTo>
                  <a:pt x="15066" y="23"/>
                </a:lnTo>
                <a:lnTo>
                  <a:pt x="14952" y="23"/>
                </a:lnTo>
                <a:lnTo>
                  <a:pt x="14952" y="0"/>
                </a:lnTo>
                <a:moveTo>
                  <a:pt x="15134" y="0"/>
                </a:moveTo>
                <a:lnTo>
                  <a:pt x="15248" y="0"/>
                </a:lnTo>
                <a:lnTo>
                  <a:pt x="15248" y="23"/>
                </a:lnTo>
                <a:lnTo>
                  <a:pt x="15134" y="23"/>
                </a:lnTo>
                <a:lnTo>
                  <a:pt x="15134" y="0"/>
                </a:lnTo>
                <a:moveTo>
                  <a:pt x="15317" y="0"/>
                </a:moveTo>
                <a:lnTo>
                  <a:pt x="15430" y="0"/>
                </a:lnTo>
                <a:lnTo>
                  <a:pt x="15430" y="23"/>
                </a:lnTo>
                <a:lnTo>
                  <a:pt x="15317" y="23"/>
                </a:lnTo>
                <a:lnTo>
                  <a:pt x="15317" y="0"/>
                </a:lnTo>
                <a:moveTo>
                  <a:pt x="15499" y="0"/>
                </a:moveTo>
                <a:lnTo>
                  <a:pt x="15613" y="0"/>
                </a:lnTo>
                <a:lnTo>
                  <a:pt x="15613" y="23"/>
                </a:lnTo>
                <a:lnTo>
                  <a:pt x="15499" y="23"/>
                </a:lnTo>
                <a:lnTo>
                  <a:pt x="15499" y="0"/>
                </a:lnTo>
                <a:moveTo>
                  <a:pt x="15681" y="0"/>
                </a:moveTo>
                <a:lnTo>
                  <a:pt x="15795" y="0"/>
                </a:lnTo>
                <a:lnTo>
                  <a:pt x="15795" y="23"/>
                </a:lnTo>
                <a:lnTo>
                  <a:pt x="15681" y="23"/>
                </a:lnTo>
                <a:lnTo>
                  <a:pt x="15681" y="0"/>
                </a:lnTo>
                <a:moveTo>
                  <a:pt x="15863" y="0"/>
                </a:moveTo>
                <a:lnTo>
                  <a:pt x="15977" y="0"/>
                </a:lnTo>
                <a:lnTo>
                  <a:pt x="15977" y="23"/>
                </a:lnTo>
                <a:lnTo>
                  <a:pt x="15863" y="23"/>
                </a:lnTo>
                <a:lnTo>
                  <a:pt x="15863" y="0"/>
                </a:lnTo>
                <a:moveTo>
                  <a:pt x="16045" y="0"/>
                </a:moveTo>
                <a:lnTo>
                  <a:pt x="16159" y="0"/>
                </a:lnTo>
                <a:lnTo>
                  <a:pt x="16159" y="23"/>
                </a:lnTo>
                <a:lnTo>
                  <a:pt x="16045" y="23"/>
                </a:lnTo>
                <a:lnTo>
                  <a:pt x="16045" y="0"/>
                </a:lnTo>
                <a:moveTo>
                  <a:pt x="16228" y="0"/>
                </a:moveTo>
                <a:lnTo>
                  <a:pt x="16341" y="0"/>
                </a:lnTo>
                <a:lnTo>
                  <a:pt x="16341" y="23"/>
                </a:lnTo>
                <a:lnTo>
                  <a:pt x="16228" y="23"/>
                </a:lnTo>
                <a:lnTo>
                  <a:pt x="16228" y="0"/>
                </a:lnTo>
                <a:moveTo>
                  <a:pt x="16410" y="0"/>
                </a:moveTo>
                <a:lnTo>
                  <a:pt x="16524" y="0"/>
                </a:lnTo>
                <a:lnTo>
                  <a:pt x="16524" y="23"/>
                </a:lnTo>
                <a:lnTo>
                  <a:pt x="16410" y="23"/>
                </a:lnTo>
                <a:lnTo>
                  <a:pt x="16410" y="0"/>
                </a:lnTo>
                <a:moveTo>
                  <a:pt x="16592" y="0"/>
                </a:moveTo>
                <a:lnTo>
                  <a:pt x="16706" y="0"/>
                </a:lnTo>
                <a:lnTo>
                  <a:pt x="16706" y="23"/>
                </a:lnTo>
                <a:lnTo>
                  <a:pt x="16592" y="23"/>
                </a:lnTo>
                <a:lnTo>
                  <a:pt x="16592" y="0"/>
                </a:lnTo>
                <a:moveTo>
                  <a:pt x="16774" y="0"/>
                </a:moveTo>
                <a:lnTo>
                  <a:pt x="16888" y="0"/>
                </a:lnTo>
                <a:lnTo>
                  <a:pt x="16888" y="23"/>
                </a:lnTo>
                <a:lnTo>
                  <a:pt x="16774" y="23"/>
                </a:lnTo>
                <a:lnTo>
                  <a:pt x="16774" y="0"/>
                </a:lnTo>
                <a:moveTo>
                  <a:pt x="16956" y="0"/>
                </a:moveTo>
                <a:lnTo>
                  <a:pt x="17070" y="0"/>
                </a:lnTo>
                <a:lnTo>
                  <a:pt x="17070" y="23"/>
                </a:lnTo>
                <a:lnTo>
                  <a:pt x="16956" y="23"/>
                </a:lnTo>
                <a:lnTo>
                  <a:pt x="16956" y="0"/>
                </a:lnTo>
                <a:moveTo>
                  <a:pt x="17139" y="0"/>
                </a:moveTo>
                <a:lnTo>
                  <a:pt x="17252" y="0"/>
                </a:lnTo>
                <a:lnTo>
                  <a:pt x="17252" y="23"/>
                </a:lnTo>
                <a:lnTo>
                  <a:pt x="17139" y="23"/>
                </a:lnTo>
                <a:lnTo>
                  <a:pt x="17139" y="0"/>
                </a:lnTo>
                <a:moveTo>
                  <a:pt x="17321" y="0"/>
                </a:moveTo>
                <a:lnTo>
                  <a:pt x="17435" y="0"/>
                </a:lnTo>
                <a:lnTo>
                  <a:pt x="17435" y="23"/>
                </a:lnTo>
                <a:lnTo>
                  <a:pt x="17321" y="23"/>
                </a:lnTo>
                <a:lnTo>
                  <a:pt x="17321" y="0"/>
                </a:lnTo>
                <a:moveTo>
                  <a:pt x="17503" y="0"/>
                </a:moveTo>
                <a:lnTo>
                  <a:pt x="17617" y="0"/>
                </a:lnTo>
                <a:lnTo>
                  <a:pt x="17617" y="23"/>
                </a:lnTo>
                <a:lnTo>
                  <a:pt x="17503" y="23"/>
                </a:lnTo>
                <a:lnTo>
                  <a:pt x="17503" y="0"/>
                </a:lnTo>
                <a:moveTo>
                  <a:pt x="17685" y="0"/>
                </a:moveTo>
                <a:lnTo>
                  <a:pt x="17799" y="0"/>
                </a:lnTo>
                <a:lnTo>
                  <a:pt x="17799" y="23"/>
                </a:lnTo>
                <a:lnTo>
                  <a:pt x="17685" y="23"/>
                </a:lnTo>
                <a:lnTo>
                  <a:pt x="17685" y="0"/>
                </a:lnTo>
                <a:moveTo>
                  <a:pt x="17867" y="0"/>
                </a:moveTo>
                <a:lnTo>
                  <a:pt x="17981" y="0"/>
                </a:lnTo>
                <a:lnTo>
                  <a:pt x="17981" y="23"/>
                </a:lnTo>
                <a:lnTo>
                  <a:pt x="17867" y="23"/>
                </a:lnTo>
                <a:lnTo>
                  <a:pt x="17867" y="0"/>
                </a:lnTo>
                <a:moveTo>
                  <a:pt x="18049" y="0"/>
                </a:moveTo>
                <a:lnTo>
                  <a:pt x="18163" y="0"/>
                </a:lnTo>
                <a:lnTo>
                  <a:pt x="18163" y="23"/>
                </a:lnTo>
                <a:lnTo>
                  <a:pt x="18049" y="23"/>
                </a:lnTo>
                <a:lnTo>
                  <a:pt x="18049" y="0"/>
                </a:lnTo>
                <a:moveTo>
                  <a:pt x="18232" y="0"/>
                </a:moveTo>
                <a:lnTo>
                  <a:pt x="18346" y="0"/>
                </a:lnTo>
                <a:lnTo>
                  <a:pt x="18346" y="23"/>
                </a:lnTo>
                <a:lnTo>
                  <a:pt x="18232" y="23"/>
                </a:lnTo>
                <a:lnTo>
                  <a:pt x="18232" y="0"/>
                </a:lnTo>
                <a:moveTo>
                  <a:pt x="18414" y="0"/>
                </a:moveTo>
                <a:lnTo>
                  <a:pt x="18528" y="0"/>
                </a:lnTo>
                <a:lnTo>
                  <a:pt x="18528" y="23"/>
                </a:lnTo>
                <a:lnTo>
                  <a:pt x="18414" y="23"/>
                </a:lnTo>
                <a:lnTo>
                  <a:pt x="18414" y="0"/>
                </a:lnTo>
                <a:moveTo>
                  <a:pt x="18596" y="0"/>
                </a:moveTo>
                <a:lnTo>
                  <a:pt x="18710" y="0"/>
                </a:lnTo>
                <a:lnTo>
                  <a:pt x="18710" y="23"/>
                </a:lnTo>
                <a:lnTo>
                  <a:pt x="18596" y="23"/>
                </a:lnTo>
                <a:lnTo>
                  <a:pt x="18596" y="0"/>
                </a:lnTo>
                <a:moveTo>
                  <a:pt x="18778" y="0"/>
                </a:moveTo>
                <a:lnTo>
                  <a:pt x="18892" y="0"/>
                </a:lnTo>
                <a:lnTo>
                  <a:pt x="18892" y="23"/>
                </a:lnTo>
                <a:lnTo>
                  <a:pt x="18778" y="23"/>
                </a:lnTo>
                <a:lnTo>
                  <a:pt x="18778" y="0"/>
                </a:lnTo>
                <a:moveTo>
                  <a:pt x="18960" y="0"/>
                </a:moveTo>
                <a:lnTo>
                  <a:pt x="19074" y="0"/>
                </a:lnTo>
                <a:lnTo>
                  <a:pt x="19074" y="23"/>
                </a:lnTo>
                <a:lnTo>
                  <a:pt x="18960" y="23"/>
                </a:lnTo>
                <a:lnTo>
                  <a:pt x="18960" y="0"/>
                </a:lnTo>
                <a:moveTo>
                  <a:pt x="19143" y="0"/>
                </a:moveTo>
                <a:lnTo>
                  <a:pt x="19256" y="0"/>
                </a:lnTo>
                <a:lnTo>
                  <a:pt x="19256" y="23"/>
                </a:lnTo>
                <a:lnTo>
                  <a:pt x="19143" y="23"/>
                </a:lnTo>
                <a:lnTo>
                  <a:pt x="19143" y="0"/>
                </a:lnTo>
                <a:moveTo>
                  <a:pt x="19325" y="0"/>
                </a:moveTo>
                <a:lnTo>
                  <a:pt x="19439" y="0"/>
                </a:lnTo>
                <a:lnTo>
                  <a:pt x="19439" y="23"/>
                </a:lnTo>
                <a:lnTo>
                  <a:pt x="19325" y="23"/>
                </a:lnTo>
                <a:lnTo>
                  <a:pt x="19325" y="0"/>
                </a:lnTo>
                <a:moveTo>
                  <a:pt x="19507" y="0"/>
                </a:moveTo>
                <a:lnTo>
                  <a:pt x="19621" y="0"/>
                </a:lnTo>
                <a:lnTo>
                  <a:pt x="19621" y="23"/>
                </a:lnTo>
                <a:lnTo>
                  <a:pt x="19507" y="23"/>
                </a:lnTo>
                <a:lnTo>
                  <a:pt x="19507" y="0"/>
                </a:lnTo>
                <a:moveTo>
                  <a:pt x="19689" y="0"/>
                </a:moveTo>
                <a:lnTo>
                  <a:pt x="19803" y="0"/>
                </a:lnTo>
                <a:lnTo>
                  <a:pt x="19803" y="23"/>
                </a:lnTo>
                <a:lnTo>
                  <a:pt x="19689" y="23"/>
                </a:lnTo>
                <a:lnTo>
                  <a:pt x="19689" y="0"/>
                </a:lnTo>
                <a:moveTo>
                  <a:pt x="19871" y="0"/>
                </a:moveTo>
                <a:lnTo>
                  <a:pt x="19985" y="0"/>
                </a:lnTo>
                <a:lnTo>
                  <a:pt x="19985" y="23"/>
                </a:lnTo>
                <a:lnTo>
                  <a:pt x="19871" y="23"/>
                </a:lnTo>
                <a:lnTo>
                  <a:pt x="19871" y="0"/>
                </a:lnTo>
                <a:moveTo>
                  <a:pt x="20054" y="0"/>
                </a:moveTo>
                <a:lnTo>
                  <a:pt x="20167" y="0"/>
                </a:lnTo>
                <a:lnTo>
                  <a:pt x="20167" y="23"/>
                </a:lnTo>
                <a:lnTo>
                  <a:pt x="20054" y="23"/>
                </a:lnTo>
                <a:lnTo>
                  <a:pt x="20054" y="0"/>
                </a:lnTo>
                <a:moveTo>
                  <a:pt x="20236" y="0"/>
                </a:moveTo>
                <a:lnTo>
                  <a:pt x="20350" y="0"/>
                </a:lnTo>
                <a:lnTo>
                  <a:pt x="20350" y="23"/>
                </a:lnTo>
                <a:lnTo>
                  <a:pt x="20236" y="23"/>
                </a:lnTo>
                <a:lnTo>
                  <a:pt x="20236" y="0"/>
                </a:lnTo>
                <a:moveTo>
                  <a:pt x="20418" y="0"/>
                </a:moveTo>
                <a:lnTo>
                  <a:pt x="20532" y="0"/>
                </a:lnTo>
                <a:lnTo>
                  <a:pt x="20532" y="23"/>
                </a:lnTo>
                <a:lnTo>
                  <a:pt x="20418" y="23"/>
                </a:lnTo>
                <a:lnTo>
                  <a:pt x="20418" y="0"/>
                </a:lnTo>
                <a:moveTo>
                  <a:pt x="20600" y="0"/>
                </a:moveTo>
                <a:lnTo>
                  <a:pt x="20714" y="0"/>
                </a:lnTo>
                <a:lnTo>
                  <a:pt x="20714" y="23"/>
                </a:lnTo>
                <a:lnTo>
                  <a:pt x="20600" y="23"/>
                </a:lnTo>
                <a:lnTo>
                  <a:pt x="20600" y="0"/>
                </a:lnTo>
                <a:moveTo>
                  <a:pt x="20782" y="0"/>
                </a:moveTo>
                <a:lnTo>
                  <a:pt x="20896" y="0"/>
                </a:lnTo>
                <a:lnTo>
                  <a:pt x="20896" y="23"/>
                </a:lnTo>
                <a:lnTo>
                  <a:pt x="20782" y="23"/>
                </a:lnTo>
                <a:lnTo>
                  <a:pt x="20782" y="0"/>
                </a:lnTo>
                <a:moveTo>
                  <a:pt x="20964" y="0"/>
                </a:moveTo>
                <a:lnTo>
                  <a:pt x="21078" y="0"/>
                </a:lnTo>
                <a:lnTo>
                  <a:pt x="21078" y="23"/>
                </a:lnTo>
                <a:lnTo>
                  <a:pt x="20964" y="23"/>
                </a:lnTo>
                <a:lnTo>
                  <a:pt x="20964" y="0"/>
                </a:lnTo>
                <a:moveTo>
                  <a:pt x="21147" y="0"/>
                </a:moveTo>
                <a:lnTo>
                  <a:pt x="21261" y="0"/>
                </a:lnTo>
                <a:lnTo>
                  <a:pt x="21261" y="23"/>
                </a:lnTo>
                <a:lnTo>
                  <a:pt x="21147" y="23"/>
                </a:lnTo>
                <a:lnTo>
                  <a:pt x="21147" y="0"/>
                </a:lnTo>
                <a:moveTo>
                  <a:pt x="21329" y="0"/>
                </a:moveTo>
                <a:lnTo>
                  <a:pt x="21443" y="0"/>
                </a:lnTo>
                <a:lnTo>
                  <a:pt x="21443" y="23"/>
                </a:lnTo>
                <a:lnTo>
                  <a:pt x="21329" y="23"/>
                </a:lnTo>
                <a:lnTo>
                  <a:pt x="21329" y="0"/>
                </a:lnTo>
                <a:moveTo>
                  <a:pt x="21511" y="0"/>
                </a:moveTo>
                <a:lnTo>
                  <a:pt x="21625" y="0"/>
                </a:lnTo>
                <a:lnTo>
                  <a:pt x="21625" y="23"/>
                </a:lnTo>
                <a:lnTo>
                  <a:pt x="21511" y="23"/>
                </a:lnTo>
                <a:lnTo>
                  <a:pt x="21511" y="0"/>
                </a:lnTo>
                <a:moveTo>
                  <a:pt x="21693" y="0"/>
                </a:moveTo>
                <a:lnTo>
                  <a:pt x="21807" y="0"/>
                </a:lnTo>
                <a:lnTo>
                  <a:pt x="21807" y="23"/>
                </a:lnTo>
                <a:lnTo>
                  <a:pt x="21693" y="23"/>
                </a:lnTo>
                <a:lnTo>
                  <a:pt x="21693" y="0"/>
                </a:lnTo>
                <a:moveTo>
                  <a:pt x="21875" y="0"/>
                </a:moveTo>
                <a:lnTo>
                  <a:pt x="21989" y="0"/>
                </a:lnTo>
                <a:lnTo>
                  <a:pt x="21989" y="23"/>
                </a:lnTo>
                <a:lnTo>
                  <a:pt x="21875" y="23"/>
                </a:lnTo>
                <a:lnTo>
                  <a:pt x="21875" y="0"/>
                </a:lnTo>
                <a:moveTo>
                  <a:pt x="22058" y="0"/>
                </a:moveTo>
                <a:lnTo>
                  <a:pt x="22171" y="0"/>
                </a:lnTo>
                <a:lnTo>
                  <a:pt x="22171" y="23"/>
                </a:lnTo>
                <a:lnTo>
                  <a:pt x="22058" y="23"/>
                </a:lnTo>
                <a:lnTo>
                  <a:pt x="22058" y="0"/>
                </a:lnTo>
                <a:moveTo>
                  <a:pt x="22228" y="34"/>
                </a:moveTo>
                <a:lnTo>
                  <a:pt x="22228" y="148"/>
                </a:lnTo>
                <a:lnTo>
                  <a:pt x="22206" y="148"/>
                </a:lnTo>
                <a:lnTo>
                  <a:pt x="22206" y="34"/>
                </a:lnTo>
                <a:lnTo>
                  <a:pt x="22228" y="34"/>
                </a:lnTo>
                <a:moveTo>
                  <a:pt x="22228" y="217"/>
                </a:moveTo>
                <a:lnTo>
                  <a:pt x="22228" y="331"/>
                </a:lnTo>
                <a:lnTo>
                  <a:pt x="22206" y="331"/>
                </a:lnTo>
                <a:lnTo>
                  <a:pt x="22206" y="217"/>
                </a:lnTo>
                <a:lnTo>
                  <a:pt x="22228" y="217"/>
                </a:lnTo>
                <a:moveTo>
                  <a:pt x="22228" y="400"/>
                </a:moveTo>
                <a:lnTo>
                  <a:pt x="22228" y="514"/>
                </a:lnTo>
                <a:lnTo>
                  <a:pt x="22206" y="514"/>
                </a:lnTo>
                <a:lnTo>
                  <a:pt x="22206" y="400"/>
                </a:lnTo>
                <a:lnTo>
                  <a:pt x="22228" y="400"/>
                </a:lnTo>
                <a:moveTo>
                  <a:pt x="22228" y="583"/>
                </a:moveTo>
                <a:lnTo>
                  <a:pt x="22228" y="697"/>
                </a:lnTo>
                <a:lnTo>
                  <a:pt x="22206" y="697"/>
                </a:lnTo>
                <a:lnTo>
                  <a:pt x="22206" y="583"/>
                </a:lnTo>
                <a:lnTo>
                  <a:pt x="22228" y="583"/>
                </a:lnTo>
                <a:moveTo>
                  <a:pt x="22228" y="765"/>
                </a:moveTo>
                <a:lnTo>
                  <a:pt x="22228" y="880"/>
                </a:lnTo>
                <a:lnTo>
                  <a:pt x="22206" y="880"/>
                </a:lnTo>
                <a:lnTo>
                  <a:pt x="22206" y="765"/>
                </a:lnTo>
                <a:lnTo>
                  <a:pt x="22228" y="765"/>
                </a:lnTo>
                <a:moveTo>
                  <a:pt x="22228" y="948"/>
                </a:moveTo>
                <a:lnTo>
                  <a:pt x="22228" y="1062"/>
                </a:lnTo>
                <a:lnTo>
                  <a:pt x="22206" y="1062"/>
                </a:lnTo>
                <a:lnTo>
                  <a:pt x="22206" y="948"/>
                </a:lnTo>
                <a:lnTo>
                  <a:pt x="22228" y="948"/>
                </a:lnTo>
                <a:moveTo>
                  <a:pt x="22228" y="1131"/>
                </a:moveTo>
                <a:lnTo>
                  <a:pt x="22228" y="1245"/>
                </a:lnTo>
                <a:lnTo>
                  <a:pt x="22206" y="1245"/>
                </a:lnTo>
                <a:lnTo>
                  <a:pt x="22206" y="1131"/>
                </a:lnTo>
                <a:lnTo>
                  <a:pt x="22228" y="1131"/>
                </a:lnTo>
                <a:moveTo>
                  <a:pt x="22228" y="1313"/>
                </a:moveTo>
                <a:lnTo>
                  <a:pt x="22228" y="1427"/>
                </a:lnTo>
                <a:lnTo>
                  <a:pt x="22206" y="1427"/>
                </a:lnTo>
                <a:lnTo>
                  <a:pt x="22206" y="1313"/>
                </a:lnTo>
                <a:lnTo>
                  <a:pt x="22228" y="1313"/>
                </a:lnTo>
                <a:moveTo>
                  <a:pt x="22217" y="1507"/>
                </a:moveTo>
                <a:lnTo>
                  <a:pt x="22103" y="1507"/>
                </a:lnTo>
                <a:lnTo>
                  <a:pt x="22103" y="1484"/>
                </a:lnTo>
                <a:lnTo>
                  <a:pt x="22217" y="1484"/>
                </a:lnTo>
                <a:lnTo>
                  <a:pt x="22217" y="1507"/>
                </a:lnTo>
                <a:moveTo>
                  <a:pt x="22035" y="1507"/>
                </a:moveTo>
                <a:lnTo>
                  <a:pt x="21921" y="1507"/>
                </a:lnTo>
                <a:lnTo>
                  <a:pt x="21921" y="1484"/>
                </a:lnTo>
                <a:lnTo>
                  <a:pt x="22035" y="1484"/>
                </a:lnTo>
                <a:lnTo>
                  <a:pt x="22035" y="1507"/>
                </a:lnTo>
                <a:moveTo>
                  <a:pt x="21853" y="1507"/>
                </a:moveTo>
                <a:lnTo>
                  <a:pt x="21739" y="1507"/>
                </a:lnTo>
                <a:lnTo>
                  <a:pt x="21739" y="1484"/>
                </a:lnTo>
                <a:lnTo>
                  <a:pt x="21853" y="1484"/>
                </a:lnTo>
                <a:lnTo>
                  <a:pt x="21853" y="1507"/>
                </a:lnTo>
                <a:moveTo>
                  <a:pt x="21670" y="1507"/>
                </a:moveTo>
                <a:lnTo>
                  <a:pt x="21557" y="1507"/>
                </a:lnTo>
                <a:lnTo>
                  <a:pt x="21557" y="1484"/>
                </a:lnTo>
                <a:lnTo>
                  <a:pt x="21670" y="1484"/>
                </a:lnTo>
                <a:lnTo>
                  <a:pt x="21670" y="1507"/>
                </a:lnTo>
                <a:moveTo>
                  <a:pt x="21488" y="1507"/>
                </a:moveTo>
                <a:lnTo>
                  <a:pt x="21374" y="1507"/>
                </a:lnTo>
                <a:lnTo>
                  <a:pt x="21374" y="1484"/>
                </a:lnTo>
                <a:lnTo>
                  <a:pt x="21488" y="1484"/>
                </a:lnTo>
                <a:lnTo>
                  <a:pt x="21488" y="1507"/>
                </a:lnTo>
                <a:moveTo>
                  <a:pt x="21306" y="1507"/>
                </a:moveTo>
                <a:lnTo>
                  <a:pt x="21192" y="1507"/>
                </a:lnTo>
                <a:lnTo>
                  <a:pt x="21192" y="1484"/>
                </a:lnTo>
                <a:lnTo>
                  <a:pt x="21306" y="1484"/>
                </a:lnTo>
                <a:lnTo>
                  <a:pt x="21306" y="1507"/>
                </a:lnTo>
                <a:moveTo>
                  <a:pt x="21124" y="1507"/>
                </a:moveTo>
                <a:lnTo>
                  <a:pt x="21010" y="1507"/>
                </a:lnTo>
                <a:lnTo>
                  <a:pt x="21010" y="1484"/>
                </a:lnTo>
                <a:lnTo>
                  <a:pt x="21124" y="1484"/>
                </a:lnTo>
                <a:lnTo>
                  <a:pt x="21124" y="1507"/>
                </a:lnTo>
                <a:moveTo>
                  <a:pt x="20942" y="1507"/>
                </a:moveTo>
                <a:lnTo>
                  <a:pt x="20828" y="1507"/>
                </a:lnTo>
                <a:lnTo>
                  <a:pt x="20828" y="1484"/>
                </a:lnTo>
                <a:lnTo>
                  <a:pt x="20942" y="1484"/>
                </a:lnTo>
                <a:lnTo>
                  <a:pt x="20942" y="1507"/>
                </a:lnTo>
                <a:moveTo>
                  <a:pt x="20759" y="1507"/>
                </a:moveTo>
                <a:lnTo>
                  <a:pt x="20646" y="1507"/>
                </a:lnTo>
                <a:lnTo>
                  <a:pt x="20646" y="1484"/>
                </a:lnTo>
                <a:lnTo>
                  <a:pt x="20759" y="1484"/>
                </a:lnTo>
                <a:lnTo>
                  <a:pt x="20759" y="1507"/>
                </a:lnTo>
                <a:moveTo>
                  <a:pt x="20577" y="1507"/>
                </a:moveTo>
                <a:lnTo>
                  <a:pt x="20463" y="1507"/>
                </a:lnTo>
                <a:lnTo>
                  <a:pt x="20463" y="1484"/>
                </a:lnTo>
                <a:lnTo>
                  <a:pt x="20577" y="1484"/>
                </a:lnTo>
                <a:lnTo>
                  <a:pt x="20577" y="1507"/>
                </a:lnTo>
                <a:moveTo>
                  <a:pt x="20395" y="1507"/>
                </a:moveTo>
                <a:lnTo>
                  <a:pt x="20281" y="1507"/>
                </a:lnTo>
                <a:lnTo>
                  <a:pt x="20281" y="1484"/>
                </a:lnTo>
                <a:lnTo>
                  <a:pt x="20395" y="1484"/>
                </a:lnTo>
                <a:lnTo>
                  <a:pt x="20395" y="1507"/>
                </a:lnTo>
                <a:moveTo>
                  <a:pt x="20213" y="1507"/>
                </a:moveTo>
                <a:lnTo>
                  <a:pt x="20099" y="1507"/>
                </a:lnTo>
                <a:lnTo>
                  <a:pt x="20099" y="1484"/>
                </a:lnTo>
                <a:lnTo>
                  <a:pt x="20213" y="1484"/>
                </a:lnTo>
                <a:lnTo>
                  <a:pt x="20213" y="1507"/>
                </a:lnTo>
                <a:moveTo>
                  <a:pt x="20031" y="1507"/>
                </a:moveTo>
                <a:lnTo>
                  <a:pt x="19917" y="1507"/>
                </a:lnTo>
                <a:lnTo>
                  <a:pt x="19917" y="1484"/>
                </a:lnTo>
                <a:lnTo>
                  <a:pt x="20031" y="1484"/>
                </a:lnTo>
                <a:lnTo>
                  <a:pt x="20031" y="1507"/>
                </a:lnTo>
                <a:moveTo>
                  <a:pt x="19849" y="1507"/>
                </a:moveTo>
                <a:lnTo>
                  <a:pt x="19735" y="1507"/>
                </a:lnTo>
                <a:lnTo>
                  <a:pt x="19735" y="1484"/>
                </a:lnTo>
                <a:lnTo>
                  <a:pt x="19849" y="1484"/>
                </a:lnTo>
                <a:lnTo>
                  <a:pt x="19849" y="1507"/>
                </a:lnTo>
                <a:moveTo>
                  <a:pt x="19666" y="1507"/>
                </a:moveTo>
                <a:lnTo>
                  <a:pt x="19552" y="1507"/>
                </a:lnTo>
                <a:lnTo>
                  <a:pt x="19552" y="1484"/>
                </a:lnTo>
                <a:lnTo>
                  <a:pt x="19666" y="1484"/>
                </a:lnTo>
                <a:lnTo>
                  <a:pt x="19666" y="1507"/>
                </a:lnTo>
                <a:moveTo>
                  <a:pt x="19484" y="1507"/>
                </a:moveTo>
                <a:lnTo>
                  <a:pt x="19370" y="1507"/>
                </a:lnTo>
                <a:lnTo>
                  <a:pt x="19370" y="1484"/>
                </a:lnTo>
                <a:lnTo>
                  <a:pt x="19484" y="1484"/>
                </a:lnTo>
                <a:lnTo>
                  <a:pt x="19484" y="1507"/>
                </a:lnTo>
                <a:moveTo>
                  <a:pt x="19302" y="1507"/>
                </a:moveTo>
                <a:lnTo>
                  <a:pt x="19188" y="1507"/>
                </a:lnTo>
                <a:lnTo>
                  <a:pt x="19188" y="1484"/>
                </a:lnTo>
                <a:lnTo>
                  <a:pt x="19302" y="1484"/>
                </a:lnTo>
                <a:lnTo>
                  <a:pt x="19302" y="1507"/>
                </a:lnTo>
                <a:moveTo>
                  <a:pt x="19120" y="1507"/>
                </a:moveTo>
                <a:lnTo>
                  <a:pt x="19006" y="1507"/>
                </a:lnTo>
                <a:lnTo>
                  <a:pt x="19006" y="1484"/>
                </a:lnTo>
                <a:lnTo>
                  <a:pt x="19120" y="1484"/>
                </a:lnTo>
                <a:lnTo>
                  <a:pt x="19120" y="1507"/>
                </a:lnTo>
                <a:moveTo>
                  <a:pt x="18938" y="1507"/>
                </a:moveTo>
                <a:lnTo>
                  <a:pt x="18824" y="1507"/>
                </a:lnTo>
                <a:lnTo>
                  <a:pt x="18824" y="1484"/>
                </a:lnTo>
                <a:lnTo>
                  <a:pt x="18938" y="1484"/>
                </a:lnTo>
                <a:lnTo>
                  <a:pt x="18938" y="1507"/>
                </a:lnTo>
                <a:moveTo>
                  <a:pt x="18755" y="1507"/>
                </a:moveTo>
                <a:lnTo>
                  <a:pt x="18642" y="1507"/>
                </a:lnTo>
                <a:lnTo>
                  <a:pt x="18642" y="1484"/>
                </a:lnTo>
                <a:lnTo>
                  <a:pt x="18755" y="1484"/>
                </a:lnTo>
                <a:lnTo>
                  <a:pt x="18755" y="1507"/>
                </a:lnTo>
                <a:moveTo>
                  <a:pt x="18573" y="1507"/>
                </a:moveTo>
                <a:lnTo>
                  <a:pt x="18459" y="1507"/>
                </a:lnTo>
                <a:lnTo>
                  <a:pt x="18459" y="1484"/>
                </a:lnTo>
                <a:lnTo>
                  <a:pt x="18573" y="1484"/>
                </a:lnTo>
                <a:lnTo>
                  <a:pt x="18573" y="1507"/>
                </a:lnTo>
                <a:moveTo>
                  <a:pt x="18391" y="1507"/>
                </a:moveTo>
                <a:lnTo>
                  <a:pt x="18277" y="1507"/>
                </a:lnTo>
                <a:lnTo>
                  <a:pt x="18277" y="1484"/>
                </a:lnTo>
                <a:lnTo>
                  <a:pt x="18391" y="1484"/>
                </a:lnTo>
                <a:lnTo>
                  <a:pt x="18391" y="1507"/>
                </a:lnTo>
                <a:moveTo>
                  <a:pt x="18209" y="1507"/>
                </a:moveTo>
                <a:lnTo>
                  <a:pt x="18095" y="1507"/>
                </a:lnTo>
                <a:lnTo>
                  <a:pt x="18095" y="1484"/>
                </a:lnTo>
                <a:lnTo>
                  <a:pt x="18209" y="1484"/>
                </a:lnTo>
                <a:lnTo>
                  <a:pt x="18209" y="1507"/>
                </a:lnTo>
                <a:moveTo>
                  <a:pt x="18027" y="1507"/>
                </a:moveTo>
                <a:lnTo>
                  <a:pt x="17913" y="1507"/>
                </a:lnTo>
                <a:lnTo>
                  <a:pt x="17913" y="1484"/>
                </a:lnTo>
                <a:lnTo>
                  <a:pt x="18027" y="1484"/>
                </a:lnTo>
                <a:lnTo>
                  <a:pt x="18027" y="1507"/>
                </a:lnTo>
                <a:moveTo>
                  <a:pt x="17844" y="1507"/>
                </a:moveTo>
                <a:lnTo>
                  <a:pt x="17731" y="1507"/>
                </a:lnTo>
                <a:lnTo>
                  <a:pt x="17731" y="1484"/>
                </a:lnTo>
                <a:lnTo>
                  <a:pt x="17844" y="1484"/>
                </a:lnTo>
                <a:lnTo>
                  <a:pt x="17844" y="1507"/>
                </a:lnTo>
                <a:moveTo>
                  <a:pt x="17662" y="1507"/>
                </a:moveTo>
                <a:lnTo>
                  <a:pt x="17548" y="1507"/>
                </a:lnTo>
                <a:lnTo>
                  <a:pt x="17548" y="1484"/>
                </a:lnTo>
                <a:lnTo>
                  <a:pt x="17662" y="1484"/>
                </a:lnTo>
                <a:lnTo>
                  <a:pt x="17662" y="1507"/>
                </a:lnTo>
                <a:moveTo>
                  <a:pt x="17480" y="1507"/>
                </a:moveTo>
                <a:lnTo>
                  <a:pt x="17366" y="1507"/>
                </a:lnTo>
                <a:lnTo>
                  <a:pt x="17366" y="1484"/>
                </a:lnTo>
                <a:lnTo>
                  <a:pt x="17480" y="1484"/>
                </a:lnTo>
                <a:lnTo>
                  <a:pt x="17480" y="1507"/>
                </a:lnTo>
                <a:moveTo>
                  <a:pt x="17298" y="1507"/>
                </a:moveTo>
                <a:lnTo>
                  <a:pt x="17184" y="1507"/>
                </a:lnTo>
                <a:lnTo>
                  <a:pt x="17184" y="1484"/>
                </a:lnTo>
                <a:lnTo>
                  <a:pt x="17298" y="1484"/>
                </a:lnTo>
                <a:lnTo>
                  <a:pt x="17298" y="1507"/>
                </a:lnTo>
                <a:moveTo>
                  <a:pt x="17116" y="1507"/>
                </a:moveTo>
                <a:lnTo>
                  <a:pt x="17002" y="1507"/>
                </a:lnTo>
                <a:lnTo>
                  <a:pt x="17002" y="1484"/>
                </a:lnTo>
                <a:lnTo>
                  <a:pt x="17116" y="1484"/>
                </a:lnTo>
                <a:lnTo>
                  <a:pt x="17116" y="1507"/>
                </a:lnTo>
                <a:moveTo>
                  <a:pt x="16934" y="1507"/>
                </a:moveTo>
                <a:lnTo>
                  <a:pt x="16820" y="1507"/>
                </a:lnTo>
                <a:lnTo>
                  <a:pt x="16820" y="1484"/>
                </a:lnTo>
                <a:lnTo>
                  <a:pt x="16934" y="1484"/>
                </a:lnTo>
                <a:lnTo>
                  <a:pt x="16934" y="1507"/>
                </a:lnTo>
                <a:moveTo>
                  <a:pt x="16751" y="1507"/>
                </a:moveTo>
                <a:lnTo>
                  <a:pt x="16637" y="1507"/>
                </a:lnTo>
                <a:lnTo>
                  <a:pt x="16637" y="1484"/>
                </a:lnTo>
                <a:lnTo>
                  <a:pt x="16751" y="1484"/>
                </a:lnTo>
                <a:lnTo>
                  <a:pt x="16751" y="1507"/>
                </a:lnTo>
                <a:moveTo>
                  <a:pt x="16569" y="1507"/>
                </a:moveTo>
                <a:lnTo>
                  <a:pt x="16455" y="1507"/>
                </a:lnTo>
                <a:lnTo>
                  <a:pt x="16455" y="1484"/>
                </a:lnTo>
                <a:lnTo>
                  <a:pt x="16569" y="1484"/>
                </a:lnTo>
                <a:lnTo>
                  <a:pt x="16569" y="1507"/>
                </a:lnTo>
                <a:moveTo>
                  <a:pt x="16387" y="1507"/>
                </a:moveTo>
                <a:lnTo>
                  <a:pt x="16273" y="1507"/>
                </a:lnTo>
                <a:lnTo>
                  <a:pt x="16273" y="1484"/>
                </a:lnTo>
                <a:lnTo>
                  <a:pt x="16387" y="1484"/>
                </a:lnTo>
                <a:lnTo>
                  <a:pt x="16387" y="1507"/>
                </a:lnTo>
                <a:moveTo>
                  <a:pt x="16205" y="1507"/>
                </a:moveTo>
                <a:lnTo>
                  <a:pt x="16091" y="1507"/>
                </a:lnTo>
                <a:lnTo>
                  <a:pt x="16091" y="1484"/>
                </a:lnTo>
                <a:lnTo>
                  <a:pt x="16205" y="1484"/>
                </a:lnTo>
                <a:lnTo>
                  <a:pt x="16205" y="1507"/>
                </a:lnTo>
                <a:moveTo>
                  <a:pt x="16023" y="1507"/>
                </a:moveTo>
                <a:lnTo>
                  <a:pt x="15909" y="1507"/>
                </a:lnTo>
                <a:lnTo>
                  <a:pt x="15909" y="1484"/>
                </a:lnTo>
                <a:lnTo>
                  <a:pt x="16023" y="1484"/>
                </a:lnTo>
                <a:lnTo>
                  <a:pt x="16023" y="1507"/>
                </a:lnTo>
                <a:moveTo>
                  <a:pt x="15840" y="1507"/>
                </a:moveTo>
                <a:lnTo>
                  <a:pt x="15727" y="1507"/>
                </a:lnTo>
                <a:lnTo>
                  <a:pt x="15727" y="1484"/>
                </a:lnTo>
                <a:lnTo>
                  <a:pt x="15840" y="1484"/>
                </a:lnTo>
                <a:lnTo>
                  <a:pt x="15840" y="1507"/>
                </a:lnTo>
                <a:moveTo>
                  <a:pt x="15658" y="1507"/>
                </a:moveTo>
                <a:lnTo>
                  <a:pt x="15544" y="1507"/>
                </a:lnTo>
                <a:lnTo>
                  <a:pt x="15544" y="1484"/>
                </a:lnTo>
                <a:lnTo>
                  <a:pt x="15658" y="1484"/>
                </a:lnTo>
                <a:lnTo>
                  <a:pt x="15658" y="1507"/>
                </a:lnTo>
                <a:moveTo>
                  <a:pt x="15476" y="1507"/>
                </a:moveTo>
                <a:lnTo>
                  <a:pt x="15362" y="1507"/>
                </a:lnTo>
                <a:lnTo>
                  <a:pt x="15362" y="1484"/>
                </a:lnTo>
                <a:lnTo>
                  <a:pt x="15476" y="1484"/>
                </a:lnTo>
                <a:lnTo>
                  <a:pt x="15476" y="1507"/>
                </a:lnTo>
                <a:moveTo>
                  <a:pt x="15294" y="1507"/>
                </a:moveTo>
                <a:lnTo>
                  <a:pt x="15180" y="1507"/>
                </a:lnTo>
                <a:lnTo>
                  <a:pt x="15180" y="1484"/>
                </a:lnTo>
                <a:lnTo>
                  <a:pt x="15294" y="1484"/>
                </a:lnTo>
                <a:lnTo>
                  <a:pt x="15294" y="1507"/>
                </a:lnTo>
                <a:moveTo>
                  <a:pt x="15112" y="1507"/>
                </a:moveTo>
                <a:lnTo>
                  <a:pt x="14998" y="1507"/>
                </a:lnTo>
                <a:lnTo>
                  <a:pt x="14998" y="1484"/>
                </a:lnTo>
                <a:lnTo>
                  <a:pt x="15112" y="1484"/>
                </a:lnTo>
                <a:lnTo>
                  <a:pt x="15112" y="1507"/>
                </a:lnTo>
                <a:moveTo>
                  <a:pt x="14929" y="1507"/>
                </a:moveTo>
                <a:lnTo>
                  <a:pt x="14816" y="1507"/>
                </a:lnTo>
                <a:lnTo>
                  <a:pt x="14816" y="1484"/>
                </a:lnTo>
                <a:lnTo>
                  <a:pt x="14929" y="1484"/>
                </a:lnTo>
                <a:lnTo>
                  <a:pt x="14929" y="1507"/>
                </a:lnTo>
                <a:moveTo>
                  <a:pt x="14747" y="1507"/>
                </a:moveTo>
                <a:lnTo>
                  <a:pt x="14633" y="1507"/>
                </a:lnTo>
                <a:lnTo>
                  <a:pt x="14633" y="1484"/>
                </a:lnTo>
                <a:lnTo>
                  <a:pt x="14747" y="1484"/>
                </a:lnTo>
                <a:lnTo>
                  <a:pt x="14747" y="1507"/>
                </a:lnTo>
                <a:moveTo>
                  <a:pt x="14565" y="1507"/>
                </a:moveTo>
                <a:lnTo>
                  <a:pt x="14451" y="1507"/>
                </a:lnTo>
                <a:lnTo>
                  <a:pt x="14451" y="1484"/>
                </a:lnTo>
                <a:lnTo>
                  <a:pt x="14565" y="1484"/>
                </a:lnTo>
                <a:lnTo>
                  <a:pt x="14565" y="1507"/>
                </a:lnTo>
                <a:moveTo>
                  <a:pt x="14383" y="1507"/>
                </a:moveTo>
                <a:lnTo>
                  <a:pt x="14269" y="1507"/>
                </a:lnTo>
                <a:lnTo>
                  <a:pt x="14269" y="1484"/>
                </a:lnTo>
                <a:lnTo>
                  <a:pt x="14383" y="1484"/>
                </a:lnTo>
                <a:lnTo>
                  <a:pt x="14383" y="1507"/>
                </a:lnTo>
                <a:moveTo>
                  <a:pt x="14201" y="1507"/>
                </a:moveTo>
                <a:lnTo>
                  <a:pt x="14087" y="1507"/>
                </a:lnTo>
                <a:lnTo>
                  <a:pt x="14087" y="1484"/>
                </a:lnTo>
                <a:lnTo>
                  <a:pt x="14201" y="1484"/>
                </a:lnTo>
                <a:lnTo>
                  <a:pt x="14201" y="1507"/>
                </a:lnTo>
                <a:moveTo>
                  <a:pt x="14019" y="1507"/>
                </a:moveTo>
                <a:lnTo>
                  <a:pt x="13905" y="1507"/>
                </a:lnTo>
                <a:lnTo>
                  <a:pt x="13905" y="1484"/>
                </a:lnTo>
                <a:lnTo>
                  <a:pt x="14019" y="1484"/>
                </a:lnTo>
                <a:lnTo>
                  <a:pt x="14019" y="1507"/>
                </a:lnTo>
                <a:moveTo>
                  <a:pt x="13836" y="1507"/>
                </a:moveTo>
                <a:lnTo>
                  <a:pt x="13722" y="1507"/>
                </a:lnTo>
                <a:lnTo>
                  <a:pt x="13722" y="1484"/>
                </a:lnTo>
                <a:lnTo>
                  <a:pt x="13836" y="1484"/>
                </a:lnTo>
                <a:lnTo>
                  <a:pt x="13836" y="1507"/>
                </a:lnTo>
                <a:moveTo>
                  <a:pt x="13654" y="1507"/>
                </a:moveTo>
                <a:lnTo>
                  <a:pt x="13540" y="1507"/>
                </a:lnTo>
                <a:lnTo>
                  <a:pt x="13540" y="1484"/>
                </a:lnTo>
                <a:lnTo>
                  <a:pt x="13654" y="1484"/>
                </a:lnTo>
                <a:lnTo>
                  <a:pt x="13654" y="1507"/>
                </a:lnTo>
                <a:moveTo>
                  <a:pt x="13472" y="1507"/>
                </a:moveTo>
                <a:lnTo>
                  <a:pt x="13358" y="1507"/>
                </a:lnTo>
                <a:lnTo>
                  <a:pt x="13358" y="1484"/>
                </a:lnTo>
                <a:lnTo>
                  <a:pt x="13472" y="1484"/>
                </a:lnTo>
                <a:lnTo>
                  <a:pt x="13472" y="1507"/>
                </a:lnTo>
                <a:moveTo>
                  <a:pt x="13290" y="1507"/>
                </a:moveTo>
                <a:lnTo>
                  <a:pt x="13176" y="1507"/>
                </a:lnTo>
                <a:lnTo>
                  <a:pt x="13176" y="1484"/>
                </a:lnTo>
                <a:lnTo>
                  <a:pt x="13290" y="1484"/>
                </a:lnTo>
                <a:lnTo>
                  <a:pt x="13290" y="1507"/>
                </a:lnTo>
                <a:moveTo>
                  <a:pt x="13108" y="1507"/>
                </a:moveTo>
                <a:lnTo>
                  <a:pt x="12994" y="1507"/>
                </a:lnTo>
                <a:lnTo>
                  <a:pt x="12994" y="1484"/>
                </a:lnTo>
                <a:lnTo>
                  <a:pt x="13108" y="1484"/>
                </a:lnTo>
                <a:lnTo>
                  <a:pt x="13108" y="1507"/>
                </a:lnTo>
                <a:moveTo>
                  <a:pt x="12925" y="1507"/>
                </a:moveTo>
                <a:lnTo>
                  <a:pt x="12812" y="1507"/>
                </a:lnTo>
                <a:lnTo>
                  <a:pt x="12812" y="1484"/>
                </a:lnTo>
                <a:lnTo>
                  <a:pt x="12925" y="1484"/>
                </a:lnTo>
                <a:lnTo>
                  <a:pt x="12925" y="1507"/>
                </a:lnTo>
                <a:moveTo>
                  <a:pt x="12743" y="1507"/>
                </a:moveTo>
                <a:lnTo>
                  <a:pt x="12629" y="1507"/>
                </a:lnTo>
                <a:lnTo>
                  <a:pt x="12629" y="1484"/>
                </a:lnTo>
                <a:lnTo>
                  <a:pt x="12743" y="1484"/>
                </a:lnTo>
                <a:lnTo>
                  <a:pt x="12743" y="1507"/>
                </a:lnTo>
                <a:moveTo>
                  <a:pt x="12561" y="1507"/>
                </a:moveTo>
                <a:lnTo>
                  <a:pt x="12447" y="1507"/>
                </a:lnTo>
                <a:lnTo>
                  <a:pt x="12447" y="1484"/>
                </a:lnTo>
                <a:lnTo>
                  <a:pt x="12561" y="1484"/>
                </a:lnTo>
                <a:lnTo>
                  <a:pt x="12561" y="1507"/>
                </a:lnTo>
                <a:moveTo>
                  <a:pt x="12379" y="1507"/>
                </a:moveTo>
                <a:lnTo>
                  <a:pt x="12265" y="1507"/>
                </a:lnTo>
                <a:lnTo>
                  <a:pt x="12265" y="1484"/>
                </a:lnTo>
                <a:lnTo>
                  <a:pt x="12379" y="1484"/>
                </a:lnTo>
                <a:lnTo>
                  <a:pt x="12379" y="1507"/>
                </a:lnTo>
                <a:moveTo>
                  <a:pt x="12197" y="1507"/>
                </a:moveTo>
                <a:lnTo>
                  <a:pt x="12083" y="1507"/>
                </a:lnTo>
                <a:lnTo>
                  <a:pt x="12083" y="1484"/>
                </a:lnTo>
                <a:lnTo>
                  <a:pt x="12197" y="1484"/>
                </a:lnTo>
                <a:lnTo>
                  <a:pt x="12197" y="1507"/>
                </a:lnTo>
                <a:moveTo>
                  <a:pt x="12014" y="1507"/>
                </a:moveTo>
                <a:lnTo>
                  <a:pt x="11901" y="1507"/>
                </a:lnTo>
                <a:lnTo>
                  <a:pt x="11901" y="1484"/>
                </a:lnTo>
                <a:lnTo>
                  <a:pt x="12014" y="1484"/>
                </a:lnTo>
                <a:lnTo>
                  <a:pt x="12014" y="1507"/>
                </a:lnTo>
                <a:moveTo>
                  <a:pt x="11832" y="1507"/>
                </a:moveTo>
                <a:lnTo>
                  <a:pt x="11718" y="1507"/>
                </a:lnTo>
                <a:lnTo>
                  <a:pt x="11718" y="1484"/>
                </a:lnTo>
                <a:lnTo>
                  <a:pt x="11832" y="1484"/>
                </a:lnTo>
                <a:lnTo>
                  <a:pt x="11832" y="1507"/>
                </a:lnTo>
                <a:moveTo>
                  <a:pt x="11650" y="1507"/>
                </a:moveTo>
                <a:lnTo>
                  <a:pt x="11536" y="1507"/>
                </a:lnTo>
                <a:lnTo>
                  <a:pt x="11536" y="1484"/>
                </a:lnTo>
                <a:lnTo>
                  <a:pt x="11650" y="1484"/>
                </a:lnTo>
                <a:lnTo>
                  <a:pt x="11650" y="1507"/>
                </a:lnTo>
                <a:moveTo>
                  <a:pt x="11468" y="1507"/>
                </a:moveTo>
                <a:lnTo>
                  <a:pt x="11354" y="1507"/>
                </a:lnTo>
                <a:lnTo>
                  <a:pt x="11354" y="1484"/>
                </a:lnTo>
                <a:lnTo>
                  <a:pt x="11468" y="1484"/>
                </a:lnTo>
                <a:lnTo>
                  <a:pt x="11468" y="1507"/>
                </a:lnTo>
                <a:moveTo>
                  <a:pt x="11286" y="1507"/>
                </a:moveTo>
                <a:lnTo>
                  <a:pt x="11172" y="1507"/>
                </a:lnTo>
                <a:lnTo>
                  <a:pt x="11172" y="1484"/>
                </a:lnTo>
                <a:lnTo>
                  <a:pt x="11286" y="1484"/>
                </a:lnTo>
                <a:lnTo>
                  <a:pt x="11286" y="1507"/>
                </a:lnTo>
                <a:moveTo>
                  <a:pt x="11104" y="1507"/>
                </a:moveTo>
                <a:lnTo>
                  <a:pt x="10990" y="1507"/>
                </a:lnTo>
                <a:lnTo>
                  <a:pt x="10990" y="1484"/>
                </a:lnTo>
                <a:lnTo>
                  <a:pt x="11104" y="1484"/>
                </a:lnTo>
                <a:lnTo>
                  <a:pt x="11104" y="1507"/>
                </a:lnTo>
                <a:moveTo>
                  <a:pt x="10921" y="1507"/>
                </a:moveTo>
                <a:lnTo>
                  <a:pt x="10807" y="1507"/>
                </a:lnTo>
                <a:lnTo>
                  <a:pt x="10807" y="1484"/>
                </a:lnTo>
                <a:lnTo>
                  <a:pt x="10921" y="1484"/>
                </a:lnTo>
                <a:lnTo>
                  <a:pt x="10921" y="1507"/>
                </a:lnTo>
                <a:moveTo>
                  <a:pt x="10739" y="1507"/>
                </a:moveTo>
                <a:lnTo>
                  <a:pt x="10625" y="1507"/>
                </a:lnTo>
                <a:lnTo>
                  <a:pt x="10625" y="1484"/>
                </a:lnTo>
                <a:lnTo>
                  <a:pt x="10739" y="1484"/>
                </a:lnTo>
                <a:lnTo>
                  <a:pt x="10739" y="1507"/>
                </a:lnTo>
                <a:moveTo>
                  <a:pt x="10557" y="1507"/>
                </a:moveTo>
                <a:lnTo>
                  <a:pt x="10443" y="1507"/>
                </a:lnTo>
                <a:lnTo>
                  <a:pt x="10443" y="1484"/>
                </a:lnTo>
                <a:lnTo>
                  <a:pt x="10557" y="1484"/>
                </a:lnTo>
                <a:lnTo>
                  <a:pt x="10557" y="1507"/>
                </a:lnTo>
                <a:moveTo>
                  <a:pt x="10375" y="1507"/>
                </a:moveTo>
                <a:lnTo>
                  <a:pt x="10261" y="1507"/>
                </a:lnTo>
                <a:lnTo>
                  <a:pt x="10261" y="1484"/>
                </a:lnTo>
                <a:lnTo>
                  <a:pt x="10375" y="1484"/>
                </a:lnTo>
                <a:lnTo>
                  <a:pt x="10375" y="1507"/>
                </a:lnTo>
                <a:moveTo>
                  <a:pt x="10193" y="1507"/>
                </a:moveTo>
                <a:lnTo>
                  <a:pt x="10079" y="1507"/>
                </a:lnTo>
                <a:lnTo>
                  <a:pt x="10079" y="1484"/>
                </a:lnTo>
                <a:lnTo>
                  <a:pt x="10193" y="1484"/>
                </a:lnTo>
                <a:lnTo>
                  <a:pt x="10193" y="1507"/>
                </a:lnTo>
                <a:moveTo>
                  <a:pt x="10010" y="1507"/>
                </a:moveTo>
                <a:lnTo>
                  <a:pt x="9897" y="1507"/>
                </a:lnTo>
                <a:lnTo>
                  <a:pt x="9897" y="1484"/>
                </a:lnTo>
                <a:lnTo>
                  <a:pt x="10010" y="1484"/>
                </a:lnTo>
                <a:lnTo>
                  <a:pt x="10010" y="1507"/>
                </a:lnTo>
                <a:moveTo>
                  <a:pt x="9828" y="1507"/>
                </a:moveTo>
                <a:lnTo>
                  <a:pt x="9714" y="1507"/>
                </a:lnTo>
                <a:lnTo>
                  <a:pt x="9714" y="1484"/>
                </a:lnTo>
                <a:lnTo>
                  <a:pt x="9828" y="1484"/>
                </a:lnTo>
                <a:lnTo>
                  <a:pt x="9828" y="1507"/>
                </a:lnTo>
                <a:moveTo>
                  <a:pt x="9646" y="1507"/>
                </a:moveTo>
                <a:lnTo>
                  <a:pt x="9532" y="1507"/>
                </a:lnTo>
                <a:lnTo>
                  <a:pt x="9532" y="1484"/>
                </a:lnTo>
                <a:lnTo>
                  <a:pt x="9646" y="1484"/>
                </a:lnTo>
                <a:lnTo>
                  <a:pt x="9646" y="1507"/>
                </a:lnTo>
                <a:moveTo>
                  <a:pt x="9464" y="1507"/>
                </a:moveTo>
                <a:lnTo>
                  <a:pt x="9350" y="1507"/>
                </a:lnTo>
                <a:lnTo>
                  <a:pt x="9350" y="1484"/>
                </a:lnTo>
                <a:lnTo>
                  <a:pt x="9464" y="1484"/>
                </a:lnTo>
                <a:lnTo>
                  <a:pt x="9464" y="1507"/>
                </a:lnTo>
                <a:moveTo>
                  <a:pt x="9282" y="1507"/>
                </a:moveTo>
                <a:lnTo>
                  <a:pt x="9168" y="1507"/>
                </a:lnTo>
                <a:lnTo>
                  <a:pt x="9168" y="1484"/>
                </a:lnTo>
                <a:lnTo>
                  <a:pt x="9282" y="1484"/>
                </a:lnTo>
                <a:lnTo>
                  <a:pt x="9282" y="1507"/>
                </a:lnTo>
                <a:moveTo>
                  <a:pt x="9099" y="1507"/>
                </a:moveTo>
                <a:lnTo>
                  <a:pt x="8986" y="1507"/>
                </a:lnTo>
                <a:lnTo>
                  <a:pt x="8986" y="1484"/>
                </a:lnTo>
                <a:lnTo>
                  <a:pt x="9099" y="1484"/>
                </a:lnTo>
                <a:lnTo>
                  <a:pt x="9099" y="1507"/>
                </a:lnTo>
                <a:moveTo>
                  <a:pt x="8916" y="1507"/>
                </a:moveTo>
                <a:lnTo>
                  <a:pt x="8802" y="1507"/>
                </a:lnTo>
                <a:lnTo>
                  <a:pt x="8802" y="1484"/>
                </a:lnTo>
                <a:lnTo>
                  <a:pt x="8916" y="1484"/>
                </a:lnTo>
                <a:lnTo>
                  <a:pt x="8916" y="1507"/>
                </a:lnTo>
                <a:moveTo>
                  <a:pt x="8734" y="1507"/>
                </a:moveTo>
                <a:lnTo>
                  <a:pt x="8620" y="1507"/>
                </a:lnTo>
                <a:lnTo>
                  <a:pt x="8620" y="1484"/>
                </a:lnTo>
                <a:lnTo>
                  <a:pt x="8734" y="1484"/>
                </a:lnTo>
                <a:lnTo>
                  <a:pt x="8734" y="1507"/>
                </a:lnTo>
                <a:moveTo>
                  <a:pt x="8552" y="1507"/>
                </a:moveTo>
                <a:lnTo>
                  <a:pt x="8438" y="1507"/>
                </a:lnTo>
                <a:lnTo>
                  <a:pt x="8438" y="1484"/>
                </a:lnTo>
                <a:lnTo>
                  <a:pt x="8552" y="1484"/>
                </a:lnTo>
                <a:lnTo>
                  <a:pt x="8552" y="1507"/>
                </a:lnTo>
                <a:moveTo>
                  <a:pt x="8370" y="1507"/>
                </a:moveTo>
                <a:lnTo>
                  <a:pt x="8256" y="1507"/>
                </a:lnTo>
                <a:lnTo>
                  <a:pt x="8256" y="1484"/>
                </a:lnTo>
                <a:lnTo>
                  <a:pt x="8370" y="1484"/>
                </a:lnTo>
                <a:lnTo>
                  <a:pt x="8370" y="1507"/>
                </a:lnTo>
                <a:moveTo>
                  <a:pt x="8188" y="1507"/>
                </a:moveTo>
                <a:lnTo>
                  <a:pt x="8074" y="1507"/>
                </a:lnTo>
                <a:lnTo>
                  <a:pt x="8074" y="1484"/>
                </a:lnTo>
                <a:lnTo>
                  <a:pt x="8188" y="1484"/>
                </a:lnTo>
                <a:lnTo>
                  <a:pt x="8188" y="1507"/>
                </a:lnTo>
                <a:moveTo>
                  <a:pt x="8005" y="1507"/>
                </a:moveTo>
                <a:lnTo>
                  <a:pt x="7891" y="1507"/>
                </a:lnTo>
                <a:lnTo>
                  <a:pt x="7891" y="1484"/>
                </a:lnTo>
                <a:lnTo>
                  <a:pt x="8005" y="1484"/>
                </a:lnTo>
                <a:lnTo>
                  <a:pt x="8005" y="1507"/>
                </a:lnTo>
                <a:moveTo>
                  <a:pt x="7823" y="1507"/>
                </a:moveTo>
                <a:lnTo>
                  <a:pt x="7709" y="1507"/>
                </a:lnTo>
                <a:lnTo>
                  <a:pt x="7709" y="1484"/>
                </a:lnTo>
                <a:lnTo>
                  <a:pt x="7823" y="1484"/>
                </a:lnTo>
                <a:lnTo>
                  <a:pt x="7823" y="1507"/>
                </a:lnTo>
                <a:moveTo>
                  <a:pt x="7641" y="1507"/>
                </a:moveTo>
                <a:lnTo>
                  <a:pt x="7527" y="1507"/>
                </a:lnTo>
                <a:lnTo>
                  <a:pt x="7527" y="1484"/>
                </a:lnTo>
                <a:lnTo>
                  <a:pt x="7641" y="1484"/>
                </a:lnTo>
                <a:lnTo>
                  <a:pt x="7641" y="1507"/>
                </a:lnTo>
                <a:moveTo>
                  <a:pt x="7459" y="1507"/>
                </a:moveTo>
                <a:lnTo>
                  <a:pt x="7345" y="1507"/>
                </a:lnTo>
                <a:lnTo>
                  <a:pt x="7345" y="1484"/>
                </a:lnTo>
                <a:lnTo>
                  <a:pt x="7459" y="1484"/>
                </a:lnTo>
                <a:lnTo>
                  <a:pt x="7459" y="1507"/>
                </a:lnTo>
                <a:moveTo>
                  <a:pt x="7277" y="1507"/>
                </a:moveTo>
                <a:lnTo>
                  <a:pt x="7163" y="1507"/>
                </a:lnTo>
                <a:lnTo>
                  <a:pt x="7163" y="1484"/>
                </a:lnTo>
                <a:lnTo>
                  <a:pt x="7277" y="1484"/>
                </a:lnTo>
                <a:lnTo>
                  <a:pt x="7277" y="1507"/>
                </a:lnTo>
                <a:moveTo>
                  <a:pt x="7094" y="1507"/>
                </a:moveTo>
                <a:lnTo>
                  <a:pt x="6981" y="1507"/>
                </a:lnTo>
                <a:lnTo>
                  <a:pt x="6981" y="1484"/>
                </a:lnTo>
                <a:lnTo>
                  <a:pt x="7094" y="1484"/>
                </a:lnTo>
                <a:lnTo>
                  <a:pt x="7094" y="1507"/>
                </a:lnTo>
                <a:moveTo>
                  <a:pt x="6912" y="1507"/>
                </a:moveTo>
                <a:lnTo>
                  <a:pt x="6798" y="1507"/>
                </a:lnTo>
                <a:lnTo>
                  <a:pt x="6798" y="1484"/>
                </a:lnTo>
                <a:lnTo>
                  <a:pt x="6912" y="1484"/>
                </a:lnTo>
                <a:lnTo>
                  <a:pt x="6912" y="1507"/>
                </a:lnTo>
                <a:moveTo>
                  <a:pt x="6730" y="1507"/>
                </a:moveTo>
                <a:lnTo>
                  <a:pt x="6616" y="1507"/>
                </a:lnTo>
                <a:lnTo>
                  <a:pt x="6616" y="1484"/>
                </a:lnTo>
                <a:lnTo>
                  <a:pt x="6730" y="1484"/>
                </a:lnTo>
                <a:lnTo>
                  <a:pt x="6730" y="1507"/>
                </a:lnTo>
                <a:moveTo>
                  <a:pt x="6548" y="1507"/>
                </a:moveTo>
                <a:lnTo>
                  <a:pt x="6434" y="1507"/>
                </a:lnTo>
                <a:lnTo>
                  <a:pt x="6434" y="1484"/>
                </a:lnTo>
                <a:lnTo>
                  <a:pt x="6548" y="1484"/>
                </a:lnTo>
                <a:lnTo>
                  <a:pt x="6548" y="1507"/>
                </a:lnTo>
                <a:moveTo>
                  <a:pt x="6366" y="1507"/>
                </a:moveTo>
                <a:lnTo>
                  <a:pt x="6252" y="1507"/>
                </a:lnTo>
                <a:lnTo>
                  <a:pt x="6252" y="1484"/>
                </a:lnTo>
                <a:lnTo>
                  <a:pt x="6366" y="1484"/>
                </a:lnTo>
                <a:lnTo>
                  <a:pt x="6366" y="1507"/>
                </a:lnTo>
                <a:moveTo>
                  <a:pt x="6183" y="1507"/>
                </a:moveTo>
                <a:lnTo>
                  <a:pt x="6070" y="1507"/>
                </a:lnTo>
                <a:lnTo>
                  <a:pt x="6070" y="1484"/>
                </a:lnTo>
                <a:lnTo>
                  <a:pt x="6183" y="1484"/>
                </a:lnTo>
                <a:lnTo>
                  <a:pt x="6183" y="1507"/>
                </a:lnTo>
                <a:moveTo>
                  <a:pt x="6001" y="1507"/>
                </a:moveTo>
                <a:lnTo>
                  <a:pt x="5887" y="1507"/>
                </a:lnTo>
                <a:lnTo>
                  <a:pt x="5887" y="1484"/>
                </a:lnTo>
                <a:lnTo>
                  <a:pt x="6001" y="1484"/>
                </a:lnTo>
                <a:lnTo>
                  <a:pt x="6001" y="1507"/>
                </a:lnTo>
                <a:moveTo>
                  <a:pt x="5819" y="1507"/>
                </a:moveTo>
                <a:lnTo>
                  <a:pt x="5705" y="1507"/>
                </a:lnTo>
                <a:lnTo>
                  <a:pt x="5705" y="1484"/>
                </a:lnTo>
                <a:lnTo>
                  <a:pt x="5819" y="1484"/>
                </a:lnTo>
                <a:lnTo>
                  <a:pt x="5819" y="1507"/>
                </a:lnTo>
                <a:moveTo>
                  <a:pt x="5637" y="1507"/>
                </a:moveTo>
                <a:lnTo>
                  <a:pt x="5523" y="1507"/>
                </a:lnTo>
                <a:lnTo>
                  <a:pt x="5523" y="1484"/>
                </a:lnTo>
                <a:lnTo>
                  <a:pt x="5637" y="1484"/>
                </a:lnTo>
                <a:lnTo>
                  <a:pt x="5637" y="1507"/>
                </a:lnTo>
                <a:moveTo>
                  <a:pt x="5455" y="1507"/>
                </a:moveTo>
                <a:lnTo>
                  <a:pt x="5341" y="1507"/>
                </a:lnTo>
                <a:lnTo>
                  <a:pt x="5341" y="1484"/>
                </a:lnTo>
                <a:lnTo>
                  <a:pt x="5455" y="1484"/>
                </a:lnTo>
                <a:lnTo>
                  <a:pt x="5455" y="1507"/>
                </a:lnTo>
                <a:moveTo>
                  <a:pt x="5273" y="1507"/>
                </a:moveTo>
                <a:lnTo>
                  <a:pt x="5159" y="1507"/>
                </a:lnTo>
                <a:lnTo>
                  <a:pt x="5159" y="1484"/>
                </a:lnTo>
                <a:lnTo>
                  <a:pt x="5273" y="1484"/>
                </a:lnTo>
                <a:lnTo>
                  <a:pt x="5273" y="1507"/>
                </a:lnTo>
                <a:moveTo>
                  <a:pt x="5090" y="1507"/>
                </a:moveTo>
                <a:lnTo>
                  <a:pt x="4976" y="1507"/>
                </a:lnTo>
                <a:lnTo>
                  <a:pt x="4976" y="1484"/>
                </a:lnTo>
                <a:lnTo>
                  <a:pt x="5090" y="1484"/>
                </a:lnTo>
                <a:lnTo>
                  <a:pt x="5090" y="1507"/>
                </a:lnTo>
                <a:moveTo>
                  <a:pt x="4908" y="1507"/>
                </a:moveTo>
                <a:lnTo>
                  <a:pt x="4794" y="1507"/>
                </a:lnTo>
                <a:lnTo>
                  <a:pt x="4794" y="1484"/>
                </a:lnTo>
                <a:lnTo>
                  <a:pt x="4908" y="1484"/>
                </a:lnTo>
                <a:lnTo>
                  <a:pt x="4908" y="1507"/>
                </a:lnTo>
                <a:moveTo>
                  <a:pt x="4726" y="1507"/>
                </a:moveTo>
                <a:lnTo>
                  <a:pt x="4612" y="1507"/>
                </a:lnTo>
                <a:lnTo>
                  <a:pt x="4612" y="1484"/>
                </a:lnTo>
                <a:lnTo>
                  <a:pt x="4726" y="1484"/>
                </a:lnTo>
                <a:lnTo>
                  <a:pt x="4726" y="1507"/>
                </a:lnTo>
                <a:moveTo>
                  <a:pt x="4544" y="1507"/>
                </a:moveTo>
                <a:lnTo>
                  <a:pt x="4430" y="1507"/>
                </a:lnTo>
                <a:lnTo>
                  <a:pt x="4430" y="1484"/>
                </a:lnTo>
                <a:lnTo>
                  <a:pt x="4544" y="1484"/>
                </a:lnTo>
                <a:lnTo>
                  <a:pt x="4544" y="1507"/>
                </a:lnTo>
                <a:moveTo>
                  <a:pt x="4362" y="1507"/>
                </a:moveTo>
                <a:lnTo>
                  <a:pt x="4248" y="1507"/>
                </a:lnTo>
                <a:lnTo>
                  <a:pt x="4248" y="1484"/>
                </a:lnTo>
                <a:lnTo>
                  <a:pt x="4362" y="1484"/>
                </a:lnTo>
                <a:lnTo>
                  <a:pt x="4362" y="1507"/>
                </a:lnTo>
                <a:moveTo>
                  <a:pt x="4179" y="1507"/>
                </a:moveTo>
                <a:lnTo>
                  <a:pt x="4066" y="1507"/>
                </a:lnTo>
                <a:lnTo>
                  <a:pt x="4066" y="1484"/>
                </a:lnTo>
                <a:lnTo>
                  <a:pt x="4179" y="1484"/>
                </a:lnTo>
                <a:lnTo>
                  <a:pt x="4179" y="1507"/>
                </a:lnTo>
                <a:moveTo>
                  <a:pt x="3997" y="1507"/>
                </a:moveTo>
                <a:lnTo>
                  <a:pt x="3883" y="1507"/>
                </a:lnTo>
                <a:lnTo>
                  <a:pt x="3883" y="1484"/>
                </a:lnTo>
                <a:lnTo>
                  <a:pt x="3997" y="1484"/>
                </a:lnTo>
                <a:lnTo>
                  <a:pt x="3997" y="1507"/>
                </a:lnTo>
                <a:moveTo>
                  <a:pt x="3815" y="1507"/>
                </a:moveTo>
                <a:lnTo>
                  <a:pt x="3701" y="1507"/>
                </a:lnTo>
                <a:lnTo>
                  <a:pt x="3701" y="1484"/>
                </a:lnTo>
                <a:lnTo>
                  <a:pt x="3815" y="1484"/>
                </a:lnTo>
                <a:lnTo>
                  <a:pt x="3815" y="1507"/>
                </a:lnTo>
                <a:moveTo>
                  <a:pt x="3633" y="1507"/>
                </a:moveTo>
                <a:lnTo>
                  <a:pt x="3519" y="1507"/>
                </a:lnTo>
                <a:lnTo>
                  <a:pt x="3519" y="1484"/>
                </a:lnTo>
                <a:lnTo>
                  <a:pt x="3633" y="1484"/>
                </a:lnTo>
                <a:lnTo>
                  <a:pt x="3633" y="1507"/>
                </a:lnTo>
                <a:moveTo>
                  <a:pt x="3451" y="1507"/>
                </a:moveTo>
                <a:lnTo>
                  <a:pt x="3337" y="1507"/>
                </a:lnTo>
                <a:lnTo>
                  <a:pt x="3337" y="1484"/>
                </a:lnTo>
                <a:lnTo>
                  <a:pt x="3451" y="1484"/>
                </a:lnTo>
                <a:lnTo>
                  <a:pt x="3451" y="1507"/>
                </a:lnTo>
                <a:moveTo>
                  <a:pt x="3268" y="1507"/>
                </a:moveTo>
                <a:lnTo>
                  <a:pt x="3155" y="1507"/>
                </a:lnTo>
                <a:lnTo>
                  <a:pt x="3155" y="1484"/>
                </a:lnTo>
                <a:lnTo>
                  <a:pt x="3268" y="1484"/>
                </a:lnTo>
                <a:lnTo>
                  <a:pt x="3268" y="1507"/>
                </a:lnTo>
                <a:moveTo>
                  <a:pt x="3086" y="1507"/>
                </a:moveTo>
                <a:lnTo>
                  <a:pt x="2972" y="1507"/>
                </a:lnTo>
                <a:lnTo>
                  <a:pt x="2972" y="1484"/>
                </a:lnTo>
                <a:lnTo>
                  <a:pt x="3086" y="1484"/>
                </a:lnTo>
                <a:lnTo>
                  <a:pt x="3086" y="1507"/>
                </a:lnTo>
                <a:moveTo>
                  <a:pt x="2904" y="1507"/>
                </a:moveTo>
                <a:lnTo>
                  <a:pt x="2790" y="1507"/>
                </a:lnTo>
                <a:lnTo>
                  <a:pt x="2790" y="1484"/>
                </a:lnTo>
                <a:lnTo>
                  <a:pt x="2904" y="1484"/>
                </a:lnTo>
                <a:lnTo>
                  <a:pt x="2904" y="1507"/>
                </a:lnTo>
                <a:moveTo>
                  <a:pt x="2722" y="1507"/>
                </a:moveTo>
                <a:lnTo>
                  <a:pt x="2608" y="1507"/>
                </a:lnTo>
                <a:lnTo>
                  <a:pt x="2608" y="1484"/>
                </a:lnTo>
                <a:lnTo>
                  <a:pt x="2722" y="1484"/>
                </a:lnTo>
                <a:lnTo>
                  <a:pt x="2722" y="1507"/>
                </a:lnTo>
                <a:moveTo>
                  <a:pt x="2540" y="1507"/>
                </a:moveTo>
                <a:lnTo>
                  <a:pt x="2426" y="1507"/>
                </a:lnTo>
                <a:lnTo>
                  <a:pt x="2426" y="1484"/>
                </a:lnTo>
                <a:lnTo>
                  <a:pt x="2540" y="1484"/>
                </a:lnTo>
                <a:lnTo>
                  <a:pt x="2540" y="1507"/>
                </a:lnTo>
                <a:moveTo>
                  <a:pt x="2357" y="1507"/>
                </a:moveTo>
                <a:lnTo>
                  <a:pt x="2244" y="1507"/>
                </a:lnTo>
                <a:lnTo>
                  <a:pt x="2244" y="1484"/>
                </a:lnTo>
                <a:lnTo>
                  <a:pt x="2357" y="1484"/>
                </a:lnTo>
                <a:lnTo>
                  <a:pt x="2357" y="1507"/>
                </a:lnTo>
                <a:moveTo>
                  <a:pt x="2175" y="1507"/>
                </a:moveTo>
                <a:lnTo>
                  <a:pt x="2061" y="1507"/>
                </a:lnTo>
                <a:lnTo>
                  <a:pt x="2061" y="1484"/>
                </a:lnTo>
                <a:lnTo>
                  <a:pt x="2175" y="1484"/>
                </a:lnTo>
                <a:lnTo>
                  <a:pt x="2175" y="1507"/>
                </a:lnTo>
                <a:moveTo>
                  <a:pt x="1993" y="1507"/>
                </a:moveTo>
                <a:lnTo>
                  <a:pt x="1879" y="1507"/>
                </a:lnTo>
                <a:lnTo>
                  <a:pt x="1879" y="1484"/>
                </a:lnTo>
                <a:lnTo>
                  <a:pt x="1993" y="1484"/>
                </a:lnTo>
                <a:lnTo>
                  <a:pt x="1993" y="1507"/>
                </a:lnTo>
                <a:moveTo>
                  <a:pt x="1811" y="1507"/>
                </a:moveTo>
                <a:lnTo>
                  <a:pt x="1697" y="1507"/>
                </a:lnTo>
                <a:lnTo>
                  <a:pt x="1697" y="1484"/>
                </a:lnTo>
                <a:lnTo>
                  <a:pt x="1811" y="1484"/>
                </a:lnTo>
                <a:lnTo>
                  <a:pt x="1811" y="1507"/>
                </a:lnTo>
                <a:moveTo>
                  <a:pt x="1629" y="1507"/>
                </a:moveTo>
                <a:lnTo>
                  <a:pt x="1515" y="1507"/>
                </a:lnTo>
                <a:lnTo>
                  <a:pt x="1515" y="1484"/>
                </a:lnTo>
                <a:lnTo>
                  <a:pt x="1629" y="1484"/>
                </a:lnTo>
                <a:lnTo>
                  <a:pt x="1629" y="1507"/>
                </a:lnTo>
                <a:moveTo>
                  <a:pt x="1447" y="1507"/>
                </a:moveTo>
                <a:lnTo>
                  <a:pt x="1333" y="1507"/>
                </a:lnTo>
                <a:lnTo>
                  <a:pt x="1333" y="1484"/>
                </a:lnTo>
                <a:lnTo>
                  <a:pt x="1447" y="1484"/>
                </a:lnTo>
                <a:lnTo>
                  <a:pt x="1447" y="1507"/>
                </a:lnTo>
                <a:moveTo>
                  <a:pt x="1264" y="1507"/>
                </a:moveTo>
                <a:lnTo>
                  <a:pt x="1150" y="1507"/>
                </a:lnTo>
                <a:lnTo>
                  <a:pt x="1150" y="1484"/>
                </a:lnTo>
                <a:lnTo>
                  <a:pt x="1264" y="1484"/>
                </a:lnTo>
                <a:lnTo>
                  <a:pt x="1264" y="1507"/>
                </a:lnTo>
                <a:moveTo>
                  <a:pt x="1082" y="1507"/>
                </a:moveTo>
                <a:lnTo>
                  <a:pt x="968" y="1507"/>
                </a:lnTo>
                <a:lnTo>
                  <a:pt x="968" y="1484"/>
                </a:lnTo>
                <a:lnTo>
                  <a:pt x="1082" y="1484"/>
                </a:lnTo>
                <a:lnTo>
                  <a:pt x="1082" y="1507"/>
                </a:lnTo>
                <a:moveTo>
                  <a:pt x="900" y="1507"/>
                </a:moveTo>
                <a:lnTo>
                  <a:pt x="786" y="1507"/>
                </a:lnTo>
                <a:lnTo>
                  <a:pt x="786" y="1484"/>
                </a:lnTo>
                <a:lnTo>
                  <a:pt x="900" y="1484"/>
                </a:lnTo>
                <a:lnTo>
                  <a:pt x="900" y="1507"/>
                </a:lnTo>
                <a:moveTo>
                  <a:pt x="718" y="1507"/>
                </a:moveTo>
                <a:lnTo>
                  <a:pt x="604" y="1507"/>
                </a:lnTo>
                <a:lnTo>
                  <a:pt x="604" y="1484"/>
                </a:lnTo>
                <a:lnTo>
                  <a:pt x="718" y="1484"/>
                </a:lnTo>
                <a:lnTo>
                  <a:pt x="718" y="1507"/>
                </a:lnTo>
                <a:moveTo>
                  <a:pt x="536" y="1507"/>
                </a:moveTo>
                <a:lnTo>
                  <a:pt x="422" y="1507"/>
                </a:lnTo>
                <a:lnTo>
                  <a:pt x="422" y="1484"/>
                </a:lnTo>
                <a:lnTo>
                  <a:pt x="536" y="1484"/>
                </a:lnTo>
                <a:lnTo>
                  <a:pt x="536" y="1507"/>
                </a:lnTo>
                <a:moveTo>
                  <a:pt x="353" y="1507"/>
                </a:moveTo>
                <a:lnTo>
                  <a:pt x="240" y="1507"/>
                </a:lnTo>
                <a:lnTo>
                  <a:pt x="240" y="1484"/>
                </a:lnTo>
                <a:lnTo>
                  <a:pt x="353" y="1484"/>
                </a:lnTo>
                <a:lnTo>
                  <a:pt x="353" y="1507"/>
                </a:lnTo>
                <a:moveTo>
                  <a:pt x="171" y="1507"/>
                </a:moveTo>
                <a:lnTo>
                  <a:pt x="57" y="1507"/>
                </a:lnTo>
                <a:lnTo>
                  <a:pt x="57" y="1484"/>
                </a:lnTo>
                <a:lnTo>
                  <a:pt x="171" y="1484"/>
                </a:lnTo>
                <a:lnTo>
                  <a:pt x="171" y="1507"/>
                </a:lnTo>
                <a:moveTo>
                  <a:pt x="0" y="1473"/>
                </a:moveTo>
                <a:lnTo>
                  <a:pt x="0" y="1359"/>
                </a:lnTo>
                <a:lnTo>
                  <a:pt x="23" y="1359"/>
                </a:lnTo>
                <a:lnTo>
                  <a:pt x="23" y="1473"/>
                </a:lnTo>
                <a:lnTo>
                  <a:pt x="0" y="1473"/>
                </a:lnTo>
                <a:moveTo>
                  <a:pt x="0" y="1290"/>
                </a:moveTo>
                <a:lnTo>
                  <a:pt x="0" y="1176"/>
                </a:lnTo>
                <a:lnTo>
                  <a:pt x="23" y="1176"/>
                </a:lnTo>
                <a:lnTo>
                  <a:pt x="23" y="1290"/>
                </a:lnTo>
                <a:lnTo>
                  <a:pt x="0" y="1290"/>
                </a:lnTo>
                <a:moveTo>
                  <a:pt x="0" y="1108"/>
                </a:moveTo>
                <a:lnTo>
                  <a:pt x="0" y="994"/>
                </a:lnTo>
                <a:lnTo>
                  <a:pt x="23" y="994"/>
                </a:lnTo>
                <a:lnTo>
                  <a:pt x="23" y="1108"/>
                </a:lnTo>
                <a:lnTo>
                  <a:pt x="0" y="1108"/>
                </a:lnTo>
                <a:moveTo>
                  <a:pt x="0" y="925"/>
                </a:moveTo>
                <a:lnTo>
                  <a:pt x="0" y="811"/>
                </a:lnTo>
                <a:lnTo>
                  <a:pt x="23" y="811"/>
                </a:lnTo>
                <a:lnTo>
                  <a:pt x="23" y="925"/>
                </a:lnTo>
                <a:lnTo>
                  <a:pt x="0" y="925"/>
                </a:lnTo>
                <a:moveTo>
                  <a:pt x="0" y="743"/>
                </a:moveTo>
                <a:lnTo>
                  <a:pt x="0" y="629"/>
                </a:lnTo>
                <a:lnTo>
                  <a:pt x="23" y="629"/>
                </a:lnTo>
                <a:lnTo>
                  <a:pt x="23" y="743"/>
                </a:lnTo>
                <a:lnTo>
                  <a:pt x="0" y="743"/>
                </a:lnTo>
                <a:moveTo>
                  <a:pt x="0" y="560"/>
                </a:moveTo>
                <a:lnTo>
                  <a:pt x="0" y="446"/>
                </a:lnTo>
                <a:lnTo>
                  <a:pt x="23" y="446"/>
                </a:lnTo>
                <a:lnTo>
                  <a:pt x="23" y="560"/>
                </a:lnTo>
                <a:lnTo>
                  <a:pt x="0" y="560"/>
                </a:lnTo>
                <a:moveTo>
                  <a:pt x="0" y="377"/>
                </a:moveTo>
                <a:lnTo>
                  <a:pt x="0" y="262"/>
                </a:lnTo>
                <a:lnTo>
                  <a:pt x="23" y="262"/>
                </a:lnTo>
                <a:lnTo>
                  <a:pt x="23" y="377"/>
                </a:lnTo>
                <a:lnTo>
                  <a:pt x="0" y="377"/>
                </a:lnTo>
                <a:moveTo>
                  <a:pt x="0" y="194"/>
                </a:moveTo>
                <a:lnTo>
                  <a:pt x="0" y="80"/>
                </a:lnTo>
                <a:lnTo>
                  <a:pt x="23" y="80"/>
                </a:lnTo>
                <a:lnTo>
                  <a:pt x="23" y="194"/>
                </a:lnTo>
                <a:lnTo>
                  <a:pt x="0" y="194"/>
                </a:lnTo>
                <a:moveTo>
                  <a:pt x="12" y="0"/>
                </a:moveTo>
                <a:lnTo>
                  <a:pt x="126" y="0"/>
                </a:lnTo>
                <a:lnTo>
                  <a:pt x="126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6" name=""/>
          <p:cNvSpPr/>
          <p:nvPr/>
        </p:nvSpPr>
        <p:spPr>
          <a:xfrm>
            <a:off x="8614800" y="3459240"/>
            <a:ext cx="98640" cy="82440"/>
          </a:xfrm>
          <a:custGeom>
            <a:avLst/>
            <a:gdLst/>
            <a:ahLst/>
            <a:rect l="0" t="0" r="r" b="b"/>
            <a:pathLst>
              <a:path w="274" h="229">
                <a:moveTo>
                  <a:pt x="0" y="0"/>
                </a:moveTo>
                <a:lnTo>
                  <a:pt x="274" y="0"/>
                </a:lnTo>
                <a:lnTo>
                  <a:pt x="274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7" name=""/>
          <p:cNvSpPr/>
          <p:nvPr/>
        </p:nvSpPr>
        <p:spPr>
          <a:xfrm>
            <a:off x="8614800" y="3488040"/>
            <a:ext cx="982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982080" y="2876040"/>
            <a:ext cx="29253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Praktijklokalen met servicebalie, 24 plaatsen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867240" y="3449880"/>
            <a:ext cx="20199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 medewerker competentieproﬁel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867240" y="3582720"/>
            <a:ext cx="6870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Apothekersassistent-docent: didactisch en communicatief (CompetentNL laag 2), farmacie (ISCED-F 0916)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1" name=""/>
          <p:cNvSpPr/>
          <p:nvPr/>
        </p:nvSpPr>
        <p:spPr>
          <a:xfrm>
            <a:off x="785160" y="4157640"/>
            <a:ext cx="4280040" cy="394920"/>
          </a:xfrm>
          <a:custGeom>
            <a:avLst/>
            <a:gdLst/>
            <a:ahLst/>
            <a:rect l="0" t="0" r="r" b="b"/>
            <a:pathLst>
              <a:path w="11889" h="1097">
                <a:moveTo>
                  <a:pt x="0" y="0"/>
                </a:moveTo>
                <a:lnTo>
                  <a:pt x="11889" y="0"/>
                </a:lnTo>
                <a:lnTo>
                  <a:pt x="11889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2" name=""/>
          <p:cNvSpPr/>
          <p:nvPr/>
        </p:nvSpPr>
        <p:spPr>
          <a:xfrm>
            <a:off x="780840" y="4153680"/>
            <a:ext cx="4288320" cy="402840"/>
          </a:xfrm>
          <a:custGeom>
            <a:avLst/>
            <a:gdLst/>
            <a:ahLst/>
            <a:rect l="0" t="0" r="r" b="b"/>
            <a:pathLst>
              <a:path w="11912" h="1119">
                <a:moveTo>
                  <a:pt x="194" y="0"/>
                </a:moveTo>
                <a:lnTo>
                  <a:pt x="308" y="0"/>
                </a:lnTo>
                <a:lnTo>
                  <a:pt x="308" y="22"/>
                </a:lnTo>
                <a:lnTo>
                  <a:pt x="194" y="22"/>
                </a:lnTo>
                <a:lnTo>
                  <a:pt x="194" y="0"/>
                </a:lnTo>
                <a:moveTo>
                  <a:pt x="376" y="0"/>
                </a:moveTo>
                <a:lnTo>
                  <a:pt x="490" y="0"/>
                </a:lnTo>
                <a:lnTo>
                  <a:pt x="490" y="22"/>
                </a:lnTo>
                <a:lnTo>
                  <a:pt x="376" y="22"/>
                </a:lnTo>
                <a:lnTo>
                  <a:pt x="376" y="0"/>
                </a:lnTo>
                <a:moveTo>
                  <a:pt x="558" y="0"/>
                </a:moveTo>
                <a:lnTo>
                  <a:pt x="672" y="0"/>
                </a:lnTo>
                <a:lnTo>
                  <a:pt x="672" y="22"/>
                </a:lnTo>
                <a:lnTo>
                  <a:pt x="558" y="22"/>
                </a:lnTo>
                <a:lnTo>
                  <a:pt x="558" y="0"/>
                </a:lnTo>
                <a:moveTo>
                  <a:pt x="741" y="0"/>
                </a:moveTo>
                <a:lnTo>
                  <a:pt x="854" y="0"/>
                </a:lnTo>
                <a:lnTo>
                  <a:pt x="854" y="22"/>
                </a:lnTo>
                <a:lnTo>
                  <a:pt x="741" y="22"/>
                </a:lnTo>
                <a:lnTo>
                  <a:pt x="741" y="0"/>
                </a:lnTo>
                <a:moveTo>
                  <a:pt x="923" y="0"/>
                </a:moveTo>
                <a:lnTo>
                  <a:pt x="1037" y="0"/>
                </a:lnTo>
                <a:lnTo>
                  <a:pt x="1037" y="22"/>
                </a:lnTo>
                <a:lnTo>
                  <a:pt x="923" y="22"/>
                </a:lnTo>
                <a:lnTo>
                  <a:pt x="923" y="0"/>
                </a:lnTo>
                <a:moveTo>
                  <a:pt x="1105" y="0"/>
                </a:moveTo>
                <a:lnTo>
                  <a:pt x="1219" y="0"/>
                </a:lnTo>
                <a:lnTo>
                  <a:pt x="1219" y="22"/>
                </a:lnTo>
                <a:lnTo>
                  <a:pt x="1105" y="22"/>
                </a:lnTo>
                <a:lnTo>
                  <a:pt x="1105" y="0"/>
                </a:lnTo>
                <a:moveTo>
                  <a:pt x="1287" y="0"/>
                </a:moveTo>
                <a:lnTo>
                  <a:pt x="1401" y="0"/>
                </a:lnTo>
                <a:lnTo>
                  <a:pt x="1401" y="22"/>
                </a:lnTo>
                <a:lnTo>
                  <a:pt x="1287" y="22"/>
                </a:lnTo>
                <a:lnTo>
                  <a:pt x="1287" y="0"/>
                </a:lnTo>
                <a:moveTo>
                  <a:pt x="1469" y="0"/>
                </a:moveTo>
                <a:lnTo>
                  <a:pt x="1583" y="0"/>
                </a:lnTo>
                <a:lnTo>
                  <a:pt x="1583" y="22"/>
                </a:lnTo>
                <a:lnTo>
                  <a:pt x="1469" y="22"/>
                </a:lnTo>
                <a:lnTo>
                  <a:pt x="1469" y="0"/>
                </a:lnTo>
                <a:moveTo>
                  <a:pt x="1652" y="0"/>
                </a:moveTo>
                <a:lnTo>
                  <a:pt x="1765" y="0"/>
                </a:lnTo>
                <a:lnTo>
                  <a:pt x="1765" y="22"/>
                </a:lnTo>
                <a:lnTo>
                  <a:pt x="1652" y="22"/>
                </a:lnTo>
                <a:lnTo>
                  <a:pt x="1652" y="0"/>
                </a:lnTo>
                <a:moveTo>
                  <a:pt x="1834" y="0"/>
                </a:moveTo>
                <a:lnTo>
                  <a:pt x="1948" y="0"/>
                </a:lnTo>
                <a:lnTo>
                  <a:pt x="1948" y="22"/>
                </a:lnTo>
                <a:lnTo>
                  <a:pt x="1834" y="22"/>
                </a:lnTo>
                <a:lnTo>
                  <a:pt x="1834" y="0"/>
                </a:lnTo>
                <a:moveTo>
                  <a:pt x="2016" y="0"/>
                </a:moveTo>
                <a:lnTo>
                  <a:pt x="2130" y="0"/>
                </a:lnTo>
                <a:lnTo>
                  <a:pt x="2130" y="22"/>
                </a:lnTo>
                <a:lnTo>
                  <a:pt x="2016" y="22"/>
                </a:lnTo>
                <a:lnTo>
                  <a:pt x="2016" y="0"/>
                </a:lnTo>
                <a:moveTo>
                  <a:pt x="2198" y="0"/>
                </a:moveTo>
                <a:lnTo>
                  <a:pt x="2312" y="0"/>
                </a:lnTo>
                <a:lnTo>
                  <a:pt x="2312" y="22"/>
                </a:lnTo>
                <a:lnTo>
                  <a:pt x="2198" y="22"/>
                </a:lnTo>
                <a:lnTo>
                  <a:pt x="2198" y="0"/>
                </a:lnTo>
                <a:moveTo>
                  <a:pt x="2380" y="0"/>
                </a:moveTo>
                <a:lnTo>
                  <a:pt x="2494" y="0"/>
                </a:lnTo>
                <a:lnTo>
                  <a:pt x="2494" y="22"/>
                </a:lnTo>
                <a:lnTo>
                  <a:pt x="2380" y="22"/>
                </a:lnTo>
                <a:lnTo>
                  <a:pt x="2380" y="0"/>
                </a:lnTo>
                <a:moveTo>
                  <a:pt x="2562" y="0"/>
                </a:moveTo>
                <a:lnTo>
                  <a:pt x="2676" y="0"/>
                </a:lnTo>
                <a:lnTo>
                  <a:pt x="2676" y="22"/>
                </a:lnTo>
                <a:lnTo>
                  <a:pt x="2562" y="22"/>
                </a:lnTo>
                <a:lnTo>
                  <a:pt x="2562" y="0"/>
                </a:lnTo>
                <a:moveTo>
                  <a:pt x="2745" y="0"/>
                </a:moveTo>
                <a:lnTo>
                  <a:pt x="2859" y="0"/>
                </a:lnTo>
                <a:lnTo>
                  <a:pt x="2859" y="22"/>
                </a:lnTo>
                <a:lnTo>
                  <a:pt x="2745" y="22"/>
                </a:lnTo>
                <a:lnTo>
                  <a:pt x="2745" y="0"/>
                </a:lnTo>
                <a:moveTo>
                  <a:pt x="2927" y="0"/>
                </a:moveTo>
                <a:lnTo>
                  <a:pt x="3041" y="0"/>
                </a:lnTo>
                <a:lnTo>
                  <a:pt x="3041" y="22"/>
                </a:lnTo>
                <a:lnTo>
                  <a:pt x="2927" y="22"/>
                </a:lnTo>
                <a:lnTo>
                  <a:pt x="2927" y="0"/>
                </a:lnTo>
                <a:moveTo>
                  <a:pt x="3109" y="0"/>
                </a:moveTo>
                <a:lnTo>
                  <a:pt x="3223" y="0"/>
                </a:lnTo>
                <a:lnTo>
                  <a:pt x="3223" y="22"/>
                </a:lnTo>
                <a:lnTo>
                  <a:pt x="3109" y="22"/>
                </a:lnTo>
                <a:lnTo>
                  <a:pt x="3109" y="0"/>
                </a:lnTo>
                <a:moveTo>
                  <a:pt x="3291" y="0"/>
                </a:moveTo>
                <a:lnTo>
                  <a:pt x="3405" y="0"/>
                </a:lnTo>
                <a:lnTo>
                  <a:pt x="3405" y="22"/>
                </a:lnTo>
                <a:lnTo>
                  <a:pt x="3291" y="22"/>
                </a:lnTo>
                <a:lnTo>
                  <a:pt x="3291" y="0"/>
                </a:lnTo>
                <a:moveTo>
                  <a:pt x="3473" y="0"/>
                </a:moveTo>
                <a:lnTo>
                  <a:pt x="3587" y="0"/>
                </a:lnTo>
                <a:lnTo>
                  <a:pt x="3587" y="22"/>
                </a:lnTo>
                <a:lnTo>
                  <a:pt x="3473" y="22"/>
                </a:lnTo>
                <a:lnTo>
                  <a:pt x="3473" y="0"/>
                </a:lnTo>
                <a:moveTo>
                  <a:pt x="3656" y="0"/>
                </a:moveTo>
                <a:lnTo>
                  <a:pt x="3769" y="0"/>
                </a:lnTo>
                <a:lnTo>
                  <a:pt x="3769" y="22"/>
                </a:lnTo>
                <a:lnTo>
                  <a:pt x="3656" y="22"/>
                </a:lnTo>
                <a:lnTo>
                  <a:pt x="3656" y="0"/>
                </a:lnTo>
                <a:moveTo>
                  <a:pt x="3839" y="0"/>
                </a:moveTo>
                <a:lnTo>
                  <a:pt x="3953" y="0"/>
                </a:lnTo>
                <a:lnTo>
                  <a:pt x="3953" y="22"/>
                </a:lnTo>
                <a:lnTo>
                  <a:pt x="3839" y="22"/>
                </a:lnTo>
                <a:lnTo>
                  <a:pt x="3839" y="0"/>
                </a:lnTo>
                <a:moveTo>
                  <a:pt x="4021" y="0"/>
                </a:moveTo>
                <a:lnTo>
                  <a:pt x="4135" y="0"/>
                </a:lnTo>
                <a:lnTo>
                  <a:pt x="4135" y="22"/>
                </a:lnTo>
                <a:lnTo>
                  <a:pt x="4021" y="22"/>
                </a:lnTo>
                <a:lnTo>
                  <a:pt x="4021" y="0"/>
                </a:lnTo>
                <a:moveTo>
                  <a:pt x="4203" y="0"/>
                </a:moveTo>
                <a:lnTo>
                  <a:pt x="4317" y="0"/>
                </a:lnTo>
                <a:lnTo>
                  <a:pt x="4317" y="22"/>
                </a:lnTo>
                <a:lnTo>
                  <a:pt x="4203" y="22"/>
                </a:lnTo>
                <a:lnTo>
                  <a:pt x="4203" y="0"/>
                </a:lnTo>
                <a:moveTo>
                  <a:pt x="4385" y="0"/>
                </a:moveTo>
                <a:lnTo>
                  <a:pt x="4499" y="0"/>
                </a:lnTo>
                <a:lnTo>
                  <a:pt x="4499" y="22"/>
                </a:lnTo>
                <a:lnTo>
                  <a:pt x="4385" y="22"/>
                </a:lnTo>
                <a:lnTo>
                  <a:pt x="4385" y="0"/>
                </a:lnTo>
                <a:moveTo>
                  <a:pt x="4568" y="0"/>
                </a:moveTo>
                <a:lnTo>
                  <a:pt x="4681" y="0"/>
                </a:lnTo>
                <a:lnTo>
                  <a:pt x="4681" y="22"/>
                </a:lnTo>
                <a:lnTo>
                  <a:pt x="4568" y="22"/>
                </a:lnTo>
                <a:lnTo>
                  <a:pt x="4568" y="0"/>
                </a:lnTo>
                <a:moveTo>
                  <a:pt x="4750" y="0"/>
                </a:moveTo>
                <a:lnTo>
                  <a:pt x="4864" y="0"/>
                </a:lnTo>
                <a:lnTo>
                  <a:pt x="4864" y="22"/>
                </a:lnTo>
                <a:lnTo>
                  <a:pt x="4750" y="22"/>
                </a:lnTo>
                <a:lnTo>
                  <a:pt x="4750" y="0"/>
                </a:lnTo>
                <a:moveTo>
                  <a:pt x="4932" y="0"/>
                </a:moveTo>
                <a:lnTo>
                  <a:pt x="5046" y="0"/>
                </a:lnTo>
                <a:lnTo>
                  <a:pt x="5046" y="22"/>
                </a:lnTo>
                <a:lnTo>
                  <a:pt x="4932" y="22"/>
                </a:lnTo>
                <a:lnTo>
                  <a:pt x="4932" y="0"/>
                </a:lnTo>
                <a:moveTo>
                  <a:pt x="5114" y="0"/>
                </a:moveTo>
                <a:lnTo>
                  <a:pt x="5228" y="0"/>
                </a:lnTo>
                <a:lnTo>
                  <a:pt x="5228" y="22"/>
                </a:lnTo>
                <a:lnTo>
                  <a:pt x="5114" y="22"/>
                </a:lnTo>
                <a:lnTo>
                  <a:pt x="5114" y="0"/>
                </a:lnTo>
                <a:moveTo>
                  <a:pt x="5296" y="0"/>
                </a:moveTo>
                <a:lnTo>
                  <a:pt x="5410" y="0"/>
                </a:lnTo>
                <a:lnTo>
                  <a:pt x="5410" y="22"/>
                </a:lnTo>
                <a:lnTo>
                  <a:pt x="5296" y="22"/>
                </a:lnTo>
                <a:lnTo>
                  <a:pt x="5296" y="0"/>
                </a:lnTo>
                <a:moveTo>
                  <a:pt x="5478" y="0"/>
                </a:moveTo>
                <a:lnTo>
                  <a:pt x="5592" y="0"/>
                </a:lnTo>
                <a:lnTo>
                  <a:pt x="5592" y="22"/>
                </a:lnTo>
                <a:lnTo>
                  <a:pt x="5478" y="22"/>
                </a:lnTo>
                <a:lnTo>
                  <a:pt x="5478" y="0"/>
                </a:lnTo>
                <a:moveTo>
                  <a:pt x="5661" y="0"/>
                </a:moveTo>
                <a:lnTo>
                  <a:pt x="5775" y="0"/>
                </a:lnTo>
                <a:lnTo>
                  <a:pt x="5775" y="22"/>
                </a:lnTo>
                <a:lnTo>
                  <a:pt x="5661" y="22"/>
                </a:lnTo>
                <a:lnTo>
                  <a:pt x="5661" y="0"/>
                </a:lnTo>
                <a:moveTo>
                  <a:pt x="5843" y="0"/>
                </a:moveTo>
                <a:lnTo>
                  <a:pt x="5957" y="0"/>
                </a:lnTo>
                <a:lnTo>
                  <a:pt x="5957" y="22"/>
                </a:lnTo>
                <a:lnTo>
                  <a:pt x="5843" y="22"/>
                </a:lnTo>
                <a:lnTo>
                  <a:pt x="5843" y="0"/>
                </a:lnTo>
                <a:moveTo>
                  <a:pt x="6025" y="0"/>
                </a:moveTo>
                <a:lnTo>
                  <a:pt x="6139" y="0"/>
                </a:lnTo>
                <a:lnTo>
                  <a:pt x="6139" y="22"/>
                </a:lnTo>
                <a:lnTo>
                  <a:pt x="6025" y="22"/>
                </a:lnTo>
                <a:lnTo>
                  <a:pt x="6025" y="0"/>
                </a:lnTo>
                <a:moveTo>
                  <a:pt x="6207" y="0"/>
                </a:moveTo>
                <a:lnTo>
                  <a:pt x="6321" y="0"/>
                </a:lnTo>
                <a:lnTo>
                  <a:pt x="6321" y="22"/>
                </a:lnTo>
                <a:lnTo>
                  <a:pt x="6207" y="22"/>
                </a:lnTo>
                <a:lnTo>
                  <a:pt x="6207" y="0"/>
                </a:lnTo>
                <a:moveTo>
                  <a:pt x="6389" y="0"/>
                </a:moveTo>
                <a:lnTo>
                  <a:pt x="6503" y="0"/>
                </a:lnTo>
                <a:lnTo>
                  <a:pt x="6503" y="22"/>
                </a:lnTo>
                <a:lnTo>
                  <a:pt x="6389" y="22"/>
                </a:lnTo>
                <a:lnTo>
                  <a:pt x="6389" y="0"/>
                </a:lnTo>
                <a:moveTo>
                  <a:pt x="6572" y="0"/>
                </a:moveTo>
                <a:lnTo>
                  <a:pt x="6685" y="0"/>
                </a:lnTo>
                <a:lnTo>
                  <a:pt x="6685" y="22"/>
                </a:lnTo>
                <a:lnTo>
                  <a:pt x="6572" y="22"/>
                </a:lnTo>
                <a:lnTo>
                  <a:pt x="6572" y="0"/>
                </a:lnTo>
                <a:moveTo>
                  <a:pt x="6754" y="0"/>
                </a:moveTo>
                <a:lnTo>
                  <a:pt x="6868" y="0"/>
                </a:lnTo>
                <a:lnTo>
                  <a:pt x="6868" y="22"/>
                </a:lnTo>
                <a:lnTo>
                  <a:pt x="6754" y="22"/>
                </a:lnTo>
                <a:lnTo>
                  <a:pt x="6754" y="0"/>
                </a:lnTo>
                <a:moveTo>
                  <a:pt x="6936" y="0"/>
                </a:moveTo>
                <a:lnTo>
                  <a:pt x="7050" y="0"/>
                </a:lnTo>
                <a:lnTo>
                  <a:pt x="7050" y="22"/>
                </a:lnTo>
                <a:lnTo>
                  <a:pt x="6936" y="22"/>
                </a:lnTo>
                <a:lnTo>
                  <a:pt x="6936" y="0"/>
                </a:lnTo>
                <a:moveTo>
                  <a:pt x="7118" y="0"/>
                </a:moveTo>
                <a:lnTo>
                  <a:pt x="7232" y="0"/>
                </a:lnTo>
                <a:lnTo>
                  <a:pt x="7232" y="22"/>
                </a:lnTo>
                <a:lnTo>
                  <a:pt x="7118" y="22"/>
                </a:lnTo>
                <a:lnTo>
                  <a:pt x="7118" y="0"/>
                </a:lnTo>
                <a:moveTo>
                  <a:pt x="7300" y="0"/>
                </a:moveTo>
                <a:lnTo>
                  <a:pt x="7414" y="0"/>
                </a:lnTo>
                <a:lnTo>
                  <a:pt x="7414" y="22"/>
                </a:lnTo>
                <a:lnTo>
                  <a:pt x="7300" y="22"/>
                </a:lnTo>
                <a:lnTo>
                  <a:pt x="7300" y="0"/>
                </a:lnTo>
                <a:moveTo>
                  <a:pt x="7483" y="0"/>
                </a:moveTo>
                <a:lnTo>
                  <a:pt x="7596" y="0"/>
                </a:lnTo>
                <a:lnTo>
                  <a:pt x="7596" y="22"/>
                </a:lnTo>
                <a:lnTo>
                  <a:pt x="7483" y="22"/>
                </a:lnTo>
                <a:lnTo>
                  <a:pt x="7483" y="0"/>
                </a:lnTo>
                <a:moveTo>
                  <a:pt x="7665" y="0"/>
                </a:moveTo>
                <a:lnTo>
                  <a:pt x="7779" y="0"/>
                </a:lnTo>
                <a:lnTo>
                  <a:pt x="7779" y="22"/>
                </a:lnTo>
                <a:lnTo>
                  <a:pt x="7665" y="22"/>
                </a:lnTo>
                <a:lnTo>
                  <a:pt x="7665" y="0"/>
                </a:lnTo>
                <a:moveTo>
                  <a:pt x="7847" y="0"/>
                </a:moveTo>
                <a:lnTo>
                  <a:pt x="7961" y="0"/>
                </a:lnTo>
                <a:lnTo>
                  <a:pt x="7961" y="22"/>
                </a:lnTo>
                <a:lnTo>
                  <a:pt x="7847" y="22"/>
                </a:lnTo>
                <a:lnTo>
                  <a:pt x="7847" y="0"/>
                </a:lnTo>
                <a:moveTo>
                  <a:pt x="8029" y="0"/>
                </a:moveTo>
                <a:lnTo>
                  <a:pt x="8143" y="0"/>
                </a:lnTo>
                <a:lnTo>
                  <a:pt x="8143" y="22"/>
                </a:lnTo>
                <a:lnTo>
                  <a:pt x="8029" y="22"/>
                </a:lnTo>
                <a:lnTo>
                  <a:pt x="8029" y="0"/>
                </a:lnTo>
                <a:moveTo>
                  <a:pt x="8211" y="0"/>
                </a:moveTo>
                <a:lnTo>
                  <a:pt x="8325" y="0"/>
                </a:lnTo>
                <a:lnTo>
                  <a:pt x="8325" y="22"/>
                </a:lnTo>
                <a:lnTo>
                  <a:pt x="8211" y="22"/>
                </a:lnTo>
                <a:lnTo>
                  <a:pt x="8211" y="0"/>
                </a:lnTo>
                <a:moveTo>
                  <a:pt x="8393" y="0"/>
                </a:moveTo>
                <a:lnTo>
                  <a:pt x="8507" y="0"/>
                </a:lnTo>
                <a:lnTo>
                  <a:pt x="8507" y="22"/>
                </a:lnTo>
                <a:lnTo>
                  <a:pt x="8393" y="22"/>
                </a:lnTo>
                <a:lnTo>
                  <a:pt x="8393" y="0"/>
                </a:lnTo>
                <a:moveTo>
                  <a:pt x="8576" y="0"/>
                </a:moveTo>
                <a:lnTo>
                  <a:pt x="8690" y="0"/>
                </a:lnTo>
                <a:lnTo>
                  <a:pt x="8690" y="22"/>
                </a:lnTo>
                <a:lnTo>
                  <a:pt x="8576" y="22"/>
                </a:lnTo>
                <a:lnTo>
                  <a:pt x="8576" y="0"/>
                </a:lnTo>
                <a:moveTo>
                  <a:pt x="8758" y="0"/>
                </a:moveTo>
                <a:lnTo>
                  <a:pt x="8872" y="0"/>
                </a:lnTo>
                <a:lnTo>
                  <a:pt x="8872" y="22"/>
                </a:lnTo>
                <a:lnTo>
                  <a:pt x="8758" y="22"/>
                </a:lnTo>
                <a:lnTo>
                  <a:pt x="8758" y="0"/>
                </a:lnTo>
                <a:moveTo>
                  <a:pt x="8940" y="0"/>
                </a:moveTo>
                <a:lnTo>
                  <a:pt x="9054" y="0"/>
                </a:lnTo>
                <a:lnTo>
                  <a:pt x="9054" y="22"/>
                </a:lnTo>
                <a:lnTo>
                  <a:pt x="8940" y="22"/>
                </a:lnTo>
                <a:lnTo>
                  <a:pt x="8940" y="0"/>
                </a:lnTo>
                <a:moveTo>
                  <a:pt x="9122" y="0"/>
                </a:moveTo>
                <a:lnTo>
                  <a:pt x="9236" y="0"/>
                </a:lnTo>
                <a:lnTo>
                  <a:pt x="9236" y="22"/>
                </a:lnTo>
                <a:lnTo>
                  <a:pt x="9122" y="22"/>
                </a:lnTo>
                <a:lnTo>
                  <a:pt x="9122" y="0"/>
                </a:lnTo>
                <a:moveTo>
                  <a:pt x="9304" y="0"/>
                </a:moveTo>
                <a:lnTo>
                  <a:pt x="9418" y="0"/>
                </a:lnTo>
                <a:lnTo>
                  <a:pt x="9418" y="22"/>
                </a:lnTo>
                <a:lnTo>
                  <a:pt x="9304" y="22"/>
                </a:lnTo>
                <a:lnTo>
                  <a:pt x="9304" y="0"/>
                </a:lnTo>
                <a:moveTo>
                  <a:pt x="9487" y="0"/>
                </a:moveTo>
                <a:lnTo>
                  <a:pt x="9600" y="0"/>
                </a:lnTo>
                <a:lnTo>
                  <a:pt x="9600" y="22"/>
                </a:lnTo>
                <a:lnTo>
                  <a:pt x="9487" y="22"/>
                </a:lnTo>
                <a:lnTo>
                  <a:pt x="9487" y="0"/>
                </a:lnTo>
                <a:moveTo>
                  <a:pt x="9669" y="0"/>
                </a:moveTo>
                <a:lnTo>
                  <a:pt x="9783" y="0"/>
                </a:lnTo>
                <a:lnTo>
                  <a:pt x="9783" y="22"/>
                </a:lnTo>
                <a:lnTo>
                  <a:pt x="9669" y="22"/>
                </a:lnTo>
                <a:lnTo>
                  <a:pt x="9669" y="0"/>
                </a:lnTo>
                <a:moveTo>
                  <a:pt x="9851" y="0"/>
                </a:moveTo>
                <a:lnTo>
                  <a:pt x="9965" y="0"/>
                </a:lnTo>
                <a:lnTo>
                  <a:pt x="9965" y="22"/>
                </a:lnTo>
                <a:lnTo>
                  <a:pt x="9851" y="22"/>
                </a:lnTo>
                <a:lnTo>
                  <a:pt x="9851" y="0"/>
                </a:lnTo>
                <a:moveTo>
                  <a:pt x="10033" y="0"/>
                </a:moveTo>
                <a:lnTo>
                  <a:pt x="10147" y="0"/>
                </a:lnTo>
                <a:lnTo>
                  <a:pt x="10147" y="22"/>
                </a:lnTo>
                <a:lnTo>
                  <a:pt x="10033" y="22"/>
                </a:lnTo>
                <a:lnTo>
                  <a:pt x="10033" y="0"/>
                </a:lnTo>
                <a:moveTo>
                  <a:pt x="10215" y="0"/>
                </a:moveTo>
                <a:lnTo>
                  <a:pt x="10329" y="0"/>
                </a:lnTo>
                <a:lnTo>
                  <a:pt x="10329" y="22"/>
                </a:lnTo>
                <a:lnTo>
                  <a:pt x="10215" y="22"/>
                </a:lnTo>
                <a:lnTo>
                  <a:pt x="10215" y="0"/>
                </a:lnTo>
                <a:moveTo>
                  <a:pt x="10398" y="0"/>
                </a:moveTo>
                <a:lnTo>
                  <a:pt x="10511" y="0"/>
                </a:lnTo>
                <a:lnTo>
                  <a:pt x="10511" y="22"/>
                </a:lnTo>
                <a:lnTo>
                  <a:pt x="10398" y="22"/>
                </a:lnTo>
                <a:lnTo>
                  <a:pt x="10398" y="0"/>
                </a:lnTo>
                <a:moveTo>
                  <a:pt x="10580" y="0"/>
                </a:moveTo>
                <a:lnTo>
                  <a:pt x="10694" y="0"/>
                </a:lnTo>
                <a:lnTo>
                  <a:pt x="10694" y="22"/>
                </a:lnTo>
                <a:lnTo>
                  <a:pt x="10580" y="22"/>
                </a:lnTo>
                <a:lnTo>
                  <a:pt x="10580" y="0"/>
                </a:lnTo>
                <a:moveTo>
                  <a:pt x="10762" y="0"/>
                </a:moveTo>
                <a:lnTo>
                  <a:pt x="10876" y="0"/>
                </a:lnTo>
                <a:lnTo>
                  <a:pt x="10876" y="22"/>
                </a:lnTo>
                <a:lnTo>
                  <a:pt x="10762" y="22"/>
                </a:lnTo>
                <a:lnTo>
                  <a:pt x="10762" y="0"/>
                </a:lnTo>
                <a:moveTo>
                  <a:pt x="10944" y="0"/>
                </a:moveTo>
                <a:lnTo>
                  <a:pt x="11058" y="0"/>
                </a:lnTo>
                <a:lnTo>
                  <a:pt x="11058" y="22"/>
                </a:lnTo>
                <a:lnTo>
                  <a:pt x="10944" y="22"/>
                </a:lnTo>
                <a:lnTo>
                  <a:pt x="10944" y="0"/>
                </a:lnTo>
                <a:moveTo>
                  <a:pt x="11126" y="0"/>
                </a:moveTo>
                <a:lnTo>
                  <a:pt x="11240" y="0"/>
                </a:lnTo>
                <a:lnTo>
                  <a:pt x="11240" y="22"/>
                </a:lnTo>
                <a:lnTo>
                  <a:pt x="11126" y="22"/>
                </a:lnTo>
                <a:lnTo>
                  <a:pt x="11126" y="0"/>
                </a:lnTo>
                <a:moveTo>
                  <a:pt x="11308" y="0"/>
                </a:moveTo>
                <a:lnTo>
                  <a:pt x="11422" y="0"/>
                </a:lnTo>
                <a:lnTo>
                  <a:pt x="11422" y="22"/>
                </a:lnTo>
                <a:lnTo>
                  <a:pt x="11308" y="22"/>
                </a:lnTo>
                <a:lnTo>
                  <a:pt x="11308" y="0"/>
                </a:lnTo>
                <a:moveTo>
                  <a:pt x="11491" y="0"/>
                </a:moveTo>
                <a:lnTo>
                  <a:pt x="11605" y="0"/>
                </a:lnTo>
                <a:lnTo>
                  <a:pt x="11605" y="22"/>
                </a:lnTo>
                <a:lnTo>
                  <a:pt x="11491" y="22"/>
                </a:lnTo>
                <a:lnTo>
                  <a:pt x="11491" y="0"/>
                </a:lnTo>
                <a:moveTo>
                  <a:pt x="11673" y="0"/>
                </a:moveTo>
                <a:lnTo>
                  <a:pt x="11787" y="0"/>
                </a:lnTo>
                <a:lnTo>
                  <a:pt x="11787" y="22"/>
                </a:lnTo>
                <a:lnTo>
                  <a:pt x="11673" y="22"/>
                </a:lnTo>
                <a:lnTo>
                  <a:pt x="11673" y="0"/>
                </a:lnTo>
                <a:moveTo>
                  <a:pt x="11855" y="0"/>
                </a:moveTo>
                <a:lnTo>
                  <a:pt x="11912" y="0"/>
                </a:lnTo>
                <a:lnTo>
                  <a:pt x="11912" y="79"/>
                </a:lnTo>
                <a:lnTo>
                  <a:pt x="11889" y="79"/>
                </a:lnTo>
                <a:lnTo>
                  <a:pt x="11889" y="11"/>
                </a:lnTo>
                <a:lnTo>
                  <a:pt x="11901" y="11"/>
                </a:lnTo>
                <a:lnTo>
                  <a:pt x="11901" y="22"/>
                </a:lnTo>
                <a:lnTo>
                  <a:pt x="11855" y="22"/>
                </a:lnTo>
                <a:lnTo>
                  <a:pt x="11855" y="0"/>
                </a:lnTo>
                <a:moveTo>
                  <a:pt x="11912" y="148"/>
                </a:moveTo>
                <a:lnTo>
                  <a:pt x="11912" y="263"/>
                </a:lnTo>
                <a:lnTo>
                  <a:pt x="11889" y="263"/>
                </a:lnTo>
                <a:lnTo>
                  <a:pt x="11889" y="148"/>
                </a:lnTo>
                <a:lnTo>
                  <a:pt x="11912" y="148"/>
                </a:lnTo>
                <a:moveTo>
                  <a:pt x="11912" y="332"/>
                </a:moveTo>
                <a:lnTo>
                  <a:pt x="11912" y="446"/>
                </a:lnTo>
                <a:lnTo>
                  <a:pt x="11889" y="446"/>
                </a:lnTo>
                <a:lnTo>
                  <a:pt x="11889" y="332"/>
                </a:lnTo>
                <a:lnTo>
                  <a:pt x="11912" y="332"/>
                </a:lnTo>
                <a:moveTo>
                  <a:pt x="11912" y="514"/>
                </a:moveTo>
                <a:lnTo>
                  <a:pt x="11912" y="628"/>
                </a:lnTo>
                <a:lnTo>
                  <a:pt x="11889" y="628"/>
                </a:lnTo>
                <a:lnTo>
                  <a:pt x="11889" y="514"/>
                </a:lnTo>
                <a:lnTo>
                  <a:pt x="11912" y="514"/>
                </a:lnTo>
                <a:moveTo>
                  <a:pt x="11912" y="697"/>
                </a:moveTo>
                <a:lnTo>
                  <a:pt x="11912" y="811"/>
                </a:lnTo>
                <a:lnTo>
                  <a:pt x="11889" y="811"/>
                </a:lnTo>
                <a:lnTo>
                  <a:pt x="11889" y="697"/>
                </a:lnTo>
                <a:lnTo>
                  <a:pt x="11912" y="697"/>
                </a:lnTo>
                <a:moveTo>
                  <a:pt x="11912" y="879"/>
                </a:moveTo>
                <a:lnTo>
                  <a:pt x="11912" y="993"/>
                </a:lnTo>
                <a:lnTo>
                  <a:pt x="11889" y="993"/>
                </a:lnTo>
                <a:lnTo>
                  <a:pt x="11889" y="879"/>
                </a:lnTo>
                <a:lnTo>
                  <a:pt x="11912" y="879"/>
                </a:lnTo>
                <a:moveTo>
                  <a:pt x="11912" y="1062"/>
                </a:moveTo>
                <a:lnTo>
                  <a:pt x="11912" y="1119"/>
                </a:lnTo>
                <a:lnTo>
                  <a:pt x="11832" y="1119"/>
                </a:lnTo>
                <a:lnTo>
                  <a:pt x="11832" y="1096"/>
                </a:lnTo>
                <a:lnTo>
                  <a:pt x="11901" y="1096"/>
                </a:lnTo>
                <a:lnTo>
                  <a:pt x="11901" y="1108"/>
                </a:lnTo>
                <a:lnTo>
                  <a:pt x="11889" y="1108"/>
                </a:lnTo>
                <a:lnTo>
                  <a:pt x="11889" y="1062"/>
                </a:lnTo>
                <a:lnTo>
                  <a:pt x="11912" y="1062"/>
                </a:lnTo>
                <a:moveTo>
                  <a:pt x="11764" y="1119"/>
                </a:moveTo>
                <a:lnTo>
                  <a:pt x="11650" y="1119"/>
                </a:lnTo>
                <a:lnTo>
                  <a:pt x="11650" y="1096"/>
                </a:lnTo>
                <a:lnTo>
                  <a:pt x="11764" y="1096"/>
                </a:lnTo>
                <a:lnTo>
                  <a:pt x="11764" y="1119"/>
                </a:lnTo>
                <a:moveTo>
                  <a:pt x="11582" y="1119"/>
                </a:moveTo>
                <a:lnTo>
                  <a:pt x="11468" y="1119"/>
                </a:lnTo>
                <a:lnTo>
                  <a:pt x="11468" y="1096"/>
                </a:lnTo>
                <a:lnTo>
                  <a:pt x="11582" y="1096"/>
                </a:lnTo>
                <a:lnTo>
                  <a:pt x="11582" y="1119"/>
                </a:lnTo>
                <a:moveTo>
                  <a:pt x="11400" y="1119"/>
                </a:moveTo>
                <a:lnTo>
                  <a:pt x="11286" y="1119"/>
                </a:lnTo>
                <a:lnTo>
                  <a:pt x="11286" y="1096"/>
                </a:lnTo>
                <a:lnTo>
                  <a:pt x="11400" y="1096"/>
                </a:lnTo>
                <a:lnTo>
                  <a:pt x="11400" y="1119"/>
                </a:lnTo>
                <a:moveTo>
                  <a:pt x="11217" y="1119"/>
                </a:moveTo>
                <a:lnTo>
                  <a:pt x="11104" y="1119"/>
                </a:lnTo>
                <a:lnTo>
                  <a:pt x="11104" y="1096"/>
                </a:lnTo>
                <a:lnTo>
                  <a:pt x="11217" y="1096"/>
                </a:lnTo>
                <a:lnTo>
                  <a:pt x="11217" y="1119"/>
                </a:lnTo>
                <a:moveTo>
                  <a:pt x="11035" y="1119"/>
                </a:moveTo>
                <a:lnTo>
                  <a:pt x="10921" y="1119"/>
                </a:lnTo>
                <a:lnTo>
                  <a:pt x="10921" y="1096"/>
                </a:lnTo>
                <a:lnTo>
                  <a:pt x="11035" y="1096"/>
                </a:lnTo>
                <a:lnTo>
                  <a:pt x="11035" y="1119"/>
                </a:lnTo>
                <a:moveTo>
                  <a:pt x="10853" y="1119"/>
                </a:moveTo>
                <a:lnTo>
                  <a:pt x="10739" y="1119"/>
                </a:lnTo>
                <a:lnTo>
                  <a:pt x="10739" y="1096"/>
                </a:lnTo>
                <a:lnTo>
                  <a:pt x="10853" y="1096"/>
                </a:lnTo>
                <a:lnTo>
                  <a:pt x="10853" y="1119"/>
                </a:lnTo>
                <a:moveTo>
                  <a:pt x="10671" y="1119"/>
                </a:moveTo>
                <a:lnTo>
                  <a:pt x="10557" y="1119"/>
                </a:lnTo>
                <a:lnTo>
                  <a:pt x="10557" y="1096"/>
                </a:lnTo>
                <a:lnTo>
                  <a:pt x="10671" y="1096"/>
                </a:lnTo>
                <a:lnTo>
                  <a:pt x="10671" y="1119"/>
                </a:lnTo>
                <a:moveTo>
                  <a:pt x="10489" y="1119"/>
                </a:moveTo>
                <a:lnTo>
                  <a:pt x="10375" y="1119"/>
                </a:lnTo>
                <a:lnTo>
                  <a:pt x="10375" y="1096"/>
                </a:lnTo>
                <a:lnTo>
                  <a:pt x="10489" y="1096"/>
                </a:lnTo>
                <a:lnTo>
                  <a:pt x="10489" y="1119"/>
                </a:lnTo>
                <a:moveTo>
                  <a:pt x="10306" y="1119"/>
                </a:moveTo>
                <a:lnTo>
                  <a:pt x="10193" y="1119"/>
                </a:lnTo>
                <a:lnTo>
                  <a:pt x="10193" y="1096"/>
                </a:lnTo>
                <a:lnTo>
                  <a:pt x="10306" y="1096"/>
                </a:lnTo>
                <a:lnTo>
                  <a:pt x="10306" y="1119"/>
                </a:lnTo>
                <a:moveTo>
                  <a:pt x="10124" y="1119"/>
                </a:moveTo>
                <a:lnTo>
                  <a:pt x="10010" y="1119"/>
                </a:lnTo>
                <a:lnTo>
                  <a:pt x="10010" y="1096"/>
                </a:lnTo>
                <a:lnTo>
                  <a:pt x="10124" y="1096"/>
                </a:lnTo>
                <a:lnTo>
                  <a:pt x="10124" y="1119"/>
                </a:lnTo>
                <a:moveTo>
                  <a:pt x="9942" y="1119"/>
                </a:moveTo>
                <a:lnTo>
                  <a:pt x="9828" y="1119"/>
                </a:lnTo>
                <a:lnTo>
                  <a:pt x="9828" y="1096"/>
                </a:lnTo>
                <a:lnTo>
                  <a:pt x="9942" y="1096"/>
                </a:lnTo>
                <a:lnTo>
                  <a:pt x="9942" y="1119"/>
                </a:lnTo>
                <a:moveTo>
                  <a:pt x="9760" y="1119"/>
                </a:moveTo>
                <a:lnTo>
                  <a:pt x="9646" y="1119"/>
                </a:lnTo>
                <a:lnTo>
                  <a:pt x="9646" y="1096"/>
                </a:lnTo>
                <a:lnTo>
                  <a:pt x="9760" y="1096"/>
                </a:lnTo>
                <a:lnTo>
                  <a:pt x="9760" y="1119"/>
                </a:lnTo>
                <a:moveTo>
                  <a:pt x="9578" y="1119"/>
                </a:moveTo>
                <a:lnTo>
                  <a:pt x="9464" y="1119"/>
                </a:lnTo>
                <a:lnTo>
                  <a:pt x="9464" y="1096"/>
                </a:lnTo>
                <a:lnTo>
                  <a:pt x="9578" y="1096"/>
                </a:lnTo>
                <a:lnTo>
                  <a:pt x="9578" y="1119"/>
                </a:lnTo>
                <a:moveTo>
                  <a:pt x="9396" y="1119"/>
                </a:moveTo>
                <a:lnTo>
                  <a:pt x="9282" y="1119"/>
                </a:lnTo>
                <a:lnTo>
                  <a:pt x="9282" y="1096"/>
                </a:lnTo>
                <a:lnTo>
                  <a:pt x="9396" y="1096"/>
                </a:lnTo>
                <a:lnTo>
                  <a:pt x="9396" y="1119"/>
                </a:lnTo>
                <a:moveTo>
                  <a:pt x="9213" y="1119"/>
                </a:moveTo>
                <a:lnTo>
                  <a:pt x="9099" y="1119"/>
                </a:lnTo>
                <a:lnTo>
                  <a:pt x="9099" y="1096"/>
                </a:lnTo>
                <a:lnTo>
                  <a:pt x="9213" y="1096"/>
                </a:lnTo>
                <a:lnTo>
                  <a:pt x="9213" y="1119"/>
                </a:lnTo>
                <a:moveTo>
                  <a:pt x="9031" y="1119"/>
                </a:moveTo>
                <a:lnTo>
                  <a:pt x="8917" y="1119"/>
                </a:lnTo>
                <a:lnTo>
                  <a:pt x="8917" y="1096"/>
                </a:lnTo>
                <a:lnTo>
                  <a:pt x="9031" y="1096"/>
                </a:lnTo>
                <a:lnTo>
                  <a:pt x="9031" y="1119"/>
                </a:lnTo>
                <a:moveTo>
                  <a:pt x="8849" y="1119"/>
                </a:moveTo>
                <a:lnTo>
                  <a:pt x="8735" y="1119"/>
                </a:lnTo>
                <a:lnTo>
                  <a:pt x="8735" y="1096"/>
                </a:lnTo>
                <a:lnTo>
                  <a:pt x="8849" y="1096"/>
                </a:lnTo>
                <a:lnTo>
                  <a:pt x="8849" y="1119"/>
                </a:lnTo>
                <a:moveTo>
                  <a:pt x="8667" y="1119"/>
                </a:moveTo>
                <a:lnTo>
                  <a:pt x="8553" y="1119"/>
                </a:lnTo>
                <a:lnTo>
                  <a:pt x="8553" y="1096"/>
                </a:lnTo>
                <a:lnTo>
                  <a:pt x="8667" y="1096"/>
                </a:lnTo>
                <a:lnTo>
                  <a:pt x="8667" y="1119"/>
                </a:lnTo>
                <a:moveTo>
                  <a:pt x="8485" y="1119"/>
                </a:moveTo>
                <a:lnTo>
                  <a:pt x="8371" y="1119"/>
                </a:lnTo>
                <a:lnTo>
                  <a:pt x="8371" y="1096"/>
                </a:lnTo>
                <a:lnTo>
                  <a:pt x="8485" y="1096"/>
                </a:lnTo>
                <a:lnTo>
                  <a:pt x="8485" y="1119"/>
                </a:lnTo>
                <a:moveTo>
                  <a:pt x="8302" y="1119"/>
                </a:moveTo>
                <a:lnTo>
                  <a:pt x="8189" y="1119"/>
                </a:lnTo>
                <a:lnTo>
                  <a:pt x="8189" y="1096"/>
                </a:lnTo>
                <a:lnTo>
                  <a:pt x="8302" y="1096"/>
                </a:lnTo>
                <a:lnTo>
                  <a:pt x="8302" y="1119"/>
                </a:lnTo>
                <a:moveTo>
                  <a:pt x="8120" y="1119"/>
                </a:moveTo>
                <a:lnTo>
                  <a:pt x="8006" y="1119"/>
                </a:lnTo>
                <a:lnTo>
                  <a:pt x="8006" y="1096"/>
                </a:lnTo>
                <a:lnTo>
                  <a:pt x="8120" y="1096"/>
                </a:lnTo>
                <a:lnTo>
                  <a:pt x="8120" y="1119"/>
                </a:lnTo>
                <a:moveTo>
                  <a:pt x="7938" y="1119"/>
                </a:moveTo>
                <a:lnTo>
                  <a:pt x="7824" y="1119"/>
                </a:lnTo>
                <a:lnTo>
                  <a:pt x="7824" y="1096"/>
                </a:lnTo>
                <a:lnTo>
                  <a:pt x="7938" y="1096"/>
                </a:lnTo>
                <a:lnTo>
                  <a:pt x="7938" y="1119"/>
                </a:lnTo>
                <a:moveTo>
                  <a:pt x="7756" y="1119"/>
                </a:moveTo>
                <a:lnTo>
                  <a:pt x="7642" y="1119"/>
                </a:lnTo>
                <a:lnTo>
                  <a:pt x="7642" y="1096"/>
                </a:lnTo>
                <a:lnTo>
                  <a:pt x="7756" y="1096"/>
                </a:lnTo>
                <a:lnTo>
                  <a:pt x="7756" y="1119"/>
                </a:lnTo>
                <a:moveTo>
                  <a:pt x="7574" y="1119"/>
                </a:moveTo>
                <a:lnTo>
                  <a:pt x="7460" y="1119"/>
                </a:lnTo>
                <a:lnTo>
                  <a:pt x="7460" y="1096"/>
                </a:lnTo>
                <a:lnTo>
                  <a:pt x="7574" y="1096"/>
                </a:lnTo>
                <a:lnTo>
                  <a:pt x="7574" y="1119"/>
                </a:lnTo>
                <a:moveTo>
                  <a:pt x="7391" y="1119"/>
                </a:moveTo>
                <a:lnTo>
                  <a:pt x="7278" y="1119"/>
                </a:lnTo>
                <a:lnTo>
                  <a:pt x="7278" y="1096"/>
                </a:lnTo>
                <a:lnTo>
                  <a:pt x="7391" y="1096"/>
                </a:lnTo>
                <a:lnTo>
                  <a:pt x="7391" y="1119"/>
                </a:lnTo>
                <a:moveTo>
                  <a:pt x="7209" y="1119"/>
                </a:moveTo>
                <a:lnTo>
                  <a:pt x="7095" y="1119"/>
                </a:lnTo>
                <a:lnTo>
                  <a:pt x="7095" y="1096"/>
                </a:lnTo>
                <a:lnTo>
                  <a:pt x="7209" y="1096"/>
                </a:lnTo>
                <a:lnTo>
                  <a:pt x="7209" y="1119"/>
                </a:lnTo>
                <a:moveTo>
                  <a:pt x="7027" y="1119"/>
                </a:moveTo>
                <a:lnTo>
                  <a:pt x="6913" y="1119"/>
                </a:lnTo>
                <a:lnTo>
                  <a:pt x="6913" y="1096"/>
                </a:lnTo>
                <a:lnTo>
                  <a:pt x="7027" y="1096"/>
                </a:lnTo>
                <a:lnTo>
                  <a:pt x="7027" y="1119"/>
                </a:lnTo>
                <a:moveTo>
                  <a:pt x="6845" y="1119"/>
                </a:moveTo>
                <a:lnTo>
                  <a:pt x="6731" y="1119"/>
                </a:lnTo>
                <a:lnTo>
                  <a:pt x="6731" y="1096"/>
                </a:lnTo>
                <a:lnTo>
                  <a:pt x="6845" y="1096"/>
                </a:lnTo>
                <a:lnTo>
                  <a:pt x="6845" y="1119"/>
                </a:lnTo>
                <a:moveTo>
                  <a:pt x="6663" y="1119"/>
                </a:moveTo>
                <a:lnTo>
                  <a:pt x="6549" y="1119"/>
                </a:lnTo>
                <a:lnTo>
                  <a:pt x="6549" y="1096"/>
                </a:lnTo>
                <a:lnTo>
                  <a:pt x="6663" y="1096"/>
                </a:lnTo>
                <a:lnTo>
                  <a:pt x="6663" y="1119"/>
                </a:lnTo>
                <a:moveTo>
                  <a:pt x="6481" y="1119"/>
                </a:moveTo>
                <a:lnTo>
                  <a:pt x="6367" y="1119"/>
                </a:lnTo>
                <a:lnTo>
                  <a:pt x="6367" y="1096"/>
                </a:lnTo>
                <a:lnTo>
                  <a:pt x="6481" y="1096"/>
                </a:lnTo>
                <a:lnTo>
                  <a:pt x="6481" y="1119"/>
                </a:lnTo>
                <a:moveTo>
                  <a:pt x="6298" y="1119"/>
                </a:moveTo>
                <a:lnTo>
                  <a:pt x="6184" y="1119"/>
                </a:lnTo>
                <a:lnTo>
                  <a:pt x="6184" y="1096"/>
                </a:lnTo>
                <a:lnTo>
                  <a:pt x="6298" y="1096"/>
                </a:lnTo>
                <a:lnTo>
                  <a:pt x="6298" y="1119"/>
                </a:lnTo>
                <a:moveTo>
                  <a:pt x="6116" y="1119"/>
                </a:moveTo>
                <a:lnTo>
                  <a:pt x="6002" y="1119"/>
                </a:lnTo>
                <a:lnTo>
                  <a:pt x="6002" y="1096"/>
                </a:lnTo>
                <a:lnTo>
                  <a:pt x="6116" y="1096"/>
                </a:lnTo>
                <a:lnTo>
                  <a:pt x="6116" y="1119"/>
                </a:lnTo>
                <a:moveTo>
                  <a:pt x="5934" y="1119"/>
                </a:moveTo>
                <a:lnTo>
                  <a:pt x="5820" y="1119"/>
                </a:lnTo>
                <a:lnTo>
                  <a:pt x="5820" y="1096"/>
                </a:lnTo>
                <a:lnTo>
                  <a:pt x="5934" y="1096"/>
                </a:lnTo>
                <a:lnTo>
                  <a:pt x="5934" y="1119"/>
                </a:lnTo>
                <a:moveTo>
                  <a:pt x="5752" y="1119"/>
                </a:moveTo>
                <a:lnTo>
                  <a:pt x="5638" y="1119"/>
                </a:lnTo>
                <a:lnTo>
                  <a:pt x="5638" y="1096"/>
                </a:lnTo>
                <a:lnTo>
                  <a:pt x="5752" y="1096"/>
                </a:lnTo>
                <a:lnTo>
                  <a:pt x="5752" y="1119"/>
                </a:lnTo>
                <a:moveTo>
                  <a:pt x="5570" y="1119"/>
                </a:moveTo>
                <a:lnTo>
                  <a:pt x="5456" y="1119"/>
                </a:lnTo>
                <a:lnTo>
                  <a:pt x="5456" y="1096"/>
                </a:lnTo>
                <a:lnTo>
                  <a:pt x="5570" y="1096"/>
                </a:lnTo>
                <a:lnTo>
                  <a:pt x="5570" y="1119"/>
                </a:lnTo>
                <a:moveTo>
                  <a:pt x="5387" y="1119"/>
                </a:moveTo>
                <a:lnTo>
                  <a:pt x="5274" y="1119"/>
                </a:lnTo>
                <a:lnTo>
                  <a:pt x="5274" y="1096"/>
                </a:lnTo>
                <a:lnTo>
                  <a:pt x="5387" y="1096"/>
                </a:lnTo>
                <a:lnTo>
                  <a:pt x="5387" y="1119"/>
                </a:lnTo>
                <a:moveTo>
                  <a:pt x="5205" y="1119"/>
                </a:moveTo>
                <a:lnTo>
                  <a:pt x="5091" y="1119"/>
                </a:lnTo>
                <a:lnTo>
                  <a:pt x="5091" y="1096"/>
                </a:lnTo>
                <a:lnTo>
                  <a:pt x="5205" y="1096"/>
                </a:lnTo>
                <a:lnTo>
                  <a:pt x="5205" y="1119"/>
                </a:lnTo>
                <a:moveTo>
                  <a:pt x="5023" y="1119"/>
                </a:moveTo>
                <a:lnTo>
                  <a:pt x="4909" y="1119"/>
                </a:lnTo>
                <a:lnTo>
                  <a:pt x="4909" y="1096"/>
                </a:lnTo>
                <a:lnTo>
                  <a:pt x="5023" y="1096"/>
                </a:lnTo>
                <a:lnTo>
                  <a:pt x="5023" y="1119"/>
                </a:lnTo>
                <a:moveTo>
                  <a:pt x="4841" y="1119"/>
                </a:moveTo>
                <a:lnTo>
                  <a:pt x="4727" y="1119"/>
                </a:lnTo>
                <a:lnTo>
                  <a:pt x="4727" y="1096"/>
                </a:lnTo>
                <a:lnTo>
                  <a:pt x="4841" y="1096"/>
                </a:lnTo>
                <a:lnTo>
                  <a:pt x="4841" y="1119"/>
                </a:lnTo>
                <a:moveTo>
                  <a:pt x="4659" y="1119"/>
                </a:moveTo>
                <a:lnTo>
                  <a:pt x="4545" y="1119"/>
                </a:lnTo>
                <a:lnTo>
                  <a:pt x="4545" y="1096"/>
                </a:lnTo>
                <a:lnTo>
                  <a:pt x="4659" y="1096"/>
                </a:lnTo>
                <a:lnTo>
                  <a:pt x="4659" y="1119"/>
                </a:lnTo>
                <a:moveTo>
                  <a:pt x="4476" y="1119"/>
                </a:moveTo>
                <a:lnTo>
                  <a:pt x="4363" y="1119"/>
                </a:lnTo>
                <a:lnTo>
                  <a:pt x="4363" y="1096"/>
                </a:lnTo>
                <a:lnTo>
                  <a:pt x="4476" y="1096"/>
                </a:lnTo>
                <a:lnTo>
                  <a:pt x="4476" y="1119"/>
                </a:lnTo>
                <a:moveTo>
                  <a:pt x="4294" y="1119"/>
                </a:moveTo>
                <a:lnTo>
                  <a:pt x="4180" y="1119"/>
                </a:lnTo>
                <a:lnTo>
                  <a:pt x="4180" y="1096"/>
                </a:lnTo>
                <a:lnTo>
                  <a:pt x="4294" y="1096"/>
                </a:lnTo>
                <a:lnTo>
                  <a:pt x="4294" y="1119"/>
                </a:lnTo>
                <a:moveTo>
                  <a:pt x="4112" y="1119"/>
                </a:moveTo>
                <a:lnTo>
                  <a:pt x="3998" y="1119"/>
                </a:lnTo>
                <a:lnTo>
                  <a:pt x="3998" y="1096"/>
                </a:lnTo>
                <a:lnTo>
                  <a:pt x="4112" y="1096"/>
                </a:lnTo>
                <a:lnTo>
                  <a:pt x="4112" y="1119"/>
                </a:lnTo>
                <a:moveTo>
                  <a:pt x="3930" y="1119"/>
                </a:moveTo>
                <a:lnTo>
                  <a:pt x="3816" y="1119"/>
                </a:lnTo>
                <a:lnTo>
                  <a:pt x="3816" y="1096"/>
                </a:lnTo>
                <a:lnTo>
                  <a:pt x="3930" y="1096"/>
                </a:lnTo>
                <a:lnTo>
                  <a:pt x="3930" y="1119"/>
                </a:lnTo>
                <a:moveTo>
                  <a:pt x="3747" y="1119"/>
                </a:moveTo>
                <a:lnTo>
                  <a:pt x="3633" y="1119"/>
                </a:lnTo>
                <a:lnTo>
                  <a:pt x="3633" y="1096"/>
                </a:lnTo>
                <a:lnTo>
                  <a:pt x="3747" y="1096"/>
                </a:lnTo>
                <a:lnTo>
                  <a:pt x="3747" y="1119"/>
                </a:lnTo>
                <a:moveTo>
                  <a:pt x="3564" y="1119"/>
                </a:moveTo>
                <a:lnTo>
                  <a:pt x="3451" y="1119"/>
                </a:lnTo>
                <a:lnTo>
                  <a:pt x="3451" y="1096"/>
                </a:lnTo>
                <a:lnTo>
                  <a:pt x="3564" y="1096"/>
                </a:lnTo>
                <a:lnTo>
                  <a:pt x="3564" y="1119"/>
                </a:lnTo>
                <a:moveTo>
                  <a:pt x="3382" y="1119"/>
                </a:moveTo>
                <a:lnTo>
                  <a:pt x="3268" y="1119"/>
                </a:lnTo>
                <a:lnTo>
                  <a:pt x="3268" y="1096"/>
                </a:lnTo>
                <a:lnTo>
                  <a:pt x="3382" y="1096"/>
                </a:lnTo>
                <a:lnTo>
                  <a:pt x="3382" y="1119"/>
                </a:lnTo>
                <a:moveTo>
                  <a:pt x="3200" y="1119"/>
                </a:moveTo>
                <a:lnTo>
                  <a:pt x="3086" y="1119"/>
                </a:lnTo>
                <a:lnTo>
                  <a:pt x="3086" y="1096"/>
                </a:lnTo>
                <a:lnTo>
                  <a:pt x="3200" y="1096"/>
                </a:lnTo>
                <a:lnTo>
                  <a:pt x="3200" y="1119"/>
                </a:lnTo>
                <a:moveTo>
                  <a:pt x="3018" y="1119"/>
                </a:moveTo>
                <a:lnTo>
                  <a:pt x="2904" y="1119"/>
                </a:lnTo>
                <a:lnTo>
                  <a:pt x="2904" y="1096"/>
                </a:lnTo>
                <a:lnTo>
                  <a:pt x="3018" y="1096"/>
                </a:lnTo>
                <a:lnTo>
                  <a:pt x="3018" y="1119"/>
                </a:lnTo>
                <a:moveTo>
                  <a:pt x="2836" y="1119"/>
                </a:moveTo>
                <a:lnTo>
                  <a:pt x="2722" y="1119"/>
                </a:lnTo>
                <a:lnTo>
                  <a:pt x="2722" y="1096"/>
                </a:lnTo>
                <a:lnTo>
                  <a:pt x="2836" y="1096"/>
                </a:lnTo>
                <a:lnTo>
                  <a:pt x="2836" y="1119"/>
                </a:lnTo>
                <a:moveTo>
                  <a:pt x="2654" y="1119"/>
                </a:moveTo>
                <a:lnTo>
                  <a:pt x="2540" y="1119"/>
                </a:lnTo>
                <a:lnTo>
                  <a:pt x="2540" y="1096"/>
                </a:lnTo>
                <a:lnTo>
                  <a:pt x="2654" y="1096"/>
                </a:lnTo>
                <a:lnTo>
                  <a:pt x="2654" y="1119"/>
                </a:lnTo>
                <a:moveTo>
                  <a:pt x="2471" y="1119"/>
                </a:moveTo>
                <a:lnTo>
                  <a:pt x="2357" y="1119"/>
                </a:lnTo>
                <a:lnTo>
                  <a:pt x="2357" y="1096"/>
                </a:lnTo>
                <a:lnTo>
                  <a:pt x="2471" y="1096"/>
                </a:lnTo>
                <a:lnTo>
                  <a:pt x="2471" y="1119"/>
                </a:lnTo>
                <a:moveTo>
                  <a:pt x="2289" y="1119"/>
                </a:moveTo>
                <a:lnTo>
                  <a:pt x="2175" y="1119"/>
                </a:lnTo>
                <a:lnTo>
                  <a:pt x="2175" y="1096"/>
                </a:lnTo>
                <a:lnTo>
                  <a:pt x="2289" y="1096"/>
                </a:lnTo>
                <a:lnTo>
                  <a:pt x="2289" y="1119"/>
                </a:lnTo>
                <a:moveTo>
                  <a:pt x="2107" y="1119"/>
                </a:moveTo>
                <a:lnTo>
                  <a:pt x="1993" y="1119"/>
                </a:lnTo>
                <a:lnTo>
                  <a:pt x="1993" y="1096"/>
                </a:lnTo>
                <a:lnTo>
                  <a:pt x="2107" y="1096"/>
                </a:lnTo>
                <a:lnTo>
                  <a:pt x="2107" y="1119"/>
                </a:lnTo>
                <a:moveTo>
                  <a:pt x="1925" y="1119"/>
                </a:moveTo>
                <a:lnTo>
                  <a:pt x="1811" y="1119"/>
                </a:lnTo>
                <a:lnTo>
                  <a:pt x="1811" y="1096"/>
                </a:lnTo>
                <a:lnTo>
                  <a:pt x="1925" y="1096"/>
                </a:lnTo>
                <a:lnTo>
                  <a:pt x="1925" y="1119"/>
                </a:lnTo>
                <a:moveTo>
                  <a:pt x="1743" y="1119"/>
                </a:moveTo>
                <a:lnTo>
                  <a:pt x="1629" y="1119"/>
                </a:lnTo>
                <a:lnTo>
                  <a:pt x="1629" y="1096"/>
                </a:lnTo>
                <a:lnTo>
                  <a:pt x="1743" y="1096"/>
                </a:lnTo>
                <a:lnTo>
                  <a:pt x="1743" y="1119"/>
                </a:lnTo>
                <a:moveTo>
                  <a:pt x="1560" y="1119"/>
                </a:moveTo>
                <a:lnTo>
                  <a:pt x="1447" y="1119"/>
                </a:lnTo>
                <a:lnTo>
                  <a:pt x="1447" y="1096"/>
                </a:lnTo>
                <a:lnTo>
                  <a:pt x="1560" y="1096"/>
                </a:lnTo>
                <a:lnTo>
                  <a:pt x="1560" y="1119"/>
                </a:lnTo>
                <a:moveTo>
                  <a:pt x="1378" y="1119"/>
                </a:moveTo>
                <a:lnTo>
                  <a:pt x="1264" y="1119"/>
                </a:lnTo>
                <a:lnTo>
                  <a:pt x="1264" y="1096"/>
                </a:lnTo>
                <a:lnTo>
                  <a:pt x="1378" y="1096"/>
                </a:lnTo>
                <a:lnTo>
                  <a:pt x="1378" y="1119"/>
                </a:lnTo>
                <a:moveTo>
                  <a:pt x="1196" y="1119"/>
                </a:moveTo>
                <a:lnTo>
                  <a:pt x="1082" y="1119"/>
                </a:lnTo>
                <a:lnTo>
                  <a:pt x="1082" y="1096"/>
                </a:lnTo>
                <a:lnTo>
                  <a:pt x="1196" y="1096"/>
                </a:lnTo>
                <a:lnTo>
                  <a:pt x="1196" y="1119"/>
                </a:lnTo>
                <a:moveTo>
                  <a:pt x="1014" y="1119"/>
                </a:moveTo>
                <a:lnTo>
                  <a:pt x="900" y="1119"/>
                </a:lnTo>
                <a:lnTo>
                  <a:pt x="900" y="1096"/>
                </a:lnTo>
                <a:lnTo>
                  <a:pt x="1014" y="1096"/>
                </a:lnTo>
                <a:lnTo>
                  <a:pt x="1014" y="1119"/>
                </a:lnTo>
                <a:moveTo>
                  <a:pt x="832" y="1119"/>
                </a:moveTo>
                <a:lnTo>
                  <a:pt x="718" y="1119"/>
                </a:lnTo>
                <a:lnTo>
                  <a:pt x="718" y="1096"/>
                </a:lnTo>
                <a:lnTo>
                  <a:pt x="832" y="1096"/>
                </a:lnTo>
                <a:lnTo>
                  <a:pt x="832" y="1119"/>
                </a:lnTo>
                <a:moveTo>
                  <a:pt x="649" y="1119"/>
                </a:moveTo>
                <a:lnTo>
                  <a:pt x="536" y="1119"/>
                </a:lnTo>
                <a:lnTo>
                  <a:pt x="536" y="1096"/>
                </a:lnTo>
                <a:lnTo>
                  <a:pt x="649" y="1096"/>
                </a:lnTo>
                <a:lnTo>
                  <a:pt x="649" y="1119"/>
                </a:lnTo>
                <a:moveTo>
                  <a:pt x="467" y="1119"/>
                </a:moveTo>
                <a:lnTo>
                  <a:pt x="353" y="1119"/>
                </a:lnTo>
                <a:lnTo>
                  <a:pt x="353" y="1096"/>
                </a:lnTo>
                <a:lnTo>
                  <a:pt x="467" y="1096"/>
                </a:lnTo>
                <a:lnTo>
                  <a:pt x="467" y="1119"/>
                </a:lnTo>
                <a:moveTo>
                  <a:pt x="285" y="1119"/>
                </a:moveTo>
                <a:lnTo>
                  <a:pt x="171" y="1119"/>
                </a:lnTo>
                <a:lnTo>
                  <a:pt x="171" y="1096"/>
                </a:lnTo>
                <a:lnTo>
                  <a:pt x="285" y="1096"/>
                </a:lnTo>
                <a:lnTo>
                  <a:pt x="285" y="1119"/>
                </a:lnTo>
                <a:moveTo>
                  <a:pt x="103" y="1119"/>
                </a:moveTo>
                <a:lnTo>
                  <a:pt x="0" y="1119"/>
                </a:lnTo>
                <a:lnTo>
                  <a:pt x="0" y="1085"/>
                </a:lnTo>
                <a:lnTo>
                  <a:pt x="23" y="1085"/>
                </a:lnTo>
                <a:lnTo>
                  <a:pt x="23" y="1108"/>
                </a:lnTo>
                <a:lnTo>
                  <a:pt x="12" y="1108"/>
                </a:lnTo>
                <a:lnTo>
                  <a:pt x="12" y="1096"/>
                </a:lnTo>
                <a:lnTo>
                  <a:pt x="103" y="1096"/>
                </a:lnTo>
                <a:lnTo>
                  <a:pt x="103" y="1119"/>
                </a:lnTo>
                <a:moveTo>
                  <a:pt x="0" y="1016"/>
                </a:moveTo>
                <a:lnTo>
                  <a:pt x="0" y="902"/>
                </a:lnTo>
                <a:lnTo>
                  <a:pt x="23" y="902"/>
                </a:lnTo>
                <a:lnTo>
                  <a:pt x="23" y="1016"/>
                </a:lnTo>
                <a:lnTo>
                  <a:pt x="0" y="1016"/>
                </a:lnTo>
                <a:moveTo>
                  <a:pt x="0" y="834"/>
                </a:moveTo>
                <a:lnTo>
                  <a:pt x="0" y="720"/>
                </a:lnTo>
                <a:lnTo>
                  <a:pt x="23" y="720"/>
                </a:lnTo>
                <a:lnTo>
                  <a:pt x="23" y="834"/>
                </a:lnTo>
                <a:lnTo>
                  <a:pt x="0" y="834"/>
                </a:lnTo>
                <a:moveTo>
                  <a:pt x="0" y="651"/>
                </a:moveTo>
                <a:lnTo>
                  <a:pt x="0" y="537"/>
                </a:lnTo>
                <a:lnTo>
                  <a:pt x="23" y="537"/>
                </a:lnTo>
                <a:lnTo>
                  <a:pt x="23" y="651"/>
                </a:lnTo>
                <a:lnTo>
                  <a:pt x="0" y="651"/>
                </a:lnTo>
                <a:moveTo>
                  <a:pt x="0" y="468"/>
                </a:moveTo>
                <a:lnTo>
                  <a:pt x="0" y="354"/>
                </a:lnTo>
                <a:lnTo>
                  <a:pt x="23" y="354"/>
                </a:lnTo>
                <a:lnTo>
                  <a:pt x="23" y="468"/>
                </a:lnTo>
                <a:lnTo>
                  <a:pt x="0" y="468"/>
                </a:lnTo>
                <a:moveTo>
                  <a:pt x="0" y="286"/>
                </a:moveTo>
                <a:lnTo>
                  <a:pt x="0" y="171"/>
                </a:lnTo>
                <a:lnTo>
                  <a:pt x="23" y="171"/>
                </a:lnTo>
                <a:lnTo>
                  <a:pt x="23" y="286"/>
                </a:lnTo>
                <a:lnTo>
                  <a:pt x="0" y="286"/>
                </a:lnTo>
                <a:moveTo>
                  <a:pt x="0" y="102"/>
                </a:moveTo>
                <a:lnTo>
                  <a:pt x="0" y="0"/>
                </a:lnTo>
                <a:lnTo>
                  <a:pt x="126" y="0"/>
                </a:lnTo>
                <a:lnTo>
                  <a:pt x="126" y="22"/>
                </a:lnTo>
                <a:lnTo>
                  <a:pt x="12" y="22"/>
                </a:lnTo>
                <a:lnTo>
                  <a:pt x="12" y="11"/>
                </a:lnTo>
                <a:lnTo>
                  <a:pt x="23" y="11"/>
                </a:lnTo>
                <a:lnTo>
                  <a:pt x="23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3" name=""/>
          <p:cNvSpPr/>
          <p:nvPr/>
        </p:nvSpPr>
        <p:spPr>
          <a:xfrm>
            <a:off x="4900680" y="4223520"/>
            <a:ext cx="98640" cy="82440"/>
          </a:xfrm>
          <a:custGeom>
            <a:avLst/>
            <a:gdLst/>
            <a:ahLst/>
            <a:rect l="0" t="0" r="r" b="b"/>
            <a:pathLst>
              <a:path w="274" h="229">
                <a:moveTo>
                  <a:pt x="0" y="0"/>
                </a:moveTo>
                <a:lnTo>
                  <a:pt x="274" y="0"/>
                </a:lnTo>
                <a:lnTo>
                  <a:pt x="274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4" name=""/>
          <p:cNvSpPr/>
          <p:nvPr/>
        </p:nvSpPr>
        <p:spPr>
          <a:xfrm>
            <a:off x="4900680" y="4251960"/>
            <a:ext cx="982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867240" y="373752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867240" y="4214160"/>
            <a:ext cx="175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Medewerker Type / Expertise Proﬁel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7" name=""/>
          <p:cNvSpPr/>
          <p:nvPr/>
        </p:nvSpPr>
        <p:spPr>
          <a:xfrm>
            <a:off x="1276920" y="722880"/>
            <a:ext cx="0" cy="23004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8" name=""/>
          <p:cNvSpPr/>
          <p:nvPr/>
        </p:nvSpPr>
        <p:spPr>
          <a:xfrm>
            <a:off x="1276920" y="1347480"/>
            <a:ext cx="0" cy="23004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9" name=""/>
          <p:cNvSpPr/>
          <p:nvPr/>
        </p:nvSpPr>
        <p:spPr>
          <a:xfrm>
            <a:off x="1227960" y="1495440"/>
            <a:ext cx="98640" cy="82440"/>
          </a:xfrm>
          <a:custGeom>
            <a:avLst/>
            <a:gdLst/>
            <a:ahLst/>
            <a:rect l="0" t="0" r="r" b="b"/>
            <a:pathLst>
              <a:path w="274" h="229">
                <a:moveTo>
                  <a:pt x="137" y="229"/>
                </a:moveTo>
                <a:lnTo>
                  <a:pt x="0" y="0"/>
                </a:lnTo>
                <a:lnTo>
                  <a:pt x="274" y="0"/>
                </a:lnTo>
                <a:lnTo>
                  <a:pt x="137" y="2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0" name=""/>
          <p:cNvSpPr/>
          <p:nvPr/>
        </p:nvSpPr>
        <p:spPr>
          <a:xfrm>
            <a:off x="1227960" y="1495440"/>
            <a:ext cx="98640" cy="82440"/>
          </a:xfrm>
          <a:custGeom>
            <a:avLst/>
            <a:gdLst/>
            <a:ahLst/>
            <a:rect l="0" t="0" r="r" b="b"/>
            <a:pathLst>
              <a:path w="274" h="229">
                <a:moveTo>
                  <a:pt x="137" y="229"/>
                </a:moveTo>
                <a:lnTo>
                  <a:pt x="0" y="0"/>
                </a:lnTo>
                <a:lnTo>
                  <a:pt x="274" y="0"/>
                </a:lnTo>
                <a:lnTo>
                  <a:pt x="137" y="229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1" name=""/>
          <p:cNvSpPr/>
          <p:nvPr/>
        </p:nvSpPr>
        <p:spPr>
          <a:xfrm>
            <a:off x="1276920" y="3927600"/>
            <a:ext cx="0" cy="23004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2" name=""/>
          <p:cNvSpPr/>
          <p:nvPr/>
        </p:nvSpPr>
        <p:spPr>
          <a:xfrm>
            <a:off x="1244160" y="3927600"/>
            <a:ext cx="65880" cy="65880"/>
          </a:xfrm>
          <a:custGeom>
            <a:avLst/>
            <a:gdLst/>
            <a:ahLst/>
            <a:rect l="0" t="0" r="r" b="b"/>
            <a:pathLst>
              <a:path w="183" h="183">
                <a:moveTo>
                  <a:pt x="91" y="0"/>
                </a:moveTo>
                <a:lnTo>
                  <a:pt x="0" y="183"/>
                </a:lnTo>
                <a:lnTo>
                  <a:pt x="183" y="183"/>
                </a:lnTo>
                <a:lnTo>
                  <a:pt x="91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867240" y="4347000"/>
            <a:ext cx="33825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Docent farmacie met baliepraktijk (expertiseproﬁel)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1342800" y="3999600"/>
            <a:ext cx="65160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Heeft meerdere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5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5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53" name=""/>
          <p:cNvSpPr/>
          <p:nvPr/>
        </p:nvSpPr>
        <p:spPr>
          <a:xfrm>
            <a:off x="1117800" y="-6126480"/>
            <a:ext cx="7098840" cy="10800000"/>
          </a:xfrm>
          <a:custGeom>
            <a:avLst/>
            <a:gdLst/>
            <a:ahLst/>
            <a:rect l="0" t="0" r="r" b="b"/>
            <a:pathLst>
              <a:path w="19719" h="30000">
                <a:moveTo>
                  <a:pt x="192" y="0"/>
                </a:moveTo>
                <a:lnTo>
                  <a:pt x="19527" y="0"/>
                </a:lnTo>
                <a:cubicBezTo>
                  <a:pt x="19540" y="0"/>
                  <a:pt x="19552" y="1"/>
                  <a:pt x="19565" y="3"/>
                </a:cubicBezTo>
                <a:cubicBezTo>
                  <a:pt x="19577" y="6"/>
                  <a:pt x="19589" y="9"/>
                  <a:pt x="19601" y="14"/>
                </a:cubicBezTo>
                <a:cubicBezTo>
                  <a:pt x="19612" y="19"/>
                  <a:pt x="19623" y="25"/>
                  <a:pt x="19634" y="32"/>
                </a:cubicBezTo>
                <a:cubicBezTo>
                  <a:pt x="19644" y="39"/>
                  <a:pt x="19654" y="47"/>
                  <a:pt x="19663" y="56"/>
                </a:cubicBezTo>
                <a:cubicBezTo>
                  <a:pt x="19672" y="65"/>
                  <a:pt x="19680" y="74"/>
                  <a:pt x="19687" y="85"/>
                </a:cubicBezTo>
                <a:cubicBezTo>
                  <a:pt x="19694" y="95"/>
                  <a:pt x="19700" y="107"/>
                  <a:pt x="19705" y="118"/>
                </a:cubicBezTo>
                <a:cubicBezTo>
                  <a:pt x="19709" y="130"/>
                  <a:pt x="19713" y="142"/>
                  <a:pt x="19716" y="154"/>
                </a:cubicBezTo>
                <a:cubicBezTo>
                  <a:pt x="19718" y="167"/>
                  <a:pt x="19719" y="179"/>
                  <a:pt x="19719" y="192"/>
                </a:cubicBezTo>
                <a:lnTo>
                  <a:pt x="19719" y="29808"/>
                </a:lnTo>
                <a:cubicBezTo>
                  <a:pt x="19719" y="29820"/>
                  <a:pt x="19718" y="29833"/>
                  <a:pt x="19716" y="29845"/>
                </a:cubicBezTo>
                <a:cubicBezTo>
                  <a:pt x="19713" y="29858"/>
                  <a:pt x="19709" y="29870"/>
                  <a:pt x="19705" y="29881"/>
                </a:cubicBezTo>
                <a:cubicBezTo>
                  <a:pt x="19700" y="29893"/>
                  <a:pt x="19694" y="29904"/>
                  <a:pt x="19687" y="29915"/>
                </a:cubicBezTo>
                <a:cubicBezTo>
                  <a:pt x="19680" y="29925"/>
                  <a:pt x="19672" y="29935"/>
                  <a:pt x="19663" y="29944"/>
                </a:cubicBezTo>
                <a:cubicBezTo>
                  <a:pt x="19654" y="29953"/>
                  <a:pt x="19644" y="29961"/>
                  <a:pt x="19634" y="29968"/>
                </a:cubicBezTo>
                <a:cubicBezTo>
                  <a:pt x="19623" y="29975"/>
                  <a:pt x="19612" y="29980"/>
                  <a:pt x="19601" y="29985"/>
                </a:cubicBezTo>
                <a:cubicBezTo>
                  <a:pt x="19589" y="29990"/>
                  <a:pt x="19577" y="29994"/>
                  <a:pt x="19565" y="29996"/>
                </a:cubicBezTo>
                <a:cubicBezTo>
                  <a:pt x="19552" y="29999"/>
                  <a:pt x="19540" y="30000"/>
                  <a:pt x="19527" y="30000"/>
                </a:cubicBezTo>
                <a:lnTo>
                  <a:pt x="192" y="30000"/>
                </a:lnTo>
                <a:cubicBezTo>
                  <a:pt x="180" y="30000"/>
                  <a:pt x="167" y="29999"/>
                  <a:pt x="155" y="29996"/>
                </a:cubicBezTo>
                <a:cubicBezTo>
                  <a:pt x="142" y="29994"/>
                  <a:pt x="130" y="29990"/>
                  <a:pt x="119" y="29985"/>
                </a:cubicBezTo>
                <a:cubicBezTo>
                  <a:pt x="107" y="29980"/>
                  <a:pt x="96" y="29975"/>
                  <a:pt x="85" y="29968"/>
                </a:cubicBezTo>
                <a:cubicBezTo>
                  <a:pt x="75" y="29961"/>
                  <a:pt x="65" y="29953"/>
                  <a:pt x="56" y="29944"/>
                </a:cubicBezTo>
                <a:cubicBezTo>
                  <a:pt x="47" y="29935"/>
                  <a:pt x="39" y="29925"/>
                  <a:pt x="32" y="29915"/>
                </a:cubicBezTo>
                <a:cubicBezTo>
                  <a:pt x="25" y="29904"/>
                  <a:pt x="19" y="29893"/>
                  <a:pt x="15" y="29881"/>
                </a:cubicBezTo>
                <a:cubicBezTo>
                  <a:pt x="10" y="29870"/>
                  <a:pt x="6" y="29858"/>
                  <a:pt x="4" y="29845"/>
                </a:cubicBezTo>
                <a:cubicBezTo>
                  <a:pt x="1" y="29833"/>
                  <a:pt x="0" y="29820"/>
                  <a:pt x="0" y="29808"/>
                </a:cubicBezTo>
                <a:lnTo>
                  <a:pt x="0" y="192"/>
                </a:lnTo>
                <a:cubicBezTo>
                  <a:pt x="0" y="179"/>
                  <a:pt x="1" y="167"/>
                  <a:pt x="4" y="154"/>
                </a:cubicBezTo>
                <a:cubicBezTo>
                  <a:pt x="6" y="142"/>
                  <a:pt x="10" y="130"/>
                  <a:pt x="15" y="118"/>
                </a:cubicBezTo>
                <a:cubicBezTo>
                  <a:pt x="19" y="107"/>
                  <a:pt x="25" y="95"/>
                  <a:pt x="32" y="85"/>
                </a:cubicBezTo>
                <a:cubicBezTo>
                  <a:pt x="39" y="74"/>
                  <a:pt x="47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0" y="9"/>
                  <a:pt x="142" y="6"/>
                  <a:pt x="155" y="3"/>
                </a:cubicBezTo>
                <a:cubicBezTo>
                  <a:pt x="167" y="1"/>
                  <a:pt x="180" y="0"/>
                  <a:pt x="19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4" name=""/>
          <p:cNvSpPr/>
          <p:nvPr/>
        </p:nvSpPr>
        <p:spPr>
          <a:xfrm>
            <a:off x="1117800" y="-6126480"/>
            <a:ext cx="7098840" cy="10800000"/>
          </a:xfrm>
          <a:custGeom>
            <a:avLst/>
            <a:gdLst/>
            <a:ahLst/>
            <a:rect l="0" t="0" r="r" b="b"/>
            <a:pathLst>
              <a:path w="19719" h="30000">
                <a:moveTo>
                  <a:pt x="192" y="0"/>
                </a:moveTo>
                <a:lnTo>
                  <a:pt x="19527" y="0"/>
                </a:lnTo>
                <a:cubicBezTo>
                  <a:pt x="19540" y="0"/>
                  <a:pt x="19552" y="1"/>
                  <a:pt x="19565" y="3"/>
                </a:cubicBezTo>
                <a:cubicBezTo>
                  <a:pt x="19577" y="6"/>
                  <a:pt x="19589" y="9"/>
                  <a:pt x="19601" y="14"/>
                </a:cubicBezTo>
                <a:cubicBezTo>
                  <a:pt x="19612" y="19"/>
                  <a:pt x="19623" y="25"/>
                  <a:pt x="19634" y="32"/>
                </a:cubicBezTo>
                <a:cubicBezTo>
                  <a:pt x="19644" y="39"/>
                  <a:pt x="19654" y="47"/>
                  <a:pt x="19663" y="56"/>
                </a:cubicBezTo>
                <a:cubicBezTo>
                  <a:pt x="19672" y="65"/>
                  <a:pt x="19680" y="74"/>
                  <a:pt x="19687" y="85"/>
                </a:cubicBezTo>
                <a:cubicBezTo>
                  <a:pt x="19694" y="95"/>
                  <a:pt x="19700" y="107"/>
                  <a:pt x="19705" y="118"/>
                </a:cubicBezTo>
                <a:cubicBezTo>
                  <a:pt x="19709" y="130"/>
                  <a:pt x="19713" y="142"/>
                  <a:pt x="19716" y="154"/>
                </a:cubicBezTo>
                <a:cubicBezTo>
                  <a:pt x="19718" y="167"/>
                  <a:pt x="19719" y="179"/>
                  <a:pt x="19719" y="192"/>
                </a:cubicBezTo>
                <a:lnTo>
                  <a:pt x="19719" y="29808"/>
                </a:lnTo>
                <a:cubicBezTo>
                  <a:pt x="19719" y="29820"/>
                  <a:pt x="19718" y="29833"/>
                  <a:pt x="19716" y="29845"/>
                </a:cubicBezTo>
                <a:cubicBezTo>
                  <a:pt x="19713" y="29858"/>
                  <a:pt x="19709" y="29870"/>
                  <a:pt x="19705" y="29881"/>
                </a:cubicBezTo>
                <a:cubicBezTo>
                  <a:pt x="19700" y="29893"/>
                  <a:pt x="19694" y="29904"/>
                  <a:pt x="19687" y="29915"/>
                </a:cubicBezTo>
                <a:cubicBezTo>
                  <a:pt x="19680" y="29925"/>
                  <a:pt x="19672" y="29935"/>
                  <a:pt x="19663" y="29944"/>
                </a:cubicBezTo>
                <a:cubicBezTo>
                  <a:pt x="19654" y="29953"/>
                  <a:pt x="19644" y="29961"/>
                  <a:pt x="19634" y="29968"/>
                </a:cubicBezTo>
                <a:cubicBezTo>
                  <a:pt x="19623" y="29975"/>
                  <a:pt x="19612" y="29980"/>
                  <a:pt x="19601" y="29985"/>
                </a:cubicBezTo>
                <a:cubicBezTo>
                  <a:pt x="19589" y="29990"/>
                  <a:pt x="19577" y="29994"/>
                  <a:pt x="19565" y="29996"/>
                </a:cubicBezTo>
                <a:cubicBezTo>
                  <a:pt x="19552" y="29999"/>
                  <a:pt x="19540" y="30000"/>
                  <a:pt x="19527" y="30000"/>
                </a:cubicBezTo>
                <a:lnTo>
                  <a:pt x="192" y="30000"/>
                </a:lnTo>
                <a:cubicBezTo>
                  <a:pt x="180" y="30000"/>
                  <a:pt x="167" y="29999"/>
                  <a:pt x="155" y="29996"/>
                </a:cubicBezTo>
                <a:cubicBezTo>
                  <a:pt x="142" y="29994"/>
                  <a:pt x="130" y="29990"/>
                  <a:pt x="119" y="29985"/>
                </a:cubicBezTo>
                <a:cubicBezTo>
                  <a:pt x="107" y="29980"/>
                  <a:pt x="96" y="29975"/>
                  <a:pt x="85" y="29968"/>
                </a:cubicBezTo>
                <a:cubicBezTo>
                  <a:pt x="75" y="29961"/>
                  <a:pt x="65" y="29953"/>
                  <a:pt x="56" y="29944"/>
                </a:cubicBezTo>
                <a:cubicBezTo>
                  <a:pt x="47" y="29935"/>
                  <a:pt x="39" y="29925"/>
                  <a:pt x="32" y="29915"/>
                </a:cubicBezTo>
                <a:cubicBezTo>
                  <a:pt x="25" y="29904"/>
                  <a:pt x="19" y="29893"/>
                  <a:pt x="15" y="29881"/>
                </a:cubicBezTo>
                <a:cubicBezTo>
                  <a:pt x="10" y="29870"/>
                  <a:pt x="6" y="29858"/>
                  <a:pt x="4" y="29845"/>
                </a:cubicBezTo>
                <a:cubicBezTo>
                  <a:pt x="1" y="29833"/>
                  <a:pt x="0" y="29820"/>
                  <a:pt x="0" y="29808"/>
                </a:cubicBezTo>
                <a:lnTo>
                  <a:pt x="0" y="192"/>
                </a:lnTo>
                <a:cubicBezTo>
                  <a:pt x="0" y="179"/>
                  <a:pt x="1" y="167"/>
                  <a:pt x="4" y="154"/>
                </a:cubicBezTo>
                <a:cubicBezTo>
                  <a:pt x="6" y="142"/>
                  <a:pt x="10" y="130"/>
                  <a:pt x="15" y="118"/>
                </a:cubicBezTo>
                <a:cubicBezTo>
                  <a:pt x="19" y="107"/>
                  <a:pt x="25" y="95"/>
                  <a:pt x="32" y="85"/>
                </a:cubicBezTo>
                <a:cubicBezTo>
                  <a:pt x="39" y="74"/>
                  <a:pt x="47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0" y="9"/>
                  <a:pt x="142" y="6"/>
                  <a:pt x="155" y="3"/>
                </a:cubicBezTo>
                <a:cubicBezTo>
                  <a:pt x="167" y="1"/>
                  <a:pt x="180" y="0"/>
                  <a:pt x="192" y="0"/>
                </a:cubicBezTo>
                <a:close/>
              </a:path>
            </a:pathLst>
          </a:custGeom>
          <a:noFill/>
          <a:ln w="6840">
            <a:solidFill>
              <a:srgbClr val="d8ddd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5" name=""/>
          <p:cNvSpPr/>
          <p:nvPr/>
        </p:nvSpPr>
        <p:spPr>
          <a:xfrm>
            <a:off x="1391040" y="677880"/>
            <a:ext cx="5023440" cy="1079640"/>
          </a:xfrm>
          <a:custGeom>
            <a:avLst/>
            <a:gdLst/>
            <a:ahLst/>
            <a:rect l="0" t="0" r="r" b="b"/>
            <a:pathLst>
              <a:path w="13954" h="2999">
                <a:moveTo>
                  <a:pt x="0" y="0"/>
                </a:moveTo>
                <a:lnTo>
                  <a:pt x="13954" y="0"/>
                </a:lnTo>
                <a:lnTo>
                  <a:pt x="13954" y="2999"/>
                </a:lnTo>
                <a:lnTo>
                  <a:pt x="0" y="2999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6" name=""/>
          <p:cNvSpPr/>
          <p:nvPr/>
        </p:nvSpPr>
        <p:spPr>
          <a:xfrm>
            <a:off x="1387440" y="674280"/>
            <a:ext cx="5030280" cy="1086480"/>
          </a:xfrm>
          <a:custGeom>
            <a:avLst/>
            <a:gdLst/>
            <a:ahLst/>
            <a:rect l="0" t="0" r="r" b="b"/>
            <a:pathLst>
              <a:path w="13973" h="3018">
                <a:moveTo>
                  <a:pt x="164" y="0"/>
                </a:moveTo>
                <a:lnTo>
                  <a:pt x="260" y="0"/>
                </a:lnTo>
                <a:lnTo>
                  <a:pt x="260" y="19"/>
                </a:lnTo>
                <a:lnTo>
                  <a:pt x="164" y="19"/>
                </a:lnTo>
                <a:lnTo>
                  <a:pt x="164" y="0"/>
                </a:lnTo>
                <a:moveTo>
                  <a:pt x="318" y="0"/>
                </a:moveTo>
                <a:lnTo>
                  <a:pt x="414" y="0"/>
                </a:lnTo>
                <a:lnTo>
                  <a:pt x="414" y="19"/>
                </a:lnTo>
                <a:lnTo>
                  <a:pt x="318" y="19"/>
                </a:lnTo>
                <a:lnTo>
                  <a:pt x="318" y="0"/>
                </a:lnTo>
                <a:moveTo>
                  <a:pt x="471" y="0"/>
                </a:moveTo>
                <a:lnTo>
                  <a:pt x="567" y="0"/>
                </a:lnTo>
                <a:lnTo>
                  <a:pt x="567" y="19"/>
                </a:lnTo>
                <a:lnTo>
                  <a:pt x="471" y="19"/>
                </a:lnTo>
                <a:lnTo>
                  <a:pt x="471" y="0"/>
                </a:lnTo>
                <a:moveTo>
                  <a:pt x="625" y="0"/>
                </a:moveTo>
                <a:lnTo>
                  <a:pt x="721" y="0"/>
                </a:lnTo>
                <a:lnTo>
                  <a:pt x="721" y="19"/>
                </a:lnTo>
                <a:lnTo>
                  <a:pt x="625" y="19"/>
                </a:lnTo>
                <a:lnTo>
                  <a:pt x="625" y="0"/>
                </a:lnTo>
                <a:moveTo>
                  <a:pt x="779" y="0"/>
                </a:moveTo>
                <a:lnTo>
                  <a:pt x="875" y="0"/>
                </a:lnTo>
                <a:lnTo>
                  <a:pt x="875" y="19"/>
                </a:lnTo>
                <a:lnTo>
                  <a:pt x="779" y="19"/>
                </a:lnTo>
                <a:lnTo>
                  <a:pt x="779" y="0"/>
                </a:lnTo>
                <a:moveTo>
                  <a:pt x="933" y="0"/>
                </a:moveTo>
                <a:lnTo>
                  <a:pt x="1029" y="0"/>
                </a:lnTo>
                <a:lnTo>
                  <a:pt x="1029" y="19"/>
                </a:lnTo>
                <a:lnTo>
                  <a:pt x="933" y="19"/>
                </a:lnTo>
                <a:lnTo>
                  <a:pt x="933" y="0"/>
                </a:lnTo>
                <a:moveTo>
                  <a:pt x="1086" y="0"/>
                </a:moveTo>
                <a:lnTo>
                  <a:pt x="1182" y="0"/>
                </a:lnTo>
                <a:lnTo>
                  <a:pt x="1182" y="19"/>
                </a:lnTo>
                <a:lnTo>
                  <a:pt x="1086" y="19"/>
                </a:lnTo>
                <a:lnTo>
                  <a:pt x="1086" y="0"/>
                </a:lnTo>
                <a:moveTo>
                  <a:pt x="1240" y="0"/>
                </a:moveTo>
                <a:lnTo>
                  <a:pt x="1336" y="0"/>
                </a:lnTo>
                <a:lnTo>
                  <a:pt x="1336" y="19"/>
                </a:lnTo>
                <a:lnTo>
                  <a:pt x="1240" y="19"/>
                </a:lnTo>
                <a:lnTo>
                  <a:pt x="1240" y="0"/>
                </a:lnTo>
                <a:moveTo>
                  <a:pt x="1394" y="0"/>
                </a:moveTo>
                <a:lnTo>
                  <a:pt x="1490" y="0"/>
                </a:lnTo>
                <a:lnTo>
                  <a:pt x="1490" y="19"/>
                </a:lnTo>
                <a:lnTo>
                  <a:pt x="1394" y="19"/>
                </a:lnTo>
                <a:lnTo>
                  <a:pt x="1394" y="0"/>
                </a:lnTo>
                <a:moveTo>
                  <a:pt x="1548" y="0"/>
                </a:moveTo>
                <a:lnTo>
                  <a:pt x="1644" y="0"/>
                </a:lnTo>
                <a:lnTo>
                  <a:pt x="1644" y="19"/>
                </a:lnTo>
                <a:lnTo>
                  <a:pt x="1548" y="19"/>
                </a:lnTo>
                <a:lnTo>
                  <a:pt x="1548" y="0"/>
                </a:lnTo>
                <a:moveTo>
                  <a:pt x="1701" y="0"/>
                </a:moveTo>
                <a:lnTo>
                  <a:pt x="1797" y="0"/>
                </a:lnTo>
                <a:lnTo>
                  <a:pt x="1797" y="19"/>
                </a:lnTo>
                <a:lnTo>
                  <a:pt x="1701" y="19"/>
                </a:lnTo>
                <a:lnTo>
                  <a:pt x="1701" y="0"/>
                </a:lnTo>
                <a:moveTo>
                  <a:pt x="1855" y="0"/>
                </a:moveTo>
                <a:lnTo>
                  <a:pt x="1951" y="0"/>
                </a:lnTo>
                <a:lnTo>
                  <a:pt x="1951" y="19"/>
                </a:lnTo>
                <a:lnTo>
                  <a:pt x="1855" y="19"/>
                </a:lnTo>
                <a:lnTo>
                  <a:pt x="1855" y="0"/>
                </a:lnTo>
                <a:moveTo>
                  <a:pt x="2009" y="0"/>
                </a:moveTo>
                <a:lnTo>
                  <a:pt x="2105" y="0"/>
                </a:lnTo>
                <a:lnTo>
                  <a:pt x="2105" y="19"/>
                </a:lnTo>
                <a:lnTo>
                  <a:pt x="2009" y="19"/>
                </a:lnTo>
                <a:lnTo>
                  <a:pt x="2009" y="0"/>
                </a:lnTo>
                <a:moveTo>
                  <a:pt x="2163" y="0"/>
                </a:moveTo>
                <a:lnTo>
                  <a:pt x="2259" y="0"/>
                </a:lnTo>
                <a:lnTo>
                  <a:pt x="2259" y="19"/>
                </a:lnTo>
                <a:lnTo>
                  <a:pt x="2163" y="19"/>
                </a:lnTo>
                <a:lnTo>
                  <a:pt x="2163" y="0"/>
                </a:lnTo>
                <a:moveTo>
                  <a:pt x="2316" y="0"/>
                </a:moveTo>
                <a:lnTo>
                  <a:pt x="2412" y="0"/>
                </a:lnTo>
                <a:lnTo>
                  <a:pt x="2412" y="19"/>
                </a:lnTo>
                <a:lnTo>
                  <a:pt x="2316" y="19"/>
                </a:lnTo>
                <a:lnTo>
                  <a:pt x="2316" y="0"/>
                </a:lnTo>
                <a:moveTo>
                  <a:pt x="2470" y="0"/>
                </a:moveTo>
                <a:lnTo>
                  <a:pt x="2566" y="0"/>
                </a:lnTo>
                <a:lnTo>
                  <a:pt x="2566" y="19"/>
                </a:lnTo>
                <a:lnTo>
                  <a:pt x="2470" y="19"/>
                </a:lnTo>
                <a:lnTo>
                  <a:pt x="2470" y="0"/>
                </a:lnTo>
                <a:moveTo>
                  <a:pt x="2624" y="0"/>
                </a:moveTo>
                <a:lnTo>
                  <a:pt x="2720" y="0"/>
                </a:lnTo>
                <a:lnTo>
                  <a:pt x="2720" y="19"/>
                </a:lnTo>
                <a:lnTo>
                  <a:pt x="2624" y="19"/>
                </a:lnTo>
                <a:lnTo>
                  <a:pt x="2624" y="0"/>
                </a:lnTo>
                <a:moveTo>
                  <a:pt x="2778" y="0"/>
                </a:moveTo>
                <a:lnTo>
                  <a:pt x="2874" y="0"/>
                </a:lnTo>
                <a:lnTo>
                  <a:pt x="2874" y="19"/>
                </a:lnTo>
                <a:lnTo>
                  <a:pt x="2778" y="19"/>
                </a:lnTo>
                <a:lnTo>
                  <a:pt x="2778" y="0"/>
                </a:lnTo>
                <a:moveTo>
                  <a:pt x="2931" y="0"/>
                </a:moveTo>
                <a:lnTo>
                  <a:pt x="3027" y="0"/>
                </a:lnTo>
                <a:lnTo>
                  <a:pt x="3027" y="19"/>
                </a:lnTo>
                <a:lnTo>
                  <a:pt x="2931" y="19"/>
                </a:lnTo>
                <a:lnTo>
                  <a:pt x="2931" y="0"/>
                </a:lnTo>
                <a:moveTo>
                  <a:pt x="3085" y="0"/>
                </a:moveTo>
                <a:lnTo>
                  <a:pt x="3182" y="0"/>
                </a:lnTo>
                <a:lnTo>
                  <a:pt x="3182" y="19"/>
                </a:lnTo>
                <a:lnTo>
                  <a:pt x="3085" y="19"/>
                </a:lnTo>
                <a:lnTo>
                  <a:pt x="3085" y="0"/>
                </a:lnTo>
                <a:moveTo>
                  <a:pt x="3240" y="0"/>
                </a:moveTo>
                <a:lnTo>
                  <a:pt x="3336" y="0"/>
                </a:lnTo>
                <a:lnTo>
                  <a:pt x="3336" y="19"/>
                </a:lnTo>
                <a:lnTo>
                  <a:pt x="3240" y="19"/>
                </a:lnTo>
                <a:lnTo>
                  <a:pt x="3240" y="0"/>
                </a:lnTo>
                <a:moveTo>
                  <a:pt x="3394" y="0"/>
                </a:moveTo>
                <a:lnTo>
                  <a:pt x="3490" y="0"/>
                </a:lnTo>
                <a:lnTo>
                  <a:pt x="3490" y="19"/>
                </a:lnTo>
                <a:lnTo>
                  <a:pt x="3394" y="19"/>
                </a:lnTo>
                <a:lnTo>
                  <a:pt x="3394" y="0"/>
                </a:lnTo>
                <a:moveTo>
                  <a:pt x="3547" y="0"/>
                </a:moveTo>
                <a:lnTo>
                  <a:pt x="3643" y="0"/>
                </a:lnTo>
                <a:lnTo>
                  <a:pt x="3643" y="19"/>
                </a:lnTo>
                <a:lnTo>
                  <a:pt x="3547" y="19"/>
                </a:lnTo>
                <a:lnTo>
                  <a:pt x="3547" y="0"/>
                </a:lnTo>
                <a:moveTo>
                  <a:pt x="3701" y="0"/>
                </a:moveTo>
                <a:lnTo>
                  <a:pt x="3797" y="0"/>
                </a:lnTo>
                <a:lnTo>
                  <a:pt x="3797" y="19"/>
                </a:lnTo>
                <a:lnTo>
                  <a:pt x="3701" y="19"/>
                </a:lnTo>
                <a:lnTo>
                  <a:pt x="3701" y="0"/>
                </a:lnTo>
                <a:moveTo>
                  <a:pt x="3855" y="0"/>
                </a:moveTo>
                <a:lnTo>
                  <a:pt x="3951" y="0"/>
                </a:lnTo>
                <a:lnTo>
                  <a:pt x="3951" y="19"/>
                </a:lnTo>
                <a:lnTo>
                  <a:pt x="3855" y="19"/>
                </a:lnTo>
                <a:lnTo>
                  <a:pt x="3855" y="0"/>
                </a:lnTo>
                <a:moveTo>
                  <a:pt x="4009" y="0"/>
                </a:moveTo>
                <a:lnTo>
                  <a:pt x="4105" y="0"/>
                </a:lnTo>
                <a:lnTo>
                  <a:pt x="4105" y="19"/>
                </a:lnTo>
                <a:lnTo>
                  <a:pt x="4009" y="19"/>
                </a:lnTo>
                <a:lnTo>
                  <a:pt x="4009" y="0"/>
                </a:lnTo>
                <a:moveTo>
                  <a:pt x="4162" y="0"/>
                </a:moveTo>
                <a:lnTo>
                  <a:pt x="4258" y="0"/>
                </a:lnTo>
                <a:lnTo>
                  <a:pt x="4258" y="19"/>
                </a:lnTo>
                <a:lnTo>
                  <a:pt x="4162" y="19"/>
                </a:lnTo>
                <a:lnTo>
                  <a:pt x="4162" y="0"/>
                </a:lnTo>
                <a:moveTo>
                  <a:pt x="4316" y="0"/>
                </a:moveTo>
                <a:lnTo>
                  <a:pt x="4412" y="0"/>
                </a:lnTo>
                <a:lnTo>
                  <a:pt x="4412" y="19"/>
                </a:lnTo>
                <a:lnTo>
                  <a:pt x="4316" y="19"/>
                </a:lnTo>
                <a:lnTo>
                  <a:pt x="4316" y="0"/>
                </a:lnTo>
                <a:moveTo>
                  <a:pt x="4470" y="0"/>
                </a:moveTo>
                <a:lnTo>
                  <a:pt x="4566" y="0"/>
                </a:lnTo>
                <a:lnTo>
                  <a:pt x="4566" y="19"/>
                </a:lnTo>
                <a:lnTo>
                  <a:pt x="4470" y="19"/>
                </a:lnTo>
                <a:lnTo>
                  <a:pt x="4470" y="0"/>
                </a:lnTo>
                <a:moveTo>
                  <a:pt x="4624" y="0"/>
                </a:moveTo>
                <a:lnTo>
                  <a:pt x="4720" y="0"/>
                </a:lnTo>
                <a:lnTo>
                  <a:pt x="4720" y="19"/>
                </a:lnTo>
                <a:lnTo>
                  <a:pt x="4624" y="19"/>
                </a:lnTo>
                <a:lnTo>
                  <a:pt x="4624" y="0"/>
                </a:lnTo>
                <a:moveTo>
                  <a:pt x="4777" y="0"/>
                </a:moveTo>
                <a:lnTo>
                  <a:pt x="4873" y="0"/>
                </a:lnTo>
                <a:lnTo>
                  <a:pt x="4873" y="19"/>
                </a:lnTo>
                <a:lnTo>
                  <a:pt x="4777" y="19"/>
                </a:lnTo>
                <a:lnTo>
                  <a:pt x="4777" y="0"/>
                </a:lnTo>
                <a:moveTo>
                  <a:pt x="4931" y="0"/>
                </a:moveTo>
                <a:lnTo>
                  <a:pt x="5027" y="0"/>
                </a:lnTo>
                <a:lnTo>
                  <a:pt x="5027" y="19"/>
                </a:lnTo>
                <a:lnTo>
                  <a:pt x="4931" y="19"/>
                </a:lnTo>
                <a:lnTo>
                  <a:pt x="4931" y="0"/>
                </a:lnTo>
                <a:moveTo>
                  <a:pt x="5085" y="0"/>
                </a:moveTo>
                <a:lnTo>
                  <a:pt x="5181" y="0"/>
                </a:lnTo>
                <a:lnTo>
                  <a:pt x="5181" y="19"/>
                </a:lnTo>
                <a:lnTo>
                  <a:pt x="5085" y="19"/>
                </a:lnTo>
                <a:lnTo>
                  <a:pt x="5085" y="0"/>
                </a:lnTo>
                <a:moveTo>
                  <a:pt x="5239" y="0"/>
                </a:moveTo>
                <a:lnTo>
                  <a:pt x="5335" y="0"/>
                </a:lnTo>
                <a:lnTo>
                  <a:pt x="5335" y="19"/>
                </a:lnTo>
                <a:lnTo>
                  <a:pt x="5239" y="19"/>
                </a:lnTo>
                <a:lnTo>
                  <a:pt x="5239" y="0"/>
                </a:lnTo>
                <a:moveTo>
                  <a:pt x="5392" y="0"/>
                </a:moveTo>
                <a:lnTo>
                  <a:pt x="5488" y="0"/>
                </a:lnTo>
                <a:lnTo>
                  <a:pt x="5488" y="19"/>
                </a:lnTo>
                <a:lnTo>
                  <a:pt x="5392" y="19"/>
                </a:lnTo>
                <a:lnTo>
                  <a:pt x="5392" y="0"/>
                </a:lnTo>
                <a:moveTo>
                  <a:pt x="5546" y="0"/>
                </a:moveTo>
                <a:lnTo>
                  <a:pt x="5642" y="0"/>
                </a:lnTo>
                <a:lnTo>
                  <a:pt x="5642" y="19"/>
                </a:lnTo>
                <a:lnTo>
                  <a:pt x="5546" y="19"/>
                </a:lnTo>
                <a:lnTo>
                  <a:pt x="5546" y="0"/>
                </a:lnTo>
                <a:moveTo>
                  <a:pt x="5700" y="0"/>
                </a:moveTo>
                <a:lnTo>
                  <a:pt x="5796" y="0"/>
                </a:lnTo>
                <a:lnTo>
                  <a:pt x="5796" y="19"/>
                </a:lnTo>
                <a:lnTo>
                  <a:pt x="5700" y="19"/>
                </a:lnTo>
                <a:lnTo>
                  <a:pt x="5700" y="0"/>
                </a:lnTo>
                <a:moveTo>
                  <a:pt x="5854" y="0"/>
                </a:moveTo>
                <a:lnTo>
                  <a:pt x="5950" y="0"/>
                </a:lnTo>
                <a:lnTo>
                  <a:pt x="5950" y="19"/>
                </a:lnTo>
                <a:lnTo>
                  <a:pt x="5854" y="19"/>
                </a:lnTo>
                <a:lnTo>
                  <a:pt x="5854" y="0"/>
                </a:lnTo>
                <a:moveTo>
                  <a:pt x="6007" y="0"/>
                </a:moveTo>
                <a:lnTo>
                  <a:pt x="6103" y="0"/>
                </a:lnTo>
                <a:lnTo>
                  <a:pt x="6103" y="19"/>
                </a:lnTo>
                <a:lnTo>
                  <a:pt x="6007" y="19"/>
                </a:lnTo>
                <a:lnTo>
                  <a:pt x="6007" y="0"/>
                </a:lnTo>
                <a:moveTo>
                  <a:pt x="6161" y="0"/>
                </a:moveTo>
                <a:lnTo>
                  <a:pt x="6257" y="0"/>
                </a:lnTo>
                <a:lnTo>
                  <a:pt x="6257" y="19"/>
                </a:lnTo>
                <a:lnTo>
                  <a:pt x="6161" y="19"/>
                </a:lnTo>
                <a:lnTo>
                  <a:pt x="6161" y="0"/>
                </a:lnTo>
                <a:moveTo>
                  <a:pt x="6315" y="0"/>
                </a:moveTo>
                <a:lnTo>
                  <a:pt x="6411" y="0"/>
                </a:lnTo>
                <a:lnTo>
                  <a:pt x="6411" y="19"/>
                </a:lnTo>
                <a:lnTo>
                  <a:pt x="6315" y="19"/>
                </a:lnTo>
                <a:lnTo>
                  <a:pt x="6315" y="0"/>
                </a:lnTo>
                <a:moveTo>
                  <a:pt x="6469" y="0"/>
                </a:moveTo>
                <a:lnTo>
                  <a:pt x="6565" y="0"/>
                </a:lnTo>
                <a:lnTo>
                  <a:pt x="6565" y="19"/>
                </a:lnTo>
                <a:lnTo>
                  <a:pt x="6469" y="19"/>
                </a:lnTo>
                <a:lnTo>
                  <a:pt x="6469" y="0"/>
                </a:lnTo>
                <a:moveTo>
                  <a:pt x="6622" y="0"/>
                </a:moveTo>
                <a:lnTo>
                  <a:pt x="6718" y="0"/>
                </a:lnTo>
                <a:lnTo>
                  <a:pt x="6718" y="19"/>
                </a:lnTo>
                <a:lnTo>
                  <a:pt x="6622" y="19"/>
                </a:lnTo>
                <a:lnTo>
                  <a:pt x="6622" y="0"/>
                </a:lnTo>
                <a:moveTo>
                  <a:pt x="6776" y="0"/>
                </a:moveTo>
                <a:lnTo>
                  <a:pt x="6872" y="0"/>
                </a:lnTo>
                <a:lnTo>
                  <a:pt x="6872" y="19"/>
                </a:lnTo>
                <a:lnTo>
                  <a:pt x="6776" y="19"/>
                </a:lnTo>
                <a:lnTo>
                  <a:pt x="6776" y="0"/>
                </a:lnTo>
                <a:moveTo>
                  <a:pt x="6930" y="0"/>
                </a:moveTo>
                <a:lnTo>
                  <a:pt x="7026" y="0"/>
                </a:lnTo>
                <a:lnTo>
                  <a:pt x="7026" y="19"/>
                </a:lnTo>
                <a:lnTo>
                  <a:pt x="6930" y="19"/>
                </a:lnTo>
                <a:lnTo>
                  <a:pt x="6930" y="0"/>
                </a:lnTo>
                <a:moveTo>
                  <a:pt x="7084" y="0"/>
                </a:moveTo>
                <a:lnTo>
                  <a:pt x="7180" y="0"/>
                </a:lnTo>
                <a:lnTo>
                  <a:pt x="7180" y="19"/>
                </a:lnTo>
                <a:lnTo>
                  <a:pt x="7084" y="19"/>
                </a:lnTo>
                <a:lnTo>
                  <a:pt x="7084" y="0"/>
                </a:lnTo>
                <a:moveTo>
                  <a:pt x="7237" y="0"/>
                </a:moveTo>
                <a:lnTo>
                  <a:pt x="7333" y="0"/>
                </a:lnTo>
                <a:lnTo>
                  <a:pt x="7333" y="19"/>
                </a:lnTo>
                <a:lnTo>
                  <a:pt x="7237" y="19"/>
                </a:lnTo>
                <a:lnTo>
                  <a:pt x="7237" y="0"/>
                </a:lnTo>
                <a:moveTo>
                  <a:pt x="7391" y="0"/>
                </a:moveTo>
                <a:lnTo>
                  <a:pt x="7487" y="0"/>
                </a:lnTo>
                <a:lnTo>
                  <a:pt x="7487" y="19"/>
                </a:lnTo>
                <a:lnTo>
                  <a:pt x="7391" y="19"/>
                </a:lnTo>
                <a:lnTo>
                  <a:pt x="7391" y="0"/>
                </a:lnTo>
                <a:moveTo>
                  <a:pt x="7545" y="0"/>
                </a:moveTo>
                <a:lnTo>
                  <a:pt x="7641" y="0"/>
                </a:lnTo>
                <a:lnTo>
                  <a:pt x="7641" y="19"/>
                </a:lnTo>
                <a:lnTo>
                  <a:pt x="7545" y="19"/>
                </a:lnTo>
                <a:lnTo>
                  <a:pt x="7545" y="0"/>
                </a:lnTo>
                <a:moveTo>
                  <a:pt x="7699" y="0"/>
                </a:moveTo>
                <a:lnTo>
                  <a:pt x="7795" y="0"/>
                </a:lnTo>
                <a:lnTo>
                  <a:pt x="7795" y="19"/>
                </a:lnTo>
                <a:lnTo>
                  <a:pt x="7699" y="19"/>
                </a:lnTo>
                <a:lnTo>
                  <a:pt x="7699" y="0"/>
                </a:lnTo>
                <a:moveTo>
                  <a:pt x="7852" y="0"/>
                </a:moveTo>
                <a:lnTo>
                  <a:pt x="7948" y="0"/>
                </a:lnTo>
                <a:lnTo>
                  <a:pt x="7948" y="19"/>
                </a:lnTo>
                <a:lnTo>
                  <a:pt x="7852" y="19"/>
                </a:lnTo>
                <a:lnTo>
                  <a:pt x="7852" y="0"/>
                </a:lnTo>
                <a:moveTo>
                  <a:pt x="8006" y="0"/>
                </a:moveTo>
                <a:lnTo>
                  <a:pt x="8102" y="0"/>
                </a:lnTo>
                <a:lnTo>
                  <a:pt x="8102" y="19"/>
                </a:lnTo>
                <a:lnTo>
                  <a:pt x="8006" y="19"/>
                </a:lnTo>
                <a:lnTo>
                  <a:pt x="8006" y="0"/>
                </a:lnTo>
                <a:moveTo>
                  <a:pt x="8160" y="0"/>
                </a:moveTo>
                <a:lnTo>
                  <a:pt x="8256" y="0"/>
                </a:lnTo>
                <a:lnTo>
                  <a:pt x="8256" y="19"/>
                </a:lnTo>
                <a:lnTo>
                  <a:pt x="8160" y="19"/>
                </a:lnTo>
                <a:lnTo>
                  <a:pt x="8160" y="0"/>
                </a:lnTo>
                <a:moveTo>
                  <a:pt x="8314" y="0"/>
                </a:moveTo>
                <a:lnTo>
                  <a:pt x="8410" y="0"/>
                </a:lnTo>
                <a:lnTo>
                  <a:pt x="8410" y="19"/>
                </a:lnTo>
                <a:lnTo>
                  <a:pt x="8314" y="19"/>
                </a:lnTo>
                <a:lnTo>
                  <a:pt x="8314" y="0"/>
                </a:lnTo>
                <a:moveTo>
                  <a:pt x="8467" y="0"/>
                </a:moveTo>
                <a:lnTo>
                  <a:pt x="8563" y="0"/>
                </a:lnTo>
                <a:lnTo>
                  <a:pt x="8563" y="19"/>
                </a:lnTo>
                <a:lnTo>
                  <a:pt x="8467" y="19"/>
                </a:lnTo>
                <a:lnTo>
                  <a:pt x="8467" y="0"/>
                </a:lnTo>
                <a:moveTo>
                  <a:pt x="8621" y="0"/>
                </a:moveTo>
                <a:lnTo>
                  <a:pt x="8717" y="0"/>
                </a:lnTo>
                <a:lnTo>
                  <a:pt x="8717" y="19"/>
                </a:lnTo>
                <a:lnTo>
                  <a:pt x="8621" y="19"/>
                </a:lnTo>
                <a:lnTo>
                  <a:pt x="8621" y="0"/>
                </a:lnTo>
                <a:moveTo>
                  <a:pt x="8775" y="0"/>
                </a:moveTo>
                <a:lnTo>
                  <a:pt x="8871" y="0"/>
                </a:lnTo>
                <a:lnTo>
                  <a:pt x="8871" y="19"/>
                </a:lnTo>
                <a:lnTo>
                  <a:pt x="8775" y="19"/>
                </a:lnTo>
                <a:lnTo>
                  <a:pt x="8775" y="0"/>
                </a:lnTo>
                <a:moveTo>
                  <a:pt x="8929" y="0"/>
                </a:moveTo>
                <a:lnTo>
                  <a:pt x="9025" y="0"/>
                </a:lnTo>
                <a:lnTo>
                  <a:pt x="9025" y="19"/>
                </a:lnTo>
                <a:lnTo>
                  <a:pt x="8929" y="19"/>
                </a:lnTo>
                <a:lnTo>
                  <a:pt x="8929" y="0"/>
                </a:lnTo>
                <a:moveTo>
                  <a:pt x="9082" y="0"/>
                </a:moveTo>
                <a:lnTo>
                  <a:pt x="9178" y="0"/>
                </a:lnTo>
                <a:lnTo>
                  <a:pt x="9178" y="19"/>
                </a:lnTo>
                <a:lnTo>
                  <a:pt x="9082" y="19"/>
                </a:lnTo>
                <a:lnTo>
                  <a:pt x="9082" y="0"/>
                </a:lnTo>
                <a:moveTo>
                  <a:pt x="9236" y="0"/>
                </a:moveTo>
                <a:lnTo>
                  <a:pt x="9332" y="0"/>
                </a:lnTo>
                <a:lnTo>
                  <a:pt x="9332" y="19"/>
                </a:lnTo>
                <a:lnTo>
                  <a:pt x="9236" y="19"/>
                </a:lnTo>
                <a:lnTo>
                  <a:pt x="9236" y="0"/>
                </a:lnTo>
                <a:moveTo>
                  <a:pt x="9390" y="0"/>
                </a:moveTo>
                <a:lnTo>
                  <a:pt x="9486" y="0"/>
                </a:lnTo>
                <a:lnTo>
                  <a:pt x="9486" y="19"/>
                </a:lnTo>
                <a:lnTo>
                  <a:pt x="9390" y="19"/>
                </a:lnTo>
                <a:lnTo>
                  <a:pt x="9390" y="0"/>
                </a:lnTo>
                <a:moveTo>
                  <a:pt x="9543" y="0"/>
                </a:moveTo>
                <a:lnTo>
                  <a:pt x="9640" y="0"/>
                </a:lnTo>
                <a:lnTo>
                  <a:pt x="9640" y="19"/>
                </a:lnTo>
                <a:lnTo>
                  <a:pt x="9543" y="19"/>
                </a:lnTo>
                <a:lnTo>
                  <a:pt x="9543" y="0"/>
                </a:lnTo>
                <a:moveTo>
                  <a:pt x="9697" y="0"/>
                </a:moveTo>
                <a:lnTo>
                  <a:pt x="9793" y="0"/>
                </a:lnTo>
                <a:lnTo>
                  <a:pt x="9793" y="19"/>
                </a:lnTo>
                <a:lnTo>
                  <a:pt x="9697" y="19"/>
                </a:lnTo>
                <a:lnTo>
                  <a:pt x="9697" y="0"/>
                </a:lnTo>
                <a:moveTo>
                  <a:pt x="9851" y="0"/>
                </a:moveTo>
                <a:lnTo>
                  <a:pt x="9947" y="0"/>
                </a:lnTo>
                <a:lnTo>
                  <a:pt x="9947" y="19"/>
                </a:lnTo>
                <a:lnTo>
                  <a:pt x="9851" y="19"/>
                </a:lnTo>
                <a:lnTo>
                  <a:pt x="9851" y="0"/>
                </a:lnTo>
                <a:moveTo>
                  <a:pt x="10005" y="0"/>
                </a:moveTo>
                <a:lnTo>
                  <a:pt x="10101" y="0"/>
                </a:lnTo>
                <a:lnTo>
                  <a:pt x="10101" y="19"/>
                </a:lnTo>
                <a:lnTo>
                  <a:pt x="10005" y="19"/>
                </a:lnTo>
                <a:lnTo>
                  <a:pt x="10005" y="0"/>
                </a:lnTo>
                <a:moveTo>
                  <a:pt x="10158" y="0"/>
                </a:moveTo>
                <a:lnTo>
                  <a:pt x="10255" y="0"/>
                </a:lnTo>
                <a:lnTo>
                  <a:pt x="10255" y="19"/>
                </a:lnTo>
                <a:lnTo>
                  <a:pt x="10158" y="19"/>
                </a:lnTo>
                <a:lnTo>
                  <a:pt x="10158" y="0"/>
                </a:lnTo>
                <a:moveTo>
                  <a:pt x="10312" y="0"/>
                </a:moveTo>
                <a:lnTo>
                  <a:pt x="10408" y="0"/>
                </a:lnTo>
                <a:lnTo>
                  <a:pt x="10408" y="19"/>
                </a:lnTo>
                <a:lnTo>
                  <a:pt x="10312" y="19"/>
                </a:lnTo>
                <a:lnTo>
                  <a:pt x="10312" y="0"/>
                </a:lnTo>
                <a:moveTo>
                  <a:pt x="10466" y="0"/>
                </a:moveTo>
                <a:lnTo>
                  <a:pt x="10562" y="0"/>
                </a:lnTo>
                <a:lnTo>
                  <a:pt x="10562" y="19"/>
                </a:lnTo>
                <a:lnTo>
                  <a:pt x="10466" y="19"/>
                </a:lnTo>
                <a:lnTo>
                  <a:pt x="10466" y="0"/>
                </a:lnTo>
                <a:moveTo>
                  <a:pt x="10620" y="0"/>
                </a:moveTo>
                <a:lnTo>
                  <a:pt x="10716" y="0"/>
                </a:lnTo>
                <a:lnTo>
                  <a:pt x="10716" y="19"/>
                </a:lnTo>
                <a:lnTo>
                  <a:pt x="10620" y="19"/>
                </a:lnTo>
                <a:lnTo>
                  <a:pt x="10620" y="0"/>
                </a:lnTo>
                <a:moveTo>
                  <a:pt x="10773" y="0"/>
                </a:moveTo>
                <a:lnTo>
                  <a:pt x="10870" y="0"/>
                </a:lnTo>
                <a:lnTo>
                  <a:pt x="10870" y="19"/>
                </a:lnTo>
                <a:lnTo>
                  <a:pt x="10773" y="19"/>
                </a:lnTo>
                <a:lnTo>
                  <a:pt x="10773" y="0"/>
                </a:lnTo>
                <a:moveTo>
                  <a:pt x="10927" y="0"/>
                </a:moveTo>
                <a:lnTo>
                  <a:pt x="11023" y="0"/>
                </a:lnTo>
                <a:lnTo>
                  <a:pt x="11023" y="19"/>
                </a:lnTo>
                <a:lnTo>
                  <a:pt x="10927" y="19"/>
                </a:lnTo>
                <a:lnTo>
                  <a:pt x="10927" y="0"/>
                </a:lnTo>
                <a:moveTo>
                  <a:pt x="11081" y="0"/>
                </a:moveTo>
                <a:lnTo>
                  <a:pt x="11177" y="0"/>
                </a:lnTo>
                <a:lnTo>
                  <a:pt x="11177" y="19"/>
                </a:lnTo>
                <a:lnTo>
                  <a:pt x="11081" y="19"/>
                </a:lnTo>
                <a:lnTo>
                  <a:pt x="11081" y="0"/>
                </a:lnTo>
                <a:moveTo>
                  <a:pt x="11235" y="0"/>
                </a:moveTo>
                <a:lnTo>
                  <a:pt x="11331" y="0"/>
                </a:lnTo>
                <a:lnTo>
                  <a:pt x="11331" y="19"/>
                </a:lnTo>
                <a:lnTo>
                  <a:pt x="11235" y="19"/>
                </a:lnTo>
                <a:lnTo>
                  <a:pt x="11235" y="0"/>
                </a:lnTo>
                <a:moveTo>
                  <a:pt x="11388" y="0"/>
                </a:moveTo>
                <a:lnTo>
                  <a:pt x="11485" y="0"/>
                </a:lnTo>
                <a:lnTo>
                  <a:pt x="11485" y="19"/>
                </a:lnTo>
                <a:lnTo>
                  <a:pt x="11388" y="19"/>
                </a:lnTo>
                <a:lnTo>
                  <a:pt x="11388" y="0"/>
                </a:lnTo>
                <a:moveTo>
                  <a:pt x="11542" y="0"/>
                </a:moveTo>
                <a:lnTo>
                  <a:pt x="11638" y="0"/>
                </a:lnTo>
                <a:lnTo>
                  <a:pt x="11638" y="19"/>
                </a:lnTo>
                <a:lnTo>
                  <a:pt x="11542" y="19"/>
                </a:lnTo>
                <a:lnTo>
                  <a:pt x="11542" y="0"/>
                </a:lnTo>
                <a:moveTo>
                  <a:pt x="11696" y="0"/>
                </a:moveTo>
                <a:lnTo>
                  <a:pt x="11792" y="0"/>
                </a:lnTo>
                <a:lnTo>
                  <a:pt x="11792" y="19"/>
                </a:lnTo>
                <a:lnTo>
                  <a:pt x="11696" y="19"/>
                </a:lnTo>
                <a:lnTo>
                  <a:pt x="11696" y="0"/>
                </a:lnTo>
                <a:moveTo>
                  <a:pt x="11850" y="0"/>
                </a:moveTo>
                <a:lnTo>
                  <a:pt x="11946" y="0"/>
                </a:lnTo>
                <a:lnTo>
                  <a:pt x="11946" y="19"/>
                </a:lnTo>
                <a:lnTo>
                  <a:pt x="11850" y="19"/>
                </a:lnTo>
                <a:lnTo>
                  <a:pt x="11850" y="0"/>
                </a:lnTo>
                <a:moveTo>
                  <a:pt x="12003" y="0"/>
                </a:moveTo>
                <a:lnTo>
                  <a:pt x="12100" y="0"/>
                </a:lnTo>
                <a:lnTo>
                  <a:pt x="12100" y="19"/>
                </a:lnTo>
                <a:lnTo>
                  <a:pt x="12003" y="19"/>
                </a:lnTo>
                <a:lnTo>
                  <a:pt x="12003" y="0"/>
                </a:lnTo>
                <a:moveTo>
                  <a:pt x="12157" y="0"/>
                </a:moveTo>
                <a:lnTo>
                  <a:pt x="12253" y="0"/>
                </a:lnTo>
                <a:lnTo>
                  <a:pt x="12253" y="19"/>
                </a:lnTo>
                <a:lnTo>
                  <a:pt x="12157" y="19"/>
                </a:lnTo>
                <a:lnTo>
                  <a:pt x="12157" y="0"/>
                </a:lnTo>
                <a:moveTo>
                  <a:pt x="12311" y="0"/>
                </a:moveTo>
                <a:lnTo>
                  <a:pt x="12407" y="0"/>
                </a:lnTo>
                <a:lnTo>
                  <a:pt x="12407" y="19"/>
                </a:lnTo>
                <a:lnTo>
                  <a:pt x="12311" y="19"/>
                </a:lnTo>
                <a:lnTo>
                  <a:pt x="12311" y="0"/>
                </a:lnTo>
                <a:moveTo>
                  <a:pt x="12465" y="0"/>
                </a:moveTo>
                <a:lnTo>
                  <a:pt x="12561" y="0"/>
                </a:lnTo>
                <a:lnTo>
                  <a:pt x="12561" y="19"/>
                </a:lnTo>
                <a:lnTo>
                  <a:pt x="12465" y="19"/>
                </a:lnTo>
                <a:lnTo>
                  <a:pt x="12465" y="0"/>
                </a:lnTo>
                <a:moveTo>
                  <a:pt x="12618" y="0"/>
                </a:moveTo>
                <a:lnTo>
                  <a:pt x="12715" y="0"/>
                </a:lnTo>
                <a:lnTo>
                  <a:pt x="12715" y="19"/>
                </a:lnTo>
                <a:lnTo>
                  <a:pt x="12618" y="19"/>
                </a:lnTo>
                <a:lnTo>
                  <a:pt x="12618" y="0"/>
                </a:lnTo>
                <a:moveTo>
                  <a:pt x="12772" y="0"/>
                </a:moveTo>
                <a:lnTo>
                  <a:pt x="12868" y="0"/>
                </a:lnTo>
                <a:lnTo>
                  <a:pt x="12868" y="19"/>
                </a:lnTo>
                <a:lnTo>
                  <a:pt x="12772" y="19"/>
                </a:lnTo>
                <a:lnTo>
                  <a:pt x="12772" y="0"/>
                </a:lnTo>
                <a:moveTo>
                  <a:pt x="12926" y="0"/>
                </a:moveTo>
                <a:lnTo>
                  <a:pt x="13022" y="0"/>
                </a:lnTo>
                <a:lnTo>
                  <a:pt x="13022" y="19"/>
                </a:lnTo>
                <a:lnTo>
                  <a:pt x="12926" y="19"/>
                </a:lnTo>
                <a:lnTo>
                  <a:pt x="12926" y="0"/>
                </a:lnTo>
                <a:moveTo>
                  <a:pt x="13080" y="0"/>
                </a:moveTo>
                <a:lnTo>
                  <a:pt x="13176" y="0"/>
                </a:lnTo>
                <a:lnTo>
                  <a:pt x="13176" y="19"/>
                </a:lnTo>
                <a:lnTo>
                  <a:pt x="13080" y="19"/>
                </a:lnTo>
                <a:lnTo>
                  <a:pt x="13080" y="0"/>
                </a:lnTo>
                <a:moveTo>
                  <a:pt x="13233" y="0"/>
                </a:moveTo>
                <a:lnTo>
                  <a:pt x="13330" y="0"/>
                </a:lnTo>
                <a:lnTo>
                  <a:pt x="13330" y="19"/>
                </a:lnTo>
                <a:lnTo>
                  <a:pt x="13233" y="19"/>
                </a:lnTo>
                <a:lnTo>
                  <a:pt x="13233" y="0"/>
                </a:lnTo>
                <a:moveTo>
                  <a:pt x="13387" y="0"/>
                </a:moveTo>
                <a:lnTo>
                  <a:pt x="13483" y="0"/>
                </a:lnTo>
                <a:lnTo>
                  <a:pt x="13483" y="19"/>
                </a:lnTo>
                <a:lnTo>
                  <a:pt x="13387" y="19"/>
                </a:lnTo>
                <a:lnTo>
                  <a:pt x="13387" y="0"/>
                </a:lnTo>
                <a:moveTo>
                  <a:pt x="13541" y="0"/>
                </a:moveTo>
                <a:lnTo>
                  <a:pt x="13637" y="0"/>
                </a:lnTo>
                <a:lnTo>
                  <a:pt x="13637" y="19"/>
                </a:lnTo>
                <a:lnTo>
                  <a:pt x="13541" y="19"/>
                </a:lnTo>
                <a:lnTo>
                  <a:pt x="13541" y="0"/>
                </a:lnTo>
                <a:moveTo>
                  <a:pt x="13695" y="0"/>
                </a:moveTo>
                <a:lnTo>
                  <a:pt x="13791" y="0"/>
                </a:lnTo>
                <a:lnTo>
                  <a:pt x="13791" y="19"/>
                </a:lnTo>
                <a:lnTo>
                  <a:pt x="13695" y="19"/>
                </a:lnTo>
                <a:lnTo>
                  <a:pt x="13695" y="0"/>
                </a:lnTo>
                <a:moveTo>
                  <a:pt x="13848" y="0"/>
                </a:moveTo>
                <a:lnTo>
                  <a:pt x="13945" y="0"/>
                </a:lnTo>
                <a:lnTo>
                  <a:pt x="13945" y="19"/>
                </a:lnTo>
                <a:lnTo>
                  <a:pt x="13848" y="19"/>
                </a:lnTo>
                <a:lnTo>
                  <a:pt x="13848" y="0"/>
                </a:lnTo>
                <a:moveTo>
                  <a:pt x="13973" y="48"/>
                </a:moveTo>
                <a:lnTo>
                  <a:pt x="13973" y="144"/>
                </a:lnTo>
                <a:lnTo>
                  <a:pt x="13954" y="144"/>
                </a:lnTo>
                <a:lnTo>
                  <a:pt x="13954" y="48"/>
                </a:lnTo>
                <a:lnTo>
                  <a:pt x="13973" y="48"/>
                </a:lnTo>
                <a:moveTo>
                  <a:pt x="13973" y="202"/>
                </a:moveTo>
                <a:lnTo>
                  <a:pt x="13973" y="298"/>
                </a:lnTo>
                <a:lnTo>
                  <a:pt x="13954" y="298"/>
                </a:lnTo>
                <a:lnTo>
                  <a:pt x="13954" y="202"/>
                </a:lnTo>
                <a:lnTo>
                  <a:pt x="13973" y="202"/>
                </a:lnTo>
                <a:moveTo>
                  <a:pt x="13973" y="355"/>
                </a:moveTo>
                <a:lnTo>
                  <a:pt x="13973" y="452"/>
                </a:lnTo>
                <a:lnTo>
                  <a:pt x="13954" y="452"/>
                </a:lnTo>
                <a:lnTo>
                  <a:pt x="13954" y="355"/>
                </a:lnTo>
                <a:lnTo>
                  <a:pt x="13973" y="355"/>
                </a:lnTo>
                <a:moveTo>
                  <a:pt x="13973" y="509"/>
                </a:moveTo>
                <a:lnTo>
                  <a:pt x="13973" y="605"/>
                </a:lnTo>
                <a:lnTo>
                  <a:pt x="13954" y="605"/>
                </a:lnTo>
                <a:lnTo>
                  <a:pt x="13954" y="509"/>
                </a:lnTo>
                <a:lnTo>
                  <a:pt x="13973" y="509"/>
                </a:lnTo>
                <a:moveTo>
                  <a:pt x="13973" y="663"/>
                </a:moveTo>
                <a:lnTo>
                  <a:pt x="13973" y="759"/>
                </a:lnTo>
                <a:lnTo>
                  <a:pt x="13954" y="759"/>
                </a:lnTo>
                <a:lnTo>
                  <a:pt x="13954" y="663"/>
                </a:lnTo>
                <a:lnTo>
                  <a:pt x="13973" y="663"/>
                </a:lnTo>
                <a:moveTo>
                  <a:pt x="13973" y="817"/>
                </a:moveTo>
                <a:lnTo>
                  <a:pt x="13973" y="913"/>
                </a:lnTo>
                <a:lnTo>
                  <a:pt x="13954" y="913"/>
                </a:lnTo>
                <a:lnTo>
                  <a:pt x="13954" y="817"/>
                </a:lnTo>
                <a:lnTo>
                  <a:pt x="13973" y="817"/>
                </a:lnTo>
                <a:moveTo>
                  <a:pt x="13973" y="970"/>
                </a:moveTo>
                <a:lnTo>
                  <a:pt x="13973" y="1067"/>
                </a:lnTo>
                <a:lnTo>
                  <a:pt x="13954" y="1067"/>
                </a:lnTo>
                <a:lnTo>
                  <a:pt x="13954" y="970"/>
                </a:lnTo>
                <a:lnTo>
                  <a:pt x="13973" y="970"/>
                </a:lnTo>
                <a:moveTo>
                  <a:pt x="13973" y="1124"/>
                </a:moveTo>
                <a:lnTo>
                  <a:pt x="13973" y="1220"/>
                </a:lnTo>
                <a:lnTo>
                  <a:pt x="13954" y="1220"/>
                </a:lnTo>
                <a:lnTo>
                  <a:pt x="13954" y="1124"/>
                </a:lnTo>
                <a:lnTo>
                  <a:pt x="13973" y="1124"/>
                </a:lnTo>
                <a:moveTo>
                  <a:pt x="13973" y="1278"/>
                </a:moveTo>
                <a:lnTo>
                  <a:pt x="13973" y="1374"/>
                </a:lnTo>
                <a:lnTo>
                  <a:pt x="13954" y="1374"/>
                </a:lnTo>
                <a:lnTo>
                  <a:pt x="13954" y="1278"/>
                </a:lnTo>
                <a:lnTo>
                  <a:pt x="13973" y="1278"/>
                </a:lnTo>
                <a:moveTo>
                  <a:pt x="13973" y="1432"/>
                </a:moveTo>
                <a:lnTo>
                  <a:pt x="13973" y="1528"/>
                </a:lnTo>
                <a:lnTo>
                  <a:pt x="13954" y="1528"/>
                </a:lnTo>
                <a:lnTo>
                  <a:pt x="13954" y="1432"/>
                </a:lnTo>
                <a:lnTo>
                  <a:pt x="13973" y="1432"/>
                </a:lnTo>
                <a:moveTo>
                  <a:pt x="13973" y="1585"/>
                </a:moveTo>
                <a:lnTo>
                  <a:pt x="13973" y="1681"/>
                </a:lnTo>
                <a:lnTo>
                  <a:pt x="13954" y="1681"/>
                </a:lnTo>
                <a:lnTo>
                  <a:pt x="13954" y="1585"/>
                </a:lnTo>
                <a:lnTo>
                  <a:pt x="13973" y="1585"/>
                </a:lnTo>
                <a:moveTo>
                  <a:pt x="13973" y="1739"/>
                </a:moveTo>
                <a:lnTo>
                  <a:pt x="13973" y="1835"/>
                </a:lnTo>
                <a:lnTo>
                  <a:pt x="13954" y="1835"/>
                </a:lnTo>
                <a:lnTo>
                  <a:pt x="13954" y="1739"/>
                </a:lnTo>
                <a:lnTo>
                  <a:pt x="13973" y="1739"/>
                </a:lnTo>
                <a:moveTo>
                  <a:pt x="13973" y="1893"/>
                </a:moveTo>
                <a:lnTo>
                  <a:pt x="13973" y="1989"/>
                </a:lnTo>
                <a:lnTo>
                  <a:pt x="13954" y="1989"/>
                </a:lnTo>
                <a:lnTo>
                  <a:pt x="13954" y="1893"/>
                </a:lnTo>
                <a:lnTo>
                  <a:pt x="13973" y="1893"/>
                </a:lnTo>
                <a:moveTo>
                  <a:pt x="13973" y="2047"/>
                </a:moveTo>
                <a:lnTo>
                  <a:pt x="13973" y="2143"/>
                </a:lnTo>
                <a:lnTo>
                  <a:pt x="13954" y="2143"/>
                </a:lnTo>
                <a:lnTo>
                  <a:pt x="13954" y="2047"/>
                </a:lnTo>
                <a:lnTo>
                  <a:pt x="13973" y="2047"/>
                </a:lnTo>
                <a:moveTo>
                  <a:pt x="13973" y="2200"/>
                </a:moveTo>
                <a:lnTo>
                  <a:pt x="13973" y="2296"/>
                </a:lnTo>
                <a:lnTo>
                  <a:pt x="13954" y="2296"/>
                </a:lnTo>
                <a:lnTo>
                  <a:pt x="13954" y="2200"/>
                </a:lnTo>
                <a:lnTo>
                  <a:pt x="13973" y="2200"/>
                </a:lnTo>
                <a:moveTo>
                  <a:pt x="13973" y="2354"/>
                </a:moveTo>
                <a:lnTo>
                  <a:pt x="13973" y="2450"/>
                </a:lnTo>
                <a:lnTo>
                  <a:pt x="13954" y="2450"/>
                </a:lnTo>
                <a:lnTo>
                  <a:pt x="13954" y="2354"/>
                </a:lnTo>
                <a:lnTo>
                  <a:pt x="13973" y="2354"/>
                </a:lnTo>
                <a:moveTo>
                  <a:pt x="13973" y="2508"/>
                </a:moveTo>
                <a:lnTo>
                  <a:pt x="13973" y="2604"/>
                </a:lnTo>
                <a:lnTo>
                  <a:pt x="13954" y="2604"/>
                </a:lnTo>
                <a:lnTo>
                  <a:pt x="13954" y="2508"/>
                </a:lnTo>
                <a:lnTo>
                  <a:pt x="13973" y="2508"/>
                </a:lnTo>
                <a:moveTo>
                  <a:pt x="13973" y="2663"/>
                </a:moveTo>
                <a:lnTo>
                  <a:pt x="13973" y="2759"/>
                </a:lnTo>
                <a:lnTo>
                  <a:pt x="13954" y="2759"/>
                </a:lnTo>
                <a:lnTo>
                  <a:pt x="13954" y="2663"/>
                </a:lnTo>
                <a:lnTo>
                  <a:pt x="13973" y="2663"/>
                </a:lnTo>
                <a:moveTo>
                  <a:pt x="13973" y="2816"/>
                </a:moveTo>
                <a:lnTo>
                  <a:pt x="13973" y="2912"/>
                </a:lnTo>
                <a:lnTo>
                  <a:pt x="13954" y="2912"/>
                </a:lnTo>
                <a:lnTo>
                  <a:pt x="13954" y="2816"/>
                </a:lnTo>
                <a:lnTo>
                  <a:pt x="13973" y="2816"/>
                </a:lnTo>
                <a:moveTo>
                  <a:pt x="13973" y="2970"/>
                </a:moveTo>
                <a:lnTo>
                  <a:pt x="13973" y="3018"/>
                </a:lnTo>
                <a:lnTo>
                  <a:pt x="13906" y="3018"/>
                </a:lnTo>
                <a:lnTo>
                  <a:pt x="13906" y="2999"/>
                </a:lnTo>
                <a:lnTo>
                  <a:pt x="13964" y="2999"/>
                </a:lnTo>
                <a:lnTo>
                  <a:pt x="13964" y="3009"/>
                </a:lnTo>
                <a:lnTo>
                  <a:pt x="13954" y="3009"/>
                </a:lnTo>
                <a:lnTo>
                  <a:pt x="13954" y="2970"/>
                </a:lnTo>
                <a:lnTo>
                  <a:pt x="13973" y="2970"/>
                </a:lnTo>
                <a:moveTo>
                  <a:pt x="13848" y="3018"/>
                </a:moveTo>
                <a:lnTo>
                  <a:pt x="13752" y="3018"/>
                </a:lnTo>
                <a:lnTo>
                  <a:pt x="13752" y="2999"/>
                </a:lnTo>
                <a:lnTo>
                  <a:pt x="13848" y="2999"/>
                </a:lnTo>
                <a:lnTo>
                  <a:pt x="13848" y="3018"/>
                </a:lnTo>
                <a:moveTo>
                  <a:pt x="13695" y="3018"/>
                </a:moveTo>
                <a:lnTo>
                  <a:pt x="13599" y="3018"/>
                </a:lnTo>
                <a:lnTo>
                  <a:pt x="13599" y="2999"/>
                </a:lnTo>
                <a:lnTo>
                  <a:pt x="13695" y="2999"/>
                </a:lnTo>
                <a:lnTo>
                  <a:pt x="13695" y="3018"/>
                </a:lnTo>
                <a:moveTo>
                  <a:pt x="13541" y="3018"/>
                </a:moveTo>
                <a:lnTo>
                  <a:pt x="13445" y="3018"/>
                </a:lnTo>
                <a:lnTo>
                  <a:pt x="13445" y="2999"/>
                </a:lnTo>
                <a:lnTo>
                  <a:pt x="13541" y="2999"/>
                </a:lnTo>
                <a:lnTo>
                  <a:pt x="13541" y="3018"/>
                </a:lnTo>
                <a:moveTo>
                  <a:pt x="13387" y="3018"/>
                </a:moveTo>
                <a:lnTo>
                  <a:pt x="13291" y="3018"/>
                </a:lnTo>
                <a:lnTo>
                  <a:pt x="13291" y="2999"/>
                </a:lnTo>
                <a:lnTo>
                  <a:pt x="13387" y="2999"/>
                </a:lnTo>
                <a:lnTo>
                  <a:pt x="13387" y="3018"/>
                </a:lnTo>
                <a:moveTo>
                  <a:pt x="13233" y="3018"/>
                </a:moveTo>
                <a:lnTo>
                  <a:pt x="13137" y="3018"/>
                </a:lnTo>
                <a:lnTo>
                  <a:pt x="13137" y="2999"/>
                </a:lnTo>
                <a:lnTo>
                  <a:pt x="13233" y="2999"/>
                </a:lnTo>
                <a:lnTo>
                  <a:pt x="13233" y="3018"/>
                </a:lnTo>
                <a:moveTo>
                  <a:pt x="13080" y="3018"/>
                </a:moveTo>
                <a:lnTo>
                  <a:pt x="12984" y="3018"/>
                </a:lnTo>
                <a:lnTo>
                  <a:pt x="12984" y="2999"/>
                </a:lnTo>
                <a:lnTo>
                  <a:pt x="13080" y="2999"/>
                </a:lnTo>
                <a:lnTo>
                  <a:pt x="13080" y="3018"/>
                </a:lnTo>
                <a:moveTo>
                  <a:pt x="12926" y="3018"/>
                </a:moveTo>
                <a:lnTo>
                  <a:pt x="12830" y="3018"/>
                </a:lnTo>
                <a:lnTo>
                  <a:pt x="12830" y="2999"/>
                </a:lnTo>
                <a:lnTo>
                  <a:pt x="12926" y="2999"/>
                </a:lnTo>
                <a:lnTo>
                  <a:pt x="12926" y="3018"/>
                </a:lnTo>
                <a:moveTo>
                  <a:pt x="12772" y="3018"/>
                </a:moveTo>
                <a:lnTo>
                  <a:pt x="12676" y="3018"/>
                </a:lnTo>
                <a:lnTo>
                  <a:pt x="12676" y="2999"/>
                </a:lnTo>
                <a:lnTo>
                  <a:pt x="12772" y="2999"/>
                </a:lnTo>
                <a:lnTo>
                  <a:pt x="12772" y="3018"/>
                </a:lnTo>
                <a:moveTo>
                  <a:pt x="12618" y="3018"/>
                </a:moveTo>
                <a:lnTo>
                  <a:pt x="12522" y="3018"/>
                </a:lnTo>
                <a:lnTo>
                  <a:pt x="12522" y="2999"/>
                </a:lnTo>
                <a:lnTo>
                  <a:pt x="12618" y="2999"/>
                </a:lnTo>
                <a:lnTo>
                  <a:pt x="12618" y="3018"/>
                </a:lnTo>
                <a:moveTo>
                  <a:pt x="12465" y="3018"/>
                </a:moveTo>
                <a:lnTo>
                  <a:pt x="12369" y="3018"/>
                </a:lnTo>
                <a:lnTo>
                  <a:pt x="12369" y="2999"/>
                </a:lnTo>
                <a:lnTo>
                  <a:pt x="12465" y="2999"/>
                </a:lnTo>
                <a:lnTo>
                  <a:pt x="12465" y="3018"/>
                </a:lnTo>
                <a:moveTo>
                  <a:pt x="12311" y="3018"/>
                </a:moveTo>
                <a:lnTo>
                  <a:pt x="12215" y="3018"/>
                </a:lnTo>
                <a:lnTo>
                  <a:pt x="12215" y="2999"/>
                </a:lnTo>
                <a:lnTo>
                  <a:pt x="12311" y="2999"/>
                </a:lnTo>
                <a:lnTo>
                  <a:pt x="12311" y="3018"/>
                </a:lnTo>
                <a:moveTo>
                  <a:pt x="12157" y="3018"/>
                </a:moveTo>
                <a:lnTo>
                  <a:pt x="12061" y="3018"/>
                </a:lnTo>
                <a:lnTo>
                  <a:pt x="12061" y="2999"/>
                </a:lnTo>
                <a:lnTo>
                  <a:pt x="12157" y="2999"/>
                </a:lnTo>
                <a:lnTo>
                  <a:pt x="12157" y="3018"/>
                </a:lnTo>
                <a:moveTo>
                  <a:pt x="12003" y="3018"/>
                </a:moveTo>
                <a:lnTo>
                  <a:pt x="11907" y="3018"/>
                </a:lnTo>
                <a:lnTo>
                  <a:pt x="11907" y="2999"/>
                </a:lnTo>
                <a:lnTo>
                  <a:pt x="12003" y="2999"/>
                </a:lnTo>
                <a:lnTo>
                  <a:pt x="12003" y="3018"/>
                </a:lnTo>
                <a:moveTo>
                  <a:pt x="11850" y="3018"/>
                </a:moveTo>
                <a:lnTo>
                  <a:pt x="11754" y="3018"/>
                </a:lnTo>
                <a:lnTo>
                  <a:pt x="11754" y="2999"/>
                </a:lnTo>
                <a:lnTo>
                  <a:pt x="11850" y="2999"/>
                </a:lnTo>
                <a:lnTo>
                  <a:pt x="11850" y="3018"/>
                </a:lnTo>
                <a:moveTo>
                  <a:pt x="11696" y="3018"/>
                </a:moveTo>
                <a:lnTo>
                  <a:pt x="11600" y="3018"/>
                </a:lnTo>
                <a:lnTo>
                  <a:pt x="11600" y="2999"/>
                </a:lnTo>
                <a:lnTo>
                  <a:pt x="11696" y="2999"/>
                </a:lnTo>
                <a:lnTo>
                  <a:pt x="11696" y="3018"/>
                </a:lnTo>
                <a:moveTo>
                  <a:pt x="11542" y="3018"/>
                </a:moveTo>
                <a:lnTo>
                  <a:pt x="11446" y="3018"/>
                </a:lnTo>
                <a:lnTo>
                  <a:pt x="11446" y="2999"/>
                </a:lnTo>
                <a:lnTo>
                  <a:pt x="11542" y="2999"/>
                </a:lnTo>
                <a:lnTo>
                  <a:pt x="11542" y="3018"/>
                </a:lnTo>
                <a:moveTo>
                  <a:pt x="11388" y="3018"/>
                </a:moveTo>
                <a:lnTo>
                  <a:pt x="11292" y="3018"/>
                </a:lnTo>
                <a:lnTo>
                  <a:pt x="11292" y="2999"/>
                </a:lnTo>
                <a:lnTo>
                  <a:pt x="11388" y="2999"/>
                </a:lnTo>
                <a:lnTo>
                  <a:pt x="11388" y="3018"/>
                </a:lnTo>
                <a:moveTo>
                  <a:pt x="11235" y="3018"/>
                </a:moveTo>
                <a:lnTo>
                  <a:pt x="11139" y="3018"/>
                </a:lnTo>
                <a:lnTo>
                  <a:pt x="11139" y="2999"/>
                </a:lnTo>
                <a:lnTo>
                  <a:pt x="11235" y="2999"/>
                </a:lnTo>
                <a:lnTo>
                  <a:pt x="11235" y="3018"/>
                </a:lnTo>
                <a:moveTo>
                  <a:pt x="11081" y="3018"/>
                </a:moveTo>
                <a:lnTo>
                  <a:pt x="10985" y="3018"/>
                </a:lnTo>
                <a:lnTo>
                  <a:pt x="10985" y="2999"/>
                </a:lnTo>
                <a:lnTo>
                  <a:pt x="11081" y="2999"/>
                </a:lnTo>
                <a:lnTo>
                  <a:pt x="11081" y="3018"/>
                </a:lnTo>
                <a:moveTo>
                  <a:pt x="10927" y="3018"/>
                </a:moveTo>
                <a:lnTo>
                  <a:pt x="10831" y="3018"/>
                </a:lnTo>
                <a:lnTo>
                  <a:pt x="10831" y="2999"/>
                </a:lnTo>
                <a:lnTo>
                  <a:pt x="10927" y="2999"/>
                </a:lnTo>
                <a:lnTo>
                  <a:pt x="10927" y="3018"/>
                </a:lnTo>
                <a:moveTo>
                  <a:pt x="10773" y="3018"/>
                </a:moveTo>
                <a:lnTo>
                  <a:pt x="10677" y="3018"/>
                </a:lnTo>
                <a:lnTo>
                  <a:pt x="10677" y="2999"/>
                </a:lnTo>
                <a:lnTo>
                  <a:pt x="10773" y="2999"/>
                </a:lnTo>
                <a:lnTo>
                  <a:pt x="10773" y="3018"/>
                </a:lnTo>
                <a:moveTo>
                  <a:pt x="10620" y="3018"/>
                </a:moveTo>
                <a:lnTo>
                  <a:pt x="10524" y="3018"/>
                </a:lnTo>
                <a:lnTo>
                  <a:pt x="10524" y="2999"/>
                </a:lnTo>
                <a:lnTo>
                  <a:pt x="10620" y="2999"/>
                </a:lnTo>
                <a:lnTo>
                  <a:pt x="10620" y="3018"/>
                </a:lnTo>
                <a:moveTo>
                  <a:pt x="10466" y="3018"/>
                </a:moveTo>
                <a:lnTo>
                  <a:pt x="10370" y="3018"/>
                </a:lnTo>
                <a:lnTo>
                  <a:pt x="10370" y="2999"/>
                </a:lnTo>
                <a:lnTo>
                  <a:pt x="10466" y="2999"/>
                </a:lnTo>
                <a:lnTo>
                  <a:pt x="10466" y="3018"/>
                </a:lnTo>
                <a:moveTo>
                  <a:pt x="10312" y="3018"/>
                </a:moveTo>
                <a:lnTo>
                  <a:pt x="10216" y="3018"/>
                </a:lnTo>
                <a:lnTo>
                  <a:pt x="10216" y="2999"/>
                </a:lnTo>
                <a:lnTo>
                  <a:pt x="10312" y="2999"/>
                </a:lnTo>
                <a:lnTo>
                  <a:pt x="10312" y="3018"/>
                </a:lnTo>
                <a:moveTo>
                  <a:pt x="10158" y="3018"/>
                </a:moveTo>
                <a:lnTo>
                  <a:pt x="10062" y="3018"/>
                </a:lnTo>
                <a:lnTo>
                  <a:pt x="10062" y="2999"/>
                </a:lnTo>
                <a:lnTo>
                  <a:pt x="10158" y="2999"/>
                </a:lnTo>
                <a:lnTo>
                  <a:pt x="10158" y="3018"/>
                </a:lnTo>
                <a:moveTo>
                  <a:pt x="10005" y="3018"/>
                </a:moveTo>
                <a:lnTo>
                  <a:pt x="9909" y="3018"/>
                </a:lnTo>
                <a:lnTo>
                  <a:pt x="9909" y="2999"/>
                </a:lnTo>
                <a:lnTo>
                  <a:pt x="10005" y="2999"/>
                </a:lnTo>
                <a:lnTo>
                  <a:pt x="10005" y="3018"/>
                </a:lnTo>
                <a:moveTo>
                  <a:pt x="9851" y="3018"/>
                </a:moveTo>
                <a:lnTo>
                  <a:pt x="9755" y="3018"/>
                </a:lnTo>
                <a:lnTo>
                  <a:pt x="9755" y="2999"/>
                </a:lnTo>
                <a:lnTo>
                  <a:pt x="9851" y="2999"/>
                </a:lnTo>
                <a:lnTo>
                  <a:pt x="9851" y="3018"/>
                </a:lnTo>
                <a:moveTo>
                  <a:pt x="9697" y="3018"/>
                </a:moveTo>
                <a:lnTo>
                  <a:pt x="9601" y="3018"/>
                </a:lnTo>
                <a:lnTo>
                  <a:pt x="9601" y="2999"/>
                </a:lnTo>
                <a:lnTo>
                  <a:pt x="9697" y="2999"/>
                </a:lnTo>
                <a:lnTo>
                  <a:pt x="9697" y="3018"/>
                </a:lnTo>
                <a:moveTo>
                  <a:pt x="9543" y="3018"/>
                </a:moveTo>
                <a:lnTo>
                  <a:pt x="9447" y="3018"/>
                </a:lnTo>
                <a:lnTo>
                  <a:pt x="9447" y="2999"/>
                </a:lnTo>
                <a:lnTo>
                  <a:pt x="9543" y="2999"/>
                </a:lnTo>
                <a:lnTo>
                  <a:pt x="9543" y="3018"/>
                </a:lnTo>
                <a:moveTo>
                  <a:pt x="9390" y="3018"/>
                </a:moveTo>
                <a:lnTo>
                  <a:pt x="9294" y="3018"/>
                </a:lnTo>
                <a:lnTo>
                  <a:pt x="9294" y="2999"/>
                </a:lnTo>
                <a:lnTo>
                  <a:pt x="9390" y="2999"/>
                </a:lnTo>
                <a:lnTo>
                  <a:pt x="9390" y="3018"/>
                </a:lnTo>
                <a:moveTo>
                  <a:pt x="9236" y="3018"/>
                </a:moveTo>
                <a:lnTo>
                  <a:pt x="9140" y="3018"/>
                </a:lnTo>
                <a:lnTo>
                  <a:pt x="9140" y="2999"/>
                </a:lnTo>
                <a:lnTo>
                  <a:pt x="9236" y="2999"/>
                </a:lnTo>
                <a:lnTo>
                  <a:pt x="9236" y="3018"/>
                </a:lnTo>
                <a:moveTo>
                  <a:pt x="9082" y="3018"/>
                </a:moveTo>
                <a:lnTo>
                  <a:pt x="8986" y="3018"/>
                </a:lnTo>
                <a:lnTo>
                  <a:pt x="8986" y="2999"/>
                </a:lnTo>
                <a:lnTo>
                  <a:pt x="9082" y="2999"/>
                </a:lnTo>
                <a:lnTo>
                  <a:pt x="9082" y="3018"/>
                </a:lnTo>
                <a:moveTo>
                  <a:pt x="8929" y="3018"/>
                </a:moveTo>
                <a:lnTo>
                  <a:pt x="8832" y="3018"/>
                </a:lnTo>
                <a:lnTo>
                  <a:pt x="8832" y="2999"/>
                </a:lnTo>
                <a:lnTo>
                  <a:pt x="8929" y="2999"/>
                </a:lnTo>
                <a:lnTo>
                  <a:pt x="8929" y="3018"/>
                </a:lnTo>
                <a:moveTo>
                  <a:pt x="8775" y="3018"/>
                </a:moveTo>
                <a:lnTo>
                  <a:pt x="8679" y="3018"/>
                </a:lnTo>
                <a:lnTo>
                  <a:pt x="8679" y="2999"/>
                </a:lnTo>
                <a:lnTo>
                  <a:pt x="8775" y="2999"/>
                </a:lnTo>
                <a:lnTo>
                  <a:pt x="8775" y="3018"/>
                </a:lnTo>
                <a:moveTo>
                  <a:pt x="8621" y="3018"/>
                </a:moveTo>
                <a:lnTo>
                  <a:pt x="8525" y="3018"/>
                </a:lnTo>
                <a:lnTo>
                  <a:pt x="8525" y="2999"/>
                </a:lnTo>
                <a:lnTo>
                  <a:pt x="8621" y="2999"/>
                </a:lnTo>
                <a:lnTo>
                  <a:pt x="8621" y="3018"/>
                </a:lnTo>
                <a:moveTo>
                  <a:pt x="8467" y="3018"/>
                </a:moveTo>
                <a:lnTo>
                  <a:pt x="8371" y="3018"/>
                </a:lnTo>
                <a:lnTo>
                  <a:pt x="8371" y="2999"/>
                </a:lnTo>
                <a:lnTo>
                  <a:pt x="8467" y="2999"/>
                </a:lnTo>
                <a:lnTo>
                  <a:pt x="8467" y="3018"/>
                </a:lnTo>
                <a:moveTo>
                  <a:pt x="8314" y="3018"/>
                </a:moveTo>
                <a:lnTo>
                  <a:pt x="8217" y="3018"/>
                </a:lnTo>
                <a:lnTo>
                  <a:pt x="8217" y="2999"/>
                </a:lnTo>
                <a:lnTo>
                  <a:pt x="8314" y="2999"/>
                </a:lnTo>
                <a:lnTo>
                  <a:pt x="8314" y="3018"/>
                </a:lnTo>
                <a:moveTo>
                  <a:pt x="8160" y="3018"/>
                </a:moveTo>
                <a:lnTo>
                  <a:pt x="8064" y="3018"/>
                </a:lnTo>
                <a:lnTo>
                  <a:pt x="8064" y="2999"/>
                </a:lnTo>
                <a:lnTo>
                  <a:pt x="8160" y="2999"/>
                </a:lnTo>
                <a:lnTo>
                  <a:pt x="8160" y="3018"/>
                </a:lnTo>
                <a:moveTo>
                  <a:pt x="8006" y="3018"/>
                </a:moveTo>
                <a:lnTo>
                  <a:pt x="7910" y="3018"/>
                </a:lnTo>
                <a:lnTo>
                  <a:pt x="7910" y="2999"/>
                </a:lnTo>
                <a:lnTo>
                  <a:pt x="8006" y="2999"/>
                </a:lnTo>
                <a:lnTo>
                  <a:pt x="8006" y="3018"/>
                </a:lnTo>
                <a:moveTo>
                  <a:pt x="7852" y="3018"/>
                </a:moveTo>
                <a:lnTo>
                  <a:pt x="7756" y="3018"/>
                </a:lnTo>
                <a:lnTo>
                  <a:pt x="7756" y="2999"/>
                </a:lnTo>
                <a:lnTo>
                  <a:pt x="7852" y="2999"/>
                </a:lnTo>
                <a:lnTo>
                  <a:pt x="7852" y="3018"/>
                </a:lnTo>
                <a:moveTo>
                  <a:pt x="7699" y="3018"/>
                </a:moveTo>
                <a:lnTo>
                  <a:pt x="7602" y="3018"/>
                </a:lnTo>
                <a:lnTo>
                  <a:pt x="7602" y="2999"/>
                </a:lnTo>
                <a:lnTo>
                  <a:pt x="7699" y="2999"/>
                </a:lnTo>
                <a:lnTo>
                  <a:pt x="7699" y="3018"/>
                </a:lnTo>
                <a:moveTo>
                  <a:pt x="7545" y="3018"/>
                </a:moveTo>
                <a:lnTo>
                  <a:pt x="7449" y="3018"/>
                </a:lnTo>
                <a:lnTo>
                  <a:pt x="7449" y="2999"/>
                </a:lnTo>
                <a:lnTo>
                  <a:pt x="7545" y="2999"/>
                </a:lnTo>
                <a:lnTo>
                  <a:pt x="7545" y="3018"/>
                </a:lnTo>
                <a:moveTo>
                  <a:pt x="7391" y="3018"/>
                </a:moveTo>
                <a:lnTo>
                  <a:pt x="7295" y="3018"/>
                </a:lnTo>
                <a:lnTo>
                  <a:pt x="7295" y="2999"/>
                </a:lnTo>
                <a:lnTo>
                  <a:pt x="7391" y="2999"/>
                </a:lnTo>
                <a:lnTo>
                  <a:pt x="7391" y="3018"/>
                </a:lnTo>
                <a:moveTo>
                  <a:pt x="7237" y="3018"/>
                </a:moveTo>
                <a:lnTo>
                  <a:pt x="7141" y="3018"/>
                </a:lnTo>
                <a:lnTo>
                  <a:pt x="7141" y="2999"/>
                </a:lnTo>
                <a:lnTo>
                  <a:pt x="7237" y="2999"/>
                </a:lnTo>
                <a:lnTo>
                  <a:pt x="7237" y="3018"/>
                </a:lnTo>
                <a:moveTo>
                  <a:pt x="7084" y="3018"/>
                </a:moveTo>
                <a:lnTo>
                  <a:pt x="6987" y="3018"/>
                </a:lnTo>
                <a:lnTo>
                  <a:pt x="6987" y="2999"/>
                </a:lnTo>
                <a:lnTo>
                  <a:pt x="7084" y="2999"/>
                </a:lnTo>
                <a:lnTo>
                  <a:pt x="7084" y="3018"/>
                </a:lnTo>
                <a:moveTo>
                  <a:pt x="6930" y="3018"/>
                </a:moveTo>
                <a:lnTo>
                  <a:pt x="6834" y="3018"/>
                </a:lnTo>
                <a:lnTo>
                  <a:pt x="6834" y="2999"/>
                </a:lnTo>
                <a:lnTo>
                  <a:pt x="6930" y="2999"/>
                </a:lnTo>
                <a:lnTo>
                  <a:pt x="6930" y="3018"/>
                </a:lnTo>
                <a:moveTo>
                  <a:pt x="6776" y="3018"/>
                </a:moveTo>
                <a:lnTo>
                  <a:pt x="6680" y="3018"/>
                </a:lnTo>
                <a:lnTo>
                  <a:pt x="6680" y="2999"/>
                </a:lnTo>
                <a:lnTo>
                  <a:pt x="6776" y="2999"/>
                </a:lnTo>
                <a:lnTo>
                  <a:pt x="6776" y="3018"/>
                </a:lnTo>
                <a:moveTo>
                  <a:pt x="6622" y="3018"/>
                </a:moveTo>
                <a:lnTo>
                  <a:pt x="6526" y="3018"/>
                </a:lnTo>
                <a:lnTo>
                  <a:pt x="6526" y="2999"/>
                </a:lnTo>
                <a:lnTo>
                  <a:pt x="6622" y="2999"/>
                </a:lnTo>
                <a:lnTo>
                  <a:pt x="6622" y="3018"/>
                </a:lnTo>
                <a:moveTo>
                  <a:pt x="6469" y="3018"/>
                </a:moveTo>
                <a:lnTo>
                  <a:pt x="6372" y="3018"/>
                </a:lnTo>
                <a:lnTo>
                  <a:pt x="6372" y="2999"/>
                </a:lnTo>
                <a:lnTo>
                  <a:pt x="6469" y="2999"/>
                </a:lnTo>
                <a:lnTo>
                  <a:pt x="6469" y="3018"/>
                </a:lnTo>
                <a:moveTo>
                  <a:pt x="6315" y="3018"/>
                </a:moveTo>
                <a:lnTo>
                  <a:pt x="6219" y="3018"/>
                </a:lnTo>
                <a:lnTo>
                  <a:pt x="6219" y="2999"/>
                </a:lnTo>
                <a:lnTo>
                  <a:pt x="6315" y="2999"/>
                </a:lnTo>
                <a:lnTo>
                  <a:pt x="6315" y="3018"/>
                </a:lnTo>
                <a:moveTo>
                  <a:pt x="6161" y="3018"/>
                </a:moveTo>
                <a:lnTo>
                  <a:pt x="6065" y="3018"/>
                </a:lnTo>
                <a:lnTo>
                  <a:pt x="6065" y="2999"/>
                </a:lnTo>
                <a:lnTo>
                  <a:pt x="6161" y="2999"/>
                </a:lnTo>
                <a:lnTo>
                  <a:pt x="6161" y="3018"/>
                </a:lnTo>
                <a:moveTo>
                  <a:pt x="6007" y="3018"/>
                </a:moveTo>
                <a:lnTo>
                  <a:pt x="5911" y="3018"/>
                </a:lnTo>
                <a:lnTo>
                  <a:pt x="5911" y="2999"/>
                </a:lnTo>
                <a:lnTo>
                  <a:pt x="6007" y="2999"/>
                </a:lnTo>
                <a:lnTo>
                  <a:pt x="6007" y="3018"/>
                </a:lnTo>
                <a:moveTo>
                  <a:pt x="5854" y="3018"/>
                </a:moveTo>
                <a:lnTo>
                  <a:pt x="5757" y="3018"/>
                </a:lnTo>
                <a:lnTo>
                  <a:pt x="5757" y="2999"/>
                </a:lnTo>
                <a:lnTo>
                  <a:pt x="5854" y="2999"/>
                </a:lnTo>
                <a:lnTo>
                  <a:pt x="5854" y="3018"/>
                </a:lnTo>
                <a:moveTo>
                  <a:pt x="5700" y="3018"/>
                </a:moveTo>
                <a:lnTo>
                  <a:pt x="5604" y="3018"/>
                </a:lnTo>
                <a:lnTo>
                  <a:pt x="5604" y="2999"/>
                </a:lnTo>
                <a:lnTo>
                  <a:pt x="5700" y="2999"/>
                </a:lnTo>
                <a:lnTo>
                  <a:pt x="5700" y="3018"/>
                </a:lnTo>
                <a:moveTo>
                  <a:pt x="5546" y="3018"/>
                </a:moveTo>
                <a:lnTo>
                  <a:pt x="5450" y="3018"/>
                </a:lnTo>
                <a:lnTo>
                  <a:pt x="5450" y="2999"/>
                </a:lnTo>
                <a:lnTo>
                  <a:pt x="5546" y="2999"/>
                </a:lnTo>
                <a:lnTo>
                  <a:pt x="5546" y="3018"/>
                </a:lnTo>
                <a:moveTo>
                  <a:pt x="5392" y="3018"/>
                </a:moveTo>
                <a:lnTo>
                  <a:pt x="5296" y="3018"/>
                </a:lnTo>
                <a:lnTo>
                  <a:pt x="5296" y="2999"/>
                </a:lnTo>
                <a:lnTo>
                  <a:pt x="5392" y="2999"/>
                </a:lnTo>
                <a:lnTo>
                  <a:pt x="5392" y="3018"/>
                </a:lnTo>
                <a:moveTo>
                  <a:pt x="5239" y="3018"/>
                </a:moveTo>
                <a:lnTo>
                  <a:pt x="5142" y="3018"/>
                </a:lnTo>
                <a:lnTo>
                  <a:pt x="5142" y="2999"/>
                </a:lnTo>
                <a:lnTo>
                  <a:pt x="5239" y="2999"/>
                </a:lnTo>
                <a:lnTo>
                  <a:pt x="5239" y="3018"/>
                </a:lnTo>
                <a:moveTo>
                  <a:pt x="5085" y="3018"/>
                </a:moveTo>
                <a:lnTo>
                  <a:pt x="4989" y="3018"/>
                </a:lnTo>
                <a:lnTo>
                  <a:pt x="4989" y="2999"/>
                </a:lnTo>
                <a:lnTo>
                  <a:pt x="5085" y="2999"/>
                </a:lnTo>
                <a:lnTo>
                  <a:pt x="5085" y="3018"/>
                </a:lnTo>
                <a:moveTo>
                  <a:pt x="4931" y="3018"/>
                </a:moveTo>
                <a:lnTo>
                  <a:pt x="4835" y="3018"/>
                </a:lnTo>
                <a:lnTo>
                  <a:pt x="4835" y="2999"/>
                </a:lnTo>
                <a:lnTo>
                  <a:pt x="4931" y="2999"/>
                </a:lnTo>
                <a:lnTo>
                  <a:pt x="4931" y="3018"/>
                </a:lnTo>
                <a:moveTo>
                  <a:pt x="4777" y="3018"/>
                </a:moveTo>
                <a:lnTo>
                  <a:pt x="4681" y="3018"/>
                </a:lnTo>
                <a:lnTo>
                  <a:pt x="4681" y="2999"/>
                </a:lnTo>
                <a:lnTo>
                  <a:pt x="4777" y="2999"/>
                </a:lnTo>
                <a:lnTo>
                  <a:pt x="4777" y="3018"/>
                </a:lnTo>
                <a:moveTo>
                  <a:pt x="4624" y="3018"/>
                </a:moveTo>
                <a:lnTo>
                  <a:pt x="4527" y="3018"/>
                </a:lnTo>
                <a:lnTo>
                  <a:pt x="4527" y="2999"/>
                </a:lnTo>
                <a:lnTo>
                  <a:pt x="4624" y="2999"/>
                </a:lnTo>
                <a:lnTo>
                  <a:pt x="4624" y="3018"/>
                </a:lnTo>
                <a:moveTo>
                  <a:pt x="4470" y="3018"/>
                </a:moveTo>
                <a:lnTo>
                  <a:pt x="4374" y="3018"/>
                </a:lnTo>
                <a:lnTo>
                  <a:pt x="4374" y="2999"/>
                </a:lnTo>
                <a:lnTo>
                  <a:pt x="4470" y="2999"/>
                </a:lnTo>
                <a:lnTo>
                  <a:pt x="4470" y="3018"/>
                </a:lnTo>
                <a:moveTo>
                  <a:pt x="4316" y="3018"/>
                </a:moveTo>
                <a:lnTo>
                  <a:pt x="4220" y="3018"/>
                </a:lnTo>
                <a:lnTo>
                  <a:pt x="4220" y="2999"/>
                </a:lnTo>
                <a:lnTo>
                  <a:pt x="4316" y="2999"/>
                </a:lnTo>
                <a:lnTo>
                  <a:pt x="4316" y="3018"/>
                </a:lnTo>
                <a:moveTo>
                  <a:pt x="4162" y="3018"/>
                </a:moveTo>
                <a:lnTo>
                  <a:pt x="4066" y="3018"/>
                </a:lnTo>
                <a:lnTo>
                  <a:pt x="4066" y="2999"/>
                </a:lnTo>
                <a:lnTo>
                  <a:pt x="4162" y="2999"/>
                </a:lnTo>
                <a:lnTo>
                  <a:pt x="4162" y="3018"/>
                </a:lnTo>
                <a:moveTo>
                  <a:pt x="4009" y="3018"/>
                </a:moveTo>
                <a:lnTo>
                  <a:pt x="3912" y="3018"/>
                </a:lnTo>
                <a:lnTo>
                  <a:pt x="3912" y="2999"/>
                </a:lnTo>
                <a:lnTo>
                  <a:pt x="4009" y="2999"/>
                </a:lnTo>
                <a:lnTo>
                  <a:pt x="4009" y="3018"/>
                </a:lnTo>
                <a:moveTo>
                  <a:pt x="3855" y="3018"/>
                </a:moveTo>
                <a:lnTo>
                  <a:pt x="3759" y="3018"/>
                </a:lnTo>
                <a:lnTo>
                  <a:pt x="3759" y="2999"/>
                </a:lnTo>
                <a:lnTo>
                  <a:pt x="3855" y="2999"/>
                </a:lnTo>
                <a:lnTo>
                  <a:pt x="3855" y="3018"/>
                </a:lnTo>
                <a:moveTo>
                  <a:pt x="3701" y="3018"/>
                </a:moveTo>
                <a:lnTo>
                  <a:pt x="3605" y="3018"/>
                </a:lnTo>
                <a:lnTo>
                  <a:pt x="3605" y="2999"/>
                </a:lnTo>
                <a:lnTo>
                  <a:pt x="3701" y="2999"/>
                </a:lnTo>
                <a:lnTo>
                  <a:pt x="3701" y="3018"/>
                </a:lnTo>
                <a:moveTo>
                  <a:pt x="3547" y="3018"/>
                </a:moveTo>
                <a:lnTo>
                  <a:pt x="3451" y="3018"/>
                </a:lnTo>
                <a:lnTo>
                  <a:pt x="3451" y="2999"/>
                </a:lnTo>
                <a:lnTo>
                  <a:pt x="3547" y="2999"/>
                </a:lnTo>
                <a:lnTo>
                  <a:pt x="3547" y="3018"/>
                </a:lnTo>
                <a:moveTo>
                  <a:pt x="3394" y="3018"/>
                </a:moveTo>
                <a:lnTo>
                  <a:pt x="3297" y="3018"/>
                </a:lnTo>
                <a:lnTo>
                  <a:pt x="3297" y="2999"/>
                </a:lnTo>
                <a:lnTo>
                  <a:pt x="3394" y="2999"/>
                </a:lnTo>
                <a:lnTo>
                  <a:pt x="3394" y="3018"/>
                </a:lnTo>
                <a:moveTo>
                  <a:pt x="3240" y="3018"/>
                </a:moveTo>
                <a:lnTo>
                  <a:pt x="3144" y="3018"/>
                </a:lnTo>
                <a:lnTo>
                  <a:pt x="3144" y="2999"/>
                </a:lnTo>
                <a:lnTo>
                  <a:pt x="3240" y="2999"/>
                </a:lnTo>
                <a:lnTo>
                  <a:pt x="3240" y="3018"/>
                </a:lnTo>
                <a:moveTo>
                  <a:pt x="3085" y="3018"/>
                </a:moveTo>
                <a:lnTo>
                  <a:pt x="2989" y="3018"/>
                </a:lnTo>
                <a:lnTo>
                  <a:pt x="2989" y="2999"/>
                </a:lnTo>
                <a:lnTo>
                  <a:pt x="3085" y="2999"/>
                </a:lnTo>
                <a:lnTo>
                  <a:pt x="3085" y="3018"/>
                </a:lnTo>
                <a:moveTo>
                  <a:pt x="2931" y="3018"/>
                </a:moveTo>
                <a:lnTo>
                  <a:pt x="2835" y="3018"/>
                </a:lnTo>
                <a:lnTo>
                  <a:pt x="2835" y="2999"/>
                </a:lnTo>
                <a:lnTo>
                  <a:pt x="2931" y="2999"/>
                </a:lnTo>
                <a:lnTo>
                  <a:pt x="2931" y="3018"/>
                </a:lnTo>
                <a:moveTo>
                  <a:pt x="2778" y="3018"/>
                </a:moveTo>
                <a:lnTo>
                  <a:pt x="2681" y="3018"/>
                </a:lnTo>
                <a:lnTo>
                  <a:pt x="2681" y="2999"/>
                </a:lnTo>
                <a:lnTo>
                  <a:pt x="2778" y="2999"/>
                </a:lnTo>
                <a:lnTo>
                  <a:pt x="2778" y="3018"/>
                </a:lnTo>
                <a:moveTo>
                  <a:pt x="2624" y="3018"/>
                </a:moveTo>
                <a:lnTo>
                  <a:pt x="2528" y="3018"/>
                </a:lnTo>
                <a:lnTo>
                  <a:pt x="2528" y="2999"/>
                </a:lnTo>
                <a:lnTo>
                  <a:pt x="2624" y="2999"/>
                </a:lnTo>
                <a:lnTo>
                  <a:pt x="2624" y="3018"/>
                </a:lnTo>
                <a:moveTo>
                  <a:pt x="2470" y="3018"/>
                </a:moveTo>
                <a:lnTo>
                  <a:pt x="2374" y="3018"/>
                </a:lnTo>
                <a:lnTo>
                  <a:pt x="2374" y="2999"/>
                </a:lnTo>
                <a:lnTo>
                  <a:pt x="2470" y="2999"/>
                </a:lnTo>
                <a:lnTo>
                  <a:pt x="2470" y="3018"/>
                </a:lnTo>
                <a:moveTo>
                  <a:pt x="2316" y="3018"/>
                </a:moveTo>
                <a:lnTo>
                  <a:pt x="2220" y="3018"/>
                </a:lnTo>
                <a:lnTo>
                  <a:pt x="2220" y="2999"/>
                </a:lnTo>
                <a:lnTo>
                  <a:pt x="2316" y="2999"/>
                </a:lnTo>
                <a:lnTo>
                  <a:pt x="2316" y="3018"/>
                </a:lnTo>
                <a:moveTo>
                  <a:pt x="2163" y="3018"/>
                </a:moveTo>
                <a:lnTo>
                  <a:pt x="2066" y="3018"/>
                </a:lnTo>
                <a:lnTo>
                  <a:pt x="2066" y="2999"/>
                </a:lnTo>
                <a:lnTo>
                  <a:pt x="2163" y="2999"/>
                </a:lnTo>
                <a:lnTo>
                  <a:pt x="2163" y="3018"/>
                </a:lnTo>
                <a:moveTo>
                  <a:pt x="2009" y="3018"/>
                </a:moveTo>
                <a:lnTo>
                  <a:pt x="1913" y="3018"/>
                </a:lnTo>
                <a:lnTo>
                  <a:pt x="1913" y="2999"/>
                </a:lnTo>
                <a:lnTo>
                  <a:pt x="2009" y="2999"/>
                </a:lnTo>
                <a:lnTo>
                  <a:pt x="2009" y="3018"/>
                </a:lnTo>
                <a:moveTo>
                  <a:pt x="1855" y="3018"/>
                </a:moveTo>
                <a:lnTo>
                  <a:pt x="1759" y="3018"/>
                </a:lnTo>
                <a:lnTo>
                  <a:pt x="1759" y="2999"/>
                </a:lnTo>
                <a:lnTo>
                  <a:pt x="1855" y="2999"/>
                </a:lnTo>
                <a:lnTo>
                  <a:pt x="1855" y="3018"/>
                </a:lnTo>
                <a:moveTo>
                  <a:pt x="1701" y="3018"/>
                </a:moveTo>
                <a:lnTo>
                  <a:pt x="1605" y="3018"/>
                </a:lnTo>
                <a:lnTo>
                  <a:pt x="1605" y="2999"/>
                </a:lnTo>
                <a:lnTo>
                  <a:pt x="1701" y="2999"/>
                </a:lnTo>
                <a:lnTo>
                  <a:pt x="1701" y="3018"/>
                </a:lnTo>
                <a:moveTo>
                  <a:pt x="1548" y="3018"/>
                </a:moveTo>
                <a:lnTo>
                  <a:pt x="1451" y="3018"/>
                </a:lnTo>
                <a:lnTo>
                  <a:pt x="1451" y="2999"/>
                </a:lnTo>
                <a:lnTo>
                  <a:pt x="1548" y="2999"/>
                </a:lnTo>
                <a:lnTo>
                  <a:pt x="1548" y="3018"/>
                </a:lnTo>
                <a:moveTo>
                  <a:pt x="1394" y="3018"/>
                </a:moveTo>
                <a:lnTo>
                  <a:pt x="1298" y="3018"/>
                </a:lnTo>
                <a:lnTo>
                  <a:pt x="1298" y="2999"/>
                </a:lnTo>
                <a:lnTo>
                  <a:pt x="1394" y="2999"/>
                </a:lnTo>
                <a:lnTo>
                  <a:pt x="1394" y="3018"/>
                </a:lnTo>
                <a:moveTo>
                  <a:pt x="1240" y="3018"/>
                </a:moveTo>
                <a:lnTo>
                  <a:pt x="1144" y="3018"/>
                </a:lnTo>
                <a:lnTo>
                  <a:pt x="1144" y="2999"/>
                </a:lnTo>
                <a:lnTo>
                  <a:pt x="1240" y="2999"/>
                </a:lnTo>
                <a:lnTo>
                  <a:pt x="1240" y="3018"/>
                </a:lnTo>
                <a:moveTo>
                  <a:pt x="1086" y="3018"/>
                </a:moveTo>
                <a:lnTo>
                  <a:pt x="990" y="3018"/>
                </a:lnTo>
                <a:lnTo>
                  <a:pt x="990" y="2999"/>
                </a:lnTo>
                <a:lnTo>
                  <a:pt x="1086" y="2999"/>
                </a:lnTo>
                <a:lnTo>
                  <a:pt x="1086" y="3018"/>
                </a:lnTo>
                <a:moveTo>
                  <a:pt x="933" y="3018"/>
                </a:moveTo>
                <a:lnTo>
                  <a:pt x="836" y="3018"/>
                </a:lnTo>
                <a:lnTo>
                  <a:pt x="836" y="2999"/>
                </a:lnTo>
                <a:lnTo>
                  <a:pt x="933" y="2999"/>
                </a:lnTo>
                <a:lnTo>
                  <a:pt x="933" y="3018"/>
                </a:lnTo>
                <a:moveTo>
                  <a:pt x="779" y="3018"/>
                </a:moveTo>
                <a:lnTo>
                  <a:pt x="683" y="3018"/>
                </a:lnTo>
                <a:lnTo>
                  <a:pt x="683" y="2999"/>
                </a:lnTo>
                <a:lnTo>
                  <a:pt x="779" y="2999"/>
                </a:lnTo>
                <a:lnTo>
                  <a:pt x="779" y="3018"/>
                </a:lnTo>
                <a:moveTo>
                  <a:pt x="625" y="3018"/>
                </a:moveTo>
                <a:lnTo>
                  <a:pt x="529" y="3018"/>
                </a:lnTo>
                <a:lnTo>
                  <a:pt x="529" y="2999"/>
                </a:lnTo>
                <a:lnTo>
                  <a:pt x="625" y="2999"/>
                </a:lnTo>
                <a:lnTo>
                  <a:pt x="625" y="3018"/>
                </a:lnTo>
                <a:moveTo>
                  <a:pt x="471" y="3018"/>
                </a:moveTo>
                <a:lnTo>
                  <a:pt x="375" y="3018"/>
                </a:lnTo>
                <a:lnTo>
                  <a:pt x="375" y="2999"/>
                </a:lnTo>
                <a:lnTo>
                  <a:pt x="471" y="2999"/>
                </a:lnTo>
                <a:lnTo>
                  <a:pt x="471" y="3018"/>
                </a:lnTo>
                <a:moveTo>
                  <a:pt x="318" y="3018"/>
                </a:moveTo>
                <a:lnTo>
                  <a:pt x="222" y="3018"/>
                </a:lnTo>
                <a:lnTo>
                  <a:pt x="222" y="2999"/>
                </a:lnTo>
                <a:lnTo>
                  <a:pt x="318" y="2999"/>
                </a:lnTo>
                <a:lnTo>
                  <a:pt x="318" y="3018"/>
                </a:lnTo>
                <a:moveTo>
                  <a:pt x="164" y="3018"/>
                </a:moveTo>
                <a:lnTo>
                  <a:pt x="68" y="3018"/>
                </a:lnTo>
                <a:lnTo>
                  <a:pt x="68" y="2999"/>
                </a:lnTo>
                <a:lnTo>
                  <a:pt x="164" y="2999"/>
                </a:lnTo>
                <a:lnTo>
                  <a:pt x="164" y="3018"/>
                </a:lnTo>
                <a:moveTo>
                  <a:pt x="0" y="3009"/>
                </a:moveTo>
                <a:lnTo>
                  <a:pt x="0" y="2912"/>
                </a:lnTo>
                <a:lnTo>
                  <a:pt x="20" y="2912"/>
                </a:lnTo>
                <a:lnTo>
                  <a:pt x="20" y="3009"/>
                </a:lnTo>
                <a:lnTo>
                  <a:pt x="0" y="3009"/>
                </a:lnTo>
                <a:moveTo>
                  <a:pt x="0" y="2855"/>
                </a:moveTo>
                <a:lnTo>
                  <a:pt x="0" y="2759"/>
                </a:lnTo>
                <a:lnTo>
                  <a:pt x="20" y="2759"/>
                </a:lnTo>
                <a:lnTo>
                  <a:pt x="20" y="2855"/>
                </a:lnTo>
                <a:lnTo>
                  <a:pt x="0" y="2855"/>
                </a:lnTo>
                <a:moveTo>
                  <a:pt x="0" y="2701"/>
                </a:moveTo>
                <a:lnTo>
                  <a:pt x="0" y="2604"/>
                </a:lnTo>
                <a:lnTo>
                  <a:pt x="20" y="2604"/>
                </a:lnTo>
                <a:lnTo>
                  <a:pt x="20" y="2701"/>
                </a:lnTo>
                <a:lnTo>
                  <a:pt x="0" y="2701"/>
                </a:lnTo>
                <a:moveTo>
                  <a:pt x="0" y="2546"/>
                </a:moveTo>
                <a:lnTo>
                  <a:pt x="0" y="2450"/>
                </a:lnTo>
                <a:lnTo>
                  <a:pt x="20" y="2450"/>
                </a:lnTo>
                <a:lnTo>
                  <a:pt x="20" y="2546"/>
                </a:lnTo>
                <a:lnTo>
                  <a:pt x="0" y="2546"/>
                </a:lnTo>
                <a:moveTo>
                  <a:pt x="0" y="2393"/>
                </a:moveTo>
                <a:lnTo>
                  <a:pt x="0" y="2296"/>
                </a:lnTo>
                <a:lnTo>
                  <a:pt x="20" y="2296"/>
                </a:lnTo>
                <a:lnTo>
                  <a:pt x="20" y="2393"/>
                </a:lnTo>
                <a:lnTo>
                  <a:pt x="0" y="2393"/>
                </a:lnTo>
                <a:moveTo>
                  <a:pt x="0" y="2239"/>
                </a:moveTo>
                <a:lnTo>
                  <a:pt x="0" y="2143"/>
                </a:lnTo>
                <a:lnTo>
                  <a:pt x="20" y="2143"/>
                </a:lnTo>
                <a:lnTo>
                  <a:pt x="20" y="2239"/>
                </a:lnTo>
                <a:lnTo>
                  <a:pt x="0" y="2239"/>
                </a:lnTo>
                <a:moveTo>
                  <a:pt x="0" y="2085"/>
                </a:moveTo>
                <a:lnTo>
                  <a:pt x="0" y="1989"/>
                </a:lnTo>
                <a:lnTo>
                  <a:pt x="20" y="1989"/>
                </a:lnTo>
                <a:lnTo>
                  <a:pt x="20" y="2085"/>
                </a:lnTo>
                <a:lnTo>
                  <a:pt x="0" y="2085"/>
                </a:lnTo>
                <a:moveTo>
                  <a:pt x="0" y="1931"/>
                </a:moveTo>
                <a:lnTo>
                  <a:pt x="0" y="1835"/>
                </a:lnTo>
                <a:lnTo>
                  <a:pt x="20" y="1835"/>
                </a:lnTo>
                <a:lnTo>
                  <a:pt x="20" y="1931"/>
                </a:lnTo>
                <a:lnTo>
                  <a:pt x="0" y="1931"/>
                </a:lnTo>
                <a:moveTo>
                  <a:pt x="0" y="1778"/>
                </a:moveTo>
                <a:lnTo>
                  <a:pt x="0" y="1681"/>
                </a:lnTo>
                <a:lnTo>
                  <a:pt x="20" y="1681"/>
                </a:lnTo>
                <a:lnTo>
                  <a:pt x="20" y="1778"/>
                </a:lnTo>
                <a:lnTo>
                  <a:pt x="0" y="1778"/>
                </a:lnTo>
                <a:moveTo>
                  <a:pt x="0" y="1624"/>
                </a:moveTo>
                <a:lnTo>
                  <a:pt x="0" y="1528"/>
                </a:lnTo>
                <a:lnTo>
                  <a:pt x="20" y="1528"/>
                </a:lnTo>
                <a:lnTo>
                  <a:pt x="20" y="1624"/>
                </a:lnTo>
                <a:lnTo>
                  <a:pt x="0" y="1624"/>
                </a:lnTo>
                <a:moveTo>
                  <a:pt x="0" y="1470"/>
                </a:moveTo>
                <a:lnTo>
                  <a:pt x="0" y="1374"/>
                </a:lnTo>
                <a:lnTo>
                  <a:pt x="20" y="1374"/>
                </a:lnTo>
                <a:lnTo>
                  <a:pt x="20" y="1470"/>
                </a:lnTo>
                <a:lnTo>
                  <a:pt x="0" y="1470"/>
                </a:lnTo>
                <a:moveTo>
                  <a:pt x="0" y="1316"/>
                </a:moveTo>
                <a:lnTo>
                  <a:pt x="0" y="1220"/>
                </a:lnTo>
                <a:lnTo>
                  <a:pt x="20" y="1220"/>
                </a:lnTo>
                <a:lnTo>
                  <a:pt x="20" y="1316"/>
                </a:lnTo>
                <a:lnTo>
                  <a:pt x="0" y="1316"/>
                </a:lnTo>
                <a:moveTo>
                  <a:pt x="0" y="1163"/>
                </a:moveTo>
                <a:lnTo>
                  <a:pt x="0" y="1067"/>
                </a:lnTo>
                <a:lnTo>
                  <a:pt x="20" y="1067"/>
                </a:lnTo>
                <a:lnTo>
                  <a:pt x="20" y="1163"/>
                </a:lnTo>
                <a:lnTo>
                  <a:pt x="0" y="1163"/>
                </a:lnTo>
                <a:moveTo>
                  <a:pt x="0" y="1009"/>
                </a:moveTo>
                <a:lnTo>
                  <a:pt x="0" y="913"/>
                </a:lnTo>
                <a:lnTo>
                  <a:pt x="20" y="913"/>
                </a:lnTo>
                <a:lnTo>
                  <a:pt x="20" y="1009"/>
                </a:lnTo>
                <a:lnTo>
                  <a:pt x="0" y="1009"/>
                </a:lnTo>
                <a:moveTo>
                  <a:pt x="0" y="855"/>
                </a:moveTo>
                <a:lnTo>
                  <a:pt x="0" y="759"/>
                </a:lnTo>
                <a:lnTo>
                  <a:pt x="20" y="759"/>
                </a:lnTo>
                <a:lnTo>
                  <a:pt x="20" y="855"/>
                </a:lnTo>
                <a:lnTo>
                  <a:pt x="0" y="855"/>
                </a:lnTo>
                <a:moveTo>
                  <a:pt x="0" y="701"/>
                </a:moveTo>
                <a:lnTo>
                  <a:pt x="0" y="605"/>
                </a:lnTo>
                <a:lnTo>
                  <a:pt x="20" y="605"/>
                </a:lnTo>
                <a:lnTo>
                  <a:pt x="20" y="701"/>
                </a:lnTo>
                <a:lnTo>
                  <a:pt x="0" y="701"/>
                </a:lnTo>
                <a:moveTo>
                  <a:pt x="0" y="548"/>
                </a:moveTo>
                <a:lnTo>
                  <a:pt x="0" y="452"/>
                </a:lnTo>
                <a:lnTo>
                  <a:pt x="20" y="452"/>
                </a:lnTo>
                <a:lnTo>
                  <a:pt x="20" y="548"/>
                </a:lnTo>
                <a:lnTo>
                  <a:pt x="0" y="548"/>
                </a:lnTo>
                <a:moveTo>
                  <a:pt x="0" y="394"/>
                </a:moveTo>
                <a:lnTo>
                  <a:pt x="0" y="298"/>
                </a:lnTo>
                <a:lnTo>
                  <a:pt x="20" y="298"/>
                </a:lnTo>
                <a:lnTo>
                  <a:pt x="20" y="394"/>
                </a:lnTo>
                <a:lnTo>
                  <a:pt x="0" y="394"/>
                </a:lnTo>
                <a:moveTo>
                  <a:pt x="0" y="240"/>
                </a:moveTo>
                <a:lnTo>
                  <a:pt x="0" y="144"/>
                </a:lnTo>
                <a:lnTo>
                  <a:pt x="20" y="144"/>
                </a:lnTo>
                <a:lnTo>
                  <a:pt x="20" y="240"/>
                </a:lnTo>
                <a:lnTo>
                  <a:pt x="0" y="240"/>
                </a:lnTo>
                <a:moveTo>
                  <a:pt x="0" y="86"/>
                </a:moveTo>
                <a:lnTo>
                  <a:pt x="0" y="0"/>
                </a:lnTo>
                <a:lnTo>
                  <a:pt x="106" y="0"/>
                </a:lnTo>
                <a:lnTo>
                  <a:pt x="106" y="19"/>
                </a:lnTo>
                <a:lnTo>
                  <a:pt x="10" y="19"/>
                </a:lnTo>
                <a:lnTo>
                  <a:pt x="10" y="10"/>
                </a:lnTo>
                <a:lnTo>
                  <a:pt x="20" y="10"/>
                </a:lnTo>
                <a:lnTo>
                  <a:pt x="20" y="86"/>
                </a:lnTo>
                <a:lnTo>
                  <a:pt x="0" y="86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7" name=""/>
          <p:cNvSpPr/>
          <p:nvPr/>
        </p:nvSpPr>
        <p:spPr>
          <a:xfrm>
            <a:off x="6275520" y="732960"/>
            <a:ext cx="83520" cy="69480"/>
          </a:xfrm>
          <a:custGeom>
            <a:avLst/>
            <a:gdLst/>
            <a:ahLst/>
            <a:rect l="0" t="0" r="r" b="b"/>
            <a:pathLst>
              <a:path w="232" h="193">
                <a:moveTo>
                  <a:pt x="0" y="0"/>
                </a:moveTo>
                <a:lnTo>
                  <a:pt x="232" y="0"/>
                </a:lnTo>
                <a:lnTo>
                  <a:pt x="232" y="193"/>
                </a:lnTo>
                <a:lnTo>
                  <a:pt x="0" y="193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8" name=""/>
          <p:cNvSpPr/>
          <p:nvPr/>
        </p:nvSpPr>
        <p:spPr>
          <a:xfrm>
            <a:off x="6275520" y="757440"/>
            <a:ext cx="8316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457200" y="351000"/>
            <a:ext cx="8355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F1 -06   ·  DEEL  3  VAN  3  ·  DE  EENH EIDS PECIFICATIE  M ET  H AAR   O NDER WIJS O NTWER P:  VO R M ,  R UIM TE,  M ENS EN  EN  M IDDELEN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1460520" y="725400"/>
            <a:ext cx="87552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Competenties / skills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1" name=""/>
          <p:cNvSpPr/>
          <p:nvPr/>
        </p:nvSpPr>
        <p:spPr>
          <a:xfrm>
            <a:off x="1487880" y="968400"/>
            <a:ext cx="4317840" cy="332280"/>
          </a:xfrm>
          <a:custGeom>
            <a:avLst/>
            <a:gdLst/>
            <a:ahLst/>
            <a:rect l="0" t="0" r="r" b="b"/>
            <a:pathLst>
              <a:path w="11994" h="923">
                <a:moveTo>
                  <a:pt x="0" y="0"/>
                </a:moveTo>
                <a:lnTo>
                  <a:pt x="11994" y="0"/>
                </a:lnTo>
                <a:lnTo>
                  <a:pt x="11994" y="923"/>
                </a:lnTo>
                <a:lnTo>
                  <a:pt x="0" y="923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2" name=""/>
          <p:cNvSpPr/>
          <p:nvPr/>
        </p:nvSpPr>
        <p:spPr>
          <a:xfrm>
            <a:off x="1484640" y="964800"/>
            <a:ext cx="4324320" cy="339480"/>
          </a:xfrm>
          <a:custGeom>
            <a:avLst/>
            <a:gdLst/>
            <a:ahLst/>
            <a:rect l="0" t="0" r="r" b="b"/>
            <a:pathLst>
              <a:path w="12012" h="943">
                <a:moveTo>
                  <a:pt x="163" y="0"/>
                </a:moveTo>
                <a:lnTo>
                  <a:pt x="259" y="0"/>
                </a:lnTo>
                <a:lnTo>
                  <a:pt x="259" y="19"/>
                </a:lnTo>
                <a:lnTo>
                  <a:pt x="163" y="19"/>
                </a:lnTo>
                <a:lnTo>
                  <a:pt x="163" y="0"/>
                </a:lnTo>
                <a:moveTo>
                  <a:pt x="317" y="0"/>
                </a:moveTo>
                <a:lnTo>
                  <a:pt x="413" y="0"/>
                </a:lnTo>
                <a:lnTo>
                  <a:pt x="413" y="19"/>
                </a:lnTo>
                <a:lnTo>
                  <a:pt x="317" y="19"/>
                </a:lnTo>
                <a:lnTo>
                  <a:pt x="317" y="0"/>
                </a:lnTo>
                <a:moveTo>
                  <a:pt x="470" y="0"/>
                </a:moveTo>
                <a:lnTo>
                  <a:pt x="566" y="0"/>
                </a:lnTo>
                <a:lnTo>
                  <a:pt x="566" y="19"/>
                </a:lnTo>
                <a:lnTo>
                  <a:pt x="470" y="19"/>
                </a:lnTo>
                <a:lnTo>
                  <a:pt x="470" y="0"/>
                </a:lnTo>
                <a:moveTo>
                  <a:pt x="624" y="0"/>
                </a:moveTo>
                <a:lnTo>
                  <a:pt x="720" y="0"/>
                </a:lnTo>
                <a:lnTo>
                  <a:pt x="720" y="19"/>
                </a:lnTo>
                <a:lnTo>
                  <a:pt x="624" y="19"/>
                </a:lnTo>
                <a:lnTo>
                  <a:pt x="624" y="0"/>
                </a:lnTo>
                <a:moveTo>
                  <a:pt x="778" y="0"/>
                </a:moveTo>
                <a:lnTo>
                  <a:pt x="874" y="0"/>
                </a:lnTo>
                <a:lnTo>
                  <a:pt x="874" y="19"/>
                </a:lnTo>
                <a:lnTo>
                  <a:pt x="778" y="19"/>
                </a:lnTo>
                <a:lnTo>
                  <a:pt x="778" y="0"/>
                </a:lnTo>
                <a:moveTo>
                  <a:pt x="932" y="0"/>
                </a:moveTo>
                <a:lnTo>
                  <a:pt x="1028" y="0"/>
                </a:lnTo>
                <a:lnTo>
                  <a:pt x="1028" y="19"/>
                </a:lnTo>
                <a:lnTo>
                  <a:pt x="932" y="19"/>
                </a:lnTo>
                <a:lnTo>
                  <a:pt x="932" y="0"/>
                </a:lnTo>
                <a:moveTo>
                  <a:pt x="1085" y="0"/>
                </a:moveTo>
                <a:lnTo>
                  <a:pt x="1181" y="0"/>
                </a:lnTo>
                <a:lnTo>
                  <a:pt x="1181" y="19"/>
                </a:lnTo>
                <a:lnTo>
                  <a:pt x="1085" y="19"/>
                </a:lnTo>
                <a:lnTo>
                  <a:pt x="1085" y="0"/>
                </a:lnTo>
                <a:moveTo>
                  <a:pt x="1239" y="0"/>
                </a:moveTo>
                <a:lnTo>
                  <a:pt x="1335" y="0"/>
                </a:lnTo>
                <a:lnTo>
                  <a:pt x="1335" y="19"/>
                </a:lnTo>
                <a:lnTo>
                  <a:pt x="1239" y="19"/>
                </a:lnTo>
                <a:lnTo>
                  <a:pt x="1239" y="0"/>
                </a:lnTo>
                <a:moveTo>
                  <a:pt x="1393" y="0"/>
                </a:moveTo>
                <a:lnTo>
                  <a:pt x="1489" y="0"/>
                </a:lnTo>
                <a:lnTo>
                  <a:pt x="1489" y="19"/>
                </a:lnTo>
                <a:lnTo>
                  <a:pt x="1393" y="19"/>
                </a:lnTo>
                <a:lnTo>
                  <a:pt x="1393" y="0"/>
                </a:lnTo>
                <a:moveTo>
                  <a:pt x="1547" y="0"/>
                </a:moveTo>
                <a:lnTo>
                  <a:pt x="1643" y="0"/>
                </a:lnTo>
                <a:lnTo>
                  <a:pt x="1643" y="19"/>
                </a:lnTo>
                <a:lnTo>
                  <a:pt x="1547" y="19"/>
                </a:lnTo>
                <a:lnTo>
                  <a:pt x="1547" y="0"/>
                </a:lnTo>
                <a:moveTo>
                  <a:pt x="1700" y="0"/>
                </a:moveTo>
                <a:lnTo>
                  <a:pt x="1796" y="0"/>
                </a:lnTo>
                <a:lnTo>
                  <a:pt x="1796" y="19"/>
                </a:lnTo>
                <a:lnTo>
                  <a:pt x="1700" y="19"/>
                </a:lnTo>
                <a:lnTo>
                  <a:pt x="1700" y="0"/>
                </a:lnTo>
                <a:moveTo>
                  <a:pt x="1854" y="0"/>
                </a:moveTo>
                <a:lnTo>
                  <a:pt x="1951" y="0"/>
                </a:lnTo>
                <a:lnTo>
                  <a:pt x="1951" y="19"/>
                </a:lnTo>
                <a:lnTo>
                  <a:pt x="1854" y="19"/>
                </a:lnTo>
                <a:lnTo>
                  <a:pt x="1854" y="0"/>
                </a:lnTo>
                <a:moveTo>
                  <a:pt x="2009" y="0"/>
                </a:moveTo>
                <a:lnTo>
                  <a:pt x="2105" y="0"/>
                </a:lnTo>
                <a:lnTo>
                  <a:pt x="2105" y="19"/>
                </a:lnTo>
                <a:lnTo>
                  <a:pt x="2009" y="19"/>
                </a:lnTo>
                <a:lnTo>
                  <a:pt x="2009" y="0"/>
                </a:lnTo>
                <a:moveTo>
                  <a:pt x="2163" y="0"/>
                </a:moveTo>
                <a:lnTo>
                  <a:pt x="2259" y="0"/>
                </a:lnTo>
                <a:lnTo>
                  <a:pt x="2259" y="19"/>
                </a:lnTo>
                <a:lnTo>
                  <a:pt x="2163" y="19"/>
                </a:lnTo>
                <a:lnTo>
                  <a:pt x="2163" y="0"/>
                </a:lnTo>
                <a:moveTo>
                  <a:pt x="2316" y="0"/>
                </a:moveTo>
                <a:lnTo>
                  <a:pt x="2412" y="0"/>
                </a:lnTo>
                <a:lnTo>
                  <a:pt x="2412" y="19"/>
                </a:lnTo>
                <a:lnTo>
                  <a:pt x="2316" y="19"/>
                </a:lnTo>
                <a:lnTo>
                  <a:pt x="2316" y="0"/>
                </a:lnTo>
                <a:moveTo>
                  <a:pt x="2470" y="0"/>
                </a:moveTo>
                <a:lnTo>
                  <a:pt x="2566" y="0"/>
                </a:lnTo>
                <a:lnTo>
                  <a:pt x="2566" y="19"/>
                </a:lnTo>
                <a:lnTo>
                  <a:pt x="2470" y="19"/>
                </a:lnTo>
                <a:lnTo>
                  <a:pt x="2470" y="0"/>
                </a:lnTo>
                <a:moveTo>
                  <a:pt x="2624" y="0"/>
                </a:moveTo>
                <a:lnTo>
                  <a:pt x="2720" y="0"/>
                </a:lnTo>
                <a:lnTo>
                  <a:pt x="2720" y="19"/>
                </a:lnTo>
                <a:lnTo>
                  <a:pt x="2624" y="19"/>
                </a:lnTo>
                <a:lnTo>
                  <a:pt x="2624" y="0"/>
                </a:lnTo>
                <a:moveTo>
                  <a:pt x="2778" y="0"/>
                </a:moveTo>
                <a:lnTo>
                  <a:pt x="2874" y="0"/>
                </a:lnTo>
                <a:lnTo>
                  <a:pt x="2874" y="19"/>
                </a:lnTo>
                <a:lnTo>
                  <a:pt x="2778" y="19"/>
                </a:lnTo>
                <a:lnTo>
                  <a:pt x="2778" y="0"/>
                </a:lnTo>
                <a:moveTo>
                  <a:pt x="2931" y="0"/>
                </a:moveTo>
                <a:lnTo>
                  <a:pt x="3027" y="0"/>
                </a:lnTo>
                <a:lnTo>
                  <a:pt x="3027" y="19"/>
                </a:lnTo>
                <a:lnTo>
                  <a:pt x="2931" y="19"/>
                </a:lnTo>
                <a:lnTo>
                  <a:pt x="2931" y="0"/>
                </a:lnTo>
                <a:moveTo>
                  <a:pt x="3085" y="0"/>
                </a:moveTo>
                <a:lnTo>
                  <a:pt x="3181" y="0"/>
                </a:lnTo>
                <a:lnTo>
                  <a:pt x="3181" y="19"/>
                </a:lnTo>
                <a:lnTo>
                  <a:pt x="3085" y="19"/>
                </a:lnTo>
                <a:lnTo>
                  <a:pt x="3085" y="0"/>
                </a:lnTo>
                <a:moveTo>
                  <a:pt x="3239" y="0"/>
                </a:moveTo>
                <a:lnTo>
                  <a:pt x="3335" y="0"/>
                </a:lnTo>
                <a:lnTo>
                  <a:pt x="3335" y="19"/>
                </a:lnTo>
                <a:lnTo>
                  <a:pt x="3239" y="19"/>
                </a:lnTo>
                <a:lnTo>
                  <a:pt x="3239" y="0"/>
                </a:lnTo>
                <a:moveTo>
                  <a:pt x="3393" y="0"/>
                </a:moveTo>
                <a:lnTo>
                  <a:pt x="3489" y="0"/>
                </a:lnTo>
                <a:lnTo>
                  <a:pt x="3489" y="19"/>
                </a:lnTo>
                <a:lnTo>
                  <a:pt x="3393" y="19"/>
                </a:lnTo>
                <a:lnTo>
                  <a:pt x="3393" y="0"/>
                </a:lnTo>
                <a:moveTo>
                  <a:pt x="3546" y="0"/>
                </a:moveTo>
                <a:lnTo>
                  <a:pt x="3642" y="0"/>
                </a:lnTo>
                <a:lnTo>
                  <a:pt x="3642" y="19"/>
                </a:lnTo>
                <a:lnTo>
                  <a:pt x="3546" y="19"/>
                </a:lnTo>
                <a:lnTo>
                  <a:pt x="3546" y="0"/>
                </a:lnTo>
                <a:moveTo>
                  <a:pt x="3700" y="0"/>
                </a:moveTo>
                <a:lnTo>
                  <a:pt x="3796" y="0"/>
                </a:lnTo>
                <a:lnTo>
                  <a:pt x="3796" y="19"/>
                </a:lnTo>
                <a:lnTo>
                  <a:pt x="3700" y="19"/>
                </a:lnTo>
                <a:lnTo>
                  <a:pt x="3700" y="0"/>
                </a:lnTo>
                <a:moveTo>
                  <a:pt x="3854" y="0"/>
                </a:moveTo>
                <a:lnTo>
                  <a:pt x="3950" y="0"/>
                </a:lnTo>
                <a:lnTo>
                  <a:pt x="3950" y="19"/>
                </a:lnTo>
                <a:lnTo>
                  <a:pt x="3854" y="19"/>
                </a:lnTo>
                <a:lnTo>
                  <a:pt x="3854" y="0"/>
                </a:lnTo>
                <a:moveTo>
                  <a:pt x="4008" y="0"/>
                </a:moveTo>
                <a:lnTo>
                  <a:pt x="4104" y="0"/>
                </a:lnTo>
                <a:lnTo>
                  <a:pt x="4104" y="19"/>
                </a:lnTo>
                <a:lnTo>
                  <a:pt x="4008" y="19"/>
                </a:lnTo>
                <a:lnTo>
                  <a:pt x="4008" y="0"/>
                </a:lnTo>
                <a:moveTo>
                  <a:pt x="4161" y="0"/>
                </a:moveTo>
                <a:lnTo>
                  <a:pt x="4257" y="0"/>
                </a:lnTo>
                <a:lnTo>
                  <a:pt x="4257" y="19"/>
                </a:lnTo>
                <a:lnTo>
                  <a:pt x="4161" y="19"/>
                </a:lnTo>
                <a:lnTo>
                  <a:pt x="4161" y="0"/>
                </a:lnTo>
                <a:moveTo>
                  <a:pt x="4315" y="0"/>
                </a:moveTo>
                <a:lnTo>
                  <a:pt x="4411" y="0"/>
                </a:lnTo>
                <a:lnTo>
                  <a:pt x="4411" y="19"/>
                </a:lnTo>
                <a:lnTo>
                  <a:pt x="4315" y="19"/>
                </a:lnTo>
                <a:lnTo>
                  <a:pt x="4315" y="0"/>
                </a:lnTo>
                <a:moveTo>
                  <a:pt x="4469" y="0"/>
                </a:moveTo>
                <a:lnTo>
                  <a:pt x="4565" y="0"/>
                </a:lnTo>
                <a:lnTo>
                  <a:pt x="4565" y="19"/>
                </a:lnTo>
                <a:lnTo>
                  <a:pt x="4469" y="19"/>
                </a:lnTo>
                <a:lnTo>
                  <a:pt x="4469" y="0"/>
                </a:lnTo>
                <a:moveTo>
                  <a:pt x="4623" y="0"/>
                </a:moveTo>
                <a:lnTo>
                  <a:pt x="4719" y="0"/>
                </a:lnTo>
                <a:lnTo>
                  <a:pt x="4719" y="19"/>
                </a:lnTo>
                <a:lnTo>
                  <a:pt x="4623" y="19"/>
                </a:lnTo>
                <a:lnTo>
                  <a:pt x="4623" y="0"/>
                </a:lnTo>
                <a:moveTo>
                  <a:pt x="4776" y="0"/>
                </a:moveTo>
                <a:lnTo>
                  <a:pt x="4872" y="0"/>
                </a:lnTo>
                <a:lnTo>
                  <a:pt x="4872" y="19"/>
                </a:lnTo>
                <a:lnTo>
                  <a:pt x="4776" y="19"/>
                </a:lnTo>
                <a:lnTo>
                  <a:pt x="4776" y="0"/>
                </a:lnTo>
                <a:moveTo>
                  <a:pt x="4930" y="0"/>
                </a:moveTo>
                <a:lnTo>
                  <a:pt x="5026" y="0"/>
                </a:lnTo>
                <a:lnTo>
                  <a:pt x="5026" y="19"/>
                </a:lnTo>
                <a:lnTo>
                  <a:pt x="4930" y="19"/>
                </a:lnTo>
                <a:lnTo>
                  <a:pt x="4930" y="0"/>
                </a:lnTo>
                <a:moveTo>
                  <a:pt x="5084" y="0"/>
                </a:moveTo>
                <a:lnTo>
                  <a:pt x="5180" y="0"/>
                </a:lnTo>
                <a:lnTo>
                  <a:pt x="5180" y="19"/>
                </a:lnTo>
                <a:lnTo>
                  <a:pt x="5084" y="19"/>
                </a:lnTo>
                <a:lnTo>
                  <a:pt x="5084" y="0"/>
                </a:lnTo>
                <a:moveTo>
                  <a:pt x="5238" y="0"/>
                </a:moveTo>
                <a:lnTo>
                  <a:pt x="5334" y="0"/>
                </a:lnTo>
                <a:lnTo>
                  <a:pt x="5334" y="19"/>
                </a:lnTo>
                <a:lnTo>
                  <a:pt x="5238" y="19"/>
                </a:lnTo>
                <a:lnTo>
                  <a:pt x="5238" y="0"/>
                </a:lnTo>
                <a:moveTo>
                  <a:pt x="5391" y="0"/>
                </a:moveTo>
                <a:lnTo>
                  <a:pt x="5487" y="0"/>
                </a:lnTo>
                <a:lnTo>
                  <a:pt x="5487" y="19"/>
                </a:lnTo>
                <a:lnTo>
                  <a:pt x="5391" y="19"/>
                </a:lnTo>
                <a:lnTo>
                  <a:pt x="5391" y="0"/>
                </a:lnTo>
                <a:moveTo>
                  <a:pt x="5545" y="0"/>
                </a:moveTo>
                <a:lnTo>
                  <a:pt x="5641" y="0"/>
                </a:lnTo>
                <a:lnTo>
                  <a:pt x="5641" y="19"/>
                </a:lnTo>
                <a:lnTo>
                  <a:pt x="5545" y="19"/>
                </a:lnTo>
                <a:lnTo>
                  <a:pt x="5545" y="0"/>
                </a:lnTo>
                <a:moveTo>
                  <a:pt x="5699" y="0"/>
                </a:moveTo>
                <a:lnTo>
                  <a:pt x="5795" y="0"/>
                </a:lnTo>
                <a:lnTo>
                  <a:pt x="5795" y="19"/>
                </a:lnTo>
                <a:lnTo>
                  <a:pt x="5699" y="19"/>
                </a:lnTo>
                <a:lnTo>
                  <a:pt x="5699" y="0"/>
                </a:lnTo>
                <a:moveTo>
                  <a:pt x="5853" y="0"/>
                </a:moveTo>
                <a:lnTo>
                  <a:pt x="5949" y="0"/>
                </a:lnTo>
                <a:lnTo>
                  <a:pt x="5949" y="19"/>
                </a:lnTo>
                <a:lnTo>
                  <a:pt x="5853" y="19"/>
                </a:lnTo>
                <a:lnTo>
                  <a:pt x="5853" y="0"/>
                </a:lnTo>
                <a:moveTo>
                  <a:pt x="6006" y="0"/>
                </a:moveTo>
                <a:lnTo>
                  <a:pt x="6102" y="0"/>
                </a:lnTo>
                <a:lnTo>
                  <a:pt x="6102" y="19"/>
                </a:lnTo>
                <a:lnTo>
                  <a:pt x="6006" y="19"/>
                </a:lnTo>
                <a:lnTo>
                  <a:pt x="6006" y="0"/>
                </a:lnTo>
                <a:moveTo>
                  <a:pt x="6160" y="0"/>
                </a:moveTo>
                <a:lnTo>
                  <a:pt x="6256" y="0"/>
                </a:lnTo>
                <a:lnTo>
                  <a:pt x="6256" y="19"/>
                </a:lnTo>
                <a:lnTo>
                  <a:pt x="6160" y="19"/>
                </a:lnTo>
                <a:lnTo>
                  <a:pt x="6160" y="0"/>
                </a:lnTo>
                <a:moveTo>
                  <a:pt x="6314" y="0"/>
                </a:moveTo>
                <a:lnTo>
                  <a:pt x="6410" y="0"/>
                </a:lnTo>
                <a:lnTo>
                  <a:pt x="6410" y="19"/>
                </a:lnTo>
                <a:lnTo>
                  <a:pt x="6314" y="19"/>
                </a:lnTo>
                <a:lnTo>
                  <a:pt x="6314" y="0"/>
                </a:lnTo>
                <a:moveTo>
                  <a:pt x="6468" y="0"/>
                </a:moveTo>
                <a:lnTo>
                  <a:pt x="6564" y="0"/>
                </a:lnTo>
                <a:lnTo>
                  <a:pt x="6564" y="19"/>
                </a:lnTo>
                <a:lnTo>
                  <a:pt x="6468" y="19"/>
                </a:lnTo>
                <a:lnTo>
                  <a:pt x="6468" y="0"/>
                </a:lnTo>
                <a:moveTo>
                  <a:pt x="6621" y="0"/>
                </a:moveTo>
                <a:lnTo>
                  <a:pt x="6717" y="0"/>
                </a:lnTo>
                <a:lnTo>
                  <a:pt x="6717" y="19"/>
                </a:lnTo>
                <a:lnTo>
                  <a:pt x="6621" y="19"/>
                </a:lnTo>
                <a:lnTo>
                  <a:pt x="6621" y="0"/>
                </a:lnTo>
                <a:moveTo>
                  <a:pt x="6775" y="0"/>
                </a:moveTo>
                <a:lnTo>
                  <a:pt x="6871" y="0"/>
                </a:lnTo>
                <a:lnTo>
                  <a:pt x="6871" y="19"/>
                </a:lnTo>
                <a:lnTo>
                  <a:pt x="6775" y="19"/>
                </a:lnTo>
                <a:lnTo>
                  <a:pt x="6775" y="0"/>
                </a:lnTo>
                <a:moveTo>
                  <a:pt x="6929" y="0"/>
                </a:moveTo>
                <a:lnTo>
                  <a:pt x="7025" y="0"/>
                </a:lnTo>
                <a:lnTo>
                  <a:pt x="7025" y="19"/>
                </a:lnTo>
                <a:lnTo>
                  <a:pt x="6929" y="19"/>
                </a:lnTo>
                <a:lnTo>
                  <a:pt x="6929" y="0"/>
                </a:lnTo>
                <a:moveTo>
                  <a:pt x="7083" y="0"/>
                </a:moveTo>
                <a:lnTo>
                  <a:pt x="7179" y="0"/>
                </a:lnTo>
                <a:lnTo>
                  <a:pt x="7179" y="19"/>
                </a:lnTo>
                <a:lnTo>
                  <a:pt x="7083" y="19"/>
                </a:lnTo>
                <a:lnTo>
                  <a:pt x="7083" y="0"/>
                </a:lnTo>
                <a:moveTo>
                  <a:pt x="7236" y="0"/>
                </a:moveTo>
                <a:lnTo>
                  <a:pt x="7332" y="0"/>
                </a:lnTo>
                <a:lnTo>
                  <a:pt x="7332" y="19"/>
                </a:lnTo>
                <a:lnTo>
                  <a:pt x="7236" y="19"/>
                </a:lnTo>
                <a:lnTo>
                  <a:pt x="7236" y="0"/>
                </a:lnTo>
                <a:moveTo>
                  <a:pt x="7390" y="0"/>
                </a:moveTo>
                <a:lnTo>
                  <a:pt x="7486" y="0"/>
                </a:lnTo>
                <a:lnTo>
                  <a:pt x="7486" y="19"/>
                </a:lnTo>
                <a:lnTo>
                  <a:pt x="7390" y="19"/>
                </a:lnTo>
                <a:lnTo>
                  <a:pt x="7390" y="0"/>
                </a:lnTo>
                <a:moveTo>
                  <a:pt x="7544" y="0"/>
                </a:moveTo>
                <a:lnTo>
                  <a:pt x="7640" y="0"/>
                </a:lnTo>
                <a:lnTo>
                  <a:pt x="7640" y="19"/>
                </a:lnTo>
                <a:lnTo>
                  <a:pt x="7544" y="19"/>
                </a:lnTo>
                <a:lnTo>
                  <a:pt x="7544" y="0"/>
                </a:lnTo>
                <a:moveTo>
                  <a:pt x="7698" y="0"/>
                </a:moveTo>
                <a:lnTo>
                  <a:pt x="7794" y="0"/>
                </a:lnTo>
                <a:lnTo>
                  <a:pt x="7794" y="19"/>
                </a:lnTo>
                <a:lnTo>
                  <a:pt x="7698" y="19"/>
                </a:lnTo>
                <a:lnTo>
                  <a:pt x="7698" y="0"/>
                </a:lnTo>
                <a:moveTo>
                  <a:pt x="7851" y="0"/>
                </a:moveTo>
                <a:lnTo>
                  <a:pt x="7947" y="0"/>
                </a:lnTo>
                <a:lnTo>
                  <a:pt x="7947" y="19"/>
                </a:lnTo>
                <a:lnTo>
                  <a:pt x="7851" y="19"/>
                </a:lnTo>
                <a:lnTo>
                  <a:pt x="7851" y="0"/>
                </a:lnTo>
                <a:moveTo>
                  <a:pt x="8005" y="0"/>
                </a:moveTo>
                <a:lnTo>
                  <a:pt x="8101" y="0"/>
                </a:lnTo>
                <a:lnTo>
                  <a:pt x="8101" y="19"/>
                </a:lnTo>
                <a:lnTo>
                  <a:pt x="8005" y="19"/>
                </a:lnTo>
                <a:lnTo>
                  <a:pt x="8005" y="0"/>
                </a:lnTo>
                <a:moveTo>
                  <a:pt x="8159" y="0"/>
                </a:moveTo>
                <a:lnTo>
                  <a:pt x="8255" y="0"/>
                </a:lnTo>
                <a:lnTo>
                  <a:pt x="8255" y="19"/>
                </a:lnTo>
                <a:lnTo>
                  <a:pt x="8159" y="19"/>
                </a:lnTo>
                <a:lnTo>
                  <a:pt x="8159" y="0"/>
                </a:lnTo>
                <a:moveTo>
                  <a:pt x="8313" y="0"/>
                </a:moveTo>
                <a:lnTo>
                  <a:pt x="8409" y="0"/>
                </a:lnTo>
                <a:lnTo>
                  <a:pt x="8409" y="19"/>
                </a:lnTo>
                <a:lnTo>
                  <a:pt x="8313" y="19"/>
                </a:lnTo>
                <a:lnTo>
                  <a:pt x="8313" y="0"/>
                </a:lnTo>
                <a:moveTo>
                  <a:pt x="8466" y="0"/>
                </a:moveTo>
                <a:lnTo>
                  <a:pt x="8562" y="0"/>
                </a:lnTo>
                <a:lnTo>
                  <a:pt x="8562" y="19"/>
                </a:lnTo>
                <a:lnTo>
                  <a:pt x="8466" y="19"/>
                </a:lnTo>
                <a:lnTo>
                  <a:pt x="8466" y="0"/>
                </a:lnTo>
                <a:moveTo>
                  <a:pt x="8620" y="0"/>
                </a:moveTo>
                <a:lnTo>
                  <a:pt x="8716" y="0"/>
                </a:lnTo>
                <a:lnTo>
                  <a:pt x="8716" y="19"/>
                </a:lnTo>
                <a:lnTo>
                  <a:pt x="8620" y="19"/>
                </a:lnTo>
                <a:lnTo>
                  <a:pt x="8620" y="0"/>
                </a:lnTo>
                <a:moveTo>
                  <a:pt x="8774" y="0"/>
                </a:moveTo>
                <a:lnTo>
                  <a:pt x="8870" y="0"/>
                </a:lnTo>
                <a:lnTo>
                  <a:pt x="8870" y="19"/>
                </a:lnTo>
                <a:lnTo>
                  <a:pt x="8774" y="19"/>
                </a:lnTo>
                <a:lnTo>
                  <a:pt x="8774" y="0"/>
                </a:lnTo>
                <a:moveTo>
                  <a:pt x="8928" y="0"/>
                </a:moveTo>
                <a:lnTo>
                  <a:pt x="9024" y="0"/>
                </a:lnTo>
                <a:lnTo>
                  <a:pt x="9024" y="19"/>
                </a:lnTo>
                <a:lnTo>
                  <a:pt x="8928" y="19"/>
                </a:lnTo>
                <a:lnTo>
                  <a:pt x="8928" y="0"/>
                </a:lnTo>
                <a:moveTo>
                  <a:pt x="9081" y="0"/>
                </a:moveTo>
                <a:lnTo>
                  <a:pt x="9177" y="0"/>
                </a:lnTo>
                <a:lnTo>
                  <a:pt x="9177" y="19"/>
                </a:lnTo>
                <a:lnTo>
                  <a:pt x="9081" y="19"/>
                </a:lnTo>
                <a:lnTo>
                  <a:pt x="9081" y="0"/>
                </a:lnTo>
                <a:moveTo>
                  <a:pt x="9235" y="0"/>
                </a:moveTo>
                <a:lnTo>
                  <a:pt x="9331" y="0"/>
                </a:lnTo>
                <a:lnTo>
                  <a:pt x="9331" y="19"/>
                </a:lnTo>
                <a:lnTo>
                  <a:pt x="9235" y="19"/>
                </a:lnTo>
                <a:lnTo>
                  <a:pt x="9235" y="0"/>
                </a:lnTo>
                <a:moveTo>
                  <a:pt x="9389" y="0"/>
                </a:moveTo>
                <a:lnTo>
                  <a:pt x="9485" y="0"/>
                </a:lnTo>
                <a:lnTo>
                  <a:pt x="9485" y="19"/>
                </a:lnTo>
                <a:lnTo>
                  <a:pt x="9389" y="19"/>
                </a:lnTo>
                <a:lnTo>
                  <a:pt x="9389" y="0"/>
                </a:lnTo>
                <a:moveTo>
                  <a:pt x="9543" y="0"/>
                </a:moveTo>
                <a:lnTo>
                  <a:pt x="9639" y="0"/>
                </a:lnTo>
                <a:lnTo>
                  <a:pt x="9639" y="19"/>
                </a:lnTo>
                <a:lnTo>
                  <a:pt x="9543" y="19"/>
                </a:lnTo>
                <a:lnTo>
                  <a:pt x="9543" y="0"/>
                </a:lnTo>
                <a:moveTo>
                  <a:pt x="9696" y="0"/>
                </a:moveTo>
                <a:lnTo>
                  <a:pt x="9792" y="0"/>
                </a:lnTo>
                <a:lnTo>
                  <a:pt x="9792" y="19"/>
                </a:lnTo>
                <a:lnTo>
                  <a:pt x="9696" y="19"/>
                </a:lnTo>
                <a:lnTo>
                  <a:pt x="9696" y="0"/>
                </a:lnTo>
                <a:moveTo>
                  <a:pt x="9850" y="0"/>
                </a:moveTo>
                <a:lnTo>
                  <a:pt x="9946" y="0"/>
                </a:lnTo>
                <a:lnTo>
                  <a:pt x="9946" y="19"/>
                </a:lnTo>
                <a:lnTo>
                  <a:pt x="9850" y="19"/>
                </a:lnTo>
                <a:lnTo>
                  <a:pt x="9850" y="0"/>
                </a:lnTo>
                <a:moveTo>
                  <a:pt x="10004" y="0"/>
                </a:moveTo>
                <a:lnTo>
                  <a:pt x="10100" y="0"/>
                </a:lnTo>
                <a:lnTo>
                  <a:pt x="10100" y="19"/>
                </a:lnTo>
                <a:lnTo>
                  <a:pt x="10004" y="19"/>
                </a:lnTo>
                <a:lnTo>
                  <a:pt x="10004" y="0"/>
                </a:lnTo>
                <a:moveTo>
                  <a:pt x="10158" y="0"/>
                </a:moveTo>
                <a:lnTo>
                  <a:pt x="10254" y="0"/>
                </a:lnTo>
                <a:lnTo>
                  <a:pt x="10254" y="19"/>
                </a:lnTo>
                <a:lnTo>
                  <a:pt x="10158" y="19"/>
                </a:lnTo>
                <a:lnTo>
                  <a:pt x="10158" y="0"/>
                </a:lnTo>
                <a:moveTo>
                  <a:pt x="10311" y="0"/>
                </a:moveTo>
                <a:lnTo>
                  <a:pt x="10407" y="0"/>
                </a:lnTo>
                <a:lnTo>
                  <a:pt x="10407" y="19"/>
                </a:lnTo>
                <a:lnTo>
                  <a:pt x="10311" y="19"/>
                </a:lnTo>
                <a:lnTo>
                  <a:pt x="10311" y="0"/>
                </a:lnTo>
                <a:moveTo>
                  <a:pt x="10465" y="0"/>
                </a:moveTo>
                <a:lnTo>
                  <a:pt x="10561" y="0"/>
                </a:lnTo>
                <a:lnTo>
                  <a:pt x="10561" y="19"/>
                </a:lnTo>
                <a:lnTo>
                  <a:pt x="10465" y="19"/>
                </a:lnTo>
                <a:lnTo>
                  <a:pt x="10465" y="0"/>
                </a:lnTo>
                <a:moveTo>
                  <a:pt x="10619" y="0"/>
                </a:moveTo>
                <a:lnTo>
                  <a:pt x="10715" y="0"/>
                </a:lnTo>
                <a:lnTo>
                  <a:pt x="10715" y="19"/>
                </a:lnTo>
                <a:lnTo>
                  <a:pt x="10619" y="19"/>
                </a:lnTo>
                <a:lnTo>
                  <a:pt x="10619" y="0"/>
                </a:lnTo>
                <a:moveTo>
                  <a:pt x="10773" y="0"/>
                </a:moveTo>
                <a:lnTo>
                  <a:pt x="10869" y="0"/>
                </a:lnTo>
                <a:lnTo>
                  <a:pt x="10869" y="19"/>
                </a:lnTo>
                <a:lnTo>
                  <a:pt x="10773" y="19"/>
                </a:lnTo>
                <a:lnTo>
                  <a:pt x="10773" y="0"/>
                </a:lnTo>
                <a:moveTo>
                  <a:pt x="10926" y="0"/>
                </a:moveTo>
                <a:lnTo>
                  <a:pt x="11022" y="0"/>
                </a:lnTo>
                <a:lnTo>
                  <a:pt x="11022" y="19"/>
                </a:lnTo>
                <a:lnTo>
                  <a:pt x="10926" y="19"/>
                </a:lnTo>
                <a:lnTo>
                  <a:pt x="10926" y="0"/>
                </a:lnTo>
                <a:moveTo>
                  <a:pt x="11080" y="0"/>
                </a:moveTo>
                <a:lnTo>
                  <a:pt x="11176" y="0"/>
                </a:lnTo>
                <a:lnTo>
                  <a:pt x="11176" y="19"/>
                </a:lnTo>
                <a:lnTo>
                  <a:pt x="11080" y="19"/>
                </a:lnTo>
                <a:lnTo>
                  <a:pt x="11080" y="0"/>
                </a:lnTo>
                <a:moveTo>
                  <a:pt x="11234" y="0"/>
                </a:moveTo>
                <a:lnTo>
                  <a:pt x="11330" y="0"/>
                </a:lnTo>
                <a:lnTo>
                  <a:pt x="11330" y="19"/>
                </a:lnTo>
                <a:lnTo>
                  <a:pt x="11234" y="19"/>
                </a:lnTo>
                <a:lnTo>
                  <a:pt x="11234" y="0"/>
                </a:lnTo>
                <a:moveTo>
                  <a:pt x="11388" y="0"/>
                </a:moveTo>
                <a:lnTo>
                  <a:pt x="11484" y="0"/>
                </a:lnTo>
                <a:lnTo>
                  <a:pt x="11484" y="19"/>
                </a:lnTo>
                <a:lnTo>
                  <a:pt x="11388" y="19"/>
                </a:lnTo>
                <a:lnTo>
                  <a:pt x="11388" y="0"/>
                </a:lnTo>
                <a:moveTo>
                  <a:pt x="11541" y="0"/>
                </a:moveTo>
                <a:lnTo>
                  <a:pt x="11637" y="0"/>
                </a:lnTo>
                <a:lnTo>
                  <a:pt x="11637" y="19"/>
                </a:lnTo>
                <a:lnTo>
                  <a:pt x="11541" y="19"/>
                </a:lnTo>
                <a:lnTo>
                  <a:pt x="11541" y="0"/>
                </a:lnTo>
                <a:moveTo>
                  <a:pt x="11695" y="0"/>
                </a:moveTo>
                <a:lnTo>
                  <a:pt x="11791" y="0"/>
                </a:lnTo>
                <a:lnTo>
                  <a:pt x="11791" y="19"/>
                </a:lnTo>
                <a:lnTo>
                  <a:pt x="11695" y="19"/>
                </a:lnTo>
                <a:lnTo>
                  <a:pt x="11695" y="0"/>
                </a:lnTo>
                <a:moveTo>
                  <a:pt x="11849" y="0"/>
                </a:moveTo>
                <a:lnTo>
                  <a:pt x="11945" y="0"/>
                </a:lnTo>
                <a:lnTo>
                  <a:pt x="11945" y="19"/>
                </a:lnTo>
                <a:lnTo>
                  <a:pt x="11849" y="19"/>
                </a:lnTo>
                <a:lnTo>
                  <a:pt x="11849" y="0"/>
                </a:lnTo>
                <a:moveTo>
                  <a:pt x="12012" y="10"/>
                </a:moveTo>
                <a:lnTo>
                  <a:pt x="12012" y="106"/>
                </a:lnTo>
                <a:lnTo>
                  <a:pt x="11993" y="106"/>
                </a:lnTo>
                <a:lnTo>
                  <a:pt x="11993" y="10"/>
                </a:lnTo>
                <a:lnTo>
                  <a:pt x="12012" y="10"/>
                </a:lnTo>
                <a:moveTo>
                  <a:pt x="12012" y="163"/>
                </a:moveTo>
                <a:lnTo>
                  <a:pt x="12012" y="260"/>
                </a:lnTo>
                <a:lnTo>
                  <a:pt x="11993" y="260"/>
                </a:lnTo>
                <a:lnTo>
                  <a:pt x="11993" y="163"/>
                </a:lnTo>
                <a:lnTo>
                  <a:pt x="12012" y="163"/>
                </a:lnTo>
                <a:moveTo>
                  <a:pt x="12012" y="317"/>
                </a:moveTo>
                <a:lnTo>
                  <a:pt x="12012" y="413"/>
                </a:lnTo>
                <a:lnTo>
                  <a:pt x="11993" y="413"/>
                </a:lnTo>
                <a:lnTo>
                  <a:pt x="11993" y="317"/>
                </a:lnTo>
                <a:lnTo>
                  <a:pt x="12012" y="317"/>
                </a:lnTo>
                <a:moveTo>
                  <a:pt x="12012" y="471"/>
                </a:moveTo>
                <a:lnTo>
                  <a:pt x="12012" y="567"/>
                </a:lnTo>
                <a:lnTo>
                  <a:pt x="11993" y="567"/>
                </a:lnTo>
                <a:lnTo>
                  <a:pt x="11993" y="471"/>
                </a:lnTo>
                <a:lnTo>
                  <a:pt x="12012" y="471"/>
                </a:lnTo>
                <a:moveTo>
                  <a:pt x="12012" y="626"/>
                </a:moveTo>
                <a:lnTo>
                  <a:pt x="12012" y="722"/>
                </a:lnTo>
                <a:lnTo>
                  <a:pt x="11993" y="722"/>
                </a:lnTo>
                <a:lnTo>
                  <a:pt x="11993" y="626"/>
                </a:lnTo>
                <a:lnTo>
                  <a:pt x="12012" y="626"/>
                </a:lnTo>
                <a:moveTo>
                  <a:pt x="12012" y="779"/>
                </a:moveTo>
                <a:lnTo>
                  <a:pt x="12012" y="875"/>
                </a:lnTo>
                <a:lnTo>
                  <a:pt x="11993" y="875"/>
                </a:lnTo>
                <a:lnTo>
                  <a:pt x="11993" y="779"/>
                </a:lnTo>
                <a:lnTo>
                  <a:pt x="12012" y="779"/>
                </a:lnTo>
                <a:moveTo>
                  <a:pt x="12003" y="943"/>
                </a:moveTo>
                <a:lnTo>
                  <a:pt x="11906" y="943"/>
                </a:lnTo>
                <a:lnTo>
                  <a:pt x="11906" y="924"/>
                </a:lnTo>
                <a:lnTo>
                  <a:pt x="12003" y="924"/>
                </a:lnTo>
                <a:lnTo>
                  <a:pt x="12003" y="943"/>
                </a:lnTo>
                <a:moveTo>
                  <a:pt x="11849" y="943"/>
                </a:moveTo>
                <a:lnTo>
                  <a:pt x="11753" y="943"/>
                </a:lnTo>
                <a:lnTo>
                  <a:pt x="11753" y="924"/>
                </a:lnTo>
                <a:lnTo>
                  <a:pt x="11849" y="924"/>
                </a:lnTo>
                <a:lnTo>
                  <a:pt x="11849" y="943"/>
                </a:lnTo>
                <a:moveTo>
                  <a:pt x="11695" y="943"/>
                </a:moveTo>
                <a:lnTo>
                  <a:pt x="11599" y="943"/>
                </a:lnTo>
                <a:lnTo>
                  <a:pt x="11599" y="924"/>
                </a:lnTo>
                <a:lnTo>
                  <a:pt x="11695" y="924"/>
                </a:lnTo>
                <a:lnTo>
                  <a:pt x="11695" y="943"/>
                </a:lnTo>
                <a:moveTo>
                  <a:pt x="11541" y="943"/>
                </a:moveTo>
                <a:lnTo>
                  <a:pt x="11445" y="943"/>
                </a:lnTo>
                <a:lnTo>
                  <a:pt x="11445" y="924"/>
                </a:lnTo>
                <a:lnTo>
                  <a:pt x="11541" y="924"/>
                </a:lnTo>
                <a:lnTo>
                  <a:pt x="11541" y="943"/>
                </a:lnTo>
                <a:moveTo>
                  <a:pt x="11388" y="943"/>
                </a:moveTo>
                <a:lnTo>
                  <a:pt x="11291" y="943"/>
                </a:lnTo>
                <a:lnTo>
                  <a:pt x="11291" y="924"/>
                </a:lnTo>
                <a:lnTo>
                  <a:pt x="11388" y="924"/>
                </a:lnTo>
                <a:lnTo>
                  <a:pt x="11388" y="943"/>
                </a:lnTo>
                <a:moveTo>
                  <a:pt x="11234" y="943"/>
                </a:moveTo>
                <a:lnTo>
                  <a:pt x="11138" y="943"/>
                </a:lnTo>
                <a:lnTo>
                  <a:pt x="11138" y="924"/>
                </a:lnTo>
                <a:lnTo>
                  <a:pt x="11234" y="924"/>
                </a:lnTo>
                <a:lnTo>
                  <a:pt x="11234" y="943"/>
                </a:lnTo>
                <a:moveTo>
                  <a:pt x="11080" y="943"/>
                </a:moveTo>
                <a:lnTo>
                  <a:pt x="10984" y="943"/>
                </a:lnTo>
                <a:lnTo>
                  <a:pt x="10984" y="924"/>
                </a:lnTo>
                <a:lnTo>
                  <a:pt x="11080" y="924"/>
                </a:lnTo>
                <a:lnTo>
                  <a:pt x="11080" y="943"/>
                </a:lnTo>
                <a:moveTo>
                  <a:pt x="10926" y="943"/>
                </a:moveTo>
                <a:lnTo>
                  <a:pt x="10830" y="943"/>
                </a:lnTo>
                <a:lnTo>
                  <a:pt x="10830" y="924"/>
                </a:lnTo>
                <a:lnTo>
                  <a:pt x="10926" y="924"/>
                </a:lnTo>
                <a:lnTo>
                  <a:pt x="10926" y="943"/>
                </a:lnTo>
                <a:moveTo>
                  <a:pt x="10773" y="943"/>
                </a:moveTo>
                <a:lnTo>
                  <a:pt x="10676" y="943"/>
                </a:lnTo>
                <a:lnTo>
                  <a:pt x="10676" y="924"/>
                </a:lnTo>
                <a:lnTo>
                  <a:pt x="10773" y="924"/>
                </a:lnTo>
                <a:lnTo>
                  <a:pt x="10773" y="943"/>
                </a:lnTo>
                <a:moveTo>
                  <a:pt x="10619" y="943"/>
                </a:moveTo>
                <a:lnTo>
                  <a:pt x="10523" y="943"/>
                </a:lnTo>
                <a:lnTo>
                  <a:pt x="10523" y="924"/>
                </a:lnTo>
                <a:lnTo>
                  <a:pt x="10619" y="924"/>
                </a:lnTo>
                <a:lnTo>
                  <a:pt x="10619" y="943"/>
                </a:lnTo>
                <a:moveTo>
                  <a:pt x="10465" y="943"/>
                </a:moveTo>
                <a:lnTo>
                  <a:pt x="10369" y="943"/>
                </a:lnTo>
                <a:lnTo>
                  <a:pt x="10369" y="924"/>
                </a:lnTo>
                <a:lnTo>
                  <a:pt x="10465" y="924"/>
                </a:lnTo>
                <a:lnTo>
                  <a:pt x="10465" y="943"/>
                </a:lnTo>
                <a:moveTo>
                  <a:pt x="10311" y="943"/>
                </a:moveTo>
                <a:lnTo>
                  <a:pt x="10215" y="943"/>
                </a:lnTo>
                <a:lnTo>
                  <a:pt x="10215" y="924"/>
                </a:lnTo>
                <a:lnTo>
                  <a:pt x="10311" y="924"/>
                </a:lnTo>
                <a:lnTo>
                  <a:pt x="10311" y="943"/>
                </a:lnTo>
                <a:moveTo>
                  <a:pt x="10158" y="943"/>
                </a:moveTo>
                <a:lnTo>
                  <a:pt x="10061" y="943"/>
                </a:lnTo>
                <a:lnTo>
                  <a:pt x="10061" y="924"/>
                </a:lnTo>
                <a:lnTo>
                  <a:pt x="10158" y="924"/>
                </a:lnTo>
                <a:lnTo>
                  <a:pt x="10158" y="943"/>
                </a:lnTo>
                <a:moveTo>
                  <a:pt x="10004" y="943"/>
                </a:moveTo>
                <a:lnTo>
                  <a:pt x="9908" y="943"/>
                </a:lnTo>
                <a:lnTo>
                  <a:pt x="9908" y="924"/>
                </a:lnTo>
                <a:lnTo>
                  <a:pt x="10004" y="924"/>
                </a:lnTo>
                <a:lnTo>
                  <a:pt x="10004" y="943"/>
                </a:lnTo>
                <a:moveTo>
                  <a:pt x="9850" y="943"/>
                </a:moveTo>
                <a:lnTo>
                  <a:pt x="9754" y="943"/>
                </a:lnTo>
                <a:lnTo>
                  <a:pt x="9754" y="924"/>
                </a:lnTo>
                <a:lnTo>
                  <a:pt x="9850" y="924"/>
                </a:lnTo>
                <a:lnTo>
                  <a:pt x="9850" y="943"/>
                </a:lnTo>
                <a:moveTo>
                  <a:pt x="9696" y="943"/>
                </a:moveTo>
                <a:lnTo>
                  <a:pt x="9600" y="943"/>
                </a:lnTo>
                <a:lnTo>
                  <a:pt x="9600" y="924"/>
                </a:lnTo>
                <a:lnTo>
                  <a:pt x="9696" y="924"/>
                </a:lnTo>
                <a:lnTo>
                  <a:pt x="9696" y="943"/>
                </a:lnTo>
                <a:moveTo>
                  <a:pt x="9543" y="943"/>
                </a:moveTo>
                <a:lnTo>
                  <a:pt x="9446" y="943"/>
                </a:lnTo>
                <a:lnTo>
                  <a:pt x="9446" y="924"/>
                </a:lnTo>
                <a:lnTo>
                  <a:pt x="9543" y="924"/>
                </a:lnTo>
                <a:lnTo>
                  <a:pt x="9543" y="943"/>
                </a:lnTo>
                <a:moveTo>
                  <a:pt x="9389" y="943"/>
                </a:moveTo>
                <a:lnTo>
                  <a:pt x="9293" y="943"/>
                </a:lnTo>
                <a:lnTo>
                  <a:pt x="9293" y="924"/>
                </a:lnTo>
                <a:lnTo>
                  <a:pt x="9389" y="924"/>
                </a:lnTo>
                <a:lnTo>
                  <a:pt x="9389" y="943"/>
                </a:lnTo>
                <a:moveTo>
                  <a:pt x="9235" y="943"/>
                </a:moveTo>
                <a:lnTo>
                  <a:pt x="9139" y="943"/>
                </a:lnTo>
                <a:lnTo>
                  <a:pt x="9139" y="924"/>
                </a:lnTo>
                <a:lnTo>
                  <a:pt x="9235" y="924"/>
                </a:lnTo>
                <a:lnTo>
                  <a:pt x="9235" y="943"/>
                </a:lnTo>
                <a:moveTo>
                  <a:pt x="9081" y="943"/>
                </a:moveTo>
                <a:lnTo>
                  <a:pt x="8985" y="943"/>
                </a:lnTo>
                <a:lnTo>
                  <a:pt x="8985" y="924"/>
                </a:lnTo>
                <a:lnTo>
                  <a:pt x="9081" y="924"/>
                </a:lnTo>
                <a:lnTo>
                  <a:pt x="9081" y="943"/>
                </a:lnTo>
                <a:moveTo>
                  <a:pt x="8928" y="943"/>
                </a:moveTo>
                <a:lnTo>
                  <a:pt x="8831" y="943"/>
                </a:lnTo>
                <a:lnTo>
                  <a:pt x="8831" y="924"/>
                </a:lnTo>
                <a:lnTo>
                  <a:pt x="8928" y="924"/>
                </a:lnTo>
                <a:lnTo>
                  <a:pt x="8928" y="943"/>
                </a:lnTo>
                <a:moveTo>
                  <a:pt x="8774" y="943"/>
                </a:moveTo>
                <a:lnTo>
                  <a:pt x="8678" y="943"/>
                </a:lnTo>
                <a:lnTo>
                  <a:pt x="8678" y="924"/>
                </a:lnTo>
                <a:lnTo>
                  <a:pt x="8774" y="924"/>
                </a:lnTo>
                <a:lnTo>
                  <a:pt x="8774" y="943"/>
                </a:lnTo>
                <a:moveTo>
                  <a:pt x="8620" y="943"/>
                </a:moveTo>
                <a:lnTo>
                  <a:pt x="8524" y="943"/>
                </a:lnTo>
                <a:lnTo>
                  <a:pt x="8524" y="924"/>
                </a:lnTo>
                <a:lnTo>
                  <a:pt x="8620" y="924"/>
                </a:lnTo>
                <a:lnTo>
                  <a:pt x="8620" y="943"/>
                </a:lnTo>
                <a:moveTo>
                  <a:pt x="8466" y="943"/>
                </a:moveTo>
                <a:lnTo>
                  <a:pt x="8370" y="943"/>
                </a:lnTo>
                <a:lnTo>
                  <a:pt x="8370" y="924"/>
                </a:lnTo>
                <a:lnTo>
                  <a:pt x="8466" y="924"/>
                </a:lnTo>
                <a:lnTo>
                  <a:pt x="8466" y="943"/>
                </a:lnTo>
                <a:moveTo>
                  <a:pt x="8313" y="943"/>
                </a:moveTo>
                <a:lnTo>
                  <a:pt x="8216" y="943"/>
                </a:lnTo>
                <a:lnTo>
                  <a:pt x="8216" y="924"/>
                </a:lnTo>
                <a:lnTo>
                  <a:pt x="8313" y="924"/>
                </a:lnTo>
                <a:lnTo>
                  <a:pt x="8313" y="943"/>
                </a:lnTo>
                <a:moveTo>
                  <a:pt x="8159" y="943"/>
                </a:moveTo>
                <a:lnTo>
                  <a:pt x="8063" y="943"/>
                </a:lnTo>
                <a:lnTo>
                  <a:pt x="8063" y="924"/>
                </a:lnTo>
                <a:lnTo>
                  <a:pt x="8159" y="924"/>
                </a:lnTo>
                <a:lnTo>
                  <a:pt x="8159" y="943"/>
                </a:lnTo>
                <a:moveTo>
                  <a:pt x="8005" y="943"/>
                </a:moveTo>
                <a:lnTo>
                  <a:pt x="7909" y="943"/>
                </a:lnTo>
                <a:lnTo>
                  <a:pt x="7909" y="924"/>
                </a:lnTo>
                <a:lnTo>
                  <a:pt x="8005" y="924"/>
                </a:lnTo>
                <a:lnTo>
                  <a:pt x="8005" y="943"/>
                </a:lnTo>
                <a:moveTo>
                  <a:pt x="7851" y="943"/>
                </a:moveTo>
                <a:lnTo>
                  <a:pt x="7755" y="943"/>
                </a:lnTo>
                <a:lnTo>
                  <a:pt x="7755" y="924"/>
                </a:lnTo>
                <a:lnTo>
                  <a:pt x="7851" y="924"/>
                </a:lnTo>
                <a:lnTo>
                  <a:pt x="7851" y="943"/>
                </a:lnTo>
                <a:moveTo>
                  <a:pt x="7698" y="943"/>
                </a:moveTo>
                <a:lnTo>
                  <a:pt x="7601" y="943"/>
                </a:lnTo>
                <a:lnTo>
                  <a:pt x="7601" y="924"/>
                </a:lnTo>
                <a:lnTo>
                  <a:pt x="7698" y="924"/>
                </a:lnTo>
                <a:lnTo>
                  <a:pt x="7698" y="943"/>
                </a:lnTo>
                <a:moveTo>
                  <a:pt x="7544" y="943"/>
                </a:moveTo>
                <a:lnTo>
                  <a:pt x="7448" y="943"/>
                </a:lnTo>
                <a:lnTo>
                  <a:pt x="7448" y="924"/>
                </a:lnTo>
                <a:lnTo>
                  <a:pt x="7544" y="924"/>
                </a:lnTo>
                <a:lnTo>
                  <a:pt x="7544" y="943"/>
                </a:lnTo>
                <a:moveTo>
                  <a:pt x="7390" y="943"/>
                </a:moveTo>
                <a:lnTo>
                  <a:pt x="7294" y="943"/>
                </a:lnTo>
                <a:lnTo>
                  <a:pt x="7294" y="924"/>
                </a:lnTo>
                <a:lnTo>
                  <a:pt x="7390" y="924"/>
                </a:lnTo>
                <a:lnTo>
                  <a:pt x="7390" y="943"/>
                </a:lnTo>
                <a:moveTo>
                  <a:pt x="7236" y="943"/>
                </a:moveTo>
                <a:lnTo>
                  <a:pt x="7140" y="943"/>
                </a:lnTo>
                <a:lnTo>
                  <a:pt x="7140" y="924"/>
                </a:lnTo>
                <a:lnTo>
                  <a:pt x="7236" y="924"/>
                </a:lnTo>
                <a:lnTo>
                  <a:pt x="7236" y="943"/>
                </a:lnTo>
                <a:moveTo>
                  <a:pt x="7083" y="943"/>
                </a:moveTo>
                <a:lnTo>
                  <a:pt x="6986" y="943"/>
                </a:lnTo>
                <a:lnTo>
                  <a:pt x="6986" y="924"/>
                </a:lnTo>
                <a:lnTo>
                  <a:pt x="7083" y="924"/>
                </a:lnTo>
                <a:lnTo>
                  <a:pt x="7083" y="943"/>
                </a:lnTo>
                <a:moveTo>
                  <a:pt x="6929" y="943"/>
                </a:moveTo>
                <a:lnTo>
                  <a:pt x="6833" y="943"/>
                </a:lnTo>
                <a:lnTo>
                  <a:pt x="6833" y="924"/>
                </a:lnTo>
                <a:lnTo>
                  <a:pt x="6929" y="924"/>
                </a:lnTo>
                <a:lnTo>
                  <a:pt x="6929" y="943"/>
                </a:lnTo>
                <a:moveTo>
                  <a:pt x="6775" y="943"/>
                </a:moveTo>
                <a:lnTo>
                  <a:pt x="6679" y="943"/>
                </a:lnTo>
                <a:lnTo>
                  <a:pt x="6679" y="924"/>
                </a:lnTo>
                <a:lnTo>
                  <a:pt x="6775" y="924"/>
                </a:lnTo>
                <a:lnTo>
                  <a:pt x="6775" y="943"/>
                </a:lnTo>
                <a:moveTo>
                  <a:pt x="6621" y="943"/>
                </a:moveTo>
                <a:lnTo>
                  <a:pt x="6525" y="943"/>
                </a:lnTo>
                <a:lnTo>
                  <a:pt x="6525" y="924"/>
                </a:lnTo>
                <a:lnTo>
                  <a:pt x="6621" y="924"/>
                </a:lnTo>
                <a:lnTo>
                  <a:pt x="6621" y="943"/>
                </a:lnTo>
                <a:moveTo>
                  <a:pt x="6468" y="943"/>
                </a:moveTo>
                <a:lnTo>
                  <a:pt x="6371" y="943"/>
                </a:lnTo>
                <a:lnTo>
                  <a:pt x="6371" y="924"/>
                </a:lnTo>
                <a:lnTo>
                  <a:pt x="6468" y="924"/>
                </a:lnTo>
                <a:lnTo>
                  <a:pt x="6468" y="943"/>
                </a:lnTo>
                <a:moveTo>
                  <a:pt x="6314" y="943"/>
                </a:moveTo>
                <a:lnTo>
                  <a:pt x="6218" y="943"/>
                </a:lnTo>
                <a:lnTo>
                  <a:pt x="6218" y="924"/>
                </a:lnTo>
                <a:lnTo>
                  <a:pt x="6314" y="924"/>
                </a:lnTo>
                <a:lnTo>
                  <a:pt x="6314" y="943"/>
                </a:lnTo>
                <a:moveTo>
                  <a:pt x="6160" y="943"/>
                </a:moveTo>
                <a:lnTo>
                  <a:pt x="6064" y="943"/>
                </a:lnTo>
                <a:lnTo>
                  <a:pt x="6064" y="924"/>
                </a:lnTo>
                <a:lnTo>
                  <a:pt x="6160" y="924"/>
                </a:lnTo>
                <a:lnTo>
                  <a:pt x="6160" y="943"/>
                </a:lnTo>
                <a:moveTo>
                  <a:pt x="6006" y="943"/>
                </a:moveTo>
                <a:lnTo>
                  <a:pt x="5910" y="943"/>
                </a:lnTo>
                <a:lnTo>
                  <a:pt x="5910" y="924"/>
                </a:lnTo>
                <a:lnTo>
                  <a:pt x="6006" y="924"/>
                </a:lnTo>
                <a:lnTo>
                  <a:pt x="6006" y="943"/>
                </a:lnTo>
                <a:moveTo>
                  <a:pt x="5853" y="943"/>
                </a:moveTo>
                <a:lnTo>
                  <a:pt x="5757" y="943"/>
                </a:lnTo>
                <a:lnTo>
                  <a:pt x="5757" y="924"/>
                </a:lnTo>
                <a:lnTo>
                  <a:pt x="5853" y="924"/>
                </a:lnTo>
                <a:lnTo>
                  <a:pt x="5853" y="943"/>
                </a:lnTo>
                <a:moveTo>
                  <a:pt x="5699" y="943"/>
                </a:moveTo>
                <a:lnTo>
                  <a:pt x="5603" y="943"/>
                </a:lnTo>
                <a:lnTo>
                  <a:pt x="5603" y="924"/>
                </a:lnTo>
                <a:lnTo>
                  <a:pt x="5699" y="924"/>
                </a:lnTo>
                <a:lnTo>
                  <a:pt x="5699" y="943"/>
                </a:lnTo>
                <a:moveTo>
                  <a:pt x="5545" y="943"/>
                </a:moveTo>
                <a:lnTo>
                  <a:pt x="5449" y="943"/>
                </a:lnTo>
                <a:lnTo>
                  <a:pt x="5449" y="924"/>
                </a:lnTo>
                <a:lnTo>
                  <a:pt x="5545" y="924"/>
                </a:lnTo>
                <a:lnTo>
                  <a:pt x="5545" y="943"/>
                </a:lnTo>
                <a:moveTo>
                  <a:pt x="5391" y="943"/>
                </a:moveTo>
                <a:lnTo>
                  <a:pt x="5295" y="943"/>
                </a:lnTo>
                <a:lnTo>
                  <a:pt x="5295" y="924"/>
                </a:lnTo>
                <a:lnTo>
                  <a:pt x="5391" y="924"/>
                </a:lnTo>
                <a:lnTo>
                  <a:pt x="5391" y="943"/>
                </a:lnTo>
                <a:moveTo>
                  <a:pt x="5238" y="943"/>
                </a:moveTo>
                <a:lnTo>
                  <a:pt x="5142" y="943"/>
                </a:lnTo>
                <a:lnTo>
                  <a:pt x="5142" y="924"/>
                </a:lnTo>
                <a:lnTo>
                  <a:pt x="5238" y="924"/>
                </a:lnTo>
                <a:lnTo>
                  <a:pt x="5238" y="943"/>
                </a:lnTo>
                <a:moveTo>
                  <a:pt x="5084" y="943"/>
                </a:moveTo>
                <a:lnTo>
                  <a:pt x="4988" y="943"/>
                </a:lnTo>
                <a:lnTo>
                  <a:pt x="4988" y="924"/>
                </a:lnTo>
                <a:lnTo>
                  <a:pt x="5084" y="924"/>
                </a:lnTo>
                <a:lnTo>
                  <a:pt x="5084" y="943"/>
                </a:lnTo>
                <a:moveTo>
                  <a:pt x="4930" y="943"/>
                </a:moveTo>
                <a:lnTo>
                  <a:pt x="4834" y="943"/>
                </a:lnTo>
                <a:lnTo>
                  <a:pt x="4834" y="924"/>
                </a:lnTo>
                <a:lnTo>
                  <a:pt x="4930" y="924"/>
                </a:lnTo>
                <a:lnTo>
                  <a:pt x="4930" y="943"/>
                </a:lnTo>
                <a:moveTo>
                  <a:pt x="4776" y="943"/>
                </a:moveTo>
                <a:lnTo>
                  <a:pt x="4680" y="943"/>
                </a:lnTo>
                <a:lnTo>
                  <a:pt x="4680" y="924"/>
                </a:lnTo>
                <a:lnTo>
                  <a:pt x="4776" y="924"/>
                </a:lnTo>
                <a:lnTo>
                  <a:pt x="4776" y="943"/>
                </a:lnTo>
                <a:moveTo>
                  <a:pt x="4623" y="943"/>
                </a:moveTo>
                <a:lnTo>
                  <a:pt x="4527" y="943"/>
                </a:lnTo>
                <a:lnTo>
                  <a:pt x="4527" y="924"/>
                </a:lnTo>
                <a:lnTo>
                  <a:pt x="4623" y="924"/>
                </a:lnTo>
                <a:lnTo>
                  <a:pt x="4623" y="943"/>
                </a:lnTo>
                <a:moveTo>
                  <a:pt x="4469" y="943"/>
                </a:moveTo>
                <a:lnTo>
                  <a:pt x="4373" y="943"/>
                </a:lnTo>
                <a:lnTo>
                  <a:pt x="4373" y="924"/>
                </a:lnTo>
                <a:lnTo>
                  <a:pt x="4469" y="924"/>
                </a:lnTo>
                <a:lnTo>
                  <a:pt x="4469" y="943"/>
                </a:lnTo>
                <a:moveTo>
                  <a:pt x="4315" y="943"/>
                </a:moveTo>
                <a:lnTo>
                  <a:pt x="4219" y="943"/>
                </a:lnTo>
                <a:lnTo>
                  <a:pt x="4219" y="924"/>
                </a:lnTo>
                <a:lnTo>
                  <a:pt x="4315" y="924"/>
                </a:lnTo>
                <a:lnTo>
                  <a:pt x="4315" y="943"/>
                </a:lnTo>
                <a:moveTo>
                  <a:pt x="4161" y="943"/>
                </a:moveTo>
                <a:lnTo>
                  <a:pt x="4065" y="943"/>
                </a:lnTo>
                <a:lnTo>
                  <a:pt x="4065" y="924"/>
                </a:lnTo>
                <a:lnTo>
                  <a:pt x="4161" y="924"/>
                </a:lnTo>
                <a:lnTo>
                  <a:pt x="4161" y="943"/>
                </a:lnTo>
                <a:moveTo>
                  <a:pt x="4008" y="943"/>
                </a:moveTo>
                <a:lnTo>
                  <a:pt x="3912" y="943"/>
                </a:lnTo>
                <a:lnTo>
                  <a:pt x="3912" y="924"/>
                </a:lnTo>
                <a:lnTo>
                  <a:pt x="4008" y="924"/>
                </a:lnTo>
                <a:lnTo>
                  <a:pt x="4008" y="943"/>
                </a:lnTo>
                <a:moveTo>
                  <a:pt x="3854" y="943"/>
                </a:moveTo>
                <a:lnTo>
                  <a:pt x="3758" y="943"/>
                </a:lnTo>
                <a:lnTo>
                  <a:pt x="3758" y="924"/>
                </a:lnTo>
                <a:lnTo>
                  <a:pt x="3854" y="924"/>
                </a:lnTo>
                <a:lnTo>
                  <a:pt x="3854" y="943"/>
                </a:lnTo>
                <a:moveTo>
                  <a:pt x="3700" y="943"/>
                </a:moveTo>
                <a:lnTo>
                  <a:pt x="3604" y="943"/>
                </a:lnTo>
                <a:lnTo>
                  <a:pt x="3604" y="924"/>
                </a:lnTo>
                <a:lnTo>
                  <a:pt x="3700" y="924"/>
                </a:lnTo>
                <a:lnTo>
                  <a:pt x="3700" y="943"/>
                </a:lnTo>
                <a:moveTo>
                  <a:pt x="3546" y="943"/>
                </a:moveTo>
                <a:lnTo>
                  <a:pt x="3450" y="943"/>
                </a:lnTo>
                <a:lnTo>
                  <a:pt x="3450" y="924"/>
                </a:lnTo>
                <a:lnTo>
                  <a:pt x="3546" y="924"/>
                </a:lnTo>
                <a:lnTo>
                  <a:pt x="3546" y="943"/>
                </a:lnTo>
                <a:moveTo>
                  <a:pt x="3393" y="943"/>
                </a:moveTo>
                <a:lnTo>
                  <a:pt x="3297" y="943"/>
                </a:lnTo>
                <a:lnTo>
                  <a:pt x="3297" y="924"/>
                </a:lnTo>
                <a:lnTo>
                  <a:pt x="3393" y="924"/>
                </a:lnTo>
                <a:lnTo>
                  <a:pt x="3393" y="943"/>
                </a:lnTo>
                <a:moveTo>
                  <a:pt x="3239" y="943"/>
                </a:moveTo>
                <a:lnTo>
                  <a:pt x="3143" y="943"/>
                </a:lnTo>
                <a:lnTo>
                  <a:pt x="3143" y="924"/>
                </a:lnTo>
                <a:lnTo>
                  <a:pt x="3239" y="924"/>
                </a:lnTo>
                <a:lnTo>
                  <a:pt x="3239" y="943"/>
                </a:lnTo>
                <a:moveTo>
                  <a:pt x="3085" y="943"/>
                </a:moveTo>
                <a:lnTo>
                  <a:pt x="2989" y="943"/>
                </a:lnTo>
                <a:lnTo>
                  <a:pt x="2989" y="924"/>
                </a:lnTo>
                <a:lnTo>
                  <a:pt x="3085" y="924"/>
                </a:lnTo>
                <a:lnTo>
                  <a:pt x="3085" y="943"/>
                </a:lnTo>
                <a:moveTo>
                  <a:pt x="2931" y="943"/>
                </a:moveTo>
                <a:lnTo>
                  <a:pt x="2835" y="943"/>
                </a:lnTo>
                <a:lnTo>
                  <a:pt x="2835" y="924"/>
                </a:lnTo>
                <a:lnTo>
                  <a:pt x="2931" y="924"/>
                </a:lnTo>
                <a:lnTo>
                  <a:pt x="2931" y="943"/>
                </a:lnTo>
                <a:moveTo>
                  <a:pt x="2778" y="943"/>
                </a:moveTo>
                <a:lnTo>
                  <a:pt x="2682" y="943"/>
                </a:lnTo>
                <a:lnTo>
                  <a:pt x="2682" y="924"/>
                </a:lnTo>
                <a:lnTo>
                  <a:pt x="2778" y="924"/>
                </a:lnTo>
                <a:lnTo>
                  <a:pt x="2778" y="943"/>
                </a:lnTo>
                <a:moveTo>
                  <a:pt x="2624" y="943"/>
                </a:moveTo>
                <a:lnTo>
                  <a:pt x="2528" y="943"/>
                </a:lnTo>
                <a:lnTo>
                  <a:pt x="2528" y="924"/>
                </a:lnTo>
                <a:lnTo>
                  <a:pt x="2624" y="924"/>
                </a:lnTo>
                <a:lnTo>
                  <a:pt x="2624" y="943"/>
                </a:lnTo>
                <a:moveTo>
                  <a:pt x="2470" y="943"/>
                </a:moveTo>
                <a:lnTo>
                  <a:pt x="2374" y="943"/>
                </a:lnTo>
                <a:lnTo>
                  <a:pt x="2374" y="924"/>
                </a:lnTo>
                <a:lnTo>
                  <a:pt x="2470" y="924"/>
                </a:lnTo>
                <a:lnTo>
                  <a:pt x="2470" y="943"/>
                </a:lnTo>
                <a:moveTo>
                  <a:pt x="2316" y="943"/>
                </a:moveTo>
                <a:lnTo>
                  <a:pt x="2220" y="943"/>
                </a:lnTo>
                <a:lnTo>
                  <a:pt x="2220" y="924"/>
                </a:lnTo>
                <a:lnTo>
                  <a:pt x="2316" y="924"/>
                </a:lnTo>
                <a:lnTo>
                  <a:pt x="2316" y="943"/>
                </a:lnTo>
                <a:moveTo>
                  <a:pt x="2163" y="943"/>
                </a:moveTo>
                <a:lnTo>
                  <a:pt x="2067" y="943"/>
                </a:lnTo>
                <a:lnTo>
                  <a:pt x="2067" y="924"/>
                </a:lnTo>
                <a:lnTo>
                  <a:pt x="2163" y="924"/>
                </a:lnTo>
                <a:lnTo>
                  <a:pt x="2163" y="943"/>
                </a:lnTo>
                <a:moveTo>
                  <a:pt x="2009" y="943"/>
                </a:moveTo>
                <a:lnTo>
                  <a:pt x="1913" y="943"/>
                </a:lnTo>
                <a:lnTo>
                  <a:pt x="1913" y="924"/>
                </a:lnTo>
                <a:lnTo>
                  <a:pt x="2009" y="924"/>
                </a:lnTo>
                <a:lnTo>
                  <a:pt x="2009" y="943"/>
                </a:lnTo>
                <a:moveTo>
                  <a:pt x="1854" y="943"/>
                </a:moveTo>
                <a:lnTo>
                  <a:pt x="1758" y="943"/>
                </a:lnTo>
                <a:lnTo>
                  <a:pt x="1758" y="924"/>
                </a:lnTo>
                <a:lnTo>
                  <a:pt x="1854" y="924"/>
                </a:lnTo>
                <a:lnTo>
                  <a:pt x="1854" y="943"/>
                </a:lnTo>
                <a:moveTo>
                  <a:pt x="1700" y="943"/>
                </a:moveTo>
                <a:lnTo>
                  <a:pt x="1604" y="943"/>
                </a:lnTo>
                <a:lnTo>
                  <a:pt x="1604" y="924"/>
                </a:lnTo>
                <a:lnTo>
                  <a:pt x="1700" y="924"/>
                </a:lnTo>
                <a:lnTo>
                  <a:pt x="1700" y="943"/>
                </a:lnTo>
                <a:moveTo>
                  <a:pt x="1547" y="943"/>
                </a:moveTo>
                <a:lnTo>
                  <a:pt x="1451" y="943"/>
                </a:lnTo>
                <a:lnTo>
                  <a:pt x="1451" y="924"/>
                </a:lnTo>
                <a:lnTo>
                  <a:pt x="1547" y="924"/>
                </a:lnTo>
                <a:lnTo>
                  <a:pt x="1547" y="943"/>
                </a:lnTo>
                <a:moveTo>
                  <a:pt x="1393" y="943"/>
                </a:moveTo>
                <a:lnTo>
                  <a:pt x="1297" y="943"/>
                </a:lnTo>
                <a:lnTo>
                  <a:pt x="1297" y="924"/>
                </a:lnTo>
                <a:lnTo>
                  <a:pt x="1393" y="924"/>
                </a:lnTo>
                <a:lnTo>
                  <a:pt x="1393" y="943"/>
                </a:lnTo>
                <a:moveTo>
                  <a:pt x="1239" y="943"/>
                </a:moveTo>
                <a:lnTo>
                  <a:pt x="1143" y="943"/>
                </a:lnTo>
                <a:lnTo>
                  <a:pt x="1143" y="924"/>
                </a:lnTo>
                <a:lnTo>
                  <a:pt x="1239" y="924"/>
                </a:lnTo>
                <a:lnTo>
                  <a:pt x="1239" y="943"/>
                </a:lnTo>
                <a:moveTo>
                  <a:pt x="1085" y="943"/>
                </a:moveTo>
                <a:lnTo>
                  <a:pt x="989" y="943"/>
                </a:lnTo>
                <a:lnTo>
                  <a:pt x="989" y="924"/>
                </a:lnTo>
                <a:lnTo>
                  <a:pt x="1085" y="924"/>
                </a:lnTo>
                <a:lnTo>
                  <a:pt x="1085" y="943"/>
                </a:lnTo>
                <a:moveTo>
                  <a:pt x="932" y="943"/>
                </a:moveTo>
                <a:lnTo>
                  <a:pt x="836" y="943"/>
                </a:lnTo>
                <a:lnTo>
                  <a:pt x="836" y="924"/>
                </a:lnTo>
                <a:lnTo>
                  <a:pt x="932" y="924"/>
                </a:lnTo>
                <a:lnTo>
                  <a:pt x="932" y="943"/>
                </a:lnTo>
                <a:moveTo>
                  <a:pt x="778" y="943"/>
                </a:moveTo>
                <a:lnTo>
                  <a:pt x="682" y="943"/>
                </a:lnTo>
                <a:lnTo>
                  <a:pt x="682" y="924"/>
                </a:lnTo>
                <a:lnTo>
                  <a:pt x="778" y="924"/>
                </a:lnTo>
                <a:lnTo>
                  <a:pt x="778" y="943"/>
                </a:lnTo>
                <a:moveTo>
                  <a:pt x="624" y="943"/>
                </a:moveTo>
                <a:lnTo>
                  <a:pt x="528" y="943"/>
                </a:lnTo>
                <a:lnTo>
                  <a:pt x="528" y="924"/>
                </a:lnTo>
                <a:lnTo>
                  <a:pt x="624" y="924"/>
                </a:lnTo>
                <a:lnTo>
                  <a:pt x="624" y="943"/>
                </a:lnTo>
                <a:moveTo>
                  <a:pt x="470" y="943"/>
                </a:moveTo>
                <a:lnTo>
                  <a:pt x="374" y="943"/>
                </a:lnTo>
                <a:lnTo>
                  <a:pt x="374" y="924"/>
                </a:lnTo>
                <a:lnTo>
                  <a:pt x="470" y="924"/>
                </a:lnTo>
                <a:lnTo>
                  <a:pt x="470" y="943"/>
                </a:lnTo>
                <a:moveTo>
                  <a:pt x="317" y="943"/>
                </a:moveTo>
                <a:lnTo>
                  <a:pt x="221" y="943"/>
                </a:lnTo>
                <a:lnTo>
                  <a:pt x="221" y="924"/>
                </a:lnTo>
                <a:lnTo>
                  <a:pt x="317" y="924"/>
                </a:lnTo>
                <a:lnTo>
                  <a:pt x="317" y="943"/>
                </a:lnTo>
                <a:moveTo>
                  <a:pt x="163" y="943"/>
                </a:moveTo>
                <a:lnTo>
                  <a:pt x="67" y="943"/>
                </a:lnTo>
                <a:lnTo>
                  <a:pt x="67" y="924"/>
                </a:lnTo>
                <a:lnTo>
                  <a:pt x="163" y="924"/>
                </a:lnTo>
                <a:lnTo>
                  <a:pt x="163" y="943"/>
                </a:lnTo>
                <a:moveTo>
                  <a:pt x="0" y="933"/>
                </a:moveTo>
                <a:lnTo>
                  <a:pt x="0" y="837"/>
                </a:lnTo>
                <a:lnTo>
                  <a:pt x="19" y="837"/>
                </a:lnTo>
                <a:lnTo>
                  <a:pt x="19" y="933"/>
                </a:lnTo>
                <a:lnTo>
                  <a:pt x="0" y="933"/>
                </a:lnTo>
                <a:moveTo>
                  <a:pt x="0" y="779"/>
                </a:moveTo>
                <a:lnTo>
                  <a:pt x="0" y="683"/>
                </a:lnTo>
                <a:lnTo>
                  <a:pt x="19" y="683"/>
                </a:lnTo>
                <a:lnTo>
                  <a:pt x="19" y="779"/>
                </a:lnTo>
                <a:lnTo>
                  <a:pt x="0" y="779"/>
                </a:lnTo>
                <a:moveTo>
                  <a:pt x="0" y="626"/>
                </a:moveTo>
                <a:lnTo>
                  <a:pt x="0" y="529"/>
                </a:lnTo>
                <a:lnTo>
                  <a:pt x="19" y="529"/>
                </a:lnTo>
                <a:lnTo>
                  <a:pt x="19" y="626"/>
                </a:lnTo>
                <a:lnTo>
                  <a:pt x="0" y="626"/>
                </a:lnTo>
                <a:moveTo>
                  <a:pt x="0" y="471"/>
                </a:moveTo>
                <a:lnTo>
                  <a:pt x="0" y="375"/>
                </a:lnTo>
                <a:lnTo>
                  <a:pt x="19" y="375"/>
                </a:lnTo>
                <a:lnTo>
                  <a:pt x="19" y="471"/>
                </a:lnTo>
                <a:lnTo>
                  <a:pt x="0" y="471"/>
                </a:lnTo>
                <a:moveTo>
                  <a:pt x="0" y="317"/>
                </a:moveTo>
                <a:lnTo>
                  <a:pt x="0" y="221"/>
                </a:lnTo>
                <a:lnTo>
                  <a:pt x="19" y="221"/>
                </a:lnTo>
                <a:lnTo>
                  <a:pt x="19" y="317"/>
                </a:lnTo>
                <a:lnTo>
                  <a:pt x="0" y="317"/>
                </a:lnTo>
                <a:moveTo>
                  <a:pt x="0" y="163"/>
                </a:moveTo>
                <a:lnTo>
                  <a:pt x="0" y="67"/>
                </a:lnTo>
                <a:lnTo>
                  <a:pt x="19" y="67"/>
                </a:lnTo>
                <a:lnTo>
                  <a:pt x="19" y="163"/>
                </a:lnTo>
                <a:lnTo>
                  <a:pt x="0" y="163"/>
                </a:lnTo>
                <a:moveTo>
                  <a:pt x="9" y="0"/>
                </a:moveTo>
                <a:lnTo>
                  <a:pt x="105" y="0"/>
                </a:lnTo>
                <a:lnTo>
                  <a:pt x="105" y="19"/>
                </a:lnTo>
                <a:lnTo>
                  <a:pt x="9" y="19"/>
                </a:lnTo>
                <a:lnTo>
                  <a:pt x="9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3" name=""/>
          <p:cNvSpPr/>
          <p:nvPr/>
        </p:nvSpPr>
        <p:spPr>
          <a:xfrm>
            <a:off x="5666760" y="1023480"/>
            <a:ext cx="83520" cy="69840"/>
          </a:xfrm>
          <a:custGeom>
            <a:avLst/>
            <a:gdLst/>
            <a:ahLst/>
            <a:rect l="0" t="0" r="r" b="b"/>
            <a:pathLst>
              <a:path w="232" h="194">
                <a:moveTo>
                  <a:pt x="0" y="0"/>
                </a:moveTo>
                <a:lnTo>
                  <a:pt x="232" y="0"/>
                </a:lnTo>
                <a:lnTo>
                  <a:pt x="232" y="194"/>
                </a:lnTo>
                <a:lnTo>
                  <a:pt x="0" y="194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4" name=""/>
          <p:cNvSpPr/>
          <p:nvPr/>
        </p:nvSpPr>
        <p:spPr>
          <a:xfrm>
            <a:off x="5666760" y="1047960"/>
            <a:ext cx="8316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1460520" y="837000"/>
            <a:ext cx="38534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Proﬁel docent farmacie: de skills die de instelling bij dit type verwacht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1557360" y="1015920"/>
            <a:ext cx="50832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Vaardigheid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7" name=""/>
          <p:cNvSpPr/>
          <p:nvPr/>
        </p:nvSpPr>
        <p:spPr>
          <a:xfrm>
            <a:off x="1487880" y="1355760"/>
            <a:ext cx="1764720" cy="332280"/>
          </a:xfrm>
          <a:custGeom>
            <a:avLst/>
            <a:gdLst/>
            <a:ahLst/>
            <a:rect l="0" t="0" r="r" b="b"/>
            <a:pathLst>
              <a:path w="4902" h="923">
                <a:moveTo>
                  <a:pt x="0" y="0"/>
                </a:moveTo>
                <a:lnTo>
                  <a:pt x="4902" y="0"/>
                </a:lnTo>
                <a:lnTo>
                  <a:pt x="4902" y="923"/>
                </a:lnTo>
                <a:lnTo>
                  <a:pt x="0" y="923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8" name=""/>
          <p:cNvSpPr/>
          <p:nvPr/>
        </p:nvSpPr>
        <p:spPr>
          <a:xfrm>
            <a:off x="1484640" y="1352160"/>
            <a:ext cx="1771200" cy="339480"/>
          </a:xfrm>
          <a:custGeom>
            <a:avLst/>
            <a:gdLst/>
            <a:ahLst/>
            <a:rect l="0" t="0" r="r" b="b"/>
            <a:pathLst>
              <a:path w="4920" h="943">
                <a:moveTo>
                  <a:pt x="163" y="0"/>
                </a:moveTo>
                <a:lnTo>
                  <a:pt x="259" y="0"/>
                </a:lnTo>
                <a:lnTo>
                  <a:pt x="259" y="19"/>
                </a:lnTo>
                <a:lnTo>
                  <a:pt x="163" y="19"/>
                </a:lnTo>
                <a:lnTo>
                  <a:pt x="163" y="0"/>
                </a:lnTo>
                <a:moveTo>
                  <a:pt x="317" y="0"/>
                </a:moveTo>
                <a:lnTo>
                  <a:pt x="413" y="0"/>
                </a:lnTo>
                <a:lnTo>
                  <a:pt x="413" y="19"/>
                </a:lnTo>
                <a:lnTo>
                  <a:pt x="317" y="19"/>
                </a:lnTo>
                <a:lnTo>
                  <a:pt x="317" y="0"/>
                </a:lnTo>
                <a:moveTo>
                  <a:pt x="470" y="0"/>
                </a:moveTo>
                <a:lnTo>
                  <a:pt x="566" y="0"/>
                </a:lnTo>
                <a:lnTo>
                  <a:pt x="566" y="19"/>
                </a:lnTo>
                <a:lnTo>
                  <a:pt x="470" y="19"/>
                </a:lnTo>
                <a:lnTo>
                  <a:pt x="470" y="0"/>
                </a:lnTo>
                <a:moveTo>
                  <a:pt x="624" y="0"/>
                </a:moveTo>
                <a:lnTo>
                  <a:pt x="720" y="0"/>
                </a:lnTo>
                <a:lnTo>
                  <a:pt x="720" y="19"/>
                </a:lnTo>
                <a:lnTo>
                  <a:pt x="624" y="19"/>
                </a:lnTo>
                <a:lnTo>
                  <a:pt x="624" y="0"/>
                </a:lnTo>
                <a:moveTo>
                  <a:pt x="778" y="0"/>
                </a:moveTo>
                <a:lnTo>
                  <a:pt x="874" y="0"/>
                </a:lnTo>
                <a:lnTo>
                  <a:pt x="874" y="19"/>
                </a:lnTo>
                <a:lnTo>
                  <a:pt x="778" y="19"/>
                </a:lnTo>
                <a:lnTo>
                  <a:pt x="778" y="0"/>
                </a:lnTo>
                <a:moveTo>
                  <a:pt x="932" y="0"/>
                </a:moveTo>
                <a:lnTo>
                  <a:pt x="1028" y="0"/>
                </a:lnTo>
                <a:lnTo>
                  <a:pt x="1028" y="19"/>
                </a:lnTo>
                <a:lnTo>
                  <a:pt x="932" y="19"/>
                </a:lnTo>
                <a:lnTo>
                  <a:pt x="932" y="0"/>
                </a:lnTo>
                <a:moveTo>
                  <a:pt x="1085" y="0"/>
                </a:moveTo>
                <a:lnTo>
                  <a:pt x="1181" y="0"/>
                </a:lnTo>
                <a:lnTo>
                  <a:pt x="1181" y="19"/>
                </a:lnTo>
                <a:lnTo>
                  <a:pt x="1085" y="19"/>
                </a:lnTo>
                <a:lnTo>
                  <a:pt x="1085" y="0"/>
                </a:lnTo>
                <a:moveTo>
                  <a:pt x="1239" y="0"/>
                </a:moveTo>
                <a:lnTo>
                  <a:pt x="1335" y="0"/>
                </a:lnTo>
                <a:lnTo>
                  <a:pt x="1335" y="19"/>
                </a:lnTo>
                <a:lnTo>
                  <a:pt x="1239" y="19"/>
                </a:lnTo>
                <a:lnTo>
                  <a:pt x="1239" y="0"/>
                </a:lnTo>
                <a:moveTo>
                  <a:pt x="1393" y="0"/>
                </a:moveTo>
                <a:lnTo>
                  <a:pt x="1489" y="0"/>
                </a:lnTo>
                <a:lnTo>
                  <a:pt x="1489" y="19"/>
                </a:lnTo>
                <a:lnTo>
                  <a:pt x="1393" y="19"/>
                </a:lnTo>
                <a:lnTo>
                  <a:pt x="1393" y="0"/>
                </a:lnTo>
                <a:moveTo>
                  <a:pt x="1547" y="0"/>
                </a:moveTo>
                <a:lnTo>
                  <a:pt x="1643" y="0"/>
                </a:lnTo>
                <a:lnTo>
                  <a:pt x="1643" y="19"/>
                </a:lnTo>
                <a:lnTo>
                  <a:pt x="1547" y="19"/>
                </a:lnTo>
                <a:lnTo>
                  <a:pt x="1547" y="0"/>
                </a:lnTo>
                <a:moveTo>
                  <a:pt x="1700" y="0"/>
                </a:moveTo>
                <a:lnTo>
                  <a:pt x="1796" y="0"/>
                </a:lnTo>
                <a:lnTo>
                  <a:pt x="1796" y="19"/>
                </a:lnTo>
                <a:lnTo>
                  <a:pt x="1700" y="19"/>
                </a:lnTo>
                <a:lnTo>
                  <a:pt x="1700" y="0"/>
                </a:lnTo>
                <a:moveTo>
                  <a:pt x="1854" y="0"/>
                </a:moveTo>
                <a:lnTo>
                  <a:pt x="1950" y="0"/>
                </a:lnTo>
                <a:lnTo>
                  <a:pt x="1950" y="19"/>
                </a:lnTo>
                <a:lnTo>
                  <a:pt x="1854" y="19"/>
                </a:lnTo>
                <a:lnTo>
                  <a:pt x="1854" y="0"/>
                </a:lnTo>
                <a:moveTo>
                  <a:pt x="2008" y="0"/>
                </a:moveTo>
                <a:lnTo>
                  <a:pt x="2104" y="0"/>
                </a:lnTo>
                <a:lnTo>
                  <a:pt x="2104" y="19"/>
                </a:lnTo>
                <a:lnTo>
                  <a:pt x="2008" y="19"/>
                </a:lnTo>
                <a:lnTo>
                  <a:pt x="2008" y="0"/>
                </a:lnTo>
                <a:moveTo>
                  <a:pt x="2162" y="0"/>
                </a:moveTo>
                <a:lnTo>
                  <a:pt x="2258" y="0"/>
                </a:lnTo>
                <a:lnTo>
                  <a:pt x="2258" y="19"/>
                </a:lnTo>
                <a:lnTo>
                  <a:pt x="2162" y="19"/>
                </a:lnTo>
                <a:lnTo>
                  <a:pt x="2162" y="0"/>
                </a:lnTo>
                <a:moveTo>
                  <a:pt x="2315" y="0"/>
                </a:moveTo>
                <a:lnTo>
                  <a:pt x="2411" y="0"/>
                </a:lnTo>
                <a:lnTo>
                  <a:pt x="2411" y="19"/>
                </a:lnTo>
                <a:lnTo>
                  <a:pt x="2315" y="19"/>
                </a:lnTo>
                <a:lnTo>
                  <a:pt x="2315" y="0"/>
                </a:lnTo>
                <a:moveTo>
                  <a:pt x="2469" y="0"/>
                </a:moveTo>
                <a:lnTo>
                  <a:pt x="2565" y="0"/>
                </a:lnTo>
                <a:lnTo>
                  <a:pt x="2565" y="19"/>
                </a:lnTo>
                <a:lnTo>
                  <a:pt x="2469" y="19"/>
                </a:lnTo>
                <a:lnTo>
                  <a:pt x="2469" y="0"/>
                </a:lnTo>
                <a:moveTo>
                  <a:pt x="2623" y="0"/>
                </a:moveTo>
                <a:lnTo>
                  <a:pt x="2719" y="0"/>
                </a:lnTo>
                <a:lnTo>
                  <a:pt x="2719" y="19"/>
                </a:lnTo>
                <a:lnTo>
                  <a:pt x="2623" y="19"/>
                </a:lnTo>
                <a:lnTo>
                  <a:pt x="2623" y="0"/>
                </a:lnTo>
                <a:moveTo>
                  <a:pt x="2777" y="0"/>
                </a:moveTo>
                <a:lnTo>
                  <a:pt x="2873" y="0"/>
                </a:lnTo>
                <a:lnTo>
                  <a:pt x="2873" y="19"/>
                </a:lnTo>
                <a:lnTo>
                  <a:pt x="2777" y="19"/>
                </a:lnTo>
                <a:lnTo>
                  <a:pt x="2777" y="0"/>
                </a:lnTo>
                <a:moveTo>
                  <a:pt x="2930" y="0"/>
                </a:moveTo>
                <a:lnTo>
                  <a:pt x="3026" y="0"/>
                </a:lnTo>
                <a:lnTo>
                  <a:pt x="3026" y="19"/>
                </a:lnTo>
                <a:lnTo>
                  <a:pt x="2930" y="19"/>
                </a:lnTo>
                <a:lnTo>
                  <a:pt x="2930" y="0"/>
                </a:lnTo>
                <a:moveTo>
                  <a:pt x="3084" y="0"/>
                </a:moveTo>
                <a:lnTo>
                  <a:pt x="3180" y="0"/>
                </a:lnTo>
                <a:lnTo>
                  <a:pt x="3180" y="19"/>
                </a:lnTo>
                <a:lnTo>
                  <a:pt x="3084" y="19"/>
                </a:lnTo>
                <a:lnTo>
                  <a:pt x="3084" y="0"/>
                </a:lnTo>
                <a:moveTo>
                  <a:pt x="3238" y="0"/>
                </a:moveTo>
                <a:lnTo>
                  <a:pt x="3335" y="0"/>
                </a:lnTo>
                <a:lnTo>
                  <a:pt x="3335" y="19"/>
                </a:lnTo>
                <a:lnTo>
                  <a:pt x="3238" y="19"/>
                </a:lnTo>
                <a:lnTo>
                  <a:pt x="3238" y="0"/>
                </a:lnTo>
                <a:moveTo>
                  <a:pt x="3393" y="0"/>
                </a:moveTo>
                <a:lnTo>
                  <a:pt x="3489" y="0"/>
                </a:lnTo>
                <a:lnTo>
                  <a:pt x="3489" y="19"/>
                </a:lnTo>
                <a:lnTo>
                  <a:pt x="3393" y="19"/>
                </a:lnTo>
                <a:lnTo>
                  <a:pt x="3393" y="0"/>
                </a:lnTo>
                <a:moveTo>
                  <a:pt x="3546" y="0"/>
                </a:moveTo>
                <a:lnTo>
                  <a:pt x="3642" y="0"/>
                </a:lnTo>
                <a:lnTo>
                  <a:pt x="3642" y="19"/>
                </a:lnTo>
                <a:lnTo>
                  <a:pt x="3546" y="19"/>
                </a:lnTo>
                <a:lnTo>
                  <a:pt x="3546" y="0"/>
                </a:lnTo>
                <a:moveTo>
                  <a:pt x="3700" y="0"/>
                </a:moveTo>
                <a:lnTo>
                  <a:pt x="3796" y="0"/>
                </a:lnTo>
                <a:lnTo>
                  <a:pt x="3796" y="19"/>
                </a:lnTo>
                <a:lnTo>
                  <a:pt x="3700" y="19"/>
                </a:lnTo>
                <a:lnTo>
                  <a:pt x="3700" y="0"/>
                </a:lnTo>
                <a:moveTo>
                  <a:pt x="3854" y="0"/>
                </a:moveTo>
                <a:lnTo>
                  <a:pt x="3950" y="0"/>
                </a:lnTo>
                <a:lnTo>
                  <a:pt x="3950" y="19"/>
                </a:lnTo>
                <a:lnTo>
                  <a:pt x="3854" y="19"/>
                </a:lnTo>
                <a:lnTo>
                  <a:pt x="3854" y="0"/>
                </a:lnTo>
                <a:moveTo>
                  <a:pt x="4008" y="0"/>
                </a:moveTo>
                <a:lnTo>
                  <a:pt x="4104" y="0"/>
                </a:lnTo>
                <a:lnTo>
                  <a:pt x="4104" y="19"/>
                </a:lnTo>
                <a:lnTo>
                  <a:pt x="4008" y="19"/>
                </a:lnTo>
                <a:lnTo>
                  <a:pt x="4008" y="0"/>
                </a:lnTo>
                <a:moveTo>
                  <a:pt x="4161" y="0"/>
                </a:moveTo>
                <a:lnTo>
                  <a:pt x="4257" y="0"/>
                </a:lnTo>
                <a:lnTo>
                  <a:pt x="4257" y="19"/>
                </a:lnTo>
                <a:lnTo>
                  <a:pt x="4161" y="19"/>
                </a:lnTo>
                <a:lnTo>
                  <a:pt x="4161" y="0"/>
                </a:lnTo>
                <a:moveTo>
                  <a:pt x="4315" y="0"/>
                </a:moveTo>
                <a:lnTo>
                  <a:pt x="4411" y="0"/>
                </a:lnTo>
                <a:lnTo>
                  <a:pt x="4411" y="19"/>
                </a:lnTo>
                <a:lnTo>
                  <a:pt x="4315" y="19"/>
                </a:lnTo>
                <a:lnTo>
                  <a:pt x="4315" y="0"/>
                </a:lnTo>
                <a:moveTo>
                  <a:pt x="4469" y="0"/>
                </a:moveTo>
                <a:lnTo>
                  <a:pt x="4565" y="0"/>
                </a:lnTo>
                <a:lnTo>
                  <a:pt x="4565" y="19"/>
                </a:lnTo>
                <a:lnTo>
                  <a:pt x="4469" y="19"/>
                </a:lnTo>
                <a:lnTo>
                  <a:pt x="4469" y="0"/>
                </a:lnTo>
                <a:moveTo>
                  <a:pt x="4623" y="0"/>
                </a:moveTo>
                <a:lnTo>
                  <a:pt x="4719" y="0"/>
                </a:lnTo>
                <a:lnTo>
                  <a:pt x="4719" y="19"/>
                </a:lnTo>
                <a:lnTo>
                  <a:pt x="4623" y="19"/>
                </a:lnTo>
                <a:lnTo>
                  <a:pt x="4623" y="0"/>
                </a:lnTo>
                <a:moveTo>
                  <a:pt x="4776" y="0"/>
                </a:moveTo>
                <a:lnTo>
                  <a:pt x="4872" y="0"/>
                </a:lnTo>
                <a:lnTo>
                  <a:pt x="4872" y="19"/>
                </a:lnTo>
                <a:lnTo>
                  <a:pt x="4776" y="19"/>
                </a:lnTo>
                <a:lnTo>
                  <a:pt x="4776" y="0"/>
                </a:lnTo>
                <a:moveTo>
                  <a:pt x="4920" y="29"/>
                </a:moveTo>
                <a:lnTo>
                  <a:pt x="4920" y="125"/>
                </a:lnTo>
                <a:lnTo>
                  <a:pt x="4901" y="125"/>
                </a:lnTo>
                <a:lnTo>
                  <a:pt x="4901" y="29"/>
                </a:lnTo>
                <a:lnTo>
                  <a:pt x="4920" y="29"/>
                </a:lnTo>
                <a:moveTo>
                  <a:pt x="4920" y="183"/>
                </a:moveTo>
                <a:lnTo>
                  <a:pt x="4920" y="279"/>
                </a:lnTo>
                <a:lnTo>
                  <a:pt x="4901" y="279"/>
                </a:lnTo>
                <a:lnTo>
                  <a:pt x="4901" y="183"/>
                </a:lnTo>
                <a:lnTo>
                  <a:pt x="4920" y="183"/>
                </a:lnTo>
                <a:moveTo>
                  <a:pt x="4920" y="337"/>
                </a:moveTo>
                <a:lnTo>
                  <a:pt x="4920" y="433"/>
                </a:lnTo>
                <a:lnTo>
                  <a:pt x="4901" y="433"/>
                </a:lnTo>
                <a:lnTo>
                  <a:pt x="4901" y="337"/>
                </a:lnTo>
                <a:lnTo>
                  <a:pt x="4920" y="337"/>
                </a:lnTo>
                <a:moveTo>
                  <a:pt x="4920" y="491"/>
                </a:moveTo>
                <a:lnTo>
                  <a:pt x="4920" y="587"/>
                </a:lnTo>
                <a:lnTo>
                  <a:pt x="4901" y="587"/>
                </a:lnTo>
                <a:lnTo>
                  <a:pt x="4901" y="491"/>
                </a:lnTo>
                <a:lnTo>
                  <a:pt x="4920" y="491"/>
                </a:lnTo>
                <a:moveTo>
                  <a:pt x="4920" y="645"/>
                </a:moveTo>
                <a:lnTo>
                  <a:pt x="4920" y="741"/>
                </a:lnTo>
                <a:lnTo>
                  <a:pt x="4901" y="741"/>
                </a:lnTo>
                <a:lnTo>
                  <a:pt x="4901" y="645"/>
                </a:lnTo>
                <a:lnTo>
                  <a:pt x="4920" y="645"/>
                </a:lnTo>
                <a:moveTo>
                  <a:pt x="4920" y="799"/>
                </a:moveTo>
                <a:lnTo>
                  <a:pt x="4920" y="895"/>
                </a:lnTo>
                <a:lnTo>
                  <a:pt x="4901" y="895"/>
                </a:lnTo>
                <a:lnTo>
                  <a:pt x="4901" y="799"/>
                </a:lnTo>
                <a:lnTo>
                  <a:pt x="4920" y="799"/>
                </a:lnTo>
                <a:moveTo>
                  <a:pt x="4892" y="943"/>
                </a:moveTo>
                <a:lnTo>
                  <a:pt x="4796" y="943"/>
                </a:lnTo>
                <a:lnTo>
                  <a:pt x="4796" y="924"/>
                </a:lnTo>
                <a:lnTo>
                  <a:pt x="4892" y="924"/>
                </a:lnTo>
                <a:lnTo>
                  <a:pt x="4892" y="943"/>
                </a:lnTo>
                <a:moveTo>
                  <a:pt x="4738" y="943"/>
                </a:moveTo>
                <a:lnTo>
                  <a:pt x="4642" y="943"/>
                </a:lnTo>
                <a:lnTo>
                  <a:pt x="4642" y="924"/>
                </a:lnTo>
                <a:lnTo>
                  <a:pt x="4738" y="924"/>
                </a:lnTo>
                <a:lnTo>
                  <a:pt x="4738" y="943"/>
                </a:lnTo>
                <a:moveTo>
                  <a:pt x="4584" y="943"/>
                </a:moveTo>
                <a:lnTo>
                  <a:pt x="4488" y="943"/>
                </a:lnTo>
                <a:lnTo>
                  <a:pt x="4488" y="924"/>
                </a:lnTo>
                <a:lnTo>
                  <a:pt x="4584" y="924"/>
                </a:lnTo>
                <a:lnTo>
                  <a:pt x="4584" y="943"/>
                </a:lnTo>
                <a:moveTo>
                  <a:pt x="4430" y="943"/>
                </a:moveTo>
                <a:lnTo>
                  <a:pt x="4334" y="943"/>
                </a:lnTo>
                <a:lnTo>
                  <a:pt x="4334" y="924"/>
                </a:lnTo>
                <a:lnTo>
                  <a:pt x="4430" y="924"/>
                </a:lnTo>
                <a:lnTo>
                  <a:pt x="4430" y="943"/>
                </a:lnTo>
                <a:moveTo>
                  <a:pt x="4277" y="943"/>
                </a:moveTo>
                <a:lnTo>
                  <a:pt x="4181" y="943"/>
                </a:lnTo>
                <a:lnTo>
                  <a:pt x="4181" y="924"/>
                </a:lnTo>
                <a:lnTo>
                  <a:pt x="4277" y="924"/>
                </a:lnTo>
                <a:lnTo>
                  <a:pt x="4277" y="943"/>
                </a:lnTo>
                <a:moveTo>
                  <a:pt x="4123" y="943"/>
                </a:moveTo>
                <a:lnTo>
                  <a:pt x="4027" y="943"/>
                </a:lnTo>
                <a:lnTo>
                  <a:pt x="4027" y="924"/>
                </a:lnTo>
                <a:lnTo>
                  <a:pt x="4123" y="924"/>
                </a:lnTo>
                <a:lnTo>
                  <a:pt x="4123" y="943"/>
                </a:lnTo>
                <a:moveTo>
                  <a:pt x="3969" y="943"/>
                </a:moveTo>
                <a:lnTo>
                  <a:pt x="3873" y="943"/>
                </a:lnTo>
                <a:lnTo>
                  <a:pt x="3873" y="924"/>
                </a:lnTo>
                <a:lnTo>
                  <a:pt x="3969" y="924"/>
                </a:lnTo>
                <a:lnTo>
                  <a:pt x="3969" y="943"/>
                </a:lnTo>
                <a:moveTo>
                  <a:pt x="3815" y="943"/>
                </a:moveTo>
                <a:lnTo>
                  <a:pt x="3719" y="943"/>
                </a:lnTo>
                <a:lnTo>
                  <a:pt x="3719" y="924"/>
                </a:lnTo>
                <a:lnTo>
                  <a:pt x="3815" y="924"/>
                </a:lnTo>
                <a:lnTo>
                  <a:pt x="3815" y="943"/>
                </a:lnTo>
                <a:moveTo>
                  <a:pt x="3662" y="943"/>
                </a:moveTo>
                <a:lnTo>
                  <a:pt x="3566" y="943"/>
                </a:lnTo>
                <a:lnTo>
                  <a:pt x="3566" y="924"/>
                </a:lnTo>
                <a:lnTo>
                  <a:pt x="3662" y="924"/>
                </a:lnTo>
                <a:lnTo>
                  <a:pt x="3662" y="943"/>
                </a:lnTo>
                <a:moveTo>
                  <a:pt x="3508" y="943"/>
                </a:moveTo>
                <a:lnTo>
                  <a:pt x="3412" y="943"/>
                </a:lnTo>
                <a:lnTo>
                  <a:pt x="3412" y="924"/>
                </a:lnTo>
                <a:lnTo>
                  <a:pt x="3508" y="924"/>
                </a:lnTo>
                <a:lnTo>
                  <a:pt x="3508" y="943"/>
                </a:lnTo>
                <a:moveTo>
                  <a:pt x="3354" y="943"/>
                </a:moveTo>
                <a:lnTo>
                  <a:pt x="3258" y="943"/>
                </a:lnTo>
                <a:lnTo>
                  <a:pt x="3258" y="924"/>
                </a:lnTo>
                <a:lnTo>
                  <a:pt x="3354" y="924"/>
                </a:lnTo>
                <a:lnTo>
                  <a:pt x="3354" y="943"/>
                </a:lnTo>
                <a:moveTo>
                  <a:pt x="3199" y="943"/>
                </a:moveTo>
                <a:lnTo>
                  <a:pt x="3103" y="943"/>
                </a:lnTo>
                <a:lnTo>
                  <a:pt x="3103" y="924"/>
                </a:lnTo>
                <a:lnTo>
                  <a:pt x="3199" y="924"/>
                </a:lnTo>
                <a:lnTo>
                  <a:pt x="3199" y="943"/>
                </a:lnTo>
                <a:moveTo>
                  <a:pt x="3046" y="943"/>
                </a:moveTo>
                <a:lnTo>
                  <a:pt x="2950" y="943"/>
                </a:lnTo>
                <a:lnTo>
                  <a:pt x="2950" y="924"/>
                </a:lnTo>
                <a:lnTo>
                  <a:pt x="3046" y="924"/>
                </a:lnTo>
                <a:lnTo>
                  <a:pt x="3046" y="943"/>
                </a:lnTo>
                <a:moveTo>
                  <a:pt x="2892" y="943"/>
                </a:moveTo>
                <a:lnTo>
                  <a:pt x="2796" y="943"/>
                </a:lnTo>
                <a:lnTo>
                  <a:pt x="2796" y="924"/>
                </a:lnTo>
                <a:lnTo>
                  <a:pt x="2892" y="924"/>
                </a:lnTo>
                <a:lnTo>
                  <a:pt x="2892" y="943"/>
                </a:lnTo>
                <a:moveTo>
                  <a:pt x="2738" y="943"/>
                </a:moveTo>
                <a:lnTo>
                  <a:pt x="2642" y="943"/>
                </a:lnTo>
                <a:lnTo>
                  <a:pt x="2642" y="924"/>
                </a:lnTo>
                <a:lnTo>
                  <a:pt x="2738" y="924"/>
                </a:lnTo>
                <a:lnTo>
                  <a:pt x="2738" y="943"/>
                </a:lnTo>
                <a:moveTo>
                  <a:pt x="2584" y="943"/>
                </a:moveTo>
                <a:lnTo>
                  <a:pt x="2488" y="943"/>
                </a:lnTo>
                <a:lnTo>
                  <a:pt x="2488" y="924"/>
                </a:lnTo>
                <a:lnTo>
                  <a:pt x="2584" y="924"/>
                </a:lnTo>
                <a:lnTo>
                  <a:pt x="2584" y="943"/>
                </a:lnTo>
                <a:moveTo>
                  <a:pt x="2431" y="943"/>
                </a:moveTo>
                <a:lnTo>
                  <a:pt x="2335" y="943"/>
                </a:lnTo>
                <a:lnTo>
                  <a:pt x="2335" y="924"/>
                </a:lnTo>
                <a:lnTo>
                  <a:pt x="2431" y="924"/>
                </a:lnTo>
                <a:lnTo>
                  <a:pt x="2431" y="943"/>
                </a:lnTo>
                <a:moveTo>
                  <a:pt x="2277" y="943"/>
                </a:moveTo>
                <a:lnTo>
                  <a:pt x="2181" y="943"/>
                </a:lnTo>
                <a:lnTo>
                  <a:pt x="2181" y="924"/>
                </a:lnTo>
                <a:lnTo>
                  <a:pt x="2277" y="924"/>
                </a:lnTo>
                <a:lnTo>
                  <a:pt x="2277" y="943"/>
                </a:lnTo>
                <a:moveTo>
                  <a:pt x="2123" y="943"/>
                </a:moveTo>
                <a:lnTo>
                  <a:pt x="2027" y="943"/>
                </a:lnTo>
                <a:lnTo>
                  <a:pt x="2027" y="924"/>
                </a:lnTo>
                <a:lnTo>
                  <a:pt x="2123" y="924"/>
                </a:lnTo>
                <a:lnTo>
                  <a:pt x="2123" y="943"/>
                </a:lnTo>
                <a:moveTo>
                  <a:pt x="1969" y="943"/>
                </a:moveTo>
                <a:lnTo>
                  <a:pt x="1873" y="943"/>
                </a:lnTo>
                <a:lnTo>
                  <a:pt x="1873" y="924"/>
                </a:lnTo>
                <a:lnTo>
                  <a:pt x="1969" y="924"/>
                </a:lnTo>
                <a:lnTo>
                  <a:pt x="1969" y="943"/>
                </a:lnTo>
                <a:moveTo>
                  <a:pt x="1816" y="943"/>
                </a:moveTo>
                <a:lnTo>
                  <a:pt x="1720" y="943"/>
                </a:lnTo>
                <a:lnTo>
                  <a:pt x="1720" y="924"/>
                </a:lnTo>
                <a:lnTo>
                  <a:pt x="1816" y="924"/>
                </a:lnTo>
                <a:lnTo>
                  <a:pt x="1816" y="943"/>
                </a:lnTo>
                <a:moveTo>
                  <a:pt x="1662" y="943"/>
                </a:moveTo>
                <a:lnTo>
                  <a:pt x="1566" y="943"/>
                </a:lnTo>
                <a:lnTo>
                  <a:pt x="1566" y="924"/>
                </a:lnTo>
                <a:lnTo>
                  <a:pt x="1662" y="924"/>
                </a:lnTo>
                <a:lnTo>
                  <a:pt x="1662" y="943"/>
                </a:lnTo>
                <a:moveTo>
                  <a:pt x="1508" y="943"/>
                </a:moveTo>
                <a:lnTo>
                  <a:pt x="1412" y="943"/>
                </a:lnTo>
                <a:lnTo>
                  <a:pt x="1412" y="924"/>
                </a:lnTo>
                <a:lnTo>
                  <a:pt x="1508" y="924"/>
                </a:lnTo>
                <a:lnTo>
                  <a:pt x="1508" y="943"/>
                </a:lnTo>
                <a:moveTo>
                  <a:pt x="1354" y="943"/>
                </a:moveTo>
                <a:lnTo>
                  <a:pt x="1258" y="943"/>
                </a:lnTo>
                <a:lnTo>
                  <a:pt x="1258" y="924"/>
                </a:lnTo>
                <a:lnTo>
                  <a:pt x="1354" y="924"/>
                </a:lnTo>
                <a:lnTo>
                  <a:pt x="1354" y="943"/>
                </a:lnTo>
                <a:moveTo>
                  <a:pt x="1201" y="943"/>
                </a:moveTo>
                <a:lnTo>
                  <a:pt x="1105" y="943"/>
                </a:lnTo>
                <a:lnTo>
                  <a:pt x="1105" y="924"/>
                </a:lnTo>
                <a:lnTo>
                  <a:pt x="1201" y="924"/>
                </a:lnTo>
                <a:lnTo>
                  <a:pt x="1201" y="943"/>
                </a:lnTo>
                <a:moveTo>
                  <a:pt x="1047" y="943"/>
                </a:moveTo>
                <a:lnTo>
                  <a:pt x="951" y="943"/>
                </a:lnTo>
                <a:lnTo>
                  <a:pt x="951" y="924"/>
                </a:lnTo>
                <a:lnTo>
                  <a:pt x="1047" y="924"/>
                </a:lnTo>
                <a:lnTo>
                  <a:pt x="1047" y="943"/>
                </a:lnTo>
                <a:moveTo>
                  <a:pt x="893" y="943"/>
                </a:moveTo>
                <a:lnTo>
                  <a:pt x="797" y="943"/>
                </a:lnTo>
                <a:lnTo>
                  <a:pt x="797" y="924"/>
                </a:lnTo>
                <a:lnTo>
                  <a:pt x="893" y="924"/>
                </a:lnTo>
                <a:lnTo>
                  <a:pt x="893" y="943"/>
                </a:lnTo>
                <a:moveTo>
                  <a:pt x="739" y="943"/>
                </a:moveTo>
                <a:lnTo>
                  <a:pt x="643" y="943"/>
                </a:lnTo>
                <a:lnTo>
                  <a:pt x="643" y="924"/>
                </a:lnTo>
                <a:lnTo>
                  <a:pt x="739" y="924"/>
                </a:lnTo>
                <a:lnTo>
                  <a:pt x="739" y="943"/>
                </a:lnTo>
                <a:moveTo>
                  <a:pt x="586" y="943"/>
                </a:moveTo>
                <a:lnTo>
                  <a:pt x="490" y="943"/>
                </a:lnTo>
                <a:lnTo>
                  <a:pt x="490" y="924"/>
                </a:lnTo>
                <a:lnTo>
                  <a:pt x="586" y="924"/>
                </a:lnTo>
                <a:lnTo>
                  <a:pt x="586" y="943"/>
                </a:lnTo>
                <a:moveTo>
                  <a:pt x="432" y="943"/>
                </a:moveTo>
                <a:lnTo>
                  <a:pt x="336" y="943"/>
                </a:lnTo>
                <a:lnTo>
                  <a:pt x="336" y="924"/>
                </a:lnTo>
                <a:lnTo>
                  <a:pt x="432" y="924"/>
                </a:lnTo>
                <a:lnTo>
                  <a:pt x="432" y="943"/>
                </a:lnTo>
                <a:moveTo>
                  <a:pt x="278" y="943"/>
                </a:moveTo>
                <a:lnTo>
                  <a:pt x="182" y="943"/>
                </a:lnTo>
                <a:lnTo>
                  <a:pt x="182" y="924"/>
                </a:lnTo>
                <a:lnTo>
                  <a:pt x="278" y="924"/>
                </a:lnTo>
                <a:lnTo>
                  <a:pt x="278" y="943"/>
                </a:lnTo>
                <a:moveTo>
                  <a:pt x="124" y="943"/>
                </a:moveTo>
                <a:lnTo>
                  <a:pt x="28" y="943"/>
                </a:lnTo>
                <a:lnTo>
                  <a:pt x="28" y="924"/>
                </a:lnTo>
                <a:lnTo>
                  <a:pt x="124" y="924"/>
                </a:lnTo>
                <a:lnTo>
                  <a:pt x="124" y="943"/>
                </a:lnTo>
                <a:moveTo>
                  <a:pt x="0" y="895"/>
                </a:moveTo>
                <a:lnTo>
                  <a:pt x="0" y="799"/>
                </a:lnTo>
                <a:lnTo>
                  <a:pt x="19" y="799"/>
                </a:lnTo>
                <a:lnTo>
                  <a:pt x="19" y="895"/>
                </a:lnTo>
                <a:lnTo>
                  <a:pt x="0" y="895"/>
                </a:lnTo>
                <a:moveTo>
                  <a:pt x="0" y="741"/>
                </a:moveTo>
                <a:lnTo>
                  <a:pt x="0" y="645"/>
                </a:lnTo>
                <a:lnTo>
                  <a:pt x="19" y="645"/>
                </a:lnTo>
                <a:lnTo>
                  <a:pt x="19" y="741"/>
                </a:lnTo>
                <a:lnTo>
                  <a:pt x="0" y="741"/>
                </a:lnTo>
                <a:moveTo>
                  <a:pt x="0" y="587"/>
                </a:moveTo>
                <a:lnTo>
                  <a:pt x="0" y="491"/>
                </a:lnTo>
                <a:lnTo>
                  <a:pt x="19" y="491"/>
                </a:lnTo>
                <a:lnTo>
                  <a:pt x="19" y="587"/>
                </a:lnTo>
                <a:lnTo>
                  <a:pt x="0" y="587"/>
                </a:lnTo>
                <a:moveTo>
                  <a:pt x="0" y="433"/>
                </a:moveTo>
                <a:lnTo>
                  <a:pt x="0" y="337"/>
                </a:lnTo>
                <a:lnTo>
                  <a:pt x="19" y="337"/>
                </a:lnTo>
                <a:lnTo>
                  <a:pt x="19" y="433"/>
                </a:lnTo>
                <a:lnTo>
                  <a:pt x="0" y="433"/>
                </a:lnTo>
                <a:moveTo>
                  <a:pt x="0" y="279"/>
                </a:moveTo>
                <a:lnTo>
                  <a:pt x="0" y="183"/>
                </a:lnTo>
                <a:lnTo>
                  <a:pt x="19" y="183"/>
                </a:lnTo>
                <a:lnTo>
                  <a:pt x="19" y="279"/>
                </a:lnTo>
                <a:lnTo>
                  <a:pt x="0" y="279"/>
                </a:lnTo>
                <a:moveTo>
                  <a:pt x="0" y="125"/>
                </a:moveTo>
                <a:lnTo>
                  <a:pt x="0" y="29"/>
                </a:lnTo>
                <a:lnTo>
                  <a:pt x="19" y="29"/>
                </a:lnTo>
                <a:lnTo>
                  <a:pt x="19" y="125"/>
                </a:lnTo>
                <a:lnTo>
                  <a:pt x="0" y="125"/>
                </a:lnTo>
                <a:moveTo>
                  <a:pt x="9" y="0"/>
                </a:moveTo>
                <a:lnTo>
                  <a:pt x="105" y="0"/>
                </a:lnTo>
                <a:lnTo>
                  <a:pt x="105" y="19"/>
                </a:lnTo>
                <a:lnTo>
                  <a:pt x="9" y="19"/>
                </a:lnTo>
                <a:lnTo>
                  <a:pt x="9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9" name=""/>
          <p:cNvSpPr/>
          <p:nvPr/>
        </p:nvSpPr>
        <p:spPr>
          <a:xfrm>
            <a:off x="3114000" y="1411200"/>
            <a:ext cx="83160" cy="69480"/>
          </a:xfrm>
          <a:custGeom>
            <a:avLst/>
            <a:gdLst/>
            <a:ahLst/>
            <a:rect l="0" t="0" r="r" b="b"/>
            <a:pathLst>
              <a:path w="231" h="193">
                <a:moveTo>
                  <a:pt x="0" y="0"/>
                </a:moveTo>
                <a:lnTo>
                  <a:pt x="231" y="0"/>
                </a:lnTo>
                <a:lnTo>
                  <a:pt x="231" y="193"/>
                </a:lnTo>
                <a:lnTo>
                  <a:pt x="0" y="193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0" name=""/>
          <p:cNvSpPr/>
          <p:nvPr/>
        </p:nvSpPr>
        <p:spPr>
          <a:xfrm>
            <a:off x="3114000" y="1435320"/>
            <a:ext cx="8280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1557360" y="1127520"/>
            <a:ext cx="3728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Didactische en communicatieve vaardigheden (CompetentNL laag 2)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1557360" y="1403280"/>
            <a:ext cx="28116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Kennis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3" name=""/>
          <p:cNvSpPr/>
          <p:nvPr/>
        </p:nvSpPr>
        <p:spPr>
          <a:xfrm>
            <a:off x="1391040" y="1950840"/>
            <a:ext cx="4372920" cy="450000"/>
          </a:xfrm>
          <a:custGeom>
            <a:avLst/>
            <a:gdLst/>
            <a:ahLst/>
            <a:rect l="0" t="0" r="r" b="b"/>
            <a:pathLst>
              <a:path w="12147" h="1250">
                <a:moveTo>
                  <a:pt x="0" y="0"/>
                </a:moveTo>
                <a:lnTo>
                  <a:pt x="12147" y="0"/>
                </a:lnTo>
                <a:lnTo>
                  <a:pt x="12147" y="1250"/>
                </a:lnTo>
                <a:lnTo>
                  <a:pt x="0" y="1250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4" name=""/>
          <p:cNvSpPr/>
          <p:nvPr/>
        </p:nvSpPr>
        <p:spPr>
          <a:xfrm>
            <a:off x="1387440" y="1947240"/>
            <a:ext cx="4380120" cy="456840"/>
          </a:xfrm>
          <a:custGeom>
            <a:avLst/>
            <a:gdLst/>
            <a:ahLst/>
            <a:rect l="0" t="0" r="r" b="b"/>
            <a:pathLst>
              <a:path w="12167" h="1269">
                <a:moveTo>
                  <a:pt x="164" y="0"/>
                </a:moveTo>
                <a:lnTo>
                  <a:pt x="260" y="0"/>
                </a:lnTo>
                <a:lnTo>
                  <a:pt x="260" y="19"/>
                </a:lnTo>
                <a:lnTo>
                  <a:pt x="164" y="19"/>
                </a:lnTo>
                <a:lnTo>
                  <a:pt x="164" y="0"/>
                </a:lnTo>
                <a:moveTo>
                  <a:pt x="318" y="0"/>
                </a:moveTo>
                <a:lnTo>
                  <a:pt x="414" y="0"/>
                </a:lnTo>
                <a:lnTo>
                  <a:pt x="414" y="19"/>
                </a:lnTo>
                <a:lnTo>
                  <a:pt x="318" y="19"/>
                </a:lnTo>
                <a:lnTo>
                  <a:pt x="318" y="0"/>
                </a:lnTo>
                <a:moveTo>
                  <a:pt x="471" y="0"/>
                </a:moveTo>
                <a:lnTo>
                  <a:pt x="567" y="0"/>
                </a:lnTo>
                <a:lnTo>
                  <a:pt x="567" y="19"/>
                </a:lnTo>
                <a:lnTo>
                  <a:pt x="471" y="19"/>
                </a:lnTo>
                <a:lnTo>
                  <a:pt x="471" y="0"/>
                </a:lnTo>
                <a:moveTo>
                  <a:pt x="625" y="0"/>
                </a:moveTo>
                <a:lnTo>
                  <a:pt x="721" y="0"/>
                </a:lnTo>
                <a:lnTo>
                  <a:pt x="721" y="19"/>
                </a:lnTo>
                <a:lnTo>
                  <a:pt x="625" y="19"/>
                </a:lnTo>
                <a:lnTo>
                  <a:pt x="625" y="0"/>
                </a:lnTo>
                <a:moveTo>
                  <a:pt x="779" y="0"/>
                </a:moveTo>
                <a:lnTo>
                  <a:pt x="875" y="0"/>
                </a:lnTo>
                <a:lnTo>
                  <a:pt x="875" y="19"/>
                </a:lnTo>
                <a:lnTo>
                  <a:pt x="779" y="19"/>
                </a:lnTo>
                <a:lnTo>
                  <a:pt x="779" y="0"/>
                </a:lnTo>
                <a:moveTo>
                  <a:pt x="933" y="0"/>
                </a:moveTo>
                <a:lnTo>
                  <a:pt x="1029" y="0"/>
                </a:lnTo>
                <a:lnTo>
                  <a:pt x="1029" y="19"/>
                </a:lnTo>
                <a:lnTo>
                  <a:pt x="933" y="19"/>
                </a:lnTo>
                <a:lnTo>
                  <a:pt x="933" y="0"/>
                </a:lnTo>
                <a:moveTo>
                  <a:pt x="1086" y="0"/>
                </a:moveTo>
                <a:lnTo>
                  <a:pt x="1182" y="0"/>
                </a:lnTo>
                <a:lnTo>
                  <a:pt x="1182" y="19"/>
                </a:lnTo>
                <a:lnTo>
                  <a:pt x="1086" y="19"/>
                </a:lnTo>
                <a:lnTo>
                  <a:pt x="1086" y="0"/>
                </a:lnTo>
                <a:moveTo>
                  <a:pt x="1240" y="0"/>
                </a:moveTo>
                <a:lnTo>
                  <a:pt x="1336" y="0"/>
                </a:lnTo>
                <a:lnTo>
                  <a:pt x="1336" y="19"/>
                </a:lnTo>
                <a:lnTo>
                  <a:pt x="1240" y="19"/>
                </a:lnTo>
                <a:lnTo>
                  <a:pt x="1240" y="0"/>
                </a:lnTo>
                <a:moveTo>
                  <a:pt x="1394" y="0"/>
                </a:moveTo>
                <a:lnTo>
                  <a:pt x="1490" y="0"/>
                </a:lnTo>
                <a:lnTo>
                  <a:pt x="1490" y="19"/>
                </a:lnTo>
                <a:lnTo>
                  <a:pt x="1394" y="19"/>
                </a:lnTo>
                <a:lnTo>
                  <a:pt x="1394" y="0"/>
                </a:lnTo>
                <a:moveTo>
                  <a:pt x="1548" y="0"/>
                </a:moveTo>
                <a:lnTo>
                  <a:pt x="1644" y="0"/>
                </a:lnTo>
                <a:lnTo>
                  <a:pt x="1644" y="19"/>
                </a:lnTo>
                <a:lnTo>
                  <a:pt x="1548" y="19"/>
                </a:lnTo>
                <a:lnTo>
                  <a:pt x="1548" y="0"/>
                </a:lnTo>
                <a:moveTo>
                  <a:pt x="1701" y="0"/>
                </a:moveTo>
                <a:lnTo>
                  <a:pt x="1797" y="0"/>
                </a:lnTo>
                <a:lnTo>
                  <a:pt x="1797" y="19"/>
                </a:lnTo>
                <a:lnTo>
                  <a:pt x="1701" y="19"/>
                </a:lnTo>
                <a:lnTo>
                  <a:pt x="1701" y="0"/>
                </a:lnTo>
                <a:moveTo>
                  <a:pt x="1855" y="0"/>
                </a:moveTo>
                <a:lnTo>
                  <a:pt x="1951" y="0"/>
                </a:lnTo>
                <a:lnTo>
                  <a:pt x="1951" y="19"/>
                </a:lnTo>
                <a:lnTo>
                  <a:pt x="1855" y="19"/>
                </a:lnTo>
                <a:lnTo>
                  <a:pt x="1855" y="0"/>
                </a:lnTo>
                <a:moveTo>
                  <a:pt x="2009" y="0"/>
                </a:moveTo>
                <a:lnTo>
                  <a:pt x="2105" y="0"/>
                </a:lnTo>
                <a:lnTo>
                  <a:pt x="2105" y="19"/>
                </a:lnTo>
                <a:lnTo>
                  <a:pt x="2009" y="19"/>
                </a:lnTo>
                <a:lnTo>
                  <a:pt x="2009" y="0"/>
                </a:lnTo>
                <a:moveTo>
                  <a:pt x="2163" y="0"/>
                </a:moveTo>
                <a:lnTo>
                  <a:pt x="2260" y="0"/>
                </a:lnTo>
                <a:lnTo>
                  <a:pt x="2260" y="19"/>
                </a:lnTo>
                <a:lnTo>
                  <a:pt x="2163" y="19"/>
                </a:lnTo>
                <a:lnTo>
                  <a:pt x="2163" y="0"/>
                </a:lnTo>
                <a:moveTo>
                  <a:pt x="2317" y="0"/>
                </a:moveTo>
                <a:lnTo>
                  <a:pt x="2413" y="0"/>
                </a:lnTo>
                <a:lnTo>
                  <a:pt x="2413" y="19"/>
                </a:lnTo>
                <a:lnTo>
                  <a:pt x="2317" y="19"/>
                </a:lnTo>
                <a:lnTo>
                  <a:pt x="2317" y="0"/>
                </a:lnTo>
                <a:moveTo>
                  <a:pt x="2471" y="0"/>
                </a:moveTo>
                <a:lnTo>
                  <a:pt x="2567" y="0"/>
                </a:lnTo>
                <a:lnTo>
                  <a:pt x="2567" y="19"/>
                </a:lnTo>
                <a:lnTo>
                  <a:pt x="2471" y="19"/>
                </a:lnTo>
                <a:lnTo>
                  <a:pt x="2471" y="0"/>
                </a:lnTo>
                <a:moveTo>
                  <a:pt x="2625" y="0"/>
                </a:moveTo>
                <a:lnTo>
                  <a:pt x="2721" y="0"/>
                </a:lnTo>
                <a:lnTo>
                  <a:pt x="2721" y="19"/>
                </a:lnTo>
                <a:lnTo>
                  <a:pt x="2625" y="19"/>
                </a:lnTo>
                <a:lnTo>
                  <a:pt x="2625" y="0"/>
                </a:lnTo>
                <a:moveTo>
                  <a:pt x="2779" y="0"/>
                </a:moveTo>
                <a:lnTo>
                  <a:pt x="2875" y="0"/>
                </a:lnTo>
                <a:lnTo>
                  <a:pt x="2875" y="19"/>
                </a:lnTo>
                <a:lnTo>
                  <a:pt x="2779" y="19"/>
                </a:lnTo>
                <a:lnTo>
                  <a:pt x="2779" y="0"/>
                </a:lnTo>
                <a:moveTo>
                  <a:pt x="2932" y="0"/>
                </a:moveTo>
                <a:lnTo>
                  <a:pt x="3028" y="0"/>
                </a:lnTo>
                <a:lnTo>
                  <a:pt x="3028" y="19"/>
                </a:lnTo>
                <a:lnTo>
                  <a:pt x="2932" y="19"/>
                </a:lnTo>
                <a:lnTo>
                  <a:pt x="2932" y="0"/>
                </a:lnTo>
                <a:moveTo>
                  <a:pt x="3086" y="0"/>
                </a:moveTo>
                <a:lnTo>
                  <a:pt x="3182" y="0"/>
                </a:lnTo>
                <a:lnTo>
                  <a:pt x="3182" y="19"/>
                </a:lnTo>
                <a:lnTo>
                  <a:pt x="3086" y="19"/>
                </a:lnTo>
                <a:lnTo>
                  <a:pt x="3086" y="0"/>
                </a:lnTo>
                <a:moveTo>
                  <a:pt x="3240" y="0"/>
                </a:moveTo>
                <a:lnTo>
                  <a:pt x="3336" y="0"/>
                </a:lnTo>
                <a:lnTo>
                  <a:pt x="3336" y="19"/>
                </a:lnTo>
                <a:lnTo>
                  <a:pt x="3240" y="19"/>
                </a:lnTo>
                <a:lnTo>
                  <a:pt x="3240" y="0"/>
                </a:lnTo>
                <a:moveTo>
                  <a:pt x="3394" y="0"/>
                </a:moveTo>
                <a:lnTo>
                  <a:pt x="3490" y="0"/>
                </a:lnTo>
                <a:lnTo>
                  <a:pt x="3490" y="19"/>
                </a:lnTo>
                <a:lnTo>
                  <a:pt x="3394" y="19"/>
                </a:lnTo>
                <a:lnTo>
                  <a:pt x="3394" y="0"/>
                </a:lnTo>
                <a:moveTo>
                  <a:pt x="3547" y="0"/>
                </a:moveTo>
                <a:lnTo>
                  <a:pt x="3643" y="0"/>
                </a:lnTo>
                <a:lnTo>
                  <a:pt x="3643" y="19"/>
                </a:lnTo>
                <a:lnTo>
                  <a:pt x="3547" y="19"/>
                </a:lnTo>
                <a:lnTo>
                  <a:pt x="3547" y="0"/>
                </a:lnTo>
                <a:moveTo>
                  <a:pt x="3701" y="0"/>
                </a:moveTo>
                <a:lnTo>
                  <a:pt x="3797" y="0"/>
                </a:lnTo>
                <a:lnTo>
                  <a:pt x="3797" y="19"/>
                </a:lnTo>
                <a:lnTo>
                  <a:pt x="3701" y="19"/>
                </a:lnTo>
                <a:lnTo>
                  <a:pt x="3701" y="0"/>
                </a:lnTo>
                <a:moveTo>
                  <a:pt x="3855" y="0"/>
                </a:moveTo>
                <a:lnTo>
                  <a:pt x="3951" y="0"/>
                </a:lnTo>
                <a:lnTo>
                  <a:pt x="3951" y="19"/>
                </a:lnTo>
                <a:lnTo>
                  <a:pt x="3855" y="19"/>
                </a:lnTo>
                <a:lnTo>
                  <a:pt x="3855" y="0"/>
                </a:lnTo>
                <a:moveTo>
                  <a:pt x="4009" y="0"/>
                </a:moveTo>
                <a:lnTo>
                  <a:pt x="4105" y="0"/>
                </a:lnTo>
                <a:lnTo>
                  <a:pt x="4105" y="19"/>
                </a:lnTo>
                <a:lnTo>
                  <a:pt x="4009" y="19"/>
                </a:lnTo>
                <a:lnTo>
                  <a:pt x="4009" y="0"/>
                </a:lnTo>
                <a:moveTo>
                  <a:pt x="4162" y="0"/>
                </a:moveTo>
                <a:lnTo>
                  <a:pt x="4258" y="0"/>
                </a:lnTo>
                <a:lnTo>
                  <a:pt x="4258" y="19"/>
                </a:lnTo>
                <a:lnTo>
                  <a:pt x="4162" y="19"/>
                </a:lnTo>
                <a:lnTo>
                  <a:pt x="4162" y="0"/>
                </a:lnTo>
                <a:moveTo>
                  <a:pt x="4316" y="0"/>
                </a:moveTo>
                <a:lnTo>
                  <a:pt x="4412" y="0"/>
                </a:lnTo>
                <a:lnTo>
                  <a:pt x="4412" y="19"/>
                </a:lnTo>
                <a:lnTo>
                  <a:pt x="4316" y="19"/>
                </a:lnTo>
                <a:lnTo>
                  <a:pt x="4316" y="0"/>
                </a:lnTo>
                <a:moveTo>
                  <a:pt x="4470" y="0"/>
                </a:moveTo>
                <a:lnTo>
                  <a:pt x="4566" y="0"/>
                </a:lnTo>
                <a:lnTo>
                  <a:pt x="4566" y="19"/>
                </a:lnTo>
                <a:lnTo>
                  <a:pt x="4470" y="19"/>
                </a:lnTo>
                <a:lnTo>
                  <a:pt x="4470" y="0"/>
                </a:lnTo>
                <a:moveTo>
                  <a:pt x="4624" y="0"/>
                </a:moveTo>
                <a:lnTo>
                  <a:pt x="4720" y="0"/>
                </a:lnTo>
                <a:lnTo>
                  <a:pt x="4720" y="19"/>
                </a:lnTo>
                <a:lnTo>
                  <a:pt x="4624" y="19"/>
                </a:lnTo>
                <a:lnTo>
                  <a:pt x="4624" y="0"/>
                </a:lnTo>
                <a:moveTo>
                  <a:pt x="4777" y="0"/>
                </a:moveTo>
                <a:lnTo>
                  <a:pt x="4873" y="0"/>
                </a:lnTo>
                <a:lnTo>
                  <a:pt x="4873" y="19"/>
                </a:lnTo>
                <a:lnTo>
                  <a:pt x="4777" y="19"/>
                </a:lnTo>
                <a:lnTo>
                  <a:pt x="4777" y="0"/>
                </a:lnTo>
                <a:moveTo>
                  <a:pt x="4931" y="0"/>
                </a:moveTo>
                <a:lnTo>
                  <a:pt x="5027" y="0"/>
                </a:lnTo>
                <a:lnTo>
                  <a:pt x="5027" y="19"/>
                </a:lnTo>
                <a:lnTo>
                  <a:pt x="4931" y="19"/>
                </a:lnTo>
                <a:lnTo>
                  <a:pt x="4931" y="0"/>
                </a:lnTo>
                <a:moveTo>
                  <a:pt x="5085" y="0"/>
                </a:moveTo>
                <a:lnTo>
                  <a:pt x="5181" y="0"/>
                </a:lnTo>
                <a:lnTo>
                  <a:pt x="5181" y="19"/>
                </a:lnTo>
                <a:lnTo>
                  <a:pt x="5085" y="19"/>
                </a:lnTo>
                <a:lnTo>
                  <a:pt x="5085" y="0"/>
                </a:lnTo>
                <a:moveTo>
                  <a:pt x="5239" y="0"/>
                </a:moveTo>
                <a:lnTo>
                  <a:pt x="5335" y="0"/>
                </a:lnTo>
                <a:lnTo>
                  <a:pt x="5335" y="19"/>
                </a:lnTo>
                <a:lnTo>
                  <a:pt x="5239" y="19"/>
                </a:lnTo>
                <a:lnTo>
                  <a:pt x="5239" y="0"/>
                </a:lnTo>
                <a:moveTo>
                  <a:pt x="5392" y="0"/>
                </a:moveTo>
                <a:lnTo>
                  <a:pt x="5488" y="0"/>
                </a:lnTo>
                <a:lnTo>
                  <a:pt x="5488" y="19"/>
                </a:lnTo>
                <a:lnTo>
                  <a:pt x="5392" y="19"/>
                </a:lnTo>
                <a:lnTo>
                  <a:pt x="5392" y="0"/>
                </a:lnTo>
                <a:moveTo>
                  <a:pt x="5546" y="0"/>
                </a:moveTo>
                <a:lnTo>
                  <a:pt x="5642" y="0"/>
                </a:lnTo>
                <a:lnTo>
                  <a:pt x="5642" y="19"/>
                </a:lnTo>
                <a:lnTo>
                  <a:pt x="5546" y="19"/>
                </a:lnTo>
                <a:lnTo>
                  <a:pt x="5546" y="0"/>
                </a:lnTo>
                <a:moveTo>
                  <a:pt x="5700" y="0"/>
                </a:moveTo>
                <a:lnTo>
                  <a:pt x="5796" y="0"/>
                </a:lnTo>
                <a:lnTo>
                  <a:pt x="5796" y="19"/>
                </a:lnTo>
                <a:lnTo>
                  <a:pt x="5700" y="19"/>
                </a:lnTo>
                <a:lnTo>
                  <a:pt x="5700" y="0"/>
                </a:lnTo>
                <a:moveTo>
                  <a:pt x="5854" y="0"/>
                </a:moveTo>
                <a:lnTo>
                  <a:pt x="5950" y="0"/>
                </a:lnTo>
                <a:lnTo>
                  <a:pt x="5950" y="19"/>
                </a:lnTo>
                <a:lnTo>
                  <a:pt x="5854" y="19"/>
                </a:lnTo>
                <a:lnTo>
                  <a:pt x="5854" y="0"/>
                </a:lnTo>
                <a:moveTo>
                  <a:pt x="6007" y="0"/>
                </a:moveTo>
                <a:lnTo>
                  <a:pt x="6103" y="0"/>
                </a:lnTo>
                <a:lnTo>
                  <a:pt x="6103" y="19"/>
                </a:lnTo>
                <a:lnTo>
                  <a:pt x="6007" y="19"/>
                </a:lnTo>
                <a:lnTo>
                  <a:pt x="6007" y="0"/>
                </a:lnTo>
                <a:moveTo>
                  <a:pt x="6161" y="0"/>
                </a:moveTo>
                <a:lnTo>
                  <a:pt x="6257" y="0"/>
                </a:lnTo>
                <a:lnTo>
                  <a:pt x="6257" y="19"/>
                </a:lnTo>
                <a:lnTo>
                  <a:pt x="6161" y="19"/>
                </a:lnTo>
                <a:lnTo>
                  <a:pt x="6161" y="0"/>
                </a:lnTo>
                <a:moveTo>
                  <a:pt x="6315" y="0"/>
                </a:moveTo>
                <a:lnTo>
                  <a:pt x="6411" y="0"/>
                </a:lnTo>
                <a:lnTo>
                  <a:pt x="6411" y="19"/>
                </a:lnTo>
                <a:lnTo>
                  <a:pt x="6315" y="19"/>
                </a:lnTo>
                <a:lnTo>
                  <a:pt x="6315" y="0"/>
                </a:lnTo>
                <a:moveTo>
                  <a:pt x="6469" y="0"/>
                </a:moveTo>
                <a:lnTo>
                  <a:pt x="6565" y="0"/>
                </a:lnTo>
                <a:lnTo>
                  <a:pt x="6565" y="19"/>
                </a:lnTo>
                <a:lnTo>
                  <a:pt x="6469" y="19"/>
                </a:lnTo>
                <a:lnTo>
                  <a:pt x="6469" y="0"/>
                </a:lnTo>
                <a:moveTo>
                  <a:pt x="6622" y="0"/>
                </a:moveTo>
                <a:lnTo>
                  <a:pt x="6718" y="0"/>
                </a:lnTo>
                <a:lnTo>
                  <a:pt x="6718" y="19"/>
                </a:lnTo>
                <a:lnTo>
                  <a:pt x="6622" y="19"/>
                </a:lnTo>
                <a:lnTo>
                  <a:pt x="6622" y="0"/>
                </a:lnTo>
                <a:moveTo>
                  <a:pt x="6776" y="0"/>
                </a:moveTo>
                <a:lnTo>
                  <a:pt x="6872" y="0"/>
                </a:lnTo>
                <a:lnTo>
                  <a:pt x="6872" y="19"/>
                </a:lnTo>
                <a:lnTo>
                  <a:pt x="6776" y="19"/>
                </a:lnTo>
                <a:lnTo>
                  <a:pt x="6776" y="0"/>
                </a:lnTo>
                <a:moveTo>
                  <a:pt x="6930" y="0"/>
                </a:moveTo>
                <a:lnTo>
                  <a:pt x="7026" y="0"/>
                </a:lnTo>
                <a:lnTo>
                  <a:pt x="7026" y="19"/>
                </a:lnTo>
                <a:lnTo>
                  <a:pt x="6930" y="19"/>
                </a:lnTo>
                <a:lnTo>
                  <a:pt x="6930" y="0"/>
                </a:lnTo>
                <a:moveTo>
                  <a:pt x="7084" y="0"/>
                </a:moveTo>
                <a:lnTo>
                  <a:pt x="7180" y="0"/>
                </a:lnTo>
                <a:lnTo>
                  <a:pt x="7180" y="19"/>
                </a:lnTo>
                <a:lnTo>
                  <a:pt x="7084" y="19"/>
                </a:lnTo>
                <a:lnTo>
                  <a:pt x="7084" y="0"/>
                </a:lnTo>
                <a:moveTo>
                  <a:pt x="7237" y="0"/>
                </a:moveTo>
                <a:lnTo>
                  <a:pt x="7333" y="0"/>
                </a:lnTo>
                <a:lnTo>
                  <a:pt x="7333" y="19"/>
                </a:lnTo>
                <a:lnTo>
                  <a:pt x="7237" y="19"/>
                </a:lnTo>
                <a:lnTo>
                  <a:pt x="7237" y="0"/>
                </a:lnTo>
                <a:moveTo>
                  <a:pt x="7391" y="0"/>
                </a:moveTo>
                <a:lnTo>
                  <a:pt x="7487" y="0"/>
                </a:lnTo>
                <a:lnTo>
                  <a:pt x="7487" y="19"/>
                </a:lnTo>
                <a:lnTo>
                  <a:pt x="7391" y="19"/>
                </a:lnTo>
                <a:lnTo>
                  <a:pt x="7391" y="0"/>
                </a:lnTo>
                <a:moveTo>
                  <a:pt x="7545" y="0"/>
                </a:moveTo>
                <a:lnTo>
                  <a:pt x="7641" y="0"/>
                </a:lnTo>
                <a:lnTo>
                  <a:pt x="7641" y="19"/>
                </a:lnTo>
                <a:lnTo>
                  <a:pt x="7545" y="19"/>
                </a:lnTo>
                <a:lnTo>
                  <a:pt x="7545" y="0"/>
                </a:lnTo>
                <a:moveTo>
                  <a:pt x="7699" y="0"/>
                </a:moveTo>
                <a:lnTo>
                  <a:pt x="7795" y="0"/>
                </a:lnTo>
                <a:lnTo>
                  <a:pt x="7795" y="19"/>
                </a:lnTo>
                <a:lnTo>
                  <a:pt x="7699" y="19"/>
                </a:lnTo>
                <a:lnTo>
                  <a:pt x="7699" y="0"/>
                </a:lnTo>
                <a:moveTo>
                  <a:pt x="7852" y="0"/>
                </a:moveTo>
                <a:lnTo>
                  <a:pt x="7948" y="0"/>
                </a:lnTo>
                <a:lnTo>
                  <a:pt x="7948" y="19"/>
                </a:lnTo>
                <a:lnTo>
                  <a:pt x="7852" y="19"/>
                </a:lnTo>
                <a:lnTo>
                  <a:pt x="7852" y="0"/>
                </a:lnTo>
                <a:moveTo>
                  <a:pt x="8006" y="0"/>
                </a:moveTo>
                <a:lnTo>
                  <a:pt x="8102" y="0"/>
                </a:lnTo>
                <a:lnTo>
                  <a:pt x="8102" y="19"/>
                </a:lnTo>
                <a:lnTo>
                  <a:pt x="8006" y="19"/>
                </a:lnTo>
                <a:lnTo>
                  <a:pt x="8006" y="0"/>
                </a:lnTo>
                <a:moveTo>
                  <a:pt x="8160" y="0"/>
                </a:moveTo>
                <a:lnTo>
                  <a:pt x="8256" y="0"/>
                </a:lnTo>
                <a:lnTo>
                  <a:pt x="8256" y="19"/>
                </a:lnTo>
                <a:lnTo>
                  <a:pt x="8160" y="19"/>
                </a:lnTo>
                <a:lnTo>
                  <a:pt x="8160" y="0"/>
                </a:lnTo>
                <a:moveTo>
                  <a:pt x="8314" y="0"/>
                </a:moveTo>
                <a:lnTo>
                  <a:pt x="8410" y="0"/>
                </a:lnTo>
                <a:lnTo>
                  <a:pt x="8410" y="19"/>
                </a:lnTo>
                <a:lnTo>
                  <a:pt x="8314" y="19"/>
                </a:lnTo>
                <a:lnTo>
                  <a:pt x="8314" y="0"/>
                </a:lnTo>
                <a:moveTo>
                  <a:pt x="8467" y="0"/>
                </a:moveTo>
                <a:lnTo>
                  <a:pt x="8563" y="0"/>
                </a:lnTo>
                <a:lnTo>
                  <a:pt x="8563" y="19"/>
                </a:lnTo>
                <a:lnTo>
                  <a:pt x="8467" y="19"/>
                </a:lnTo>
                <a:lnTo>
                  <a:pt x="8467" y="0"/>
                </a:lnTo>
                <a:moveTo>
                  <a:pt x="8621" y="0"/>
                </a:moveTo>
                <a:lnTo>
                  <a:pt x="8717" y="0"/>
                </a:lnTo>
                <a:lnTo>
                  <a:pt x="8717" y="19"/>
                </a:lnTo>
                <a:lnTo>
                  <a:pt x="8621" y="19"/>
                </a:lnTo>
                <a:lnTo>
                  <a:pt x="8621" y="0"/>
                </a:lnTo>
                <a:moveTo>
                  <a:pt x="8775" y="0"/>
                </a:moveTo>
                <a:lnTo>
                  <a:pt x="8871" y="0"/>
                </a:lnTo>
                <a:lnTo>
                  <a:pt x="8871" y="19"/>
                </a:lnTo>
                <a:lnTo>
                  <a:pt x="8775" y="19"/>
                </a:lnTo>
                <a:lnTo>
                  <a:pt x="8775" y="0"/>
                </a:lnTo>
                <a:moveTo>
                  <a:pt x="8929" y="0"/>
                </a:moveTo>
                <a:lnTo>
                  <a:pt x="9025" y="0"/>
                </a:lnTo>
                <a:lnTo>
                  <a:pt x="9025" y="19"/>
                </a:lnTo>
                <a:lnTo>
                  <a:pt x="8929" y="19"/>
                </a:lnTo>
                <a:lnTo>
                  <a:pt x="8929" y="0"/>
                </a:lnTo>
                <a:moveTo>
                  <a:pt x="9082" y="0"/>
                </a:moveTo>
                <a:lnTo>
                  <a:pt x="9178" y="0"/>
                </a:lnTo>
                <a:lnTo>
                  <a:pt x="9178" y="19"/>
                </a:lnTo>
                <a:lnTo>
                  <a:pt x="9082" y="19"/>
                </a:lnTo>
                <a:lnTo>
                  <a:pt x="9082" y="0"/>
                </a:lnTo>
                <a:moveTo>
                  <a:pt x="9236" y="0"/>
                </a:moveTo>
                <a:lnTo>
                  <a:pt x="9332" y="0"/>
                </a:lnTo>
                <a:lnTo>
                  <a:pt x="9332" y="19"/>
                </a:lnTo>
                <a:lnTo>
                  <a:pt x="9236" y="19"/>
                </a:lnTo>
                <a:lnTo>
                  <a:pt x="9236" y="0"/>
                </a:lnTo>
                <a:moveTo>
                  <a:pt x="9390" y="0"/>
                </a:moveTo>
                <a:lnTo>
                  <a:pt x="9486" y="0"/>
                </a:lnTo>
                <a:lnTo>
                  <a:pt x="9486" y="19"/>
                </a:lnTo>
                <a:lnTo>
                  <a:pt x="9390" y="19"/>
                </a:lnTo>
                <a:lnTo>
                  <a:pt x="9390" y="0"/>
                </a:lnTo>
                <a:moveTo>
                  <a:pt x="9543" y="0"/>
                </a:moveTo>
                <a:lnTo>
                  <a:pt x="9640" y="0"/>
                </a:lnTo>
                <a:lnTo>
                  <a:pt x="9640" y="19"/>
                </a:lnTo>
                <a:lnTo>
                  <a:pt x="9543" y="19"/>
                </a:lnTo>
                <a:lnTo>
                  <a:pt x="9543" y="0"/>
                </a:lnTo>
                <a:moveTo>
                  <a:pt x="9697" y="0"/>
                </a:moveTo>
                <a:lnTo>
                  <a:pt x="9793" y="0"/>
                </a:lnTo>
                <a:lnTo>
                  <a:pt x="9793" y="19"/>
                </a:lnTo>
                <a:lnTo>
                  <a:pt x="9697" y="19"/>
                </a:lnTo>
                <a:lnTo>
                  <a:pt x="9697" y="0"/>
                </a:lnTo>
                <a:moveTo>
                  <a:pt x="9851" y="0"/>
                </a:moveTo>
                <a:lnTo>
                  <a:pt x="9947" y="0"/>
                </a:lnTo>
                <a:lnTo>
                  <a:pt x="9947" y="19"/>
                </a:lnTo>
                <a:lnTo>
                  <a:pt x="9851" y="19"/>
                </a:lnTo>
                <a:lnTo>
                  <a:pt x="9851" y="0"/>
                </a:lnTo>
                <a:moveTo>
                  <a:pt x="10005" y="0"/>
                </a:moveTo>
                <a:lnTo>
                  <a:pt x="10101" y="0"/>
                </a:lnTo>
                <a:lnTo>
                  <a:pt x="10101" y="19"/>
                </a:lnTo>
                <a:lnTo>
                  <a:pt x="10005" y="19"/>
                </a:lnTo>
                <a:lnTo>
                  <a:pt x="10005" y="0"/>
                </a:lnTo>
                <a:moveTo>
                  <a:pt x="10158" y="0"/>
                </a:moveTo>
                <a:lnTo>
                  <a:pt x="10255" y="0"/>
                </a:lnTo>
                <a:lnTo>
                  <a:pt x="10255" y="19"/>
                </a:lnTo>
                <a:lnTo>
                  <a:pt x="10158" y="19"/>
                </a:lnTo>
                <a:lnTo>
                  <a:pt x="10158" y="0"/>
                </a:lnTo>
                <a:moveTo>
                  <a:pt x="10312" y="0"/>
                </a:moveTo>
                <a:lnTo>
                  <a:pt x="10408" y="0"/>
                </a:lnTo>
                <a:lnTo>
                  <a:pt x="10408" y="19"/>
                </a:lnTo>
                <a:lnTo>
                  <a:pt x="10312" y="19"/>
                </a:lnTo>
                <a:lnTo>
                  <a:pt x="10312" y="0"/>
                </a:lnTo>
                <a:moveTo>
                  <a:pt x="10466" y="0"/>
                </a:moveTo>
                <a:lnTo>
                  <a:pt x="10562" y="0"/>
                </a:lnTo>
                <a:lnTo>
                  <a:pt x="10562" y="19"/>
                </a:lnTo>
                <a:lnTo>
                  <a:pt x="10466" y="19"/>
                </a:lnTo>
                <a:lnTo>
                  <a:pt x="10466" y="0"/>
                </a:lnTo>
                <a:moveTo>
                  <a:pt x="10620" y="0"/>
                </a:moveTo>
                <a:lnTo>
                  <a:pt x="10716" y="0"/>
                </a:lnTo>
                <a:lnTo>
                  <a:pt x="10716" y="19"/>
                </a:lnTo>
                <a:lnTo>
                  <a:pt x="10620" y="19"/>
                </a:lnTo>
                <a:lnTo>
                  <a:pt x="10620" y="0"/>
                </a:lnTo>
                <a:moveTo>
                  <a:pt x="10773" y="0"/>
                </a:moveTo>
                <a:lnTo>
                  <a:pt x="10870" y="0"/>
                </a:lnTo>
                <a:lnTo>
                  <a:pt x="10870" y="19"/>
                </a:lnTo>
                <a:lnTo>
                  <a:pt x="10773" y="19"/>
                </a:lnTo>
                <a:lnTo>
                  <a:pt x="10773" y="0"/>
                </a:lnTo>
                <a:moveTo>
                  <a:pt x="10927" y="0"/>
                </a:moveTo>
                <a:lnTo>
                  <a:pt x="11023" y="0"/>
                </a:lnTo>
                <a:lnTo>
                  <a:pt x="11023" y="19"/>
                </a:lnTo>
                <a:lnTo>
                  <a:pt x="10927" y="19"/>
                </a:lnTo>
                <a:lnTo>
                  <a:pt x="10927" y="0"/>
                </a:lnTo>
                <a:moveTo>
                  <a:pt x="11081" y="0"/>
                </a:moveTo>
                <a:lnTo>
                  <a:pt x="11177" y="0"/>
                </a:lnTo>
                <a:lnTo>
                  <a:pt x="11177" y="19"/>
                </a:lnTo>
                <a:lnTo>
                  <a:pt x="11081" y="19"/>
                </a:lnTo>
                <a:lnTo>
                  <a:pt x="11081" y="0"/>
                </a:lnTo>
                <a:moveTo>
                  <a:pt x="11235" y="0"/>
                </a:moveTo>
                <a:lnTo>
                  <a:pt x="11331" y="0"/>
                </a:lnTo>
                <a:lnTo>
                  <a:pt x="11331" y="19"/>
                </a:lnTo>
                <a:lnTo>
                  <a:pt x="11235" y="19"/>
                </a:lnTo>
                <a:lnTo>
                  <a:pt x="11235" y="0"/>
                </a:lnTo>
                <a:moveTo>
                  <a:pt x="11388" y="0"/>
                </a:moveTo>
                <a:lnTo>
                  <a:pt x="11485" y="0"/>
                </a:lnTo>
                <a:lnTo>
                  <a:pt x="11485" y="19"/>
                </a:lnTo>
                <a:lnTo>
                  <a:pt x="11388" y="19"/>
                </a:lnTo>
                <a:lnTo>
                  <a:pt x="11388" y="0"/>
                </a:lnTo>
                <a:moveTo>
                  <a:pt x="11542" y="0"/>
                </a:moveTo>
                <a:lnTo>
                  <a:pt x="11638" y="0"/>
                </a:lnTo>
                <a:lnTo>
                  <a:pt x="11638" y="19"/>
                </a:lnTo>
                <a:lnTo>
                  <a:pt x="11542" y="19"/>
                </a:lnTo>
                <a:lnTo>
                  <a:pt x="11542" y="0"/>
                </a:lnTo>
                <a:moveTo>
                  <a:pt x="11696" y="0"/>
                </a:moveTo>
                <a:lnTo>
                  <a:pt x="11792" y="0"/>
                </a:lnTo>
                <a:lnTo>
                  <a:pt x="11792" y="19"/>
                </a:lnTo>
                <a:lnTo>
                  <a:pt x="11696" y="19"/>
                </a:lnTo>
                <a:lnTo>
                  <a:pt x="11696" y="0"/>
                </a:lnTo>
                <a:moveTo>
                  <a:pt x="11850" y="0"/>
                </a:moveTo>
                <a:lnTo>
                  <a:pt x="11946" y="0"/>
                </a:lnTo>
                <a:lnTo>
                  <a:pt x="11946" y="19"/>
                </a:lnTo>
                <a:lnTo>
                  <a:pt x="11850" y="19"/>
                </a:lnTo>
                <a:lnTo>
                  <a:pt x="11850" y="0"/>
                </a:lnTo>
                <a:moveTo>
                  <a:pt x="12003" y="0"/>
                </a:moveTo>
                <a:lnTo>
                  <a:pt x="12100" y="0"/>
                </a:lnTo>
                <a:lnTo>
                  <a:pt x="12100" y="19"/>
                </a:lnTo>
                <a:lnTo>
                  <a:pt x="12003" y="19"/>
                </a:lnTo>
                <a:lnTo>
                  <a:pt x="12003" y="0"/>
                </a:lnTo>
                <a:moveTo>
                  <a:pt x="12167" y="10"/>
                </a:moveTo>
                <a:lnTo>
                  <a:pt x="12167" y="106"/>
                </a:lnTo>
                <a:lnTo>
                  <a:pt x="12148" y="106"/>
                </a:lnTo>
                <a:lnTo>
                  <a:pt x="12148" y="10"/>
                </a:lnTo>
                <a:lnTo>
                  <a:pt x="12167" y="10"/>
                </a:lnTo>
                <a:moveTo>
                  <a:pt x="12167" y="163"/>
                </a:moveTo>
                <a:lnTo>
                  <a:pt x="12167" y="259"/>
                </a:lnTo>
                <a:lnTo>
                  <a:pt x="12148" y="259"/>
                </a:lnTo>
                <a:lnTo>
                  <a:pt x="12148" y="163"/>
                </a:lnTo>
                <a:lnTo>
                  <a:pt x="12167" y="163"/>
                </a:lnTo>
                <a:moveTo>
                  <a:pt x="12167" y="318"/>
                </a:moveTo>
                <a:lnTo>
                  <a:pt x="12167" y="414"/>
                </a:lnTo>
                <a:lnTo>
                  <a:pt x="12148" y="414"/>
                </a:lnTo>
                <a:lnTo>
                  <a:pt x="12148" y="318"/>
                </a:lnTo>
                <a:lnTo>
                  <a:pt x="12167" y="318"/>
                </a:lnTo>
                <a:moveTo>
                  <a:pt x="12167" y="472"/>
                </a:moveTo>
                <a:lnTo>
                  <a:pt x="12167" y="568"/>
                </a:lnTo>
                <a:lnTo>
                  <a:pt x="12148" y="568"/>
                </a:lnTo>
                <a:lnTo>
                  <a:pt x="12148" y="472"/>
                </a:lnTo>
                <a:lnTo>
                  <a:pt x="12167" y="472"/>
                </a:lnTo>
                <a:moveTo>
                  <a:pt x="12167" y="626"/>
                </a:moveTo>
                <a:lnTo>
                  <a:pt x="12167" y="722"/>
                </a:lnTo>
                <a:lnTo>
                  <a:pt x="12148" y="722"/>
                </a:lnTo>
                <a:lnTo>
                  <a:pt x="12148" y="626"/>
                </a:lnTo>
                <a:lnTo>
                  <a:pt x="12167" y="626"/>
                </a:lnTo>
                <a:moveTo>
                  <a:pt x="12167" y="779"/>
                </a:moveTo>
                <a:lnTo>
                  <a:pt x="12167" y="875"/>
                </a:lnTo>
                <a:lnTo>
                  <a:pt x="12148" y="875"/>
                </a:lnTo>
                <a:lnTo>
                  <a:pt x="12148" y="779"/>
                </a:lnTo>
                <a:lnTo>
                  <a:pt x="12167" y="779"/>
                </a:lnTo>
                <a:moveTo>
                  <a:pt x="12167" y="933"/>
                </a:moveTo>
                <a:lnTo>
                  <a:pt x="12167" y="1029"/>
                </a:lnTo>
                <a:lnTo>
                  <a:pt x="12148" y="1029"/>
                </a:lnTo>
                <a:lnTo>
                  <a:pt x="12148" y="933"/>
                </a:lnTo>
                <a:lnTo>
                  <a:pt x="12167" y="933"/>
                </a:lnTo>
                <a:moveTo>
                  <a:pt x="12167" y="1087"/>
                </a:moveTo>
                <a:lnTo>
                  <a:pt x="12167" y="1183"/>
                </a:lnTo>
                <a:lnTo>
                  <a:pt x="12148" y="1183"/>
                </a:lnTo>
                <a:lnTo>
                  <a:pt x="12148" y="1087"/>
                </a:lnTo>
                <a:lnTo>
                  <a:pt x="12167" y="1087"/>
                </a:lnTo>
                <a:moveTo>
                  <a:pt x="12167" y="1241"/>
                </a:moveTo>
                <a:lnTo>
                  <a:pt x="12167" y="1269"/>
                </a:lnTo>
                <a:lnTo>
                  <a:pt x="12080" y="1269"/>
                </a:lnTo>
                <a:lnTo>
                  <a:pt x="12080" y="1250"/>
                </a:lnTo>
                <a:lnTo>
                  <a:pt x="12157" y="1250"/>
                </a:lnTo>
                <a:lnTo>
                  <a:pt x="12157" y="1260"/>
                </a:lnTo>
                <a:lnTo>
                  <a:pt x="12148" y="1260"/>
                </a:lnTo>
                <a:lnTo>
                  <a:pt x="12148" y="1241"/>
                </a:lnTo>
                <a:lnTo>
                  <a:pt x="12167" y="1241"/>
                </a:lnTo>
                <a:moveTo>
                  <a:pt x="12023" y="1269"/>
                </a:moveTo>
                <a:lnTo>
                  <a:pt x="11927" y="1269"/>
                </a:lnTo>
                <a:lnTo>
                  <a:pt x="11927" y="1250"/>
                </a:lnTo>
                <a:lnTo>
                  <a:pt x="12023" y="1250"/>
                </a:lnTo>
                <a:lnTo>
                  <a:pt x="12023" y="1269"/>
                </a:lnTo>
                <a:moveTo>
                  <a:pt x="11869" y="1269"/>
                </a:moveTo>
                <a:lnTo>
                  <a:pt x="11773" y="1269"/>
                </a:lnTo>
                <a:lnTo>
                  <a:pt x="11773" y="1250"/>
                </a:lnTo>
                <a:lnTo>
                  <a:pt x="11869" y="1250"/>
                </a:lnTo>
                <a:lnTo>
                  <a:pt x="11869" y="1269"/>
                </a:lnTo>
                <a:moveTo>
                  <a:pt x="11715" y="1269"/>
                </a:moveTo>
                <a:lnTo>
                  <a:pt x="11619" y="1269"/>
                </a:lnTo>
                <a:lnTo>
                  <a:pt x="11619" y="1250"/>
                </a:lnTo>
                <a:lnTo>
                  <a:pt x="11715" y="1250"/>
                </a:lnTo>
                <a:lnTo>
                  <a:pt x="11715" y="1269"/>
                </a:lnTo>
                <a:moveTo>
                  <a:pt x="11561" y="1269"/>
                </a:moveTo>
                <a:lnTo>
                  <a:pt x="11465" y="1269"/>
                </a:lnTo>
                <a:lnTo>
                  <a:pt x="11465" y="1250"/>
                </a:lnTo>
                <a:lnTo>
                  <a:pt x="11561" y="1250"/>
                </a:lnTo>
                <a:lnTo>
                  <a:pt x="11561" y="1269"/>
                </a:lnTo>
                <a:moveTo>
                  <a:pt x="11408" y="1269"/>
                </a:moveTo>
                <a:lnTo>
                  <a:pt x="11312" y="1269"/>
                </a:lnTo>
                <a:lnTo>
                  <a:pt x="11312" y="1250"/>
                </a:lnTo>
                <a:lnTo>
                  <a:pt x="11408" y="1250"/>
                </a:lnTo>
                <a:lnTo>
                  <a:pt x="11408" y="1269"/>
                </a:lnTo>
                <a:moveTo>
                  <a:pt x="11254" y="1269"/>
                </a:moveTo>
                <a:lnTo>
                  <a:pt x="11158" y="1269"/>
                </a:lnTo>
                <a:lnTo>
                  <a:pt x="11158" y="1250"/>
                </a:lnTo>
                <a:lnTo>
                  <a:pt x="11254" y="1250"/>
                </a:lnTo>
                <a:lnTo>
                  <a:pt x="11254" y="1269"/>
                </a:lnTo>
                <a:moveTo>
                  <a:pt x="11100" y="1269"/>
                </a:moveTo>
                <a:lnTo>
                  <a:pt x="11004" y="1269"/>
                </a:lnTo>
                <a:lnTo>
                  <a:pt x="11004" y="1250"/>
                </a:lnTo>
                <a:lnTo>
                  <a:pt x="11100" y="1250"/>
                </a:lnTo>
                <a:lnTo>
                  <a:pt x="11100" y="1269"/>
                </a:lnTo>
                <a:moveTo>
                  <a:pt x="10946" y="1269"/>
                </a:moveTo>
                <a:lnTo>
                  <a:pt x="10850" y="1269"/>
                </a:lnTo>
                <a:lnTo>
                  <a:pt x="10850" y="1250"/>
                </a:lnTo>
                <a:lnTo>
                  <a:pt x="10946" y="1250"/>
                </a:lnTo>
                <a:lnTo>
                  <a:pt x="10946" y="1269"/>
                </a:lnTo>
                <a:moveTo>
                  <a:pt x="10793" y="1269"/>
                </a:moveTo>
                <a:lnTo>
                  <a:pt x="10697" y="1269"/>
                </a:lnTo>
                <a:lnTo>
                  <a:pt x="10697" y="1250"/>
                </a:lnTo>
                <a:lnTo>
                  <a:pt x="10793" y="1250"/>
                </a:lnTo>
                <a:lnTo>
                  <a:pt x="10793" y="1269"/>
                </a:lnTo>
                <a:moveTo>
                  <a:pt x="10639" y="1269"/>
                </a:moveTo>
                <a:lnTo>
                  <a:pt x="10543" y="1269"/>
                </a:lnTo>
                <a:lnTo>
                  <a:pt x="10543" y="1250"/>
                </a:lnTo>
                <a:lnTo>
                  <a:pt x="10639" y="1250"/>
                </a:lnTo>
                <a:lnTo>
                  <a:pt x="10639" y="1269"/>
                </a:lnTo>
                <a:moveTo>
                  <a:pt x="10485" y="1269"/>
                </a:moveTo>
                <a:lnTo>
                  <a:pt x="10389" y="1269"/>
                </a:lnTo>
                <a:lnTo>
                  <a:pt x="10389" y="1250"/>
                </a:lnTo>
                <a:lnTo>
                  <a:pt x="10485" y="1250"/>
                </a:lnTo>
                <a:lnTo>
                  <a:pt x="10485" y="1269"/>
                </a:lnTo>
                <a:moveTo>
                  <a:pt x="10331" y="1269"/>
                </a:moveTo>
                <a:lnTo>
                  <a:pt x="10235" y="1269"/>
                </a:lnTo>
                <a:lnTo>
                  <a:pt x="10235" y="1250"/>
                </a:lnTo>
                <a:lnTo>
                  <a:pt x="10331" y="1250"/>
                </a:lnTo>
                <a:lnTo>
                  <a:pt x="10331" y="1269"/>
                </a:lnTo>
                <a:moveTo>
                  <a:pt x="10178" y="1269"/>
                </a:moveTo>
                <a:lnTo>
                  <a:pt x="10082" y="1269"/>
                </a:lnTo>
                <a:lnTo>
                  <a:pt x="10082" y="1250"/>
                </a:lnTo>
                <a:lnTo>
                  <a:pt x="10178" y="1250"/>
                </a:lnTo>
                <a:lnTo>
                  <a:pt x="10178" y="1269"/>
                </a:lnTo>
                <a:moveTo>
                  <a:pt x="10024" y="1269"/>
                </a:moveTo>
                <a:lnTo>
                  <a:pt x="9928" y="1269"/>
                </a:lnTo>
                <a:lnTo>
                  <a:pt x="9928" y="1250"/>
                </a:lnTo>
                <a:lnTo>
                  <a:pt x="10024" y="1250"/>
                </a:lnTo>
                <a:lnTo>
                  <a:pt x="10024" y="1269"/>
                </a:lnTo>
                <a:moveTo>
                  <a:pt x="9870" y="1269"/>
                </a:moveTo>
                <a:lnTo>
                  <a:pt x="9774" y="1269"/>
                </a:lnTo>
                <a:lnTo>
                  <a:pt x="9774" y="1250"/>
                </a:lnTo>
                <a:lnTo>
                  <a:pt x="9870" y="1250"/>
                </a:lnTo>
                <a:lnTo>
                  <a:pt x="9870" y="1269"/>
                </a:lnTo>
                <a:moveTo>
                  <a:pt x="9716" y="1269"/>
                </a:moveTo>
                <a:lnTo>
                  <a:pt x="9620" y="1269"/>
                </a:lnTo>
                <a:lnTo>
                  <a:pt x="9620" y="1250"/>
                </a:lnTo>
                <a:lnTo>
                  <a:pt x="9716" y="1250"/>
                </a:lnTo>
                <a:lnTo>
                  <a:pt x="9716" y="1269"/>
                </a:lnTo>
                <a:moveTo>
                  <a:pt x="9563" y="1269"/>
                </a:moveTo>
                <a:lnTo>
                  <a:pt x="9467" y="1269"/>
                </a:lnTo>
                <a:lnTo>
                  <a:pt x="9467" y="1250"/>
                </a:lnTo>
                <a:lnTo>
                  <a:pt x="9563" y="1250"/>
                </a:lnTo>
                <a:lnTo>
                  <a:pt x="9563" y="1269"/>
                </a:lnTo>
                <a:moveTo>
                  <a:pt x="9409" y="1269"/>
                </a:moveTo>
                <a:lnTo>
                  <a:pt x="9313" y="1269"/>
                </a:lnTo>
                <a:lnTo>
                  <a:pt x="9313" y="1250"/>
                </a:lnTo>
                <a:lnTo>
                  <a:pt x="9409" y="1250"/>
                </a:lnTo>
                <a:lnTo>
                  <a:pt x="9409" y="1269"/>
                </a:lnTo>
                <a:moveTo>
                  <a:pt x="9255" y="1269"/>
                </a:moveTo>
                <a:lnTo>
                  <a:pt x="9159" y="1269"/>
                </a:lnTo>
                <a:lnTo>
                  <a:pt x="9159" y="1250"/>
                </a:lnTo>
                <a:lnTo>
                  <a:pt x="9255" y="1250"/>
                </a:lnTo>
                <a:lnTo>
                  <a:pt x="9255" y="1269"/>
                </a:lnTo>
                <a:moveTo>
                  <a:pt x="9101" y="1269"/>
                </a:moveTo>
                <a:lnTo>
                  <a:pt x="9005" y="1269"/>
                </a:lnTo>
                <a:lnTo>
                  <a:pt x="9005" y="1250"/>
                </a:lnTo>
                <a:lnTo>
                  <a:pt x="9101" y="1250"/>
                </a:lnTo>
                <a:lnTo>
                  <a:pt x="9101" y="1269"/>
                </a:lnTo>
                <a:moveTo>
                  <a:pt x="8948" y="1269"/>
                </a:moveTo>
                <a:lnTo>
                  <a:pt x="8852" y="1269"/>
                </a:lnTo>
                <a:lnTo>
                  <a:pt x="8852" y="1250"/>
                </a:lnTo>
                <a:lnTo>
                  <a:pt x="8948" y="1250"/>
                </a:lnTo>
                <a:lnTo>
                  <a:pt x="8948" y="1269"/>
                </a:lnTo>
                <a:moveTo>
                  <a:pt x="8794" y="1269"/>
                </a:moveTo>
                <a:lnTo>
                  <a:pt x="8698" y="1269"/>
                </a:lnTo>
                <a:lnTo>
                  <a:pt x="8698" y="1250"/>
                </a:lnTo>
                <a:lnTo>
                  <a:pt x="8794" y="1250"/>
                </a:lnTo>
                <a:lnTo>
                  <a:pt x="8794" y="1269"/>
                </a:lnTo>
                <a:moveTo>
                  <a:pt x="8640" y="1269"/>
                </a:moveTo>
                <a:lnTo>
                  <a:pt x="8544" y="1269"/>
                </a:lnTo>
                <a:lnTo>
                  <a:pt x="8544" y="1250"/>
                </a:lnTo>
                <a:lnTo>
                  <a:pt x="8640" y="1250"/>
                </a:lnTo>
                <a:lnTo>
                  <a:pt x="8640" y="1269"/>
                </a:lnTo>
                <a:moveTo>
                  <a:pt x="8486" y="1269"/>
                </a:moveTo>
                <a:lnTo>
                  <a:pt x="8390" y="1269"/>
                </a:lnTo>
                <a:lnTo>
                  <a:pt x="8390" y="1250"/>
                </a:lnTo>
                <a:lnTo>
                  <a:pt x="8486" y="1250"/>
                </a:lnTo>
                <a:lnTo>
                  <a:pt x="8486" y="1269"/>
                </a:lnTo>
                <a:moveTo>
                  <a:pt x="8333" y="1269"/>
                </a:moveTo>
                <a:lnTo>
                  <a:pt x="8237" y="1269"/>
                </a:lnTo>
                <a:lnTo>
                  <a:pt x="8237" y="1250"/>
                </a:lnTo>
                <a:lnTo>
                  <a:pt x="8333" y="1250"/>
                </a:lnTo>
                <a:lnTo>
                  <a:pt x="8333" y="1269"/>
                </a:lnTo>
                <a:moveTo>
                  <a:pt x="8179" y="1269"/>
                </a:moveTo>
                <a:lnTo>
                  <a:pt x="8083" y="1269"/>
                </a:lnTo>
                <a:lnTo>
                  <a:pt x="8083" y="1250"/>
                </a:lnTo>
                <a:lnTo>
                  <a:pt x="8179" y="1250"/>
                </a:lnTo>
                <a:lnTo>
                  <a:pt x="8179" y="1269"/>
                </a:lnTo>
                <a:moveTo>
                  <a:pt x="8025" y="1269"/>
                </a:moveTo>
                <a:lnTo>
                  <a:pt x="7929" y="1269"/>
                </a:lnTo>
                <a:lnTo>
                  <a:pt x="7929" y="1250"/>
                </a:lnTo>
                <a:lnTo>
                  <a:pt x="8025" y="1250"/>
                </a:lnTo>
                <a:lnTo>
                  <a:pt x="8025" y="1269"/>
                </a:lnTo>
                <a:moveTo>
                  <a:pt x="7871" y="1269"/>
                </a:moveTo>
                <a:lnTo>
                  <a:pt x="7775" y="1269"/>
                </a:lnTo>
                <a:lnTo>
                  <a:pt x="7775" y="1250"/>
                </a:lnTo>
                <a:lnTo>
                  <a:pt x="7871" y="1250"/>
                </a:lnTo>
                <a:lnTo>
                  <a:pt x="7871" y="1269"/>
                </a:lnTo>
                <a:moveTo>
                  <a:pt x="7718" y="1269"/>
                </a:moveTo>
                <a:lnTo>
                  <a:pt x="7622" y="1269"/>
                </a:lnTo>
                <a:lnTo>
                  <a:pt x="7622" y="1250"/>
                </a:lnTo>
                <a:lnTo>
                  <a:pt x="7718" y="1250"/>
                </a:lnTo>
                <a:lnTo>
                  <a:pt x="7718" y="1269"/>
                </a:lnTo>
                <a:moveTo>
                  <a:pt x="7564" y="1269"/>
                </a:moveTo>
                <a:lnTo>
                  <a:pt x="7468" y="1269"/>
                </a:lnTo>
                <a:lnTo>
                  <a:pt x="7468" y="1250"/>
                </a:lnTo>
                <a:lnTo>
                  <a:pt x="7564" y="1250"/>
                </a:lnTo>
                <a:lnTo>
                  <a:pt x="7564" y="1269"/>
                </a:lnTo>
                <a:moveTo>
                  <a:pt x="7410" y="1269"/>
                </a:moveTo>
                <a:lnTo>
                  <a:pt x="7314" y="1269"/>
                </a:lnTo>
                <a:lnTo>
                  <a:pt x="7314" y="1250"/>
                </a:lnTo>
                <a:lnTo>
                  <a:pt x="7410" y="1250"/>
                </a:lnTo>
                <a:lnTo>
                  <a:pt x="7410" y="1269"/>
                </a:lnTo>
                <a:moveTo>
                  <a:pt x="7256" y="1269"/>
                </a:moveTo>
                <a:lnTo>
                  <a:pt x="7160" y="1269"/>
                </a:lnTo>
                <a:lnTo>
                  <a:pt x="7160" y="1250"/>
                </a:lnTo>
                <a:lnTo>
                  <a:pt x="7256" y="1250"/>
                </a:lnTo>
                <a:lnTo>
                  <a:pt x="7256" y="1269"/>
                </a:lnTo>
                <a:moveTo>
                  <a:pt x="7103" y="1269"/>
                </a:moveTo>
                <a:lnTo>
                  <a:pt x="7007" y="1269"/>
                </a:lnTo>
                <a:lnTo>
                  <a:pt x="7007" y="1250"/>
                </a:lnTo>
                <a:lnTo>
                  <a:pt x="7103" y="1250"/>
                </a:lnTo>
                <a:lnTo>
                  <a:pt x="7103" y="1269"/>
                </a:lnTo>
                <a:moveTo>
                  <a:pt x="6949" y="1269"/>
                </a:moveTo>
                <a:lnTo>
                  <a:pt x="6853" y="1269"/>
                </a:lnTo>
                <a:lnTo>
                  <a:pt x="6853" y="1250"/>
                </a:lnTo>
                <a:lnTo>
                  <a:pt x="6949" y="1250"/>
                </a:lnTo>
                <a:lnTo>
                  <a:pt x="6949" y="1269"/>
                </a:lnTo>
                <a:moveTo>
                  <a:pt x="6795" y="1269"/>
                </a:moveTo>
                <a:lnTo>
                  <a:pt x="6699" y="1269"/>
                </a:lnTo>
                <a:lnTo>
                  <a:pt x="6699" y="1250"/>
                </a:lnTo>
                <a:lnTo>
                  <a:pt x="6795" y="1250"/>
                </a:lnTo>
                <a:lnTo>
                  <a:pt x="6795" y="1269"/>
                </a:lnTo>
                <a:moveTo>
                  <a:pt x="6641" y="1269"/>
                </a:moveTo>
                <a:lnTo>
                  <a:pt x="6545" y="1269"/>
                </a:lnTo>
                <a:lnTo>
                  <a:pt x="6545" y="1250"/>
                </a:lnTo>
                <a:lnTo>
                  <a:pt x="6641" y="1250"/>
                </a:lnTo>
                <a:lnTo>
                  <a:pt x="6641" y="1269"/>
                </a:lnTo>
                <a:moveTo>
                  <a:pt x="6488" y="1269"/>
                </a:moveTo>
                <a:lnTo>
                  <a:pt x="6392" y="1269"/>
                </a:lnTo>
                <a:lnTo>
                  <a:pt x="6392" y="1250"/>
                </a:lnTo>
                <a:lnTo>
                  <a:pt x="6488" y="1250"/>
                </a:lnTo>
                <a:lnTo>
                  <a:pt x="6488" y="1269"/>
                </a:lnTo>
                <a:moveTo>
                  <a:pt x="6334" y="1269"/>
                </a:moveTo>
                <a:lnTo>
                  <a:pt x="6238" y="1269"/>
                </a:lnTo>
                <a:lnTo>
                  <a:pt x="6238" y="1250"/>
                </a:lnTo>
                <a:lnTo>
                  <a:pt x="6334" y="1250"/>
                </a:lnTo>
                <a:lnTo>
                  <a:pt x="6334" y="1269"/>
                </a:lnTo>
                <a:moveTo>
                  <a:pt x="6180" y="1269"/>
                </a:moveTo>
                <a:lnTo>
                  <a:pt x="6084" y="1269"/>
                </a:lnTo>
                <a:lnTo>
                  <a:pt x="6084" y="1250"/>
                </a:lnTo>
                <a:lnTo>
                  <a:pt x="6180" y="1250"/>
                </a:lnTo>
                <a:lnTo>
                  <a:pt x="6180" y="1269"/>
                </a:lnTo>
                <a:moveTo>
                  <a:pt x="6027" y="1269"/>
                </a:moveTo>
                <a:lnTo>
                  <a:pt x="5930" y="1269"/>
                </a:lnTo>
                <a:lnTo>
                  <a:pt x="5930" y="1250"/>
                </a:lnTo>
                <a:lnTo>
                  <a:pt x="6027" y="1250"/>
                </a:lnTo>
                <a:lnTo>
                  <a:pt x="6027" y="1269"/>
                </a:lnTo>
                <a:moveTo>
                  <a:pt x="5873" y="1269"/>
                </a:moveTo>
                <a:lnTo>
                  <a:pt x="5777" y="1269"/>
                </a:lnTo>
                <a:lnTo>
                  <a:pt x="5777" y="1250"/>
                </a:lnTo>
                <a:lnTo>
                  <a:pt x="5873" y="1250"/>
                </a:lnTo>
                <a:lnTo>
                  <a:pt x="5873" y="1269"/>
                </a:lnTo>
                <a:moveTo>
                  <a:pt x="5719" y="1269"/>
                </a:moveTo>
                <a:lnTo>
                  <a:pt x="5623" y="1269"/>
                </a:lnTo>
                <a:lnTo>
                  <a:pt x="5623" y="1250"/>
                </a:lnTo>
                <a:lnTo>
                  <a:pt x="5719" y="1250"/>
                </a:lnTo>
                <a:lnTo>
                  <a:pt x="5719" y="1269"/>
                </a:lnTo>
                <a:moveTo>
                  <a:pt x="5565" y="1269"/>
                </a:moveTo>
                <a:lnTo>
                  <a:pt x="5469" y="1269"/>
                </a:lnTo>
                <a:lnTo>
                  <a:pt x="5469" y="1250"/>
                </a:lnTo>
                <a:lnTo>
                  <a:pt x="5565" y="1250"/>
                </a:lnTo>
                <a:lnTo>
                  <a:pt x="5565" y="1269"/>
                </a:lnTo>
                <a:moveTo>
                  <a:pt x="5412" y="1269"/>
                </a:moveTo>
                <a:lnTo>
                  <a:pt x="5315" y="1269"/>
                </a:lnTo>
                <a:lnTo>
                  <a:pt x="5315" y="1250"/>
                </a:lnTo>
                <a:lnTo>
                  <a:pt x="5412" y="1250"/>
                </a:lnTo>
                <a:lnTo>
                  <a:pt x="5412" y="1269"/>
                </a:lnTo>
                <a:moveTo>
                  <a:pt x="5258" y="1269"/>
                </a:moveTo>
                <a:lnTo>
                  <a:pt x="5162" y="1269"/>
                </a:lnTo>
                <a:lnTo>
                  <a:pt x="5162" y="1250"/>
                </a:lnTo>
                <a:lnTo>
                  <a:pt x="5258" y="1250"/>
                </a:lnTo>
                <a:lnTo>
                  <a:pt x="5258" y="1269"/>
                </a:lnTo>
                <a:moveTo>
                  <a:pt x="5104" y="1269"/>
                </a:moveTo>
                <a:lnTo>
                  <a:pt x="5008" y="1269"/>
                </a:lnTo>
                <a:lnTo>
                  <a:pt x="5008" y="1250"/>
                </a:lnTo>
                <a:lnTo>
                  <a:pt x="5104" y="1250"/>
                </a:lnTo>
                <a:lnTo>
                  <a:pt x="5104" y="1269"/>
                </a:lnTo>
                <a:moveTo>
                  <a:pt x="4950" y="1269"/>
                </a:moveTo>
                <a:lnTo>
                  <a:pt x="4854" y="1269"/>
                </a:lnTo>
                <a:lnTo>
                  <a:pt x="4854" y="1250"/>
                </a:lnTo>
                <a:lnTo>
                  <a:pt x="4950" y="1250"/>
                </a:lnTo>
                <a:lnTo>
                  <a:pt x="4950" y="1269"/>
                </a:lnTo>
                <a:moveTo>
                  <a:pt x="4797" y="1269"/>
                </a:moveTo>
                <a:lnTo>
                  <a:pt x="4700" y="1269"/>
                </a:lnTo>
                <a:lnTo>
                  <a:pt x="4700" y="1250"/>
                </a:lnTo>
                <a:lnTo>
                  <a:pt x="4797" y="1250"/>
                </a:lnTo>
                <a:lnTo>
                  <a:pt x="4797" y="1269"/>
                </a:lnTo>
                <a:moveTo>
                  <a:pt x="4643" y="1269"/>
                </a:moveTo>
                <a:lnTo>
                  <a:pt x="4547" y="1269"/>
                </a:lnTo>
                <a:lnTo>
                  <a:pt x="4547" y="1250"/>
                </a:lnTo>
                <a:lnTo>
                  <a:pt x="4643" y="1250"/>
                </a:lnTo>
                <a:lnTo>
                  <a:pt x="4643" y="1269"/>
                </a:lnTo>
                <a:moveTo>
                  <a:pt x="4489" y="1269"/>
                </a:moveTo>
                <a:lnTo>
                  <a:pt x="4393" y="1269"/>
                </a:lnTo>
                <a:lnTo>
                  <a:pt x="4393" y="1250"/>
                </a:lnTo>
                <a:lnTo>
                  <a:pt x="4489" y="1250"/>
                </a:lnTo>
                <a:lnTo>
                  <a:pt x="4489" y="1269"/>
                </a:lnTo>
                <a:moveTo>
                  <a:pt x="4335" y="1269"/>
                </a:moveTo>
                <a:lnTo>
                  <a:pt x="4239" y="1269"/>
                </a:lnTo>
                <a:lnTo>
                  <a:pt x="4239" y="1250"/>
                </a:lnTo>
                <a:lnTo>
                  <a:pt x="4335" y="1250"/>
                </a:lnTo>
                <a:lnTo>
                  <a:pt x="4335" y="1269"/>
                </a:lnTo>
                <a:moveTo>
                  <a:pt x="4182" y="1269"/>
                </a:moveTo>
                <a:lnTo>
                  <a:pt x="4085" y="1269"/>
                </a:lnTo>
                <a:lnTo>
                  <a:pt x="4085" y="1250"/>
                </a:lnTo>
                <a:lnTo>
                  <a:pt x="4182" y="1250"/>
                </a:lnTo>
                <a:lnTo>
                  <a:pt x="4182" y="1269"/>
                </a:lnTo>
                <a:moveTo>
                  <a:pt x="4028" y="1269"/>
                </a:moveTo>
                <a:lnTo>
                  <a:pt x="3932" y="1269"/>
                </a:lnTo>
                <a:lnTo>
                  <a:pt x="3932" y="1250"/>
                </a:lnTo>
                <a:lnTo>
                  <a:pt x="4028" y="1250"/>
                </a:lnTo>
                <a:lnTo>
                  <a:pt x="4028" y="1269"/>
                </a:lnTo>
                <a:moveTo>
                  <a:pt x="3874" y="1269"/>
                </a:moveTo>
                <a:lnTo>
                  <a:pt x="3778" y="1269"/>
                </a:lnTo>
                <a:lnTo>
                  <a:pt x="3778" y="1250"/>
                </a:lnTo>
                <a:lnTo>
                  <a:pt x="3874" y="1250"/>
                </a:lnTo>
                <a:lnTo>
                  <a:pt x="3874" y="1269"/>
                </a:lnTo>
                <a:moveTo>
                  <a:pt x="3720" y="1269"/>
                </a:moveTo>
                <a:lnTo>
                  <a:pt x="3624" y="1269"/>
                </a:lnTo>
                <a:lnTo>
                  <a:pt x="3624" y="1250"/>
                </a:lnTo>
                <a:lnTo>
                  <a:pt x="3720" y="1250"/>
                </a:lnTo>
                <a:lnTo>
                  <a:pt x="3720" y="1269"/>
                </a:lnTo>
                <a:moveTo>
                  <a:pt x="3567" y="1269"/>
                </a:moveTo>
                <a:lnTo>
                  <a:pt x="3470" y="1269"/>
                </a:lnTo>
                <a:lnTo>
                  <a:pt x="3470" y="1250"/>
                </a:lnTo>
                <a:lnTo>
                  <a:pt x="3567" y="1250"/>
                </a:lnTo>
                <a:lnTo>
                  <a:pt x="3567" y="1269"/>
                </a:lnTo>
                <a:moveTo>
                  <a:pt x="3413" y="1269"/>
                </a:moveTo>
                <a:lnTo>
                  <a:pt x="3317" y="1269"/>
                </a:lnTo>
                <a:lnTo>
                  <a:pt x="3317" y="1250"/>
                </a:lnTo>
                <a:lnTo>
                  <a:pt x="3413" y="1250"/>
                </a:lnTo>
                <a:lnTo>
                  <a:pt x="3413" y="1269"/>
                </a:lnTo>
                <a:moveTo>
                  <a:pt x="3259" y="1269"/>
                </a:moveTo>
                <a:lnTo>
                  <a:pt x="3163" y="1269"/>
                </a:lnTo>
                <a:lnTo>
                  <a:pt x="3163" y="1250"/>
                </a:lnTo>
                <a:lnTo>
                  <a:pt x="3259" y="1250"/>
                </a:lnTo>
                <a:lnTo>
                  <a:pt x="3259" y="1269"/>
                </a:lnTo>
                <a:moveTo>
                  <a:pt x="3105" y="1269"/>
                </a:moveTo>
                <a:lnTo>
                  <a:pt x="3009" y="1269"/>
                </a:lnTo>
                <a:lnTo>
                  <a:pt x="3009" y="1250"/>
                </a:lnTo>
                <a:lnTo>
                  <a:pt x="3105" y="1250"/>
                </a:lnTo>
                <a:lnTo>
                  <a:pt x="3105" y="1269"/>
                </a:lnTo>
                <a:moveTo>
                  <a:pt x="2952" y="1269"/>
                </a:moveTo>
                <a:lnTo>
                  <a:pt x="2855" y="1269"/>
                </a:lnTo>
                <a:lnTo>
                  <a:pt x="2855" y="1250"/>
                </a:lnTo>
                <a:lnTo>
                  <a:pt x="2952" y="1250"/>
                </a:lnTo>
                <a:lnTo>
                  <a:pt x="2952" y="1269"/>
                </a:lnTo>
                <a:moveTo>
                  <a:pt x="2798" y="1269"/>
                </a:moveTo>
                <a:lnTo>
                  <a:pt x="2702" y="1269"/>
                </a:lnTo>
                <a:lnTo>
                  <a:pt x="2702" y="1250"/>
                </a:lnTo>
                <a:lnTo>
                  <a:pt x="2798" y="1250"/>
                </a:lnTo>
                <a:lnTo>
                  <a:pt x="2798" y="1269"/>
                </a:lnTo>
                <a:moveTo>
                  <a:pt x="2644" y="1269"/>
                </a:moveTo>
                <a:lnTo>
                  <a:pt x="2548" y="1269"/>
                </a:lnTo>
                <a:lnTo>
                  <a:pt x="2548" y="1250"/>
                </a:lnTo>
                <a:lnTo>
                  <a:pt x="2644" y="1250"/>
                </a:lnTo>
                <a:lnTo>
                  <a:pt x="2644" y="1269"/>
                </a:lnTo>
                <a:moveTo>
                  <a:pt x="2490" y="1269"/>
                </a:moveTo>
                <a:lnTo>
                  <a:pt x="2394" y="1269"/>
                </a:lnTo>
                <a:lnTo>
                  <a:pt x="2394" y="1250"/>
                </a:lnTo>
                <a:lnTo>
                  <a:pt x="2490" y="1250"/>
                </a:lnTo>
                <a:lnTo>
                  <a:pt x="2490" y="1269"/>
                </a:lnTo>
                <a:moveTo>
                  <a:pt x="2337" y="1269"/>
                </a:moveTo>
                <a:lnTo>
                  <a:pt x="2240" y="1269"/>
                </a:lnTo>
                <a:lnTo>
                  <a:pt x="2240" y="1250"/>
                </a:lnTo>
                <a:lnTo>
                  <a:pt x="2337" y="1250"/>
                </a:lnTo>
                <a:lnTo>
                  <a:pt x="2337" y="1269"/>
                </a:lnTo>
                <a:moveTo>
                  <a:pt x="2182" y="1269"/>
                </a:moveTo>
                <a:lnTo>
                  <a:pt x="2086" y="1269"/>
                </a:lnTo>
                <a:lnTo>
                  <a:pt x="2086" y="1250"/>
                </a:lnTo>
                <a:lnTo>
                  <a:pt x="2182" y="1250"/>
                </a:lnTo>
                <a:lnTo>
                  <a:pt x="2182" y="1269"/>
                </a:lnTo>
                <a:moveTo>
                  <a:pt x="2028" y="1269"/>
                </a:moveTo>
                <a:lnTo>
                  <a:pt x="1932" y="1269"/>
                </a:lnTo>
                <a:lnTo>
                  <a:pt x="1932" y="1250"/>
                </a:lnTo>
                <a:lnTo>
                  <a:pt x="2028" y="1250"/>
                </a:lnTo>
                <a:lnTo>
                  <a:pt x="2028" y="1269"/>
                </a:lnTo>
                <a:moveTo>
                  <a:pt x="1874" y="1269"/>
                </a:moveTo>
                <a:lnTo>
                  <a:pt x="1778" y="1269"/>
                </a:lnTo>
                <a:lnTo>
                  <a:pt x="1778" y="1250"/>
                </a:lnTo>
                <a:lnTo>
                  <a:pt x="1874" y="1250"/>
                </a:lnTo>
                <a:lnTo>
                  <a:pt x="1874" y="1269"/>
                </a:lnTo>
                <a:moveTo>
                  <a:pt x="1721" y="1269"/>
                </a:moveTo>
                <a:lnTo>
                  <a:pt x="1624" y="1269"/>
                </a:lnTo>
                <a:lnTo>
                  <a:pt x="1624" y="1250"/>
                </a:lnTo>
                <a:lnTo>
                  <a:pt x="1721" y="1250"/>
                </a:lnTo>
                <a:lnTo>
                  <a:pt x="1721" y="1269"/>
                </a:lnTo>
                <a:moveTo>
                  <a:pt x="1567" y="1269"/>
                </a:moveTo>
                <a:lnTo>
                  <a:pt x="1471" y="1269"/>
                </a:lnTo>
                <a:lnTo>
                  <a:pt x="1471" y="1250"/>
                </a:lnTo>
                <a:lnTo>
                  <a:pt x="1567" y="1250"/>
                </a:lnTo>
                <a:lnTo>
                  <a:pt x="1567" y="1269"/>
                </a:lnTo>
                <a:moveTo>
                  <a:pt x="1413" y="1269"/>
                </a:moveTo>
                <a:lnTo>
                  <a:pt x="1317" y="1269"/>
                </a:lnTo>
                <a:lnTo>
                  <a:pt x="1317" y="1250"/>
                </a:lnTo>
                <a:lnTo>
                  <a:pt x="1413" y="1250"/>
                </a:lnTo>
                <a:lnTo>
                  <a:pt x="1413" y="1269"/>
                </a:lnTo>
                <a:moveTo>
                  <a:pt x="1259" y="1269"/>
                </a:moveTo>
                <a:lnTo>
                  <a:pt x="1163" y="1269"/>
                </a:lnTo>
                <a:lnTo>
                  <a:pt x="1163" y="1250"/>
                </a:lnTo>
                <a:lnTo>
                  <a:pt x="1259" y="1250"/>
                </a:lnTo>
                <a:lnTo>
                  <a:pt x="1259" y="1269"/>
                </a:lnTo>
                <a:moveTo>
                  <a:pt x="1106" y="1269"/>
                </a:moveTo>
                <a:lnTo>
                  <a:pt x="1009" y="1269"/>
                </a:lnTo>
                <a:lnTo>
                  <a:pt x="1009" y="1250"/>
                </a:lnTo>
                <a:lnTo>
                  <a:pt x="1106" y="1250"/>
                </a:lnTo>
                <a:lnTo>
                  <a:pt x="1106" y="1269"/>
                </a:lnTo>
                <a:moveTo>
                  <a:pt x="952" y="1269"/>
                </a:moveTo>
                <a:lnTo>
                  <a:pt x="856" y="1269"/>
                </a:lnTo>
                <a:lnTo>
                  <a:pt x="856" y="1250"/>
                </a:lnTo>
                <a:lnTo>
                  <a:pt x="952" y="1250"/>
                </a:lnTo>
                <a:lnTo>
                  <a:pt x="952" y="1269"/>
                </a:lnTo>
                <a:moveTo>
                  <a:pt x="798" y="1269"/>
                </a:moveTo>
                <a:lnTo>
                  <a:pt x="702" y="1269"/>
                </a:lnTo>
                <a:lnTo>
                  <a:pt x="702" y="1250"/>
                </a:lnTo>
                <a:lnTo>
                  <a:pt x="798" y="1250"/>
                </a:lnTo>
                <a:lnTo>
                  <a:pt x="798" y="1269"/>
                </a:lnTo>
                <a:moveTo>
                  <a:pt x="644" y="1269"/>
                </a:moveTo>
                <a:lnTo>
                  <a:pt x="548" y="1269"/>
                </a:lnTo>
                <a:lnTo>
                  <a:pt x="548" y="1250"/>
                </a:lnTo>
                <a:lnTo>
                  <a:pt x="644" y="1250"/>
                </a:lnTo>
                <a:lnTo>
                  <a:pt x="644" y="1269"/>
                </a:lnTo>
                <a:moveTo>
                  <a:pt x="491" y="1269"/>
                </a:moveTo>
                <a:lnTo>
                  <a:pt x="394" y="1269"/>
                </a:lnTo>
                <a:lnTo>
                  <a:pt x="394" y="1250"/>
                </a:lnTo>
                <a:lnTo>
                  <a:pt x="491" y="1250"/>
                </a:lnTo>
                <a:lnTo>
                  <a:pt x="491" y="1269"/>
                </a:lnTo>
                <a:moveTo>
                  <a:pt x="337" y="1269"/>
                </a:moveTo>
                <a:lnTo>
                  <a:pt x="241" y="1269"/>
                </a:lnTo>
                <a:lnTo>
                  <a:pt x="241" y="1250"/>
                </a:lnTo>
                <a:lnTo>
                  <a:pt x="337" y="1250"/>
                </a:lnTo>
                <a:lnTo>
                  <a:pt x="337" y="1269"/>
                </a:lnTo>
                <a:moveTo>
                  <a:pt x="183" y="1269"/>
                </a:moveTo>
                <a:lnTo>
                  <a:pt x="87" y="1269"/>
                </a:lnTo>
                <a:lnTo>
                  <a:pt x="87" y="1250"/>
                </a:lnTo>
                <a:lnTo>
                  <a:pt x="183" y="1250"/>
                </a:lnTo>
                <a:lnTo>
                  <a:pt x="183" y="1269"/>
                </a:lnTo>
                <a:moveTo>
                  <a:pt x="29" y="1269"/>
                </a:moveTo>
                <a:lnTo>
                  <a:pt x="0" y="1269"/>
                </a:lnTo>
                <a:lnTo>
                  <a:pt x="0" y="1183"/>
                </a:lnTo>
                <a:lnTo>
                  <a:pt x="20" y="1183"/>
                </a:lnTo>
                <a:lnTo>
                  <a:pt x="20" y="1260"/>
                </a:lnTo>
                <a:lnTo>
                  <a:pt x="10" y="1260"/>
                </a:lnTo>
                <a:lnTo>
                  <a:pt x="10" y="1250"/>
                </a:lnTo>
                <a:lnTo>
                  <a:pt x="29" y="1250"/>
                </a:lnTo>
                <a:lnTo>
                  <a:pt x="29" y="1269"/>
                </a:lnTo>
                <a:moveTo>
                  <a:pt x="0" y="1125"/>
                </a:moveTo>
                <a:lnTo>
                  <a:pt x="0" y="1029"/>
                </a:lnTo>
                <a:lnTo>
                  <a:pt x="20" y="1029"/>
                </a:lnTo>
                <a:lnTo>
                  <a:pt x="20" y="1125"/>
                </a:lnTo>
                <a:lnTo>
                  <a:pt x="0" y="1125"/>
                </a:lnTo>
                <a:moveTo>
                  <a:pt x="0" y="972"/>
                </a:moveTo>
                <a:lnTo>
                  <a:pt x="0" y="875"/>
                </a:lnTo>
                <a:lnTo>
                  <a:pt x="20" y="875"/>
                </a:lnTo>
                <a:lnTo>
                  <a:pt x="20" y="972"/>
                </a:lnTo>
                <a:lnTo>
                  <a:pt x="0" y="972"/>
                </a:lnTo>
                <a:moveTo>
                  <a:pt x="0" y="818"/>
                </a:moveTo>
                <a:lnTo>
                  <a:pt x="0" y="722"/>
                </a:lnTo>
                <a:lnTo>
                  <a:pt x="20" y="722"/>
                </a:lnTo>
                <a:lnTo>
                  <a:pt x="20" y="818"/>
                </a:lnTo>
                <a:lnTo>
                  <a:pt x="0" y="818"/>
                </a:lnTo>
                <a:moveTo>
                  <a:pt x="0" y="664"/>
                </a:moveTo>
                <a:lnTo>
                  <a:pt x="0" y="568"/>
                </a:lnTo>
                <a:lnTo>
                  <a:pt x="20" y="568"/>
                </a:lnTo>
                <a:lnTo>
                  <a:pt x="20" y="664"/>
                </a:lnTo>
                <a:lnTo>
                  <a:pt x="0" y="664"/>
                </a:lnTo>
                <a:moveTo>
                  <a:pt x="0" y="510"/>
                </a:moveTo>
                <a:lnTo>
                  <a:pt x="0" y="414"/>
                </a:lnTo>
                <a:lnTo>
                  <a:pt x="20" y="414"/>
                </a:lnTo>
                <a:lnTo>
                  <a:pt x="20" y="510"/>
                </a:lnTo>
                <a:lnTo>
                  <a:pt x="0" y="510"/>
                </a:lnTo>
                <a:moveTo>
                  <a:pt x="0" y="357"/>
                </a:moveTo>
                <a:lnTo>
                  <a:pt x="0" y="259"/>
                </a:lnTo>
                <a:lnTo>
                  <a:pt x="20" y="259"/>
                </a:lnTo>
                <a:lnTo>
                  <a:pt x="20" y="357"/>
                </a:lnTo>
                <a:lnTo>
                  <a:pt x="0" y="357"/>
                </a:lnTo>
                <a:moveTo>
                  <a:pt x="0" y="202"/>
                </a:moveTo>
                <a:lnTo>
                  <a:pt x="0" y="106"/>
                </a:lnTo>
                <a:lnTo>
                  <a:pt x="20" y="106"/>
                </a:lnTo>
                <a:lnTo>
                  <a:pt x="20" y="202"/>
                </a:lnTo>
                <a:lnTo>
                  <a:pt x="0" y="202"/>
                </a:lnTo>
                <a:moveTo>
                  <a:pt x="0" y="48"/>
                </a:moveTo>
                <a:lnTo>
                  <a:pt x="0" y="0"/>
                </a:lnTo>
                <a:lnTo>
                  <a:pt x="106" y="0"/>
                </a:lnTo>
                <a:lnTo>
                  <a:pt x="106" y="19"/>
                </a:lnTo>
                <a:lnTo>
                  <a:pt x="10" y="19"/>
                </a:lnTo>
                <a:lnTo>
                  <a:pt x="10" y="10"/>
                </a:lnTo>
                <a:lnTo>
                  <a:pt x="20" y="10"/>
                </a:lnTo>
                <a:lnTo>
                  <a:pt x="2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5" name=""/>
          <p:cNvSpPr/>
          <p:nvPr/>
        </p:nvSpPr>
        <p:spPr>
          <a:xfrm>
            <a:off x="5625360" y="2005920"/>
            <a:ext cx="83160" cy="69840"/>
          </a:xfrm>
          <a:custGeom>
            <a:avLst/>
            <a:gdLst/>
            <a:ahLst/>
            <a:rect l="0" t="0" r="r" b="b"/>
            <a:pathLst>
              <a:path w="231" h="194">
                <a:moveTo>
                  <a:pt x="0" y="0"/>
                </a:moveTo>
                <a:lnTo>
                  <a:pt x="231" y="0"/>
                </a:lnTo>
                <a:lnTo>
                  <a:pt x="231" y="194"/>
                </a:lnTo>
                <a:lnTo>
                  <a:pt x="0" y="194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6" name=""/>
          <p:cNvSpPr/>
          <p:nvPr/>
        </p:nvSpPr>
        <p:spPr>
          <a:xfrm>
            <a:off x="5625360" y="2030400"/>
            <a:ext cx="8280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1557360" y="1515240"/>
            <a:ext cx="1347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Farmacie (ISCED-F 0916)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1460520" y="1998360"/>
            <a:ext cx="132192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Collectie van Medewerkertypes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1460520" y="2109960"/>
            <a:ext cx="2096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Docent farmacie en praktijkbegeleider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0" name=""/>
          <p:cNvSpPr/>
          <p:nvPr/>
        </p:nvSpPr>
        <p:spPr>
          <a:xfrm>
            <a:off x="1391040" y="2594160"/>
            <a:ext cx="2878560" cy="450000"/>
          </a:xfrm>
          <a:custGeom>
            <a:avLst/>
            <a:gdLst/>
            <a:ahLst/>
            <a:rect l="0" t="0" r="r" b="b"/>
            <a:pathLst>
              <a:path w="7996" h="1250">
                <a:moveTo>
                  <a:pt x="0" y="0"/>
                </a:moveTo>
                <a:lnTo>
                  <a:pt x="7996" y="0"/>
                </a:lnTo>
                <a:lnTo>
                  <a:pt x="7996" y="1250"/>
                </a:lnTo>
                <a:lnTo>
                  <a:pt x="0" y="1250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1" name=""/>
          <p:cNvSpPr/>
          <p:nvPr/>
        </p:nvSpPr>
        <p:spPr>
          <a:xfrm>
            <a:off x="1387440" y="2590560"/>
            <a:ext cx="2885760" cy="457200"/>
          </a:xfrm>
          <a:custGeom>
            <a:avLst/>
            <a:gdLst/>
            <a:ahLst/>
            <a:rect l="0" t="0" r="r" b="b"/>
            <a:pathLst>
              <a:path w="8016" h="1270">
                <a:moveTo>
                  <a:pt x="165" y="0"/>
                </a:moveTo>
                <a:lnTo>
                  <a:pt x="261" y="0"/>
                </a:lnTo>
                <a:lnTo>
                  <a:pt x="261" y="20"/>
                </a:lnTo>
                <a:lnTo>
                  <a:pt x="165" y="20"/>
                </a:lnTo>
                <a:lnTo>
                  <a:pt x="165" y="0"/>
                </a:lnTo>
                <a:moveTo>
                  <a:pt x="319" y="0"/>
                </a:moveTo>
                <a:lnTo>
                  <a:pt x="415" y="0"/>
                </a:lnTo>
                <a:lnTo>
                  <a:pt x="415" y="20"/>
                </a:lnTo>
                <a:lnTo>
                  <a:pt x="319" y="20"/>
                </a:lnTo>
                <a:lnTo>
                  <a:pt x="319" y="0"/>
                </a:lnTo>
                <a:moveTo>
                  <a:pt x="472" y="0"/>
                </a:moveTo>
                <a:lnTo>
                  <a:pt x="568" y="0"/>
                </a:lnTo>
                <a:lnTo>
                  <a:pt x="568" y="20"/>
                </a:lnTo>
                <a:lnTo>
                  <a:pt x="472" y="20"/>
                </a:lnTo>
                <a:lnTo>
                  <a:pt x="472" y="0"/>
                </a:lnTo>
                <a:moveTo>
                  <a:pt x="626" y="0"/>
                </a:moveTo>
                <a:lnTo>
                  <a:pt x="722" y="0"/>
                </a:lnTo>
                <a:lnTo>
                  <a:pt x="722" y="20"/>
                </a:lnTo>
                <a:lnTo>
                  <a:pt x="626" y="20"/>
                </a:lnTo>
                <a:lnTo>
                  <a:pt x="626" y="0"/>
                </a:lnTo>
                <a:moveTo>
                  <a:pt x="780" y="0"/>
                </a:moveTo>
                <a:lnTo>
                  <a:pt x="876" y="0"/>
                </a:lnTo>
                <a:lnTo>
                  <a:pt x="876" y="20"/>
                </a:lnTo>
                <a:lnTo>
                  <a:pt x="780" y="20"/>
                </a:lnTo>
                <a:lnTo>
                  <a:pt x="780" y="0"/>
                </a:lnTo>
                <a:moveTo>
                  <a:pt x="934" y="0"/>
                </a:moveTo>
                <a:lnTo>
                  <a:pt x="1030" y="0"/>
                </a:lnTo>
                <a:lnTo>
                  <a:pt x="1030" y="20"/>
                </a:lnTo>
                <a:lnTo>
                  <a:pt x="934" y="20"/>
                </a:lnTo>
                <a:lnTo>
                  <a:pt x="934" y="0"/>
                </a:lnTo>
                <a:moveTo>
                  <a:pt x="1087" y="0"/>
                </a:moveTo>
                <a:lnTo>
                  <a:pt x="1183" y="0"/>
                </a:lnTo>
                <a:lnTo>
                  <a:pt x="1183" y="20"/>
                </a:lnTo>
                <a:lnTo>
                  <a:pt x="1087" y="20"/>
                </a:lnTo>
                <a:lnTo>
                  <a:pt x="1087" y="0"/>
                </a:lnTo>
                <a:moveTo>
                  <a:pt x="1241" y="0"/>
                </a:moveTo>
                <a:lnTo>
                  <a:pt x="1337" y="0"/>
                </a:lnTo>
                <a:lnTo>
                  <a:pt x="1337" y="20"/>
                </a:lnTo>
                <a:lnTo>
                  <a:pt x="1241" y="20"/>
                </a:lnTo>
                <a:lnTo>
                  <a:pt x="1241" y="0"/>
                </a:lnTo>
                <a:moveTo>
                  <a:pt x="1395" y="0"/>
                </a:moveTo>
                <a:lnTo>
                  <a:pt x="1491" y="0"/>
                </a:lnTo>
                <a:lnTo>
                  <a:pt x="1491" y="20"/>
                </a:lnTo>
                <a:lnTo>
                  <a:pt x="1395" y="20"/>
                </a:lnTo>
                <a:lnTo>
                  <a:pt x="1395" y="0"/>
                </a:lnTo>
                <a:moveTo>
                  <a:pt x="1549" y="0"/>
                </a:moveTo>
                <a:lnTo>
                  <a:pt x="1645" y="0"/>
                </a:lnTo>
                <a:lnTo>
                  <a:pt x="1645" y="20"/>
                </a:lnTo>
                <a:lnTo>
                  <a:pt x="1549" y="20"/>
                </a:lnTo>
                <a:lnTo>
                  <a:pt x="1549" y="0"/>
                </a:lnTo>
                <a:moveTo>
                  <a:pt x="1702" y="0"/>
                </a:moveTo>
                <a:lnTo>
                  <a:pt x="1798" y="0"/>
                </a:lnTo>
                <a:lnTo>
                  <a:pt x="1798" y="20"/>
                </a:lnTo>
                <a:lnTo>
                  <a:pt x="1702" y="20"/>
                </a:lnTo>
                <a:lnTo>
                  <a:pt x="1702" y="0"/>
                </a:lnTo>
                <a:moveTo>
                  <a:pt x="1856" y="0"/>
                </a:moveTo>
                <a:lnTo>
                  <a:pt x="1952" y="0"/>
                </a:lnTo>
                <a:lnTo>
                  <a:pt x="1952" y="20"/>
                </a:lnTo>
                <a:lnTo>
                  <a:pt x="1856" y="20"/>
                </a:lnTo>
                <a:lnTo>
                  <a:pt x="1856" y="0"/>
                </a:lnTo>
                <a:moveTo>
                  <a:pt x="2010" y="0"/>
                </a:moveTo>
                <a:lnTo>
                  <a:pt x="2106" y="0"/>
                </a:lnTo>
                <a:lnTo>
                  <a:pt x="2106" y="20"/>
                </a:lnTo>
                <a:lnTo>
                  <a:pt x="2010" y="20"/>
                </a:lnTo>
                <a:lnTo>
                  <a:pt x="2010" y="0"/>
                </a:lnTo>
                <a:moveTo>
                  <a:pt x="2164" y="0"/>
                </a:moveTo>
                <a:lnTo>
                  <a:pt x="2260" y="0"/>
                </a:lnTo>
                <a:lnTo>
                  <a:pt x="2260" y="20"/>
                </a:lnTo>
                <a:lnTo>
                  <a:pt x="2164" y="20"/>
                </a:lnTo>
                <a:lnTo>
                  <a:pt x="2164" y="0"/>
                </a:lnTo>
                <a:moveTo>
                  <a:pt x="2317" y="0"/>
                </a:moveTo>
                <a:lnTo>
                  <a:pt x="2413" y="0"/>
                </a:lnTo>
                <a:lnTo>
                  <a:pt x="2413" y="20"/>
                </a:lnTo>
                <a:lnTo>
                  <a:pt x="2317" y="20"/>
                </a:lnTo>
                <a:lnTo>
                  <a:pt x="2317" y="0"/>
                </a:lnTo>
                <a:moveTo>
                  <a:pt x="2471" y="0"/>
                </a:moveTo>
                <a:lnTo>
                  <a:pt x="2567" y="0"/>
                </a:lnTo>
                <a:lnTo>
                  <a:pt x="2567" y="20"/>
                </a:lnTo>
                <a:lnTo>
                  <a:pt x="2471" y="20"/>
                </a:lnTo>
                <a:lnTo>
                  <a:pt x="2471" y="0"/>
                </a:lnTo>
                <a:moveTo>
                  <a:pt x="2625" y="0"/>
                </a:moveTo>
                <a:lnTo>
                  <a:pt x="2721" y="0"/>
                </a:lnTo>
                <a:lnTo>
                  <a:pt x="2721" y="20"/>
                </a:lnTo>
                <a:lnTo>
                  <a:pt x="2625" y="20"/>
                </a:lnTo>
                <a:lnTo>
                  <a:pt x="2625" y="0"/>
                </a:lnTo>
                <a:moveTo>
                  <a:pt x="2779" y="0"/>
                </a:moveTo>
                <a:lnTo>
                  <a:pt x="2875" y="0"/>
                </a:lnTo>
                <a:lnTo>
                  <a:pt x="2875" y="20"/>
                </a:lnTo>
                <a:lnTo>
                  <a:pt x="2779" y="20"/>
                </a:lnTo>
                <a:lnTo>
                  <a:pt x="2779" y="0"/>
                </a:lnTo>
                <a:moveTo>
                  <a:pt x="2932" y="0"/>
                </a:moveTo>
                <a:lnTo>
                  <a:pt x="3028" y="0"/>
                </a:lnTo>
                <a:lnTo>
                  <a:pt x="3028" y="20"/>
                </a:lnTo>
                <a:lnTo>
                  <a:pt x="2932" y="20"/>
                </a:lnTo>
                <a:lnTo>
                  <a:pt x="2932" y="0"/>
                </a:lnTo>
                <a:moveTo>
                  <a:pt x="3086" y="0"/>
                </a:moveTo>
                <a:lnTo>
                  <a:pt x="3182" y="0"/>
                </a:lnTo>
                <a:lnTo>
                  <a:pt x="3182" y="20"/>
                </a:lnTo>
                <a:lnTo>
                  <a:pt x="3086" y="20"/>
                </a:lnTo>
                <a:lnTo>
                  <a:pt x="3086" y="0"/>
                </a:lnTo>
                <a:moveTo>
                  <a:pt x="3240" y="0"/>
                </a:moveTo>
                <a:lnTo>
                  <a:pt x="3336" y="0"/>
                </a:lnTo>
                <a:lnTo>
                  <a:pt x="3336" y="20"/>
                </a:lnTo>
                <a:lnTo>
                  <a:pt x="3240" y="20"/>
                </a:lnTo>
                <a:lnTo>
                  <a:pt x="3240" y="0"/>
                </a:lnTo>
                <a:moveTo>
                  <a:pt x="3394" y="0"/>
                </a:moveTo>
                <a:lnTo>
                  <a:pt x="3490" y="0"/>
                </a:lnTo>
                <a:lnTo>
                  <a:pt x="3490" y="20"/>
                </a:lnTo>
                <a:lnTo>
                  <a:pt x="3394" y="20"/>
                </a:lnTo>
                <a:lnTo>
                  <a:pt x="3394" y="0"/>
                </a:lnTo>
                <a:moveTo>
                  <a:pt x="3547" y="0"/>
                </a:moveTo>
                <a:lnTo>
                  <a:pt x="3643" y="0"/>
                </a:lnTo>
                <a:lnTo>
                  <a:pt x="3643" y="20"/>
                </a:lnTo>
                <a:lnTo>
                  <a:pt x="3547" y="20"/>
                </a:lnTo>
                <a:lnTo>
                  <a:pt x="3547" y="0"/>
                </a:lnTo>
                <a:moveTo>
                  <a:pt x="3701" y="0"/>
                </a:moveTo>
                <a:lnTo>
                  <a:pt x="3797" y="0"/>
                </a:lnTo>
                <a:lnTo>
                  <a:pt x="3797" y="20"/>
                </a:lnTo>
                <a:lnTo>
                  <a:pt x="3701" y="20"/>
                </a:lnTo>
                <a:lnTo>
                  <a:pt x="3701" y="0"/>
                </a:lnTo>
                <a:moveTo>
                  <a:pt x="3855" y="0"/>
                </a:moveTo>
                <a:lnTo>
                  <a:pt x="3951" y="0"/>
                </a:lnTo>
                <a:lnTo>
                  <a:pt x="3951" y="20"/>
                </a:lnTo>
                <a:lnTo>
                  <a:pt x="3855" y="20"/>
                </a:lnTo>
                <a:lnTo>
                  <a:pt x="3855" y="0"/>
                </a:lnTo>
                <a:moveTo>
                  <a:pt x="4009" y="0"/>
                </a:moveTo>
                <a:lnTo>
                  <a:pt x="4105" y="0"/>
                </a:lnTo>
                <a:lnTo>
                  <a:pt x="4105" y="20"/>
                </a:lnTo>
                <a:lnTo>
                  <a:pt x="4009" y="20"/>
                </a:lnTo>
                <a:lnTo>
                  <a:pt x="4009" y="0"/>
                </a:lnTo>
                <a:moveTo>
                  <a:pt x="4162" y="0"/>
                </a:moveTo>
                <a:lnTo>
                  <a:pt x="4258" y="0"/>
                </a:lnTo>
                <a:lnTo>
                  <a:pt x="4258" y="20"/>
                </a:lnTo>
                <a:lnTo>
                  <a:pt x="4162" y="20"/>
                </a:lnTo>
                <a:lnTo>
                  <a:pt x="4162" y="0"/>
                </a:lnTo>
                <a:moveTo>
                  <a:pt x="4316" y="0"/>
                </a:moveTo>
                <a:lnTo>
                  <a:pt x="4412" y="0"/>
                </a:lnTo>
                <a:lnTo>
                  <a:pt x="4412" y="20"/>
                </a:lnTo>
                <a:lnTo>
                  <a:pt x="4316" y="20"/>
                </a:lnTo>
                <a:lnTo>
                  <a:pt x="4316" y="0"/>
                </a:lnTo>
                <a:moveTo>
                  <a:pt x="4470" y="0"/>
                </a:moveTo>
                <a:lnTo>
                  <a:pt x="4566" y="0"/>
                </a:lnTo>
                <a:lnTo>
                  <a:pt x="4566" y="20"/>
                </a:lnTo>
                <a:lnTo>
                  <a:pt x="4470" y="20"/>
                </a:lnTo>
                <a:lnTo>
                  <a:pt x="4470" y="0"/>
                </a:lnTo>
                <a:moveTo>
                  <a:pt x="4624" y="0"/>
                </a:moveTo>
                <a:lnTo>
                  <a:pt x="4720" y="0"/>
                </a:lnTo>
                <a:lnTo>
                  <a:pt x="4720" y="20"/>
                </a:lnTo>
                <a:lnTo>
                  <a:pt x="4624" y="20"/>
                </a:lnTo>
                <a:lnTo>
                  <a:pt x="4624" y="0"/>
                </a:lnTo>
                <a:moveTo>
                  <a:pt x="4777" y="0"/>
                </a:moveTo>
                <a:lnTo>
                  <a:pt x="4873" y="0"/>
                </a:lnTo>
                <a:lnTo>
                  <a:pt x="4873" y="20"/>
                </a:lnTo>
                <a:lnTo>
                  <a:pt x="4777" y="20"/>
                </a:lnTo>
                <a:lnTo>
                  <a:pt x="4777" y="0"/>
                </a:lnTo>
                <a:moveTo>
                  <a:pt x="4931" y="0"/>
                </a:moveTo>
                <a:lnTo>
                  <a:pt x="5027" y="0"/>
                </a:lnTo>
                <a:lnTo>
                  <a:pt x="5027" y="20"/>
                </a:lnTo>
                <a:lnTo>
                  <a:pt x="4931" y="20"/>
                </a:lnTo>
                <a:lnTo>
                  <a:pt x="4931" y="0"/>
                </a:lnTo>
                <a:moveTo>
                  <a:pt x="5085" y="0"/>
                </a:moveTo>
                <a:lnTo>
                  <a:pt x="5181" y="0"/>
                </a:lnTo>
                <a:lnTo>
                  <a:pt x="5181" y="20"/>
                </a:lnTo>
                <a:lnTo>
                  <a:pt x="5085" y="20"/>
                </a:lnTo>
                <a:lnTo>
                  <a:pt x="5085" y="0"/>
                </a:lnTo>
                <a:moveTo>
                  <a:pt x="5239" y="0"/>
                </a:moveTo>
                <a:lnTo>
                  <a:pt x="5335" y="0"/>
                </a:lnTo>
                <a:lnTo>
                  <a:pt x="5335" y="20"/>
                </a:lnTo>
                <a:lnTo>
                  <a:pt x="5239" y="20"/>
                </a:lnTo>
                <a:lnTo>
                  <a:pt x="5239" y="0"/>
                </a:lnTo>
                <a:moveTo>
                  <a:pt x="5392" y="0"/>
                </a:moveTo>
                <a:lnTo>
                  <a:pt x="5488" y="0"/>
                </a:lnTo>
                <a:lnTo>
                  <a:pt x="5488" y="20"/>
                </a:lnTo>
                <a:lnTo>
                  <a:pt x="5392" y="20"/>
                </a:lnTo>
                <a:lnTo>
                  <a:pt x="5392" y="0"/>
                </a:lnTo>
                <a:moveTo>
                  <a:pt x="5546" y="0"/>
                </a:moveTo>
                <a:lnTo>
                  <a:pt x="5642" y="0"/>
                </a:lnTo>
                <a:lnTo>
                  <a:pt x="5642" y="20"/>
                </a:lnTo>
                <a:lnTo>
                  <a:pt x="5546" y="20"/>
                </a:lnTo>
                <a:lnTo>
                  <a:pt x="5546" y="0"/>
                </a:lnTo>
                <a:moveTo>
                  <a:pt x="5700" y="0"/>
                </a:moveTo>
                <a:lnTo>
                  <a:pt x="5796" y="0"/>
                </a:lnTo>
                <a:lnTo>
                  <a:pt x="5796" y="20"/>
                </a:lnTo>
                <a:lnTo>
                  <a:pt x="5700" y="20"/>
                </a:lnTo>
                <a:lnTo>
                  <a:pt x="5700" y="0"/>
                </a:lnTo>
                <a:moveTo>
                  <a:pt x="5854" y="0"/>
                </a:moveTo>
                <a:lnTo>
                  <a:pt x="5950" y="0"/>
                </a:lnTo>
                <a:lnTo>
                  <a:pt x="5950" y="20"/>
                </a:lnTo>
                <a:lnTo>
                  <a:pt x="5854" y="20"/>
                </a:lnTo>
                <a:lnTo>
                  <a:pt x="5854" y="0"/>
                </a:lnTo>
                <a:moveTo>
                  <a:pt x="6007" y="0"/>
                </a:moveTo>
                <a:lnTo>
                  <a:pt x="6103" y="0"/>
                </a:lnTo>
                <a:lnTo>
                  <a:pt x="6103" y="20"/>
                </a:lnTo>
                <a:lnTo>
                  <a:pt x="6007" y="20"/>
                </a:lnTo>
                <a:lnTo>
                  <a:pt x="6007" y="0"/>
                </a:lnTo>
                <a:moveTo>
                  <a:pt x="6161" y="0"/>
                </a:moveTo>
                <a:lnTo>
                  <a:pt x="6257" y="0"/>
                </a:lnTo>
                <a:lnTo>
                  <a:pt x="6257" y="20"/>
                </a:lnTo>
                <a:lnTo>
                  <a:pt x="6161" y="20"/>
                </a:lnTo>
                <a:lnTo>
                  <a:pt x="6161" y="0"/>
                </a:lnTo>
                <a:moveTo>
                  <a:pt x="6315" y="0"/>
                </a:moveTo>
                <a:lnTo>
                  <a:pt x="6411" y="0"/>
                </a:lnTo>
                <a:lnTo>
                  <a:pt x="6411" y="20"/>
                </a:lnTo>
                <a:lnTo>
                  <a:pt x="6315" y="20"/>
                </a:lnTo>
                <a:lnTo>
                  <a:pt x="6315" y="0"/>
                </a:lnTo>
                <a:moveTo>
                  <a:pt x="6469" y="0"/>
                </a:moveTo>
                <a:lnTo>
                  <a:pt x="6565" y="0"/>
                </a:lnTo>
                <a:lnTo>
                  <a:pt x="6565" y="20"/>
                </a:lnTo>
                <a:lnTo>
                  <a:pt x="6469" y="20"/>
                </a:lnTo>
                <a:lnTo>
                  <a:pt x="6469" y="0"/>
                </a:lnTo>
                <a:moveTo>
                  <a:pt x="6622" y="0"/>
                </a:moveTo>
                <a:lnTo>
                  <a:pt x="6718" y="0"/>
                </a:lnTo>
                <a:lnTo>
                  <a:pt x="6718" y="20"/>
                </a:lnTo>
                <a:lnTo>
                  <a:pt x="6622" y="20"/>
                </a:lnTo>
                <a:lnTo>
                  <a:pt x="6622" y="0"/>
                </a:lnTo>
                <a:moveTo>
                  <a:pt x="6776" y="0"/>
                </a:moveTo>
                <a:lnTo>
                  <a:pt x="6872" y="0"/>
                </a:lnTo>
                <a:lnTo>
                  <a:pt x="6872" y="20"/>
                </a:lnTo>
                <a:lnTo>
                  <a:pt x="6776" y="20"/>
                </a:lnTo>
                <a:lnTo>
                  <a:pt x="6776" y="0"/>
                </a:lnTo>
                <a:moveTo>
                  <a:pt x="6930" y="0"/>
                </a:moveTo>
                <a:lnTo>
                  <a:pt x="7026" y="0"/>
                </a:lnTo>
                <a:lnTo>
                  <a:pt x="7026" y="20"/>
                </a:lnTo>
                <a:lnTo>
                  <a:pt x="6930" y="20"/>
                </a:lnTo>
                <a:lnTo>
                  <a:pt x="6930" y="0"/>
                </a:lnTo>
                <a:moveTo>
                  <a:pt x="7084" y="0"/>
                </a:moveTo>
                <a:lnTo>
                  <a:pt x="7180" y="0"/>
                </a:lnTo>
                <a:lnTo>
                  <a:pt x="7180" y="20"/>
                </a:lnTo>
                <a:lnTo>
                  <a:pt x="7084" y="20"/>
                </a:lnTo>
                <a:lnTo>
                  <a:pt x="7084" y="0"/>
                </a:lnTo>
                <a:moveTo>
                  <a:pt x="7237" y="0"/>
                </a:moveTo>
                <a:lnTo>
                  <a:pt x="7333" y="0"/>
                </a:lnTo>
                <a:lnTo>
                  <a:pt x="7333" y="20"/>
                </a:lnTo>
                <a:lnTo>
                  <a:pt x="7237" y="20"/>
                </a:lnTo>
                <a:lnTo>
                  <a:pt x="7237" y="0"/>
                </a:lnTo>
                <a:moveTo>
                  <a:pt x="7391" y="0"/>
                </a:moveTo>
                <a:lnTo>
                  <a:pt x="7487" y="0"/>
                </a:lnTo>
                <a:lnTo>
                  <a:pt x="7487" y="20"/>
                </a:lnTo>
                <a:lnTo>
                  <a:pt x="7391" y="20"/>
                </a:lnTo>
                <a:lnTo>
                  <a:pt x="7391" y="0"/>
                </a:lnTo>
                <a:moveTo>
                  <a:pt x="7545" y="0"/>
                </a:moveTo>
                <a:lnTo>
                  <a:pt x="7641" y="0"/>
                </a:lnTo>
                <a:lnTo>
                  <a:pt x="7641" y="20"/>
                </a:lnTo>
                <a:lnTo>
                  <a:pt x="7545" y="20"/>
                </a:lnTo>
                <a:lnTo>
                  <a:pt x="7545" y="0"/>
                </a:lnTo>
                <a:moveTo>
                  <a:pt x="7699" y="0"/>
                </a:moveTo>
                <a:lnTo>
                  <a:pt x="7795" y="0"/>
                </a:lnTo>
                <a:lnTo>
                  <a:pt x="7795" y="20"/>
                </a:lnTo>
                <a:lnTo>
                  <a:pt x="7699" y="20"/>
                </a:lnTo>
                <a:lnTo>
                  <a:pt x="7699" y="0"/>
                </a:lnTo>
                <a:moveTo>
                  <a:pt x="7852" y="0"/>
                </a:moveTo>
                <a:lnTo>
                  <a:pt x="7948" y="0"/>
                </a:lnTo>
                <a:lnTo>
                  <a:pt x="7948" y="20"/>
                </a:lnTo>
                <a:lnTo>
                  <a:pt x="7852" y="20"/>
                </a:lnTo>
                <a:lnTo>
                  <a:pt x="7852" y="0"/>
                </a:lnTo>
                <a:moveTo>
                  <a:pt x="8016" y="10"/>
                </a:moveTo>
                <a:lnTo>
                  <a:pt x="8016" y="106"/>
                </a:lnTo>
                <a:lnTo>
                  <a:pt x="7996" y="106"/>
                </a:lnTo>
                <a:lnTo>
                  <a:pt x="7996" y="10"/>
                </a:lnTo>
                <a:lnTo>
                  <a:pt x="8016" y="10"/>
                </a:lnTo>
                <a:moveTo>
                  <a:pt x="8016" y="164"/>
                </a:moveTo>
                <a:lnTo>
                  <a:pt x="8016" y="260"/>
                </a:lnTo>
                <a:lnTo>
                  <a:pt x="7996" y="260"/>
                </a:lnTo>
                <a:lnTo>
                  <a:pt x="7996" y="164"/>
                </a:lnTo>
                <a:lnTo>
                  <a:pt x="8016" y="164"/>
                </a:lnTo>
                <a:moveTo>
                  <a:pt x="8016" y="317"/>
                </a:moveTo>
                <a:lnTo>
                  <a:pt x="8016" y="413"/>
                </a:lnTo>
                <a:lnTo>
                  <a:pt x="7996" y="413"/>
                </a:lnTo>
                <a:lnTo>
                  <a:pt x="7996" y="317"/>
                </a:lnTo>
                <a:lnTo>
                  <a:pt x="8016" y="317"/>
                </a:lnTo>
                <a:moveTo>
                  <a:pt x="8016" y="471"/>
                </a:moveTo>
                <a:lnTo>
                  <a:pt x="8016" y="567"/>
                </a:lnTo>
                <a:lnTo>
                  <a:pt x="7996" y="567"/>
                </a:lnTo>
                <a:lnTo>
                  <a:pt x="7996" y="471"/>
                </a:lnTo>
                <a:lnTo>
                  <a:pt x="8016" y="471"/>
                </a:lnTo>
                <a:moveTo>
                  <a:pt x="8016" y="625"/>
                </a:moveTo>
                <a:lnTo>
                  <a:pt x="8016" y="721"/>
                </a:lnTo>
                <a:lnTo>
                  <a:pt x="7996" y="721"/>
                </a:lnTo>
                <a:lnTo>
                  <a:pt x="7996" y="625"/>
                </a:lnTo>
                <a:lnTo>
                  <a:pt x="8016" y="625"/>
                </a:lnTo>
                <a:moveTo>
                  <a:pt x="8016" y="779"/>
                </a:moveTo>
                <a:lnTo>
                  <a:pt x="8016" y="875"/>
                </a:lnTo>
                <a:lnTo>
                  <a:pt x="7996" y="875"/>
                </a:lnTo>
                <a:lnTo>
                  <a:pt x="7996" y="779"/>
                </a:lnTo>
                <a:lnTo>
                  <a:pt x="8016" y="779"/>
                </a:lnTo>
                <a:moveTo>
                  <a:pt x="8016" y="932"/>
                </a:moveTo>
                <a:lnTo>
                  <a:pt x="8016" y="1028"/>
                </a:lnTo>
                <a:lnTo>
                  <a:pt x="7996" y="1028"/>
                </a:lnTo>
                <a:lnTo>
                  <a:pt x="7996" y="932"/>
                </a:lnTo>
                <a:lnTo>
                  <a:pt x="8016" y="932"/>
                </a:lnTo>
                <a:moveTo>
                  <a:pt x="8016" y="1087"/>
                </a:moveTo>
                <a:lnTo>
                  <a:pt x="8016" y="1183"/>
                </a:lnTo>
                <a:lnTo>
                  <a:pt x="7996" y="1183"/>
                </a:lnTo>
                <a:lnTo>
                  <a:pt x="7996" y="1087"/>
                </a:lnTo>
                <a:lnTo>
                  <a:pt x="8016" y="1087"/>
                </a:lnTo>
                <a:moveTo>
                  <a:pt x="8016" y="1241"/>
                </a:moveTo>
                <a:lnTo>
                  <a:pt x="8016" y="1270"/>
                </a:lnTo>
                <a:lnTo>
                  <a:pt x="7929" y="1270"/>
                </a:lnTo>
                <a:lnTo>
                  <a:pt x="7929" y="1250"/>
                </a:lnTo>
                <a:lnTo>
                  <a:pt x="8006" y="1250"/>
                </a:lnTo>
                <a:lnTo>
                  <a:pt x="8006" y="1260"/>
                </a:lnTo>
                <a:lnTo>
                  <a:pt x="7996" y="1260"/>
                </a:lnTo>
                <a:lnTo>
                  <a:pt x="7996" y="1241"/>
                </a:lnTo>
                <a:lnTo>
                  <a:pt x="8016" y="1241"/>
                </a:lnTo>
                <a:moveTo>
                  <a:pt x="7871" y="1270"/>
                </a:moveTo>
                <a:lnTo>
                  <a:pt x="7775" y="1270"/>
                </a:lnTo>
                <a:lnTo>
                  <a:pt x="7775" y="1250"/>
                </a:lnTo>
                <a:lnTo>
                  <a:pt x="7871" y="1250"/>
                </a:lnTo>
                <a:lnTo>
                  <a:pt x="7871" y="1270"/>
                </a:lnTo>
                <a:moveTo>
                  <a:pt x="7718" y="1270"/>
                </a:moveTo>
                <a:lnTo>
                  <a:pt x="7622" y="1270"/>
                </a:lnTo>
                <a:lnTo>
                  <a:pt x="7622" y="1250"/>
                </a:lnTo>
                <a:lnTo>
                  <a:pt x="7718" y="1250"/>
                </a:lnTo>
                <a:lnTo>
                  <a:pt x="7718" y="1270"/>
                </a:lnTo>
                <a:moveTo>
                  <a:pt x="7564" y="1270"/>
                </a:moveTo>
                <a:lnTo>
                  <a:pt x="7468" y="1270"/>
                </a:lnTo>
                <a:lnTo>
                  <a:pt x="7468" y="1250"/>
                </a:lnTo>
                <a:lnTo>
                  <a:pt x="7564" y="1250"/>
                </a:lnTo>
                <a:lnTo>
                  <a:pt x="7564" y="1270"/>
                </a:lnTo>
                <a:moveTo>
                  <a:pt x="7410" y="1270"/>
                </a:moveTo>
                <a:lnTo>
                  <a:pt x="7314" y="1270"/>
                </a:lnTo>
                <a:lnTo>
                  <a:pt x="7314" y="1250"/>
                </a:lnTo>
                <a:lnTo>
                  <a:pt x="7410" y="1250"/>
                </a:lnTo>
                <a:lnTo>
                  <a:pt x="7410" y="1270"/>
                </a:lnTo>
                <a:moveTo>
                  <a:pt x="7256" y="1270"/>
                </a:moveTo>
                <a:lnTo>
                  <a:pt x="7160" y="1270"/>
                </a:lnTo>
                <a:lnTo>
                  <a:pt x="7160" y="1250"/>
                </a:lnTo>
                <a:lnTo>
                  <a:pt x="7256" y="1250"/>
                </a:lnTo>
                <a:lnTo>
                  <a:pt x="7256" y="1270"/>
                </a:lnTo>
                <a:moveTo>
                  <a:pt x="7103" y="1270"/>
                </a:moveTo>
                <a:lnTo>
                  <a:pt x="7007" y="1270"/>
                </a:lnTo>
                <a:lnTo>
                  <a:pt x="7007" y="1250"/>
                </a:lnTo>
                <a:lnTo>
                  <a:pt x="7103" y="1250"/>
                </a:lnTo>
                <a:lnTo>
                  <a:pt x="7103" y="1270"/>
                </a:lnTo>
                <a:moveTo>
                  <a:pt x="6949" y="1270"/>
                </a:moveTo>
                <a:lnTo>
                  <a:pt x="6853" y="1270"/>
                </a:lnTo>
                <a:lnTo>
                  <a:pt x="6853" y="1250"/>
                </a:lnTo>
                <a:lnTo>
                  <a:pt x="6949" y="1250"/>
                </a:lnTo>
                <a:lnTo>
                  <a:pt x="6949" y="1270"/>
                </a:lnTo>
                <a:moveTo>
                  <a:pt x="6795" y="1270"/>
                </a:moveTo>
                <a:lnTo>
                  <a:pt x="6699" y="1270"/>
                </a:lnTo>
                <a:lnTo>
                  <a:pt x="6699" y="1250"/>
                </a:lnTo>
                <a:lnTo>
                  <a:pt x="6795" y="1250"/>
                </a:lnTo>
                <a:lnTo>
                  <a:pt x="6795" y="1270"/>
                </a:lnTo>
                <a:moveTo>
                  <a:pt x="6641" y="1270"/>
                </a:moveTo>
                <a:lnTo>
                  <a:pt x="6545" y="1270"/>
                </a:lnTo>
                <a:lnTo>
                  <a:pt x="6545" y="1250"/>
                </a:lnTo>
                <a:lnTo>
                  <a:pt x="6641" y="1250"/>
                </a:lnTo>
                <a:lnTo>
                  <a:pt x="6641" y="1270"/>
                </a:lnTo>
                <a:moveTo>
                  <a:pt x="6488" y="1270"/>
                </a:moveTo>
                <a:lnTo>
                  <a:pt x="6392" y="1270"/>
                </a:lnTo>
                <a:lnTo>
                  <a:pt x="6392" y="1250"/>
                </a:lnTo>
                <a:lnTo>
                  <a:pt x="6488" y="1250"/>
                </a:lnTo>
                <a:lnTo>
                  <a:pt x="6488" y="1270"/>
                </a:lnTo>
                <a:moveTo>
                  <a:pt x="6334" y="1270"/>
                </a:moveTo>
                <a:lnTo>
                  <a:pt x="6238" y="1270"/>
                </a:lnTo>
                <a:lnTo>
                  <a:pt x="6238" y="1250"/>
                </a:lnTo>
                <a:lnTo>
                  <a:pt x="6334" y="1250"/>
                </a:lnTo>
                <a:lnTo>
                  <a:pt x="6334" y="1270"/>
                </a:lnTo>
                <a:moveTo>
                  <a:pt x="6180" y="1270"/>
                </a:moveTo>
                <a:lnTo>
                  <a:pt x="6084" y="1270"/>
                </a:lnTo>
                <a:lnTo>
                  <a:pt x="6084" y="1250"/>
                </a:lnTo>
                <a:lnTo>
                  <a:pt x="6180" y="1250"/>
                </a:lnTo>
                <a:lnTo>
                  <a:pt x="6180" y="1270"/>
                </a:lnTo>
                <a:moveTo>
                  <a:pt x="6027" y="1270"/>
                </a:moveTo>
                <a:lnTo>
                  <a:pt x="5930" y="1270"/>
                </a:lnTo>
                <a:lnTo>
                  <a:pt x="5930" y="1250"/>
                </a:lnTo>
                <a:lnTo>
                  <a:pt x="6027" y="1250"/>
                </a:lnTo>
                <a:lnTo>
                  <a:pt x="6027" y="1270"/>
                </a:lnTo>
                <a:moveTo>
                  <a:pt x="5873" y="1270"/>
                </a:moveTo>
                <a:lnTo>
                  <a:pt x="5777" y="1270"/>
                </a:lnTo>
                <a:lnTo>
                  <a:pt x="5777" y="1250"/>
                </a:lnTo>
                <a:lnTo>
                  <a:pt x="5873" y="1250"/>
                </a:lnTo>
                <a:lnTo>
                  <a:pt x="5873" y="1270"/>
                </a:lnTo>
                <a:moveTo>
                  <a:pt x="5719" y="1270"/>
                </a:moveTo>
                <a:lnTo>
                  <a:pt x="5623" y="1270"/>
                </a:lnTo>
                <a:lnTo>
                  <a:pt x="5623" y="1250"/>
                </a:lnTo>
                <a:lnTo>
                  <a:pt x="5719" y="1250"/>
                </a:lnTo>
                <a:lnTo>
                  <a:pt x="5719" y="1270"/>
                </a:lnTo>
                <a:moveTo>
                  <a:pt x="5565" y="1270"/>
                </a:moveTo>
                <a:lnTo>
                  <a:pt x="5469" y="1270"/>
                </a:lnTo>
                <a:lnTo>
                  <a:pt x="5469" y="1250"/>
                </a:lnTo>
                <a:lnTo>
                  <a:pt x="5565" y="1250"/>
                </a:lnTo>
                <a:lnTo>
                  <a:pt x="5565" y="1270"/>
                </a:lnTo>
                <a:moveTo>
                  <a:pt x="5412" y="1270"/>
                </a:moveTo>
                <a:lnTo>
                  <a:pt x="5315" y="1270"/>
                </a:lnTo>
                <a:lnTo>
                  <a:pt x="5315" y="1250"/>
                </a:lnTo>
                <a:lnTo>
                  <a:pt x="5412" y="1250"/>
                </a:lnTo>
                <a:lnTo>
                  <a:pt x="5412" y="1270"/>
                </a:lnTo>
                <a:moveTo>
                  <a:pt x="5258" y="1270"/>
                </a:moveTo>
                <a:lnTo>
                  <a:pt x="5162" y="1270"/>
                </a:lnTo>
                <a:lnTo>
                  <a:pt x="5162" y="1250"/>
                </a:lnTo>
                <a:lnTo>
                  <a:pt x="5258" y="1250"/>
                </a:lnTo>
                <a:lnTo>
                  <a:pt x="5258" y="1270"/>
                </a:lnTo>
                <a:moveTo>
                  <a:pt x="5104" y="1270"/>
                </a:moveTo>
                <a:lnTo>
                  <a:pt x="5008" y="1270"/>
                </a:lnTo>
                <a:lnTo>
                  <a:pt x="5008" y="1250"/>
                </a:lnTo>
                <a:lnTo>
                  <a:pt x="5104" y="1250"/>
                </a:lnTo>
                <a:lnTo>
                  <a:pt x="5104" y="1270"/>
                </a:lnTo>
                <a:moveTo>
                  <a:pt x="4950" y="1270"/>
                </a:moveTo>
                <a:lnTo>
                  <a:pt x="4854" y="1270"/>
                </a:lnTo>
                <a:lnTo>
                  <a:pt x="4854" y="1250"/>
                </a:lnTo>
                <a:lnTo>
                  <a:pt x="4950" y="1250"/>
                </a:lnTo>
                <a:lnTo>
                  <a:pt x="4950" y="1270"/>
                </a:lnTo>
                <a:moveTo>
                  <a:pt x="4797" y="1270"/>
                </a:moveTo>
                <a:lnTo>
                  <a:pt x="4700" y="1270"/>
                </a:lnTo>
                <a:lnTo>
                  <a:pt x="4700" y="1250"/>
                </a:lnTo>
                <a:lnTo>
                  <a:pt x="4797" y="1250"/>
                </a:lnTo>
                <a:lnTo>
                  <a:pt x="4797" y="1270"/>
                </a:lnTo>
                <a:moveTo>
                  <a:pt x="4643" y="1270"/>
                </a:moveTo>
                <a:lnTo>
                  <a:pt x="4547" y="1270"/>
                </a:lnTo>
                <a:lnTo>
                  <a:pt x="4547" y="1250"/>
                </a:lnTo>
                <a:lnTo>
                  <a:pt x="4643" y="1250"/>
                </a:lnTo>
                <a:lnTo>
                  <a:pt x="4643" y="1270"/>
                </a:lnTo>
                <a:moveTo>
                  <a:pt x="4489" y="1270"/>
                </a:moveTo>
                <a:lnTo>
                  <a:pt x="4393" y="1270"/>
                </a:lnTo>
                <a:lnTo>
                  <a:pt x="4393" y="1250"/>
                </a:lnTo>
                <a:lnTo>
                  <a:pt x="4489" y="1250"/>
                </a:lnTo>
                <a:lnTo>
                  <a:pt x="4489" y="1270"/>
                </a:lnTo>
                <a:moveTo>
                  <a:pt x="4335" y="1270"/>
                </a:moveTo>
                <a:lnTo>
                  <a:pt x="4239" y="1270"/>
                </a:lnTo>
                <a:lnTo>
                  <a:pt x="4239" y="1250"/>
                </a:lnTo>
                <a:lnTo>
                  <a:pt x="4335" y="1250"/>
                </a:lnTo>
                <a:lnTo>
                  <a:pt x="4335" y="1270"/>
                </a:lnTo>
                <a:moveTo>
                  <a:pt x="4182" y="1270"/>
                </a:moveTo>
                <a:lnTo>
                  <a:pt x="4085" y="1270"/>
                </a:lnTo>
                <a:lnTo>
                  <a:pt x="4085" y="1250"/>
                </a:lnTo>
                <a:lnTo>
                  <a:pt x="4182" y="1250"/>
                </a:lnTo>
                <a:lnTo>
                  <a:pt x="4182" y="1270"/>
                </a:lnTo>
                <a:moveTo>
                  <a:pt x="4028" y="1270"/>
                </a:moveTo>
                <a:lnTo>
                  <a:pt x="3932" y="1270"/>
                </a:lnTo>
                <a:lnTo>
                  <a:pt x="3932" y="1250"/>
                </a:lnTo>
                <a:lnTo>
                  <a:pt x="4028" y="1250"/>
                </a:lnTo>
                <a:lnTo>
                  <a:pt x="4028" y="1270"/>
                </a:lnTo>
                <a:moveTo>
                  <a:pt x="3874" y="1270"/>
                </a:moveTo>
                <a:lnTo>
                  <a:pt x="3778" y="1270"/>
                </a:lnTo>
                <a:lnTo>
                  <a:pt x="3778" y="1250"/>
                </a:lnTo>
                <a:lnTo>
                  <a:pt x="3874" y="1250"/>
                </a:lnTo>
                <a:lnTo>
                  <a:pt x="3874" y="1270"/>
                </a:lnTo>
                <a:moveTo>
                  <a:pt x="3720" y="1270"/>
                </a:moveTo>
                <a:lnTo>
                  <a:pt x="3624" y="1270"/>
                </a:lnTo>
                <a:lnTo>
                  <a:pt x="3624" y="1250"/>
                </a:lnTo>
                <a:lnTo>
                  <a:pt x="3720" y="1250"/>
                </a:lnTo>
                <a:lnTo>
                  <a:pt x="3720" y="1270"/>
                </a:lnTo>
                <a:moveTo>
                  <a:pt x="3567" y="1270"/>
                </a:moveTo>
                <a:lnTo>
                  <a:pt x="3470" y="1270"/>
                </a:lnTo>
                <a:lnTo>
                  <a:pt x="3470" y="1250"/>
                </a:lnTo>
                <a:lnTo>
                  <a:pt x="3567" y="1250"/>
                </a:lnTo>
                <a:lnTo>
                  <a:pt x="3567" y="1270"/>
                </a:lnTo>
                <a:moveTo>
                  <a:pt x="3413" y="1270"/>
                </a:moveTo>
                <a:lnTo>
                  <a:pt x="3317" y="1270"/>
                </a:lnTo>
                <a:lnTo>
                  <a:pt x="3317" y="1250"/>
                </a:lnTo>
                <a:lnTo>
                  <a:pt x="3413" y="1250"/>
                </a:lnTo>
                <a:lnTo>
                  <a:pt x="3413" y="1270"/>
                </a:lnTo>
                <a:moveTo>
                  <a:pt x="3259" y="1270"/>
                </a:moveTo>
                <a:lnTo>
                  <a:pt x="3163" y="1270"/>
                </a:lnTo>
                <a:lnTo>
                  <a:pt x="3163" y="1250"/>
                </a:lnTo>
                <a:lnTo>
                  <a:pt x="3259" y="1250"/>
                </a:lnTo>
                <a:lnTo>
                  <a:pt x="3259" y="1270"/>
                </a:lnTo>
                <a:moveTo>
                  <a:pt x="3105" y="1270"/>
                </a:moveTo>
                <a:lnTo>
                  <a:pt x="3009" y="1270"/>
                </a:lnTo>
                <a:lnTo>
                  <a:pt x="3009" y="1250"/>
                </a:lnTo>
                <a:lnTo>
                  <a:pt x="3105" y="1250"/>
                </a:lnTo>
                <a:lnTo>
                  <a:pt x="3105" y="1270"/>
                </a:lnTo>
                <a:moveTo>
                  <a:pt x="2952" y="1270"/>
                </a:moveTo>
                <a:lnTo>
                  <a:pt x="2855" y="1270"/>
                </a:lnTo>
                <a:lnTo>
                  <a:pt x="2855" y="1250"/>
                </a:lnTo>
                <a:lnTo>
                  <a:pt x="2952" y="1250"/>
                </a:lnTo>
                <a:lnTo>
                  <a:pt x="2952" y="1270"/>
                </a:lnTo>
                <a:moveTo>
                  <a:pt x="2798" y="1270"/>
                </a:moveTo>
                <a:lnTo>
                  <a:pt x="2702" y="1270"/>
                </a:lnTo>
                <a:lnTo>
                  <a:pt x="2702" y="1250"/>
                </a:lnTo>
                <a:lnTo>
                  <a:pt x="2798" y="1250"/>
                </a:lnTo>
                <a:lnTo>
                  <a:pt x="2798" y="1270"/>
                </a:lnTo>
                <a:moveTo>
                  <a:pt x="2644" y="1270"/>
                </a:moveTo>
                <a:lnTo>
                  <a:pt x="2548" y="1270"/>
                </a:lnTo>
                <a:lnTo>
                  <a:pt x="2548" y="1250"/>
                </a:lnTo>
                <a:lnTo>
                  <a:pt x="2644" y="1250"/>
                </a:lnTo>
                <a:lnTo>
                  <a:pt x="2644" y="1270"/>
                </a:lnTo>
                <a:moveTo>
                  <a:pt x="2490" y="1270"/>
                </a:moveTo>
                <a:lnTo>
                  <a:pt x="2394" y="1270"/>
                </a:lnTo>
                <a:lnTo>
                  <a:pt x="2394" y="1250"/>
                </a:lnTo>
                <a:lnTo>
                  <a:pt x="2490" y="1250"/>
                </a:lnTo>
                <a:lnTo>
                  <a:pt x="2490" y="1270"/>
                </a:lnTo>
                <a:moveTo>
                  <a:pt x="2337" y="1270"/>
                </a:moveTo>
                <a:lnTo>
                  <a:pt x="2240" y="1270"/>
                </a:lnTo>
                <a:lnTo>
                  <a:pt x="2240" y="1250"/>
                </a:lnTo>
                <a:lnTo>
                  <a:pt x="2337" y="1250"/>
                </a:lnTo>
                <a:lnTo>
                  <a:pt x="2337" y="1270"/>
                </a:lnTo>
                <a:moveTo>
                  <a:pt x="2183" y="1270"/>
                </a:moveTo>
                <a:lnTo>
                  <a:pt x="2087" y="1270"/>
                </a:lnTo>
                <a:lnTo>
                  <a:pt x="2087" y="1250"/>
                </a:lnTo>
                <a:lnTo>
                  <a:pt x="2183" y="1250"/>
                </a:lnTo>
                <a:lnTo>
                  <a:pt x="2183" y="1270"/>
                </a:lnTo>
                <a:moveTo>
                  <a:pt x="2029" y="1270"/>
                </a:moveTo>
                <a:lnTo>
                  <a:pt x="1933" y="1270"/>
                </a:lnTo>
                <a:lnTo>
                  <a:pt x="1933" y="1250"/>
                </a:lnTo>
                <a:lnTo>
                  <a:pt x="2029" y="1250"/>
                </a:lnTo>
                <a:lnTo>
                  <a:pt x="2029" y="1270"/>
                </a:lnTo>
                <a:moveTo>
                  <a:pt x="1875" y="1270"/>
                </a:moveTo>
                <a:lnTo>
                  <a:pt x="1779" y="1270"/>
                </a:lnTo>
                <a:lnTo>
                  <a:pt x="1779" y="1250"/>
                </a:lnTo>
                <a:lnTo>
                  <a:pt x="1875" y="1250"/>
                </a:lnTo>
                <a:lnTo>
                  <a:pt x="1875" y="1270"/>
                </a:lnTo>
                <a:moveTo>
                  <a:pt x="1722" y="1270"/>
                </a:moveTo>
                <a:lnTo>
                  <a:pt x="1625" y="1270"/>
                </a:lnTo>
                <a:lnTo>
                  <a:pt x="1625" y="1250"/>
                </a:lnTo>
                <a:lnTo>
                  <a:pt x="1722" y="1250"/>
                </a:lnTo>
                <a:lnTo>
                  <a:pt x="1722" y="1270"/>
                </a:lnTo>
                <a:moveTo>
                  <a:pt x="1568" y="1270"/>
                </a:moveTo>
                <a:lnTo>
                  <a:pt x="1472" y="1270"/>
                </a:lnTo>
                <a:lnTo>
                  <a:pt x="1472" y="1250"/>
                </a:lnTo>
                <a:lnTo>
                  <a:pt x="1568" y="1250"/>
                </a:lnTo>
                <a:lnTo>
                  <a:pt x="1568" y="1270"/>
                </a:lnTo>
                <a:moveTo>
                  <a:pt x="1414" y="1270"/>
                </a:moveTo>
                <a:lnTo>
                  <a:pt x="1318" y="1270"/>
                </a:lnTo>
                <a:lnTo>
                  <a:pt x="1318" y="1250"/>
                </a:lnTo>
                <a:lnTo>
                  <a:pt x="1414" y="1250"/>
                </a:lnTo>
                <a:lnTo>
                  <a:pt x="1414" y="1270"/>
                </a:lnTo>
                <a:moveTo>
                  <a:pt x="1260" y="1270"/>
                </a:moveTo>
                <a:lnTo>
                  <a:pt x="1164" y="1270"/>
                </a:lnTo>
                <a:lnTo>
                  <a:pt x="1164" y="1250"/>
                </a:lnTo>
                <a:lnTo>
                  <a:pt x="1260" y="1250"/>
                </a:lnTo>
                <a:lnTo>
                  <a:pt x="1260" y="1270"/>
                </a:lnTo>
                <a:moveTo>
                  <a:pt x="1107" y="1270"/>
                </a:moveTo>
                <a:lnTo>
                  <a:pt x="1010" y="1270"/>
                </a:lnTo>
                <a:lnTo>
                  <a:pt x="1010" y="1250"/>
                </a:lnTo>
                <a:lnTo>
                  <a:pt x="1107" y="1250"/>
                </a:lnTo>
                <a:lnTo>
                  <a:pt x="1107" y="1270"/>
                </a:lnTo>
                <a:moveTo>
                  <a:pt x="953" y="1270"/>
                </a:moveTo>
                <a:lnTo>
                  <a:pt x="857" y="1270"/>
                </a:lnTo>
                <a:lnTo>
                  <a:pt x="857" y="1250"/>
                </a:lnTo>
                <a:lnTo>
                  <a:pt x="953" y="1250"/>
                </a:lnTo>
                <a:lnTo>
                  <a:pt x="953" y="1270"/>
                </a:lnTo>
                <a:moveTo>
                  <a:pt x="799" y="1270"/>
                </a:moveTo>
                <a:lnTo>
                  <a:pt x="703" y="1270"/>
                </a:lnTo>
                <a:lnTo>
                  <a:pt x="703" y="1250"/>
                </a:lnTo>
                <a:lnTo>
                  <a:pt x="799" y="1250"/>
                </a:lnTo>
                <a:lnTo>
                  <a:pt x="799" y="1270"/>
                </a:lnTo>
                <a:moveTo>
                  <a:pt x="645" y="1270"/>
                </a:moveTo>
                <a:lnTo>
                  <a:pt x="549" y="1270"/>
                </a:lnTo>
                <a:lnTo>
                  <a:pt x="549" y="1250"/>
                </a:lnTo>
                <a:lnTo>
                  <a:pt x="645" y="1250"/>
                </a:lnTo>
                <a:lnTo>
                  <a:pt x="645" y="1270"/>
                </a:lnTo>
                <a:moveTo>
                  <a:pt x="492" y="1270"/>
                </a:moveTo>
                <a:lnTo>
                  <a:pt x="395" y="1270"/>
                </a:lnTo>
                <a:lnTo>
                  <a:pt x="395" y="1250"/>
                </a:lnTo>
                <a:lnTo>
                  <a:pt x="492" y="1250"/>
                </a:lnTo>
                <a:lnTo>
                  <a:pt x="492" y="1270"/>
                </a:lnTo>
                <a:moveTo>
                  <a:pt x="338" y="1270"/>
                </a:moveTo>
                <a:lnTo>
                  <a:pt x="242" y="1270"/>
                </a:lnTo>
                <a:lnTo>
                  <a:pt x="242" y="1250"/>
                </a:lnTo>
                <a:lnTo>
                  <a:pt x="338" y="1250"/>
                </a:lnTo>
                <a:lnTo>
                  <a:pt x="338" y="1270"/>
                </a:lnTo>
                <a:moveTo>
                  <a:pt x="184" y="1270"/>
                </a:moveTo>
                <a:lnTo>
                  <a:pt x="87" y="1270"/>
                </a:lnTo>
                <a:lnTo>
                  <a:pt x="87" y="1250"/>
                </a:lnTo>
                <a:lnTo>
                  <a:pt x="184" y="1250"/>
                </a:lnTo>
                <a:lnTo>
                  <a:pt x="184" y="1270"/>
                </a:lnTo>
                <a:moveTo>
                  <a:pt x="29" y="1270"/>
                </a:moveTo>
                <a:lnTo>
                  <a:pt x="0" y="1270"/>
                </a:lnTo>
                <a:lnTo>
                  <a:pt x="0" y="1183"/>
                </a:lnTo>
                <a:lnTo>
                  <a:pt x="20" y="1183"/>
                </a:lnTo>
                <a:lnTo>
                  <a:pt x="20" y="1260"/>
                </a:lnTo>
                <a:lnTo>
                  <a:pt x="10" y="1260"/>
                </a:lnTo>
                <a:lnTo>
                  <a:pt x="10" y="1250"/>
                </a:lnTo>
                <a:lnTo>
                  <a:pt x="29" y="1250"/>
                </a:lnTo>
                <a:lnTo>
                  <a:pt x="29" y="1270"/>
                </a:lnTo>
                <a:moveTo>
                  <a:pt x="0" y="1126"/>
                </a:moveTo>
                <a:lnTo>
                  <a:pt x="0" y="1028"/>
                </a:lnTo>
                <a:lnTo>
                  <a:pt x="20" y="1028"/>
                </a:lnTo>
                <a:lnTo>
                  <a:pt x="20" y="1126"/>
                </a:lnTo>
                <a:lnTo>
                  <a:pt x="0" y="1126"/>
                </a:lnTo>
                <a:moveTo>
                  <a:pt x="0" y="971"/>
                </a:moveTo>
                <a:lnTo>
                  <a:pt x="0" y="875"/>
                </a:lnTo>
                <a:lnTo>
                  <a:pt x="20" y="875"/>
                </a:lnTo>
                <a:lnTo>
                  <a:pt x="20" y="971"/>
                </a:lnTo>
                <a:lnTo>
                  <a:pt x="0" y="971"/>
                </a:lnTo>
                <a:moveTo>
                  <a:pt x="0" y="817"/>
                </a:moveTo>
                <a:lnTo>
                  <a:pt x="0" y="721"/>
                </a:lnTo>
                <a:lnTo>
                  <a:pt x="20" y="721"/>
                </a:lnTo>
                <a:lnTo>
                  <a:pt x="20" y="817"/>
                </a:lnTo>
                <a:lnTo>
                  <a:pt x="0" y="817"/>
                </a:lnTo>
                <a:moveTo>
                  <a:pt x="0" y="663"/>
                </a:moveTo>
                <a:lnTo>
                  <a:pt x="0" y="567"/>
                </a:lnTo>
                <a:lnTo>
                  <a:pt x="20" y="567"/>
                </a:lnTo>
                <a:lnTo>
                  <a:pt x="20" y="663"/>
                </a:lnTo>
                <a:lnTo>
                  <a:pt x="0" y="663"/>
                </a:lnTo>
                <a:moveTo>
                  <a:pt x="0" y="510"/>
                </a:moveTo>
                <a:lnTo>
                  <a:pt x="0" y="413"/>
                </a:lnTo>
                <a:lnTo>
                  <a:pt x="20" y="413"/>
                </a:lnTo>
                <a:lnTo>
                  <a:pt x="20" y="510"/>
                </a:lnTo>
                <a:lnTo>
                  <a:pt x="0" y="510"/>
                </a:lnTo>
                <a:moveTo>
                  <a:pt x="0" y="356"/>
                </a:moveTo>
                <a:lnTo>
                  <a:pt x="0" y="260"/>
                </a:lnTo>
                <a:lnTo>
                  <a:pt x="20" y="260"/>
                </a:lnTo>
                <a:lnTo>
                  <a:pt x="20" y="356"/>
                </a:lnTo>
                <a:lnTo>
                  <a:pt x="0" y="356"/>
                </a:lnTo>
                <a:moveTo>
                  <a:pt x="0" y="202"/>
                </a:moveTo>
                <a:lnTo>
                  <a:pt x="0" y="106"/>
                </a:lnTo>
                <a:lnTo>
                  <a:pt x="20" y="106"/>
                </a:lnTo>
                <a:lnTo>
                  <a:pt x="20" y="202"/>
                </a:lnTo>
                <a:lnTo>
                  <a:pt x="0" y="202"/>
                </a:lnTo>
                <a:moveTo>
                  <a:pt x="0" y="48"/>
                </a:moveTo>
                <a:lnTo>
                  <a:pt x="0" y="0"/>
                </a:lnTo>
                <a:lnTo>
                  <a:pt x="106" y="0"/>
                </a:lnTo>
                <a:lnTo>
                  <a:pt x="106" y="20"/>
                </a:lnTo>
                <a:lnTo>
                  <a:pt x="10" y="20"/>
                </a:lnTo>
                <a:lnTo>
                  <a:pt x="10" y="10"/>
                </a:lnTo>
                <a:lnTo>
                  <a:pt x="20" y="10"/>
                </a:lnTo>
                <a:lnTo>
                  <a:pt x="2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2" name=""/>
          <p:cNvSpPr/>
          <p:nvPr/>
        </p:nvSpPr>
        <p:spPr>
          <a:xfrm>
            <a:off x="4131000" y="2649600"/>
            <a:ext cx="83160" cy="69480"/>
          </a:xfrm>
          <a:custGeom>
            <a:avLst/>
            <a:gdLst/>
            <a:ahLst/>
            <a:rect l="0" t="0" r="r" b="b"/>
            <a:pathLst>
              <a:path w="231" h="193">
                <a:moveTo>
                  <a:pt x="0" y="0"/>
                </a:moveTo>
                <a:lnTo>
                  <a:pt x="231" y="0"/>
                </a:lnTo>
                <a:lnTo>
                  <a:pt x="231" y="193"/>
                </a:lnTo>
                <a:lnTo>
                  <a:pt x="0" y="193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3" name=""/>
          <p:cNvSpPr/>
          <p:nvPr/>
        </p:nvSpPr>
        <p:spPr>
          <a:xfrm>
            <a:off x="4131000" y="2673720"/>
            <a:ext cx="8280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1460520" y="2240280"/>
            <a:ext cx="346464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Leeronderdeel / Leeractiviteit speciﬁcatie bevat: B1-K1-W1 Baliegesprek en triage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1460520" y="2641680"/>
            <a:ext cx="217260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Studiebelasting en begeleide onderwijstijd indicatie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1460520" y="2753280"/>
            <a:ext cx="1142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BOT 50 / OOT 50 SBU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7" name=""/>
          <p:cNvSpPr/>
          <p:nvPr/>
        </p:nvSpPr>
        <p:spPr>
          <a:xfrm>
            <a:off x="1391040" y="3237480"/>
            <a:ext cx="4372920" cy="810000"/>
          </a:xfrm>
          <a:custGeom>
            <a:avLst/>
            <a:gdLst/>
            <a:ahLst/>
            <a:rect l="0" t="0" r="r" b="b"/>
            <a:pathLst>
              <a:path w="12147" h="2250">
                <a:moveTo>
                  <a:pt x="0" y="0"/>
                </a:moveTo>
                <a:lnTo>
                  <a:pt x="12147" y="0"/>
                </a:lnTo>
                <a:lnTo>
                  <a:pt x="1214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8" name=""/>
          <p:cNvSpPr/>
          <p:nvPr/>
        </p:nvSpPr>
        <p:spPr>
          <a:xfrm>
            <a:off x="1387440" y="3234240"/>
            <a:ext cx="4380120" cy="816480"/>
          </a:xfrm>
          <a:custGeom>
            <a:avLst/>
            <a:gdLst/>
            <a:ahLst/>
            <a:rect l="0" t="0" r="r" b="b"/>
            <a:pathLst>
              <a:path w="12167" h="2268">
                <a:moveTo>
                  <a:pt x="164" y="0"/>
                </a:moveTo>
                <a:lnTo>
                  <a:pt x="260" y="0"/>
                </a:lnTo>
                <a:lnTo>
                  <a:pt x="260" y="19"/>
                </a:lnTo>
                <a:lnTo>
                  <a:pt x="164" y="19"/>
                </a:lnTo>
                <a:lnTo>
                  <a:pt x="164" y="0"/>
                </a:lnTo>
                <a:moveTo>
                  <a:pt x="318" y="0"/>
                </a:moveTo>
                <a:lnTo>
                  <a:pt x="414" y="0"/>
                </a:lnTo>
                <a:lnTo>
                  <a:pt x="414" y="19"/>
                </a:lnTo>
                <a:lnTo>
                  <a:pt x="318" y="19"/>
                </a:lnTo>
                <a:lnTo>
                  <a:pt x="318" y="0"/>
                </a:lnTo>
                <a:moveTo>
                  <a:pt x="471" y="0"/>
                </a:moveTo>
                <a:lnTo>
                  <a:pt x="567" y="0"/>
                </a:lnTo>
                <a:lnTo>
                  <a:pt x="567" y="19"/>
                </a:lnTo>
                <a:lnTo>
                  <a:pt x="471" y="19"/>
                </a:lnTo>
                <a:lnTo>
                  <a:pt x="471" y="0"/>
                </a:lnTo>
                <a:moveTo>
                  <a:pt x="625" y="0"/>
                </a:moveTo>
                <a:lnTo>
                  <a:pt x="721" y="0"/>
                </a:lnTo>
                <a:lnTo>
                  <a:pt x="721" y="19"/>
                </a:lnTo>
                <a:lnTo>
                  <a:pt x="625" y="19"/>
                </a:lnTo>
                <a:lnTo>
                  <a:pt x="625" y="0"/>
                </a:lnTo>
                <a:moveTo>
                  <a:pt x="779" y="0"/>
                </a:moveTo>
                <a:lnTo>
                  <a:pt x="875" y="0"/>
                </a:lnTo>
                <a:lnTo>
                  <a:pt x="875" y="19"/>
                </a:lnTo>
                <a:lnTo>
                  <a:pt x="779" y="19"/>
                </a:lnTo>
                <a:lnTo>
                  <a:pt x="779" y="0"/>
                </a:lnTo>
                <a:moveTo>
                  <a:pt x="933" y="0"/>
                </a:moveTo>
                <a:lnTo>
                  <a:pt x="1029" y="0"/>
                </a:lnTo>
                <a:lnTo>
                  <a:pt x="1029" y="19"/>
                </a:lnTo>
                <a:lnTo>
                  <a:pt x="933" y="19"/>
                </a:lnTo>
                <a:lnTo>
                  <a:pt x="933" y="0"/>
                </a:lnTo>
                <a:moveTo>
                  <a:pt x="1086" y="0"/>
                </a:moveTo>
                <a:lnTo>
                  <a:pt x="1182" y="0"/>
                </a:lnTo>
                <a:lnTo>
                  <a:pt x="1182" y="19"/>
                </a:lnTo>
                <a:lnTo>
                  <a:pt x="1086" y="19"/>
                </a:lnTo>
                <a:lnTo>
                  <a:pt x="1086" y="0"/>
                </a:lnTo>
                <a:moveTo>
                  <a:pt x="1240" y="0"/>
                </a:moveTo>
                <a:lnTo>
                  <a:pt x="1336" y="0"/>
                </a:lnTo>
                <a:lnTo>
                  <a:pt x="1336" y="19"/>
                </a:lnTo>
                <a:lnTo>
                  <a:pt x="1240" y="19"/>
                </a:lnTo>
                <a:lnTo>
                  <a:pt x="1240" y="0"/>
                </a:lnTo>
                <a:moveTo>
                  <a:pt x="1394" y="0"/>
                </a:moveTo>
                <a:lnTo>
                  <a:pt x="1490" y="0"/>
                </a:lnTo>
                <a:lnTo>
                  <a:pt x="1490" y="19"/>
                </a:lnTo>
                <a:lnTo>
                  <a:pt x="1394" y="19"/>
                </a:lnTo>
                <a:lnTo>
                  <a:pt x="1394" y="0"/>
                </a:lnTo>
                <a:moveTo>
                  <a:pt x="1548" y="0"/>
                </a:moveTo>
                <a:lnTo>
                  <a:pt x="1644" y="0"/>
                </a:lnTo>
                <a:lnTo>
                  <a:pt x="1644" y="19"/>
                </a:lnTo>
                <a:lnTo>
                  <a:pt x="1548" y="19"/>
                </a:lnTo>
                <a:lnTo>
                  <a:pt x="1548" y="0"/>
                </a:lnTo>
                <a:moveTo>
                  <a:pt x="1701" y="0"/>
                </a:moveTo>
                <a:lnTo>
                  <a:pt x="1797" y="0"/>
                </a:lnTo>
                <a:lnTo>
                  <a:pt x="1797" y="19"/>
                </a:lnTo>
                <a:lnTo>
                  <a:pt x="1701" y="19"/>
                </a:lnTo>
                <a:lnTo>
                  <a:pt x="1701" y="0"/>
                </a:lnTo>
                <a:moveTo>
                  <a:pt x="1855" y="0"/>
                </a:moveTo>
                <a:lnTo>
                  <a:pt x="1951" y="0"/>
                </a:lnTo>
                <a:lnTo>
                  <a:pt x="1951" y="19"/>
                </a:lnTo>
                <a:lnTo>
                  <a:pt x="1855" y="19"/>
                </a:lnTo>
                <a:lnTo>
                  <a:pt x="1855" y="0"/>
                </a:lnTo>
                <a:moveTo>
                  <a:pt x="2009" y="0"/>
                </a:moveTo>
                <a:lnTo>
                  <a:pt x="2105" y="0"/>
                </a:lnTo>
                <a:lnTo>
                  <a:pt x="2105" y="19"/>
                </a:lnTo>
                <a:lnTo>
                  <a:pt x="2009" y="19"/>
                </a:lnTo>
                <a:lnTo>
                  <a:pt x="2009" y="0"/>
                </a:lnTo>
                <a:moveTo>
                  <a:pt x="2163" y="0"/>
                </a:moveTo>
                <a:lnTo>
                  <a:pt x="2260" y="0"/>
                </a:lnTo>
                <a:lnTo>
                  <a:pt x="2260" y="19"/>
                </a:lnTo>
                <a:lnTo>
                  <a:pt x="2163" y="19"/>
                </a:lnTo>
                <a:lnTo>
                  <a:pt x="2163" y="0"/>
                </a:lnTo>
                <a:moveTo>
                  <a:pt x="2317" y="0"/>
                </a:moveTo>
                <a:lnTo>
                  <a:pt x="2413" y="0"/>
                </a:lnTo>
                <a:lnTo>
                  <a:pt x="2413" y="19"/>
                </a:lnTo>
                <a:lnTo>
                  <a:pt x="2317" y="19"/>
                </a:lnTo>
                <a:lnTo>
                  <a:pt x="2317" y="0"/>
                </a:lnTo>
                <a:moveTo>
                  <a:pt x="2471" y="0"/>
                </a:moveTo>
                <a:lnTo>
                  <a:pt x="2567" y="0"/>
                </a:lnTo>
                <a:lnTo>
                  <a:pt x="2567" y="19"/>
                </a:lnTo>
                <a:lnTo>
                  <a:pt x="2471" y="19"/>
                </a:lnTo>
                <a:lnTo>
                  <a:pt x="2471" y="0"/>
                </a:lnTo>
                <a:moveTo>
                  <a:pt x="2625" y="0"/>
                </a:moveTo>
                <a:lnTo>
                  <a:pt x="2721" y="0"/>
                </a:lnTo>
                <a:lnTo>
                  <a:pt x="2721" y="19"/>
                </a:lnTo>
                <a:lnTo>
                  <a:pt x="2625" y="19"/>
                </a:lnTo>
                <a:lnTo>
                  <a:pt x="2625" y="0"/>
                </a:lnTo>
                <a:moveTo>
                  <a:pt x="2779" y="0"/>
                </a:moveTo>
                <a:lnTo>
                  <a:pt x="2875" y="0"/>
                </a:lnTo>
                <a:lnTo>
                  <a:pt x="2875" y="19"/>
                </a:lnTo>
                <a:lnTo>
                  <a:pt x="2779" y="19"/>
                </a:lnTo>
                <a:lnTo>
                  <a:pt x="2779" y="0"/>
                </a:lnTo>
                <a:moveTo>
                  <a:pt x="2932" y="0"/>
                </a:moveTo>
                <a:lnTo>
                  <a:pt x="3028" y="0"/>
                </a:lnTo>
                <a:lnTo>
                  <a:pt x="3028" y="19"/>
                </a:lnTo>
                <a:lnTo>
                  <a:pt x="2932" y="19"/>
                </a:lnTo>
                <a:lnTo>
                  <a:pt x="2932" y="0"/>
                </a:lnTo>
                <a:moveTo>
                  <a:pt x="3086" y="0"/>
                </a:moveTo>
                <a:lnTo>
                  <a:pt x="3182" y="0"/>
                </a:lnTo>
                <a:lnTo>
                  <a:pt x="3182" y="19"/>
                </a:lnTo>
                <a:lnTo>
                  <a:pt x="3086" y="19"/>
                </a:lnTo>
                <a:lnTo>
                  <a:pt x="3086" y="0"/>
                </a:lnTo>
                <a:moveTo>
                  <a:pt x="3240" y="0"/>
                </a:moveTo>
                <a:lnTo>
                  <a:pt x="3336" y="0"/>
                </a:lnTo>
                <a:lnTo>
                  <a:pt x="3336" y="19"/>
                </a:lnTo>
                <a:lnTo>
                  <a:pt x="3240" y="19"/>
                </a:lnTo>
                <a:lnTo>
                  <a:pt x="3240" y="0"/>
                </a:lnTo>
                <a:moveTo>
                  <a:pt x="3394" y="0"/>
                </a:moveTo>
                <a:lnTo>
                  <a:pt x="3490" y="0"/>
                </a:lnTo>
                <a:lnTo>
                  <a:pt x="3490" y="19"/>
                </a:lnTo>
                <a:lnTo>
                  <a:pt x="3394" y="19"/>
                </a:lnTo>
                <a:lnTo>
                  <a:pt x="3394" y="0"/>
                </a:lnTo>
                <a:moveTo>
                  <a:pt x="3547" y="0"/>
                </a:moveTo>
                <a:lnTo>
                  <a:pt x="3643" y="0"/>
                </a:lnTo>
                <a:lnTo>
                  <a:pt x="3643" y="19"/>
                </a:lnTo>
                <a:lnTo>
                  <a:pt x="3547" y="19"/>
                </a:lnTo>
                <a:lnTo>
                  <a:pt x="3547" y="0"/>
                </a:lnTo>
                <a:moveTo>
                  <a:pt x="3701" y="0"/>
                </a:moveTo>
                <a:lnTo>
                  <a:pt x="3797" y="0"/>
                </a:lnTo>
                <a:lnTo>
                  <a:pt x="3797" y="19"/>
                </a:lnTo>
                <a:lnTo>
                  <a:pt x="3701" y="19"/>
                </a:lnTo>
                <a:lnTo>
                  <a:pt x="3701" y="0"/>
                </a:lnTo>
                <a:moveTo>
                  <a:pt x="3855" y="0"/>
                </a:moveTo>
                <a:lnTo>
                  <a:pt x="3951" y="0"/>
                </a:lnTo>
                <a:lnTo>
                  <a:pt x="3951" y="19"/>
                </a:lnTo>
                <a:lnTo>
                  <a:pt x="3855" y="19"/>
                </a:lnTo>
                <a:lnTo>
                  <a:pt x="3855" y="0"/>
                </a:lnTo>
                <a:moveTo>
                  <a:pt x="4009" y="0"/>
                </a:moveTo>
                <a:lnTo>
                  <a:pt x="4105" y="0"/>
                </a:lnTo>
                <a:lnTo>
                  <a:pt x="4105" y="19"/>
                </a:lnTo>
                <a:lnTo>
                  <a:pt x="4009" y="19"/>
                </a:lnTo>
                <a:lnTo>
                  <a:pt x="4009" y="0"/>
                </a:lnTo>
                <a:moveTo>
                  <a:pt x="4162" y="0"/>
                </a:moveTo>
                <a:lnTo>
                  <a:pt x="4258" y="0"/>
                </a:lnTo>
                <a:lnTo>
                  <a:pt x="4258" y="19"/>
                </a:lnTo>
                <a:lnTo>
                  <a:pt x="4162" y="19"/>
                </a:lnTo>
                <a:lnTo>
                  <a:pt x="4162" y="0"/>
                </a:lnTo>
                <a:moveTo>
                  <a:pt x="4316" y="0"/>
                </a:moveTo>
                <a:lnTo>
                  <a:pt x="4412" y="0"/>
                </a:lnTo>
                <a:lnTo>
                  <a:pt x="4412" y="19"/>
                </a:lnTo>
                <a:lnTo>
                  <a:pt x="4316" y="19"/>
                </a:lnTo>
                <a:lnTo>
                  <a:pt x="4316" y="0"/>
                </a:lnTo>
                <a:moveTo>
                  <a:pt x="4470" y="0"/>
                </a:moveTo>
                <a:lnTo>
                  <a:pt x="4566" y="0"/>
                </a:lnTo>
                <a:lnTo>
                  <a:pt x="4566" y="19"/>
                </a:lnTo>
                <a:lnTo>
                  <a:pt x="4470" y="19"/>
                </a:lnTo>
                <a:lnTo>
                  <a:pt x="4470" y="0"/>
                </a:lnTo>
                <a:moveTo>
                  <a:pt x="4624" y="0"/>
                </a:moveTo>
                <a:lnTo>
                  <a:pt x="4720" y="0"/>
                </a:lnTo>
                <a:lnTo>
                  <a:pt x="4720" y="19"/>
                </a:lnTo>
                <a:lnTo>
                  <a:pt x="4624" y="19"/>
                </a:lnTo>
                <a:lnTo>
                  <a:pt x="4624" y="0"/>
                </a:lnTo>
                <a:moveTo>
                  <a:pt x="4777" y="0"/>
                </a:moveTo>
                <a:lnTo>
                  <a:pt x="4873" y="0"/>
                </a:lnTo>
                <a:lnTo>
                  <a:pt x="4873" y="19"/>
                </a:lnTo>
                <a:lnTo>
                  <a:pt x="4777" y="19"/>
                </a:lnTo>
                <a:lnTo>
                  <a:pt x="4777" y="0"/>
                </a:lnTo>
                <a:moveTo>
                  <a:pt x="4931" y="0"/>
                </a:moveTo>
                <a:lnTo>
                  <a:pt x="5027" y="0"/>
                </a:lnTo>
                <a:lnTo>
                  <a:pt x="5027" y="19"/>
                </a:lnTo>
                <a:lnTo>
                  <a:pt x="4931" y="19"/>
                </a:lnTo>
                <a:lnTo>
                  <a:pt x="4931" y="0"/>
                </a:lnTo>
                <a:moveTo>
                  <a:pt x="5085" y="0"/>
                </a:moveTo>
                <a:lnTo>
                  <a:pt x="5181" y="0"/>
                </a:lnTo>
                <a:lnTo>
                  <a:pt x="5181" y="19"/>
                </a:lnTo>
                <a:lnTo>
                  <a:pt x="5085" y="19"/>
                </a:lnTo>
                <a:lnTo>
                  <a:pt x="5085" y="0"/>
                </a:lnTo>
                <a:moveTo>
                  <a:pt x="5239" y="0"/>
                </a:moveTo>
                <a:lnTo>
                  <a:pt x="5335" y="0"/>
                </a:lnTo>
                <a:lnTo>
                  <a:pt x="5335" y="19"/>
                </a:lnTo>
                <a:lnTo>
                  <a:pt x="5239" y="19"/>
                </a:lnTo>
                <a:lnTo>
                  <a:pt x="5239" y="0"/>
                </a:lnTo>
                <a:moveTo>
                  <a:pt x="5392" y="0"/>
                </a:moveTo>
                <a:lnTo>
                  <a:pt x="5488" y="0"/>
                </a:lnTo>
                <a:lnTo>
                  <a:pt x="5488" y="19"/>
                </a:lnTo>
                <a:lnTo>
                  <a:pt x="5392" y="19"/>
                </a:lnTo>
                <a:lnTo>
                  <a:pt x="5392" y="0"/>
                </a:lnTo>
                <a:moveTo>
                  <a:pt x="5546" y="0"/>
                </a:moveTo>
                <a:lnTo>
                  <a:pt x="5642" y="0"/>
                </a:lnTo>
                <a:lnTo>
                  <a:pt x="5642" y="19"/>
                </a:lnTo>
                <a:lnTo>
                  <a:pt x="5546" y="19"/>
                </a:lnTo>
                <a:lnTo>
                  <a:pt x="5546" y="0"/>
                </a:lnTo>
                <a:moveTo>
                  <a:pt x="5700" y="0"/>
                </a:moveTo>
                <a:lnTo>
                  <a:pt x="5796" y="0"/>
                </a:lnTo>
                <a:lnTo>
                  <a:pt x="5796" y="19"/>
                </a:lnTo>
                <a:lnTo>
                  <a:pt x="5700" y="19"/>
                </a:lnTo>
                <a:lnTo>
                  <a:pt x="5700" y="0"/>
                </a:lnTo>
                <a:moveTo>
                  <a:pt x="5854" y="0"/>
                </a:moveTo>
                <a:lnTo>
                  <a:pt x="5950" y="0"/>
                </a:lnTo>
                <a:lnTo>
                  <a:pt x="5950" y="19"/>
                </a:lnTo>
                <a:lnTo>
                  <a:pt x="5854" y="19"/>
                </a:lnTo>
                <a:lnTo>
                  <a:pt x="5854" y="0"/>
                </a:lnTo>
                <a:moveTo>
                  <a:pt x="6007" y="0"/>
                </a:moveTo>
                <a:lnTo>
                  <a:pt x="6103" y="0"/>
                </a:lnTo>
                <a:lnTo>
                  <a:pt x="6103" y="19"/>
                </a:lnTo>
                <a:lnTo>
                  <a:pt x="6007" y="19"/>
                </a:lnTo>
                <a:lnTo>
                  <a:pt x="6007" y="0"/>
                </a:lnTo>
                <a:moveTo>
                  <a:pt x="6161" y="0"/>
                </a:moveTo>
                <a:lnTo>
                  <a:pt x="6257" y="0"/>
                </a:lnTo>
                <a:lnTo>
                  <a:pt x="6257" y="19"/>
                </a:lnTo>
                <a:lnTo>
                  <a:pt x="6161" y="19"/>
                </a:lnTo>
                <a:lnTo>
                  <a:pt x="6161" y="0"/>
                </a:lnTo>
                <a:moveTo>
                  <a:pt x="6315" y="0"/>
                </a:moveTo>
                <a:lnTo>
                  <a:pt x="6411" y="0"/>
                </a:lnTo>
                <a:lnTo>
                  <a:pt x="6411" y="19"/>
                </a:lnTo>
                <a:lnTo>
                  <a:pt x="6315" y="19"/>
                </a:lnTo>
                <a:lnTo>
                  <a:pt x="6315" y="0"/>
                </a:lnTo>
                <a:moveTo>
                  <a:pt x="6469" y="0"/>
                </a:moveTo>
                <a:lnTo>
                  <a:pt x="6565" y="0"/>
                </a:lnTo>
                <a:lnTo>
                  <a:pt x="6565" y="19"/>
                </a:lnTo>
                <a:lnTo>
                  <a:pt x="6469" y="19"/>
                </a:lnTo>
                <a:lnTo>
                  <a:pt x="6469" y="0"/>
                </a:lnTo>
                <a:moveTo>
                  <a:pt x="6622" y="0"/>
                </a:moveTo>
                <a:lnTo>
                  <a:pt x="6718" y="0"/>
                </a:lnTo>
                <a:lnTo>
                  <a:pt x="6718" y="19"/>
                </a:lnTo>
                <a:lnTo>
                  <a:pt x="6622" y="19"/>
                </a:lnTo>
                <a:lnTo>
                  <a:pt x="6622" y="0"/>
                </a:lnTo>
                <a:moveTo>
                  <a:pt x="6776" y="0"/>
                </a:moveTo>
                <a:lnTo>
                  <a:pt x="6872" y="0"/>
                </a:lnTo>
                <a:lnTo>
                  <a:pt x="6872" y="19"/>
                </a:lnTo>
                <a:lnTo>
                  <a:pt x="6776" y="19"/>
                </a:lnTo>
                <a:lnTo>
                  <a:pt x="6776" y="0"/>
                </a:lnTo>
                <a:moveTo>
                  <a:pt x="6930" y="0"/>
                </a:moveTo>
                <a:lnTo>
                  <a:pt x="7026" y="0"/>
                </a:lnTo>
                <a:lnTo>
                  <a:pt x="7026" y="19"/>
                </a:lnTo>
                <a:lnTo>
                  <a:pt x="6930" y="19"/>
                </a:lnTo>
                <a:lnTo>
                  <a:pt x="6930" y="0"/>
                </a:lnTo>
                <a:moveTo>
                  <a:pt x="7084" y="0"/>
                </a:moveTo>
                <a:lnTo>
                  <a:pt x="7180" y="0"/>
                </a:lnTo>
                <a:lnTo>
                  <a:pt x="7180" y="19"/>
                </a:lnTo>
                <a:lnTo>
                  <a:pt x="7084" y="19"/>
                </a:lnTo>
                <a:lnTo>
                  <a:pt x="7084" y="0"/>
                </a:lnTo>
                <a:moveTo>
                  <a:pt x="7237" y="0"/>
                </a:moveTo>
                <a:lnTo>
                  <a:pt x="7333" y="0"/>
                </a:lnTo>
                <a:lnTo>
                  <a:pt x="7333" y="19"/>
                </a:lnTo>
                <a:lnTo>
                  <a:pt x="7237" y="19"/>
                </a:lnTo>
                <a:lnTo>
                  <a:pt x="7237" y="0"/>
                </a:lnTo>
                <a:moveTo>
                  <a:pt x="7391" y="0"/>
                </a:moveTo>
                <a:lnTo>
                  <a:pt x="7487" y="0"/>
                </a:lnTo>
                <a:lnTo>
                  <a:pt x="7487" y="19"/>
                </a:lnTo>
                <a:lnTo>
                  <a:pt x="7391" y="19"/>
                </a:lnTo>
                <a:lnTo>
                  <a:pt x="7391" y="0"/>
                </a:lnTo>
                <a:moveTo>
                  <a:pt x="7545" y="0"/>
                </a:moveTo>
                <a:lnTo>
                  <a:pt x="7641" y="0"/>
                </a:lnTo>
                <a:lnTo>
                  <a:pt x="7641" y="19"/>
                </a:lnTo>
                <a:lnTo>
                  <a:pt x="7545" y="19"/>
                </a:lnTo>
                <a:lnTo>
                  <a:pt x="7545" y="0"/>
                </a:lnTo>
                <a:moveTo>
                  <a:pt x="7699" y="0"/>
                </a:moveTo>
                <a:lnTo>
                  <a:pt x="7795" y="0"/>
                </a:lnTo>
                <a:lnTo>
                  <a:pt x="7795" y="19"/>
                </a:lnTo>
                <a:lnTo>
                  <a:pt x="7699" y="19"/>
                </a:lnTo>
                <a:lnTo>
                  <a:pt x="7699" y="0"/>
                </a:lnTo>
                <a:moveTo>
                  <a:pt x="7852" y="0"/>
                </a:moveTo>
                <a:lnTo>
                  <a:pt x="7948" y="0"/>
                </a:lnTo>
                <a:lnTo>
                  <a:pt x="7948" y="19"/>
                </a:lnTo>
                <a:lnTo>
                  <a:pt x="7852" y="19"/>
                </a:lnTo>
                <a:lnTo>
                  <a:pt x="7852" y="0"/>
                </a:lnTo>
                <a:moveTo>
                  <a:pt x="8006" y="0"/>
                </a:moveTo>
                <a:lnTo>
                  <a:pt x="8102" y="0"/>
                </a:lnTo>
                <a:lnTo>
                  <a:pt x="8102" y="19"/>
                </a:lnTo>
                <a:lnTo>
                  <a:pt x="8006" y="19"/>
                </a:lnTo>
                <a:lnTo>
                  <a:pt x="8006" y="0"/>
                </a:lnTo>
                <a:moveTo>
                  <a:pt x="8160" y="0"/>
                </a:moveTo>
                <a:lnTo>
                  <a:pt x="8256" y="0"/>
                </a:lnTo>
                <a:lnTo>
                  <a:pt x="8256" y="19"/>
                </a:lnTo>
                <a:lnTo>
                  <a:pt x="8160" y="19"/>
                </a:lnTo>
                <a:lnTo>
                  <a:pt x="8160" y="0"/>
                </a:lnTo>
                <a:moveTo>
                  <a:pt x="8314" y="0"/>
                </a:moveTo>
                <a:lnTo>
                  <a:pt x="8410" y="0"/>
                </a:lnTo>
                <a:lnTo>
                  <a:pt x="8410" y="19"/>
                </a:lnTo>
                <a:lnTo>
                  <a:pt x="8314" y="19"/>
                </a:lnTo>
                <a:lnTo>
                  <a:pt x="8314" y="0"/>
                </a:lnTo>
                <a:moveTo>
                  <a:pt x="8467" y="0"/>
                </a:moveTo>
                <a:lnTo>
                  <a:pt x="8563" y="0"/>
                </a:lnTo>
                <a:lnTo>
                  <a:pt x="8563" y="19"/>
                </a:lnTo>
                <a:lnTo>
                  <a:pt x="8467" y="19"/>
                </a:lnTo>
                <a:lnTo>
                  <a:pt x="8467" y="0"/>
                </a:lnTo>
                <a:moveTo>
                  <a:pt x="8621" y="0"/>
                </a:moveTo>
                <a:lnTo>
                  <a:pt x="8717" y="0"/>
                </a:lnTo>
                <a:lnTo>
                  <a:pt x="8717" y="19"/>
                </a:lnTo>
                <a:lnTo>
                  <a:pt x="8621" y="19"/>
                </a:lnTo>
                <a:lnTo>
                  <a:pt x="8621" y="0"/>
                </a:lnTo>
                <a:moveTo>
                  <a:pt x="8775" y="0"/>
                </a:moveTo>
                <a:lnTo>
                  <a:pt x="8871" y="0"/>
                </a:lnTo>
                <a:lnTo>
                  <a:pt x="8871" y="19"/>
                </a:lnTo>
                <a:lnTo>
                  <a:pt x="8775" y="19"/>
                </a:lnTo>
                <a:lnTo>
                  <a:pt x="8775" y="0"/>
                </a:lnTo>
                <a:moveTo>
                  <a:pt x="8929" y="0"/>
                </a:moveTo>
                <a:lnTo>
                  <a:pt x="9025" y="0"/>
                </a:lnTo>
                <a:lnTo>
                  <a:pt x="9025" y="19"/>
                </a:lnTo>
                <a:lnTo>
                  <a:pt x="8929" y="19"/>
                </a:lnTo>
                <a:lnTo>
                  <a:pt x="8929" y="0"/>
                </a:lnTo>
                <a:moveTo>
                  <a:pt x="9082" y="0"/>
                </a:moveTo>
                <a:lnTo>
                  <a:pt x="9178" y="0"/>
                </a:lnTo>
                <a:lnTo>
                  <a:pt x="9178" y="19"/>
                </a:lnTo>
                <a:lnTo>
                  <a:pt x="9082" y="19"/>
                </a:lnTo>
                <a:lnTo>
                  <a:pt x="9082" y="0"/>
                </a:lnTo>
                <a:moveTo>
                  <a:pt x="9236" y="0"/>
                </a:moveTo>
                <a:lnTo>
                  <a:pt x="9332" y="0"/>
                </a:lnTo>
                <a:lnTo>
                  <a:pt x="9332" y="19"/>
                </a:lnTo>
                <a:lnTo>
                  <a:pt x="9236" y="19"/>
                </a:lnTo>
                <a:lnTo>
                  <a:pt x="9236" y="0"/>
                </a:lnTo>
                <a:moveTo>
                  <a:pt x="9390" y="0"/>
                </a:moveTo>
                <a:lnTo>
                  <a:pt x="9486" y="0"/>
                </a:lnTo>
                <a:lnTo>
                  <a:pt x="9486" y="19"/>
                </a:lnTo>
                <a:lnTo>
                  <a:pt x="9390" y="19"/>
                </a:lnTo>
                <a:lnTo>
                  <a:pt x="9390" y="0"/>
                </a:lnTo>
                <a:moveTo>
                  <a:pt x="9543" y="0"/>
                </a:moveTo>
                <a:lnTo>
                  <a:pt x="9640" y="0"/>
                </a:lnTo>
                <a:lnTo>
                  <a:pt x="9640" y="19"/>
                </a:lnTo>
                <a:lnTo>
                  <a:pt x="9543" y="19"/>
                </a:lnTo>
                <a:lnTo>
                  <a:pt x="9543" y="0"/>
                </a:lnTo>
                <a:moveTo>
                  <a:pt x="9697" y="0"/>
                </a:moveTo>
                <a:lnTo>
                  <a:pt x="9793" y="0"/>
                </a:lnTo>
                <a:lnTo>
                  <a:pt x="9793" y="19"/>
                </a:lnTo>
                <a:lnTo>
                  <a:pt x="9697" y="19"/>
                </a:lnTo>
                <a:lnTo>
                  <a:pt x="9697" y="0"/>
                </a:lnTo>
                <a:moveTo>
                  <a:pt x="9851" y="0"/>
                </a:moveTo>
                <a:lnTo>
                  <a:pt x="9947" y="0"/>
                </a:lnTo>
                <a:lnTo>
                  <a:pt x="9947" y="19"/>
                </a:lnTo>
                <a:lnTo>
                  <a:pt x="9851" y="19"/>
                </a:lnTo>
                <a:lnTo>
                  <a:pt x="9851" y="0"/>
                </a:lnTo>
                <a:moveTo>
                  <a:pt x="10005" y="0"/>
                </a:moveTo>
                <a:lnTo>
                  <a:pt x="10101" y="0"/>
                </a:lnTo>
                <a:lnTo>
                  <a:pt x="10101" y="19"/>
                </a:lnTo>
                <a:lnTo>
                  <a:pt x="10005" y="19"/>
                </a:lnTo>
                <a:lnTo>
                  <a:pt x="10005" y="0"/>
                </a:lnTo>
                <a:moveTo>
                  <a:pt x="10158" y="0"/>
                </a:moveTo>
                <a:lnTo>
                  <a:pt x="10255" y="0"/>
                </a:lnTo>
                <a:lnTo>
                  <a:pt x="10255" y="19"/>
                </a:lnTo>
                <a:lnTo>
                  <a:pt x="10158" y="19"/>
                </a:lnTo>
                <a:lnTo>
                  <a:pt x="10158" y="0"/>
                </a:lnTo>
                <a:moveTo>
                  <a:pt x="10312" y="0"/>
                </a:moveTo>
                <a:lnTo>
                  <a:pt x="10408" y="0"/>
                </a:lnTo>
                <a:lnTo>
                  <a:pt x="10408" y="19"/>
                </a:lnTo>
                <a:lnTo>
                  <a:pt x="10312" y="19"/>
                </a:lnTo>
                <a:lnTo>
                  <a:pt x="10312" y="0"/>
                </a:lnTo>
                <a:moveTo>
                  <a:pt x="10466" y="0"/>
                </a:moveTo>
                <a:lnTo>
                  <a:pt x="10562" y="0"/>
                </a:lnTo>
                <a:lnTo>
                  <a:pt x="10562" y="19"/>
                </a:lnTo>
                <a:lnTo>
                  <a:pt x="10466" y="19"/>
                </a:lnTo>
                <a:lnTo>
                  <a:pt x="10466" y="0"/>
                </a:lnTo>
                <a:moveTo>
                  <a:pt x="10620" y="0"/>
                </a:moveTo>
                <a:lnTo>
                  <a:pt x="10716" y="0"/>
                </a:lnTo>
                <a:lnTo>
                  <a:pt x="10716" y="19"/>
                </a:lnTo>
                <a:lnTo>
                  <a:pt x="10620" y="19"/>
                </a:lnTo>
                <a:lnTo>
                  <a:pt x="10620" y="0"/>
                </a:lnTo>
                <a:moveTo>
                  <a:pt x="10773" y="0"/>
                </a:moveTo>
                <a:lnTo>
                  <a:pt x="10870" y="0"/>
                </a:lnTo>
                <a:lnTo>
                  <a:pt x="10870" y="19"/>
                </a:lnTo>
                <a:lnTo>
                  <a:pt x="10773" y="19"/>
                </a:lnTo>
                <a:lnTo>
                  <a:pt x="10773" y="0"/>
                </a:lnTo>
                <a:moveTo>
                  <a:pt x="10927" y="0"/>
                </a:moveTo>
                <a:lnTo>
                  <a:pt x="11023" y="0"/>
                </a:lnTo>
                <a:lnTo>
                  <a:pt x="11023" y="19"/>
                </a:lnTo>
                <a:lnTo>
                  <a:pt x="10927" y="19"/>
                </a:lnTo>
                <a:lnTo>
                  <a:pt x="10927" y="0"/>
                </a:lnTo>
                <a:moveTo>
                  <a:pt x="11081" y="0"/>
                </a:moveTo>
                <a:lnTo>
                  <a:pt x="11177" y="0"/>
                </a:lnTo>
                <a:lnTo>
                  <a:pt x="11177" y="19"/>
                </a:lnTo>
                <a:lnTo>
                  <a:pt x="11081" y="19"/>
                </a:lnTo>
                <a:lnTo>
                  <a:pt x="11081" y="0"/>
                </a:lnTo>
                <a:moveTo>
                  <a:pt x="11235" y="0"/>
                </a:moveTo>
                <a:lnTo>
                  <a:pt x="11331" y="0"/>
                </a:lnTo>
                <a:lnTo>
                  <a:pt x="11331" y="19"/>
                </a:lnTo>
                <a:lnTo>
                  <a:pt x="11235" y="19"/>
                </a:lnTo>
                <a:lnTo>
                  <a:pt x="11235" y="0"/>
                </a:lnTo>
                <a:moveTo>
                  <a:pt x="11388" y="0"/>
                </a:moveTo>
                <a:lnTo>
                  <a:pt x="11485" y="0"/>
                </a:lnTo>
                <a:lnTo>
                  <a:pt x="11485" y="19"/>
                </a:lnTo>
                <a:lnTo>
                  <a:pt x="11388" y="19"/>
                </a:lnTo>
                <a:lnTo>
                  <a:pt x="11388" y="0"/>
                </a:lnTo>
                <a:moveTo>
                  <a:pt x="11542" y="0"/>
                </a:moveTo>
                <a:lnTo>
                  <a:pt x="11638" y="0"/>
                </a:lnTo>
                <a:lnTo>
                  <a:pt x="11638" y="19"/>
                </a:lnTo>
                <a:lnTo>
                  <a:pt x="11542" y="19"/>
                </a:lnTo>
                <a:lnTo>
                  <a:pt x="11542" y="0"/>
                </a:lnTo>
                <a:moveTo>
                  <a:pt x="11696" y="0"/>
                </a:moveTo>
                <a:lnTo>
                  <a:pt x="11792" y="0"/>
                </a:lnTo>
                <a:lnTo>
                  <a:pt x="11792" y="19"/>
                </a:lnTo>
                <a:lnTo>
                  <a:pt x="11696" y="19"/>
                </a:lnTo>
                <a:lnTo>
                  <a:pt x="11696" y="0"/>
                </a:lnTo>
                <a:moveTo>
                  <a:pt x="11850" y="0"/>
                </a:moveTo>
                <a:lnTo>
                  <a:pt x="11946" y="0"/>
                </a:lnTo>
                <a:lnTo>
                  <a:pt x="11946" y="19"/>
                </a:lnTo>
                <a:lnTo>
                  <a:pt x="11850" y="19"/>
                </a:lnTo>
                <a:lnTo>
                  <a:pt x="11850" y="0"/>
                </a:lnTo>
                <a:moveTo>
                  <a:pt x="12003" y="0"/>
                </a:moveTo>
                <a:lnTo>
                  <a:pt x="12100" y="0"/>
                </a:lnTo>
                <a:lnTo>
                  <a:pt x="12100" y="19"/>
                </a:lnTo>
                <a:lnTo>
                  <a:pt x="12003" y="19"/>
                </a:lnTo>
                <a:lnTo>
                  <a:pt x="12003" y="0"/>
                </a:lnTo>
                <a:moveTo>
                  <a:pt x="12167" y="9"/>
                </a:moveTo>
                <a:lnTo>
                  <a:pt x="12167" y="105"/>
                </a:lnTo>
                <a:lnTo>
                  <a:pt x="12148" y="105"/>
                </a:lnTo>
                <a:lnTo>
                  <a:pt x="12148" y="9"/>
                </a:lnTo>
                <a:lnTo>
                  <a:pt x="12167" y="9"/>
                </a:lnTo>
                <a:moveTo>
                  <a:pt x="12167" y="163"/>
                </a:moveTo>
                <a:lnTo>
                  <a:pt x="12167" y="259"/>
                </a:lnTo>
                <a:lnTo>
                  <a:pt x="12148" y="259"/>
                </a:lnTo>
                <a:lnTo>
                  <a:pt x="12148" y="163"/>
                </a:lnTo>
                <a:lnTo>
                  <a:pt x="12167" y="163"/>
                </a:lnTo>
                <a:moveTo>
                  <a:pt x="12167" y="317"/>
                </a:moveTo>
                <a:lnTo>
                  <a:pt x="12167" y="413"/>
                </a:lnTo>
                <a:lnTo>
                  <a:pt x="12148" y="413"/>
                </a:lnTo>
                <a:lnTo>
                  <a:pt x="12148" y="317"/>
                </a:lnTo>
                <a:lnTo>
                  <a:pt x="12167" y="317"/>
                </a:lnTo>
                <a:moveTo>
                  <a:pt x="12167" y="470"/>
                </a:moveTo>
                <a:lnTo>
                  <a:pt x="12167" y="567"/>
                </a:lnTo>
                <a:lnTo>
                  <a:pt x="12148" y="567"/>
                </a:lnTo>
                <a:lnTo>
                  <a:pt x="12148" y="470"/>
                </a:lnTo>
                <a:lnTo>
                  <a:pt x="12167" y="470"/>
                </a:lnTo>
                <a:moveTo>
                  <a:pt x="12167" y="624"/>
                </a:moveTo>
                <a:lnTo>
                  <a:pt x="12167" y="720"/>
                </a:lnTo>
                <a:lnTo>
                  <a:pt x="12148" y="720"/>
                </a:lnTo>
                <a:lnTo>
                  <a:pt x="12148" y="624"/>
                </a:lnTo>
                <a:lnTo>
                  <a:pt x="12167" y="624"/>
                </a:lnTo>
                <a:moveTo>
                  <a:pt x="12167" y="778"/>
                </a:moveTo>
                <a:lnTo>
                  <a:pt x="12167" y="874"/>
                </a:lnTo>
                <a:lnTo>
                  <a:pt x="12148" y="874"/>
                </a:lnTo>
                <a:lnTo>
                  <a:pt x="12148" y="778"/>
                </a:lnTo>
                <a:lnTo>
                  <a:pt x="12167" y="778"/>
                </a:lnTo>
                <a:moveTo>
                  <a:pt x="12167" y="932"/>
                </a:moveTo>
                <a:lnTo>
                  <a:pt x="12167" y="1028"/>
                </a:lnTo>
                <a:lnTo>
                  <a:pt x="12148" y="1028"/>
                </a:lnTo>
                <a:lnTo>
                  <a:pt x="12148" y="932"/>
                </a:lnTo>
                <a:lnTo>
                  <a:pt x="12167" y="932"/>
                </a:lnTo>
                <a:moveTo>
                  <a:pt x="12167" y="1085"/>
                </a:moveTo>
                <a:lnTo>
                  <a:pt x="12167" y="1181"/>
                </a:lnTo>
                <a:lnTo>
                  <a:pt x="12148" y="1181"/>
                </a:lnTo>
                <a:lnTo>
                  <a:pt x="12148" y="1085"/>
                </a:lnTo>
                <a:lnTo>
                  <a:pt x="12167" y="1085"/>
                </a:lnTo>
                <a:moveTo>
                  <a:pt x="12167" y="1240"/>
                </a:moveTo>
                <a:lnTo>
                  <a:pt x="12167" y="1336"/>
                </a:lnTo>
                <a:lnTo>
                  <a:pt x="12148" y="1336"/>
                </a:lnTo>
                <a:lnTo>
                  <a:pt x="12148" y="1240"/>
                </a:lnTo>
                <a:lnTo>
                  <a:pt x="12167" y="1240"/>
                </a:lnTo>
                <a:moveTo>
                  <a:pt x="12167" y="1394"/>
                </a:moveTo>
                <a:lnTo>
                  <a:pt x="12167" y="1490"/>
                </a:lnTo>
                <a:lnTo>
                  <a:pt x="12148" y="1490"/>
                </a:lnTo>
                <a:lnTo>
                  <a:pt x="12148" y="1394"/>
                </a:lnTo>
                <a:lnTo>
                  <a:pt x="12167" y="1394"/>
                </a:lnTo>
                <a:moveTo>
                  <a:pt x="12167" y="1548"/>
                </a:moveTo>
                <a:lnTo>
                  <a:pt x="12167" y="1644"/>
                </a:lnTo>
                <a:lnTo>
                  <a:pt x="12148" y="1644"/>
                </a:lnTo>
                <a:lnTo>
                  <a:pt x="12148" y="1548"/>
                </a:lnTo>
                <a:lnTo>
                  <a:pt x="12167" y="1548"/>
                </a:lnTo>
                <a:moveTo>
                  <a:pt x="12167" y="1701"/>
                </a:moveTo>
                <a:lnTo>
                  <a:pt x="12167" y="1797"/>
                </a:lnTo>
                <a:lnTo>
                  <a:pt x="12148" y="1797"/>
                </a:lnTo>
                <a:lnTo>
                  <a:pt x="12148" y="1701"/>
                </a:lnTo>
                <a:lnTo>
                  <a:pt x="12167" y="1701"/>
                </a:lnTo>
                <a:moveTo>
                  <a:pt x="12167" y="1855"/>
                </a:moveTo>
                <a:lnTo>
                  <a:pt x="12167" y="1951"/>
                </a:lnTo>
                <a:lnTo>
                  <a:pt x="12148" y="1951"/>
                </a:lnTo>
                <a:lnTo>
                  <a:pt x="12148" y="1855"/>
                </a:lnTo>
                <a:lnTo>
                  <a:pt x="12167" y="1855"/>
                </a:lnTo>
                <a:moveTo>
                  <a:pt x="12167" y="2009"/>
                </a:moveTo>
                <a:lnTo>
                  <a:pt x="12167" y="2105"/>
                </a:lnTo>
                <a:lnTo>
                  <a:pt x="12148" y="2105"/>
                </a:lnTo>
                <a:lnTo>
                  <a:pt x="12148" y="2009"/>
                </a:lnTo>
                <a:lnTo>
                  <a:pt x="12167" y="2009"/>
                </a:lnTo>
                <a:moveTo>
                  <a:pt x="12167" y="2163"/>
                </a:moveTo>
                <a:lnTo>
                  <a:pt x="12167" y="2259"/>
                </a:lnTo>
                <a:lnTo>
                  <a:pt x="12148" y="2259"/>
                </a:lnTo>
                <a:lnTo>
                  <a:pt x="12148" y="2163"/>
                </a:lnTo>
                <a:lnTo>
                  <a:pt x="12167" y="2163"/>
                </a:lnTo>
                <a:moveTo>
                  <a:pt x="12100" y="2268"/>
                </a:moveTo>
                <a:lnTo>
                  <a:pt x="12003" y="2268"/>
                </a:lnTo>
                <a:lnTo>
                  <a:pt x="12003" y="2249"/>
                </a:lnTo>
                <a:lnTo>
                  <a:pt x="12100" y="2249"/>
                </a:lnTo>
                <a:lnTo>
                  <a:pt x="12100" y="2268"/>
                </a:lnTo>
                <a:moveTo>
                  <a:pt x="11946" y="2268"/>
                </a:moveTo>
                <a:lnTo>
                  <a:pt x="11850" y="2268"/>
                </a:lnTo>
                <a:lnTo>
                  <a:pt x="11850" y="2249"/>
                </a:lnTo>
                <a:lnTo>
                  <a:pt x="11946" y="2249"/>
                </a:lnTo>
                <a:lnTo>
                  <a:pt x="11946" y="2268"/>
                </a:lnTo>
                <a:moveTo>
                  <a:pt x="11792" y="2268"/>
                </a:moveTo>
                <a:lnTo>
                  <a:pt x="11696" y="2268"/>
                </a:lnTo>
                <a:lnTo>
                  <a:pt x="11696" y="2249"/>
                </a:lnTo>
                <a:lnTo>
                  <a:pt x="11792" y="2249"/>
                </a:lnTo>
                <a:lnTo>
                  <a:pt x="11792" y="2268"/>
                </a:lnTo>
                <a:moveTo>
                  <a:pt x="11638" y="2268"/>
                </a:moveTo>
                <a:lnTo>
                  <a:pt x="11542" y="2268"/>
                </a:lnTo>
                <a:lnTo>
                  <a:pt x="11542" y="2249"/>
                </a:lnTo>
                <a:lnTo>
                  <a:pt x="11638" y="2249"/>
                </a:lnTo>
                <a:lnTo>
                  <a:pt x="11638" y="2268"/>
                </a:lnTo>
                <a:moveTo>
                  <a:pt x="11485" y="2268"/>
                </a:moveTo>
                <a:lnTo>
                  <a:pt x="11388" y="2268"/>
                </a:lnTo>
                <a:lnTo>
                  <a:pt x="11388" y="2249"/>
                </a:lnTo>
                <a:lnTo>
                  <a:pt x="11485" y="2249"/>
                </a:lnTo>
                <a:lnTo>
                  <a:pt x="11485" y="2268"/>
                </a:lnTo>
                <a:moveTo>
                  <a:pt x="11331" y="2268"/>
                </a:moveTo>
                <a:lnTo>
                  <a:pt x="11235" y="2268"/>
                </a:lnTo>
                <a:lnTo>
                  <a:pt x="11235" y="2249"/>
                </a:lnTo>
                <a:lnTo>
                  <a:pt x="11331" y="2249"/>
                </a:lnTo>
                <a:lnTo>
                  <a:pt x="11331" y="2268"/>
                </a:lnTo>
                <a:moveTo>
                  <a:pt x="11177" y="2268"/>
                </a:moveTo>
                <a:lnTo>
                  <a:pt x="11081" y="2268"/>
                </a:lnTo>
                <a:lnTo>
                  <a:pt x="11081" y="2249"/>
                </a:lnTo>
                <a:lnTo>
                  <a:pt x="11177" y="2249"/>
                </a:lnTo>
                <a:lnTo>
                  <a:pt x="11177" y="2268"/>
                </a:lnTo>
                <a:moveTo>
                  <a:pt x="11023" y="2268"/>
                </a:moveTo>
                <a:lnTo>
                  <a:pt x="10927" y="2268"/>
                </a:lnTo>
                <a:lnTo>
                  <a:pt x="10927" y="2249"/>
                </a:lnTo>
                <a:lnTo>
                  <a:pt x="11023" y="2249"/>
                </a:lnTo>
                <a:lnTo>
                  <a:pt x="11023" y="2268"/>
                </a:lnTo>
                <a:moveTo>
                  <a:pt x="10870" y="2268"/>
                </a:moveTo>
                <a:lnTo>
                  <a:pt x="10773" y="2268"/>
                </a:lnTo>
                <a:lnTo>
                  <a:pt x="10773" y="2249"/>
                </a:lnTo>
                <a:lnTo>
                  <a:pt x="10870" y="2249"/>
                </a:lnTo>
                <a:lnTo>
                  <a:pt x="10870" y="2268"/>
                </a:lnTo>
                <a:moveTo>
                  <a:pt x="10716" y="2268"/>
                </a:moveTo>
                <a:lnTo>
                  <a:pt x="10620" y="2268"/>
                </a:lnTo>
                <a:lnTo>
                  <a:pt x="10620" y="2249"/>
                </a:lnTo>
                <a:lnTo>
                  <a:pt x="10716" y="2249"/>
                </a:lnTo>
                <a:lnTo>
                  <a:pt x="10716" y="2268"/>
                </a:lnTo>
                <a:moveTo>
                  <a:pt x="10562" y="2268"/>
                </a:moveTo>
                <a:lnTo>
                  <a:pt x="10466" y="2268"/>
                </a:lnTo>
                <a:lnTo>
                  <a:pt x="10466" y="2249"/>
                </a:lnTo>
                <a:lnTo>
                  <a:pt x="10562" y="2249"/>
                </a:lnTo>
                <a:lnTo>
                  <a:pt x="10562" y="2268"/>
                </a:lnTo>
                <a:moveTo>
                  <a:pt x="10408" y="2268"/>
                </a:moveTo>
                <a:lnTo>
                  <a:pt x="10312" y="2268"/>
                </a:lnTo>
                <a:lnTo>
                  <a:pt x="10312" y="2249"/>
                </a:lnTo>
                <a:lnTo>
                  <a:pt x="10408" y="2249"/>
                </a:lnTo>
                <a:lnTo>
                  <a:pt x="10408" y="2268"/>
                </a:lnTo>
                <a:moveTo>
                  <a:pt x="10255" y="2268"/>
                </a:moveTo>
                <a:lnTo>
                  <a:pt x="10158" y="2268"/>
                </a:lnTo>
                <a:lnTo>
                  <a:pt x="10158" y="2249"/>
                </a:lnTo>
                <a:lnTo>
                  <a:pt x="10255" y="2249"/>
                </a:lnTo>
                <a:lnTo>
                  <a:pt x="10255" y="2268"/>
                </a:lnTo>
                <a:moveTo>
                  <a:pt x="10101" y="2268"/>
                </a:moveTo>
                <a:lnTo>
                  <a:pt x="10005" y="2268"/>
                </a:lnTo>
                <a:lnTo>
                  <a:pt x="10005" y="2249"/>
                </a:lnTo>
                <a:lnTo>
                  <a:pt x="10101" y="2249"/>
                </a:lnTo>
                <a:lnTo>
                  <a:pt x="10101" y="2268"/>
                </a:lnTo>
                <a:moveTo>
                  <a:pt x="9947" y="2268"/>
                </a:moveTo>
                <a:lnTo>
                  <a:pt x="9851" y="2268"/>
                </a:lnTo>
                <a:lnTo>
                  <a:pt x="9851" y="2249"/>
                </a:lnTo>
                <a:lnTo>
                  <a:pt x="9947" y="2249"/>
                </a:lnTo>
                <a:lnTo>
                  <a:pt x="9947" y="2268"/>
                </a:lnTo>
                <a:moveTo>
                  <a:pt x="9793" y="2268"/>
                </a:moveTo>
                <a:lnTo>
                  <a:pt x="9697" y="2268"/>
                </a:lnTo>
                <a:lnTo>
                  <a:pt x="9697" y="2249"/>
                </a:lnTo>
                <a:lnTo>
                  <a:pt x="9793" y="2249"/>
                </a:lnTo>
                <a:lnTo>
                  <a:pt x="9793" y="2268"/>
                </a:lnTo>
                <a:moveTo>
                  <a:pt x="9640" y="2268"/>
                </a:moveTo>
                <a:lnTo>
                  <a:pt x="9543" y="2268"/>
                </a:lnTo>
                <a:lnTo>
                  <a:pt x="9543" y="2249"/>
                </a:lnTo>
                <a:lnTo>
                  <a:pt x="9640" y="2249"/>
                </a:lnTo>
                <a:lnTo>
                  <a:pt x="9640" y="2268"/>
                </a:lnTo>
                <a:moveTo>
                  <a:pt x="9486" y="2268"/>
                </a:moveTo>
                <a:lnTo>
                  <a:pt x="9390" y="2268"/>
                </a:lnTo>
                <a:lnTo>
                  <a:pt x="9390" y="2249"/>
                </a:lnTo>
                <a:lnTo>
                  <a:pt x="9486" y="2249"/>
                </a:lnTo>
                <a:lnTo>
                  <a:pt x="9486" y="2268"/>
                </a:lnTo>
                <a:moveTo>
                  <a:pt x="9332" y="2268"/>
                </a:moveTo>
                <a:lnTo>
                  <a:pt x="9236" y="2268"/>
                </a:lnTo>
                <a:lnTo>
                  <a:pt x="9236" y="2249"/>
                </a:lnTo>
                <a:lnTo>
                  <a:pt x="9332" y="2249"/>
                </a:lnTo>
                <a:lnTo>
                  <a:pt x="9332" y="2268"/>
                </a:lnTo>
                <a:moveTo>
                  <a:pt x="9178" y="2268"/>
                </a:moveTo>
                <a:lnTo>
                  <a:pt x="9082" y="2268"/>
                </a:lnTo>
                <a:lnTo>
                  <a:pt x="9082" y="2249"/>
                </a:lnTo>
                <a:lnTo>
                  <a:pt x="9178" y="2249"/>
                </a:lnTo>
                <a:lnTo>
                  <a:pt x="9178" y="2268"/>
                </a:lnTo>
                <a:moveTo>
                  <a:pt x="9025" y="2268"/>
                </a:moveTo>
                <a:lnTo>
                  <a:pt x="8929" y="2268"/>
                </a:lnTo>
                <a:lnTo>
                  <a:pt x="8929" y="2249"/>
                </a:lnTo>
                <a:lnTo>
                  <a:pt x="9025" y="2249"/>
                </a:lnTo>
                <a:lnTo>
                  <a:pt x="9025" y="2268"/>
                </a:lnTo>
                <a:moveTo>
                  <a:pt x="8871" y="2268"/>
                </a:moveTo>
                <a:lnTo>
                  <a:pt x="8775" y="2268"/>
                </a:lnTo>
                <a:lnTo>
                  <a:pt x="8775" y="2249"/>
                </a:lnTo>
                <a:lnTo>
                  <a:pt x="8871" y="2249"/>
                </a:lnTo>
                <a:lnTo>
                  <a:pt x="8871" y="2268"/>
                </a:lnTo>
                <a:moveTo>
                  <a:pt x="8717" y="2268"/>
                </a:moveTo>
                <a:lnTo>
                  <a:pt x="8621" y="2268"/>
                </a:lnTo>
                <a:lnTo>
                  <a:pt x="8621" y="2249"/>
                </a:lnTo>
                <a:lnTo>
                  <a:pt x="8717" y="2249"/>
                </a:lnTo>
                <a:lnTo>
                  <a:pt x="8717" y="2268"/>
                </a:lnTo>
                <a:moveTo>
                  <a:pt x="8563" y="2268"/>
                </a:moveTo>
                <a:lnTo>
                  <a:pt x="8467" y="2268"/>
                </a:lnTo>
                <a:lnTo>
                  <a:pt x="8467" y="2249"/>
                </a:lnTo>
                <a:lnTo>
                  <a:pt x="8563" y="2249"/>
                </a:lnTo>
                <a:lnTo>
                  <a:pt x="8563" y="2268"/>
                </a:lnTo>
                <a:moveTo>
                  <a:pt x="8410" y="2268"/>
                </a:moveTo>
                <a:lnTo>
                  <a:pt x="8314" y="2268"/>
                </a:lnTo>
                <a:lnTo>
                  <a:pt x="8314" y="2249"/>
                </a:lnTo>
                <a:lnTo>
                  <a:pt x="8410" y="2249"/>
                </a:lnTo>
                <a:lnTo>
                  <a:pt x="8410" y="2268"/>
                </a:lnTo>
                <a:moveTo>
                  <a:pt x="8256" y="2268"/>
                </a:moveTo>
                <a:lnTo>
                  <a:pt x="8160" y="2268"/>
                </a:lnTo>
                <a:lnTo>
                  <a:pt x="8160" y="2249"/>
                </a:lnTo>
                <a:lnTo>
                  <a:pt x="8256" y="2249"/>
                </a:lnTo>
                <a:lnTo>
                  <a:pt x="8256" y="2268"/>
                </a:lnTo>
                <a:moveTo>
                  <a:pt x="8102" y="2268"/>
                </a:moveTo>
                <a:lnTo>
                  <a:pt x="8006" y="2268"/>
                </a:lnTo>
                <a:lnTo>
                  <a:pt x="8006" y="2249"/>
                </a:lnTo>
                <a:lnTo>
                  <a:pt x="8102" y="2249"/>
                </a:lnTo>
                <a:lnTo>
                  <a:pt x="8102" y="2268"/>
                </a:lnTo>
                <a:moveTo>
                  <a:pt x="7948" y="2268"/>
                </a:moveTo>
                <a:lnTo>
                  <a:pt x="7852" y="2268"/>
                </a:lnTo>
                <a:lnTo>
                  <a:pt x="7852" y="2249"/>
                </a:lnTo>
                <a:lnTo>
                  <a:pt x="7948" y="2249"/>
                </a:lnTo>
                <a:lnTo>
                  <a:pt x="7948" y="2268"/>
                </a:lnTo>
                <a:moveTo>
                  <a:pt x="7795" y="2268"/>
                </a:moveTo>
                <a:lnTo>
                  <a:pt x="7699" y="2268"/>
                </a:lnTo>
                <a:lnTo>
                  <a:pt x="7699" y="2249"/>
                </a:lnTo>
                <a:lnTo>
                  <a:pt x="7795" y="2249"/>
                </a:lnTo>
                <a:lnTo>
                  <a:pt x="7795" y="2268"/>
                </a:lnTo>
                <a:moveTo>
                  <a:pt x="7641" y="2268"/>
                </a:moveTo>
                <a:lnTo>
                  <a:pt x="7545" y="2268"/>
                </a:lnTo>
                <a:lnTo>
                  <a:pt x="7545" y="2249"/>
                </a:lnTo>
                <a:lnTo>
                  <a:pt x="7641" y="2249"/>
                </a:lnTo>
                <a:lnTo>
                  <a:pt x="7641" y="2268"/>
                </a:lnTo>
                <a:moveTo>
                  <a:pt x="7487" y="2268"/>
                </a:moveTo>
                <a:lnTo>
                  <a:pt x="7391" y="2268"/>
                </a:lnTo>
                <a:lnTo>
                  <a:pt x="7391" y="2249"/>
                </a:lnTo>
                <a:lnTo>
                  <a:pt x="7487" y="2249"/>
                </a:lnTo>
                <a:lnTo>
                  <a:pt x="7487" y="2268"/>
                </a:lnTo>
                <a:moveTo>
                  <a:pt x="7333" y="2268"/>
                </a:moveTo>
                <a:lnTo>
                  <a:pt x="7237" y="2268"/>
                </a:lnTo>
                <a:lnTo>
                  <a:pt x="7237" y="2249"/>
                </a:lnTo>
                <a:lnTo>
                  <a:pt x="7333" y="2249"/>
                </a:lnTo>
                <a:lnTo>
                  <a:pt x="7333" y="2268"/>
                </a:lnTo>
                <a:moveTo>
                  <a:pt x="7180" y="2268"/>
                </a:moveTo>
                <a:lnTo>
                  <a:pt x="7084" y="2268"/>
                </a:lnTo>
                <a:lnTo>
                  <a:pt x="7084" y="2249"/>
                </a:lnTo>
                <a:lnTo>
                  <a:pt x="7180" y="2249"/>
                </a:lnTo>
                <a:lnTo>
                  <a:pt x="7180" y="2268"/>
                </a:lnTo>
                <a:moveTo>
                  <a:pt x="7026" y="2268"/>
                </a:moveTo>
                <a:lnTo>
                  <a:pt x="6930" y="2268"/>
                </a:lnTo>
                <a:lnTo>
                  <a:pt x="6930" y="2249"/>
                </a:lnTo>
                <a:lnTo>
                  <a:pt x="7026" y="2249"/>
                </a:lnTo>
                <a:lnTo>
                  <a:pt x="7026" y="2268"/>
                </a:lnTo>
                <a:moveTo>
                  <a:pt x="6872" y="2268"/>
                </a:moveTo>
                <a:lnTo>
                  <a:pt x="6776" y="2268"/>
                </a:lnTo>
                <a:lnTo>
                  <a:pt x="6776" y="2249"/>
                </a:lnTo>
                <a:lnTo>
                  <a:pt x="6872" y="2249"/>
                </a:lnTo>
                <a:lnTo>
                  <a:pt x="6872" y="2268"/>
                </a:lnTo>
                <a:moveTo>
                  <a:pt x="6718" y="2268"/>
                </a:moveTo>
                <a:lnTo>
                  <a:pt x="6622" y="2268"/>
                </a:lnTo>
                <a:lnTo>
                  <a:pt x="6622" y="2249"/>
                </a:lnTo>
                <a:lnTo>
                  <a:pt x="6718" y="2249"/>
                </a:lnTo>
                <a:lnTo>
                  <a:pt x="6718" y="2268"/>
                </a:lnTo>
                <a:moveTo>
                  <a:pt x="6565" y="2268"/>
                </a:moveTo>
                <a:lnTo>
                  <a:pt x="6469" y="2268"/>
                </a:lnTo>
                <a:lnTo>
                  <a:pt x="6469" y="2249"/>
                </a:lnTo>
                <a:lnTo>
                  <a:pt x="6565" y="2249"/>
                </a:lnTo>
                <a:lnTo>
                  <a:pt x="6565" y="2268"/>
                </a:lnTo>
                <a:moveTo>
                  <a:pt x="6411" y="2268"/>
                </a:moveTo>
                <a:lnTo>
                  <a:pt x="6315" y="2268"/>
                </a:lnTo>
                <a:lnTo>
                  <a:pt x="6315" y="2249"/>
                </a:lnTo>
                <a:lnTo>
                  <a:pt x="6411" y="2249"/>
                </a:lnTo>
                <a:lnTo>
                  <a:pt x="6411" y="2268"/>
                </a:lnTo>
                <a:moveTo>
                  <a:pt x="6257" y="2268"/>
                </a:moveTo>
                <a:lnTo>
                  <a:pt x="6161" y="2268"/>
                </a:lnTo>
                <a:lnTo>
                  <a:pt x="6161" y="2249"/>
                </a:lnTo>
                <a:lnTo>
                  <a:pt x="6257" y="2249"/>
                </a:lnTo>
                <a:lnTo>
                  <a:pt x="6257" y="2268"/>
                </a:lnTo>
                <a:moveTo>
                  <a:pt x="6103" y="2268"/>
                </a:moveTo>
                <a:lnTo>
                  <a:pt x="6007" y="2268"/>
                </a:lnTo>
                <a:lnTo>
                  <a:pt x="6007" y="2249"/>
                </a:lnTo>
                <a:lnTo>
                  <a:pt x="6103" y="2249"/>
                </a:lnTo>
                <a:lnTo>
                  <a:pt x="6103" y="2268"/>
                </a:lnTo>
                <a:moveTo>
                  <a:pt x="5950" y="2268"/>
                </a:moveTo>
                <a:lnTo>
                  <a:pt x="5854" y="2268"/>
                </a:lnTo>
                <a:lnTo>
                  <a:pt x="5854" y="2249"/>
                </a:lnTo>
                <a:lnTo>
                  <a:pt x="5950" y="2249"/>
                </a:lnTo>
                <a:lnTo>
                  <a:pt x="5950" y="2268"/>
                </a:lnTo>
                <a:moveTo>
                  <a:pt x="5796" y="2268"/>
                </a:moveTo>
                <a:lnTo>
                  <a:pt x="5700" y="2268"/>
                </a:lnTo>
                <a:lnTo>
                  <a:pt x="5700" y="2249"/>
                </a:lnTo>
                <a:lnTo>
                  <a:pt x="5796" y="2249"/>
                </a:lnTo>
                <a:lnTo>
                  <a:pt x="5796" y="2268"/>
                </a:lnTo>
                <a:moveTo>
                  <a:pt x="5642" y="2268"/>
                </a:moveTo>
                <a:lnTo>
                  <a:pt x="5546" y="2268"/>
                </a:lnTo>
                <a:lnTo>
                  <a:pt x="5546" y="2249"/>
                </a:lnTo>
                <a:lnTo>
                  <a:pt x="5642" y="2249"/>
                </a:lnTo>
                <a:lnTo>
                  <a:pt x="5642" y="2268"/>
                </a:lnTo>
                <a:moveTo>
                  <a:pt x="5488" y="2268"/>
                </a:moveTo>
                <a:lnTo>
                  <a:pt x="5392" y="2268"/>
                </a:lnTo>
                <a:lnTo>
                  <a:pt x="5392" y="2249"/>
                </a:lnTo>
                <a:lnTo>
                  <a:pt x="5488" y="2249"/>
                </a:lnTo>
                <a:lnTo>
                  <a:pt x="5488" y="2268"/>
                </a:lnTo>
                <a:moveTo>
                  <a:pt x="5335" y="2268"/>
                </a:moveTo>
                <a:lnTo>
                  <a:pt x="5239" y="2268"/>
                </a:lnTo>
                <a:lnTo>
                  <a:pt x="5239" y="2249"/>
                </a:lnTo>
                <a:lnTo>
                  <a:pt x="5335" y="2249"/>
                </a:lnTo>
                <a:lnTo>
                  <a:pt x="5335" y="2268"/>
                </a:lnTo>
                <a:moveTo>
                  <a:pt x="5181" y="2268"/>
                </a:moveTo>
                <a:lnTo>
                  <a:pt x="5085" y="2268"/>
                </a:lnTo>
                <a:lnTo>
                  <a:pt x="5085" y="2249"/>
                </a:lnTo>
                <a:lnTo>
                  <a:pt x="5181" y="2249"/>
                </a:lnTo>
                <a:lnTo>
                  <a:pt x="5181" y="2268"/>
                </a:lnTo>
                <a:moveTo>
                  <a:pt x="5027" y="2268"/>
                </a:moveTo>
                <a:lnTo>
                  <a:pt x="4931" y="2268"/>
                </a:lnTo>
                <a:lnTo>
                  <a:pt x="4931" y="2249"/>
                </a:lnTo>
                <a:lnTo>
                  <a:pt x="5027" y="2249"/>
                </a:lnTo>
                <a:lnTo>
                  <a:pt x="5027" y="2268"/>
                </a:lnTo>
                <a:moveTo>
                  <a:pt x="4873" y="2268"/>
                </a:moveTo>
                <a:lnTo>
                  <a:pt x="4777" y="2268"/>
                </a:lnTo>
                <a:lnTo>
                  <a:pt x="4777" y="2249"/>
                </a:lnTo>
                <a:lnTo>
                  <a:pt x="4873" y="2249"/>
                </a:lnTo>
                <a:lnTo>
                  <a:pt x="4873" y="2268"/>
                </a:lnTo>
                <a:moveTo>
                  <a:pt x="4720" y="2268"/>
                </a:moveTo>
                <a:lnTo>
                  <a:pt x="4624" y="2268"/>
                </a:lnTo>
                <a:lnTo>
                  <a:pt x="4624" y="2249"/>
                </a:lnTo>
                <a:lnTo>
                  <a:pt x="4720" y="2249"/>
                </a:lnTo>
                <a:lnTo>
                  <a:pt x="4720" y="2268"/>
                </a:lnTo>
                <a:moveTo>
                  <a:pt x="4566" y="2268"/>
                </a:moveTo>
                <a:lnTo>
                  <a:pt x="4470" y="2268"/>
                </a:lnTo>
                <a:lnTo>
                  <a:pt x="4470" y="2249"/>
                </a:lnTo>
                <a:lnTo>
                  <a:pt x="4566" y="2249"/>
                </a:lnTo>
                <a:lnTo>
                  <a:pt x="4566" y="2268"/>
                </a:lnTo>
                <a:moveTo>
                  <a:pt x="4412" y="2268"/>
                </a:moveTo>
                <a:lnTo>
                  <a:pt x="4316" y="2268"/>
                </a:lnTo>
                <a:lnTo>
                  <a:pt x="4316" y="2249"/>
                </a:lnTo>
                <a:lnTo>
                  <a:pt x="4412" y="2249"/>
                </a:lnTo>
                <a:lnTo>
                  <a:pt x="4412" y="2268"/>
                </a:lnTo>
                <a:moveTo>
                  <a:pt x="4258" y="2268"/>
                </a:moveTo>
                <a:lnTo>
                  <a:pt x="4162" y="2268"/>
                </a:lnTo>
                <a:lnTo>
                  <a:pt x="4162" y="2249"/>
                </a:lnTo>
                <a:lnTo>
                  <a:pt x="4258" y="2249"/>
                </a:lnTo>
                <a:lnTo>
                  <a:pt x="4258" y="2268"/>
                </a:lnTo>
                <a:moveTo>
                  <a:pt x="4105" y="2268"/>
                </a:moveTo>
                <a:lnTo>
                  <a:pt x="4009" y="2268"/>
                </a:lnTo>
                <a:lnTo>
                  <a:pt x="4009" y="2249"/>
                </a:lnTo>
                <a:lnTo>
                  <a:pt x="4105" y="2249"/>
                </a:lnTo>
                <a:lnTo>
                  <a:pt x="4105" y="2268"/>
                </a:lnTo>
                <a:moveTo>
                  <a:pt x="3951" y="2268"/>
                </a:moveTo>
                <a:lnTo>
                  <a:pt x="3855" y="2268"/>
                </a:lnTo>
                <a:lnTo>
                  <a:pt x="3855" y="2249"/>
                </a:lnTo>
                <a:lnTo>
                  <a:pt x="3951" y="2249"/>
                </a:lnTo>
                <a:lnTo>
                  <a:pt x="3951" y="2268"/>
                </a:lnTo>
                <a:moveTo>
                  <a:pt x="3797" y="2268"/>
                </a:moveTo>
                <a:lnTo>
                  <a:pt x="3701" y="2268"/>
                </a:lnTo>
                <a:lnTo>
                  <a:pt x="3701" y="2249"/>
                </a:lnTo>
                <a:lnTo>
                  <a:pt x="3797" y="2249"/>
                </a:lnTo>
                <a:lnTo>
                  <a:pt x="3797" y="2268"/>
                </a:lnTo>
                <a:moveTo>
                  <a:pt x="3643" y="2268"/>
                </a:moveTo>
                <a:lnTo>
                  <a:pt x="3547" y="2268"/>
                </a:lnTo>
                <a:lnTo>
                  <a:pt x="3547" y="2249"/>
                </a:lnTo>
                <a:lnTo>
                  <a:pt x="3643" y="2249"/>
                </a:lnTo>
                <a:lnTo>
                  <a:pt x="3643" y="2268"/>
                </a:lnTo>
                <a:moveTo>
                  <a:pt x="3490" y="2268"/>
                </a:moveTo>
                <a:lnTo>
                  <a:pt x="3394" y="2268"/>
                </a:lnTo>
                <a:lnTo>
                  <a:pt x="3394" y="2249"/>
                </a:lnTo>
                <a:lnTo>
                  <a:pt x="3490" y="2249"/>
                </a:lnTo>
                <a:lnTo>
                  <a:pt x="3490" y="2268"/>
                </a:lnTo>
                <a:moveTo>
                  <a:pt x="3336" y="2268"/>
                </a:moveTo>
                <a:lnTo>
                  <a:pt x="3240" y="2268"/>
                </a:lnTo>
                <a:lnTo>
                  <a:pt x="3240" y="2249"/>
                </a:lnTo>
                <a:lnTo>
                  <a:pt x="3336" y="2249"/>
                </a:lnTo>
                <a:lnTo>
                  <a:pt x="3336" y="2268"/>
                </a:lnTo>
                <a:moveTo>
                  <a:pt x="3182" y="2268"/>
                </a:moveTo>
                <a:lnTo>
                  <a:pt x="3086" y="2268"/>
                </a:lnTo>
                <a:lnTo>
                  <a:pt x="3086" y="2249"/>
                </a:lnTo>
                <a:lnTo>
                  <a:pt x="3182" y="2249"/>
                </a:lnTo>
                <a:lnTo>
                  <a:pt x="3182" y="2268"/>
                </a:lnTo>
                <a:moveTo>
                  <a:pt x="3028" y="2268"/>
                </a:moveTo>
                <a:lnTo>
                  <a:pt x="2932" y="2268"/>
                </a:lnTo>
                <a:lnTo>
                  <a:pt x="2932" y="2249"/>
                </a:lnTo>
                <a:lnTo>
                  <a:pt x="3028" y="2249"/>
                </a:lnTo>
                <a:lnTo>
                  <a:pt x="3028" y="2268"/>
                </a:lnTo>
                <a:moveTo>
                  <a:pt x="2875" y="2268"/>
                </a:moveTo>
                <a:lnTo>
                  <a:pt x="2779" y="2268"/>
                </a:lnTo>
                <a:lnTo>
                  <a:pt x="2779" y="2249"/>
                </a:lnTo>
                <a:lnTo>
                  <a:pt x="2875" y="2249"/>
                </a:lnTo>
                <a:lnTo>
                  <a:pt x="2875" y="2268"/>
                </a:lnTo>
                <a:moveTo>
                  <a:pt x="2721" y="2268"/>
                </a:moveTo>
                <a:lnTo>
                  <a:pt x="2625" y="2268"/>
                </a:lnTo>
                <a:lnTo>
                  <a:pt x="2625" y="2249"/>
                </a:lnTo>
                <a:lnTo>
                  <a:pt x="2721" y="2249"/>
                </a:lnTo>
                <a:lnTo>
                  <a:pt x="2721" y="2268"/>
                </a:lnTo>
                <a:moveTo>
                  <a:pt x="2567" y="2268"/>
                </a:moveTo>
                <a:lnTo>
                  <a:pt x="2471" y="2268"/>
                </a:lnTo>
                <a:lnTo>
                  <a:pt x="2471" y="2249"/>
                </a:lnTo>
                <a:lnTo>
                  <a:pt x="2567" y="2249"/>
                </a:lnTo>
                <a:lnTo>
                  <a:pt x="2567" y="2268"/>
                </a:lnTo>
                <a:moveTo>
                  <a:pt x="2413" y="2268"/>
                </a:moveTo>
                <a:lnTo>
                  <a:pt x="2317" y="2268"/>
                </a:lnTo>
                <a:lnTo>
                  <a:pt x="2317" y="2249"/>
                </a:lnTo>
                <a:lnTo>
                  <a:pt x="2413" y="2249"/>
                </a:lnTo>
                <a:lnTo>
                  <a:pt x="2413" y="2268"/>
                </a:lnTo>
                <a:moveTo>
                  <a:pt x="2260" y="2268"/>
                </a:moveTo>
                <a:lnTo>
                  <a:pt x="2163" y="2268"/>
                </a:lnTo>
                <a:lnTo>
                  <a:pt x="2163" y="2249"/>
                </a:lnTo>
                <a:lnTo>
                  <a:pt x="2260" y="2249"/>
                </a:lnTo>
                <a:lnTo>
                  <a:pt x="2260" y="2268"/>
                </a:lnTo>
                <a:moveTo>
                  <a:pt x="2105" y="2268"/>
                </a:moveTo>
                <a:lnTo>
                  <a:pt x="2009" y="2268"/>
                </a:lnTo>
                <a:lnTo>
                  <a:pt x="2009" y="2249"/>
                </a:lnTo>
                <a:lnTo>
                  <a:pt x="2105" y="2249"/>
                </a:lnTo>
                <a:lnTo>
                  <a:pt x="2105" y="2268"/>
                </a:lnTo>
                <a:moveTo>
                  <a:pt x="1951" y="2268"/>
                </a:moveTo>
                <a:lnTo>
                  <a:pt x="1855" y="2268"/>
                </a:lnTo>
                <a:lnTo>
                  <a:pt x="1855" y="2249"/>
                </a:lnTo>
                <a:lnTo>
                  <a:pt x="1951" y="2249"/>
                </a:lnTo>
                <a:lnTo>
                  <a:pt x="1951" y="2268"/>
                </a:lnTo>
                <a:moveTo>
                  <a:pt x="1797" y="2268"/>
                </a:moveTo>
                <a:lnTo>
                  <a:pt x="1701" y="2268"/>
                </a:lnTo>
                <a:lnTo>
                  <a:pt x="1701" y="2249"/>
                </a:lnTo>
                <a:lnTo>
                  <a:pt x="1797" y="2249"/>
                </a:lnTo>
                <a:lnTo>
                  <a:pt x="1797" y="2268"/>
                </a:lnTo>
                <a:moveTo>
                  <a:pt x="1644" y="2268"/>
                </a:moveTo>
                <a:lnTo>
                  <a:pt x="1548" y="2268"/>
                </a:lnTo>
                <a:lnTo>
                  <a:pt x="1548" y="2249"/>
                </a:lnTo>
                <a:lnTo>
                  <a:pt x="1644" y="2249"/>
                </a:lnTo>
                <a:lnTo>
                  <a:pt x="1644" y="2268"/>
                </a:lnTo>
                <a:moveTo>
                  <a:pt x="1490" y="2268"/>
                </a:moveTo>
                <a:lnTo>
                  <a:pt x="1394" y="2268"/>
                </a:lnTo>
                <a:lnTo>
                  <a:pt x="1394" y="2249"/>
                </a:lnTo>
                <a:lnTo>
                  <a:pt x="1490" y="2249"/>
                </a:lnTo>
                <a:lnTo>
                  <a:pt x="1490" y="2268"/>
                </a:lnTo>
                <a:moveTo>
                  <a:pt x="1336" y="2268"/>
                </a:moveTo>
                <a:lnTo>
                  <a:pt x="1240" y="2268"/>
                </a:lnTo>
                <a:lnTo>
                  <a:pt x="1240" y="2249"/>
                </a:lnTo>
                <a:lnTo>
                  <a:pt x="1336" y="2249"/>
                </a:lnTo>
                <a:lnTo>
                  <a:pt x="1336" y="2268"/>
                </a:lnTo>
                <a:moveTo>
                  <a:pt x="1182" y="2268"/>
                </a:moveTo>
                <a:lnTo>
                  <a:pt x="1086" y="2268"/>
                </a:lnTo>
                <a:lnTo>
                  <a:pt x="1086" y="2249"/>
                </a:lnTo>
                <a:lnTo>
                  <a:pt x="1182" y="2249"/>
                </a:lnTo>
                <a:lnTo>
                  <a:pt x="1182" y="2268"/>
                </a:lnTo>
                <a:moveTo>
                  <a:pt x="1029" y="2268"/>
                </a:moveTo>
                <a:lnTo>
                  <a:pt x="933" y="2268"/>
                </a:lnTo>
                <a:lnTo>
                  <a:pt x="933" y="2249"/>
                </a:lnTo>
                <a:lnTo>
                  <a:pt x="1029" y="2249"/>
                </a:lnTo>
                <a:lnTo>
                  <a:pt x="1029" y="2268"/>
                </a:lnTo>
                <a:moveTo>
                  <a:pt x="875" y="2268"/>
                </a:moveTo>
                <a:lnTo>
                  <a:pt x="779" y="2268"/>
                </a:lnTo>
                <a:lnTo>
                  <a:pt x="779" y="2249"/>
                </a:lnTo>
                <a:lnTo>
                  <a:pt x="875" y="2249"/>
                </a:lnTo>
                <a:lnTo>
                  <a:pt x="875" y="2268"/>
                </a:lnTo>
                <a:moveTo>
                  <a:pt x="721" y="2268"/>
                </a:moveTo>
                <a:lnTo>
                  <a:pt x="625" y="2268"/>
                </a:lnTo>
                <a:lnTo>
                  <a:pt x="625" y="2249"/>
                </a:lnTo>
                <a:lnTo>
                  <a:pt x="721" y="2249"/>
                </a:lnTo>
                <a:lnTo>
                  <a:pt x="721" y="2268"/>
                </a:lnTo>
                <a:moveTo>
                  <a:pt x="567" y="2268"/>
                </a:moveTo>
                <a:lnTo>
                  <a:pt x="471" y="2268"/>
                </a:lnTo>
                <a:lnTo>
                  <a:pt x="471" y="2249"/>
                </a:lnTo>
                <a:lnTo>
                  <a:pt x="567" y="2249"/>
                </a:lnTo>
                <a:lnTo>
                  <a:pt x="567" y="2268"/>
                </a:lnTo>
                <a:moveTo>
                  <a:pt x="414" y="2268"/>
                </a:moveTo>
                <a:lnTo>
                  <a:pt x="318" y="2268"/>
                </a:lnTo>
                <a:lnTo>
                  <a:pt x="318" y="2249"/>
                </a:lnTo>
                <a:lnTo>
                  <a:pt x="414" y="2249"/>
                </a:lnTo>
                <a:lnTo>
                  <a:pt x="414" y="2268"/>
                </a:lnTo>
                <a:moveTo>
                  <a:pt x="260" y="2268"/>
                </a:moveTo>
                <a:lnTo>
                  <a:pt x="164" y="2268"/>
                </a:lnTo>
                <a:lnTo>
                  <a:pt x="164" y="2249"/>
                </a:lnTo>
                <a:lnTo>
                  <a:pt x="260" y="2249"/>
                </a:lnTo>
                <a:lnTo>
                  <a:pt x="260" y="2268"/>
                </a:lnTo>
                <a:moveTo>
                  <a:pt x="106" y="2268"/>
                </a:moveTo>
                <a:lnTo>
                  <a:pt x="10" y="2268"/>
                </a:lnTo>
                <a:lnTo>
                  <a:pt x="10" y="2249"/>
                </a:lnTo>
                <a:lnTo>
                  <a:pt x="106" y="2249"/>
                </a:lnTo>
                <a:lnTo>
                  <a:pt x="106" y="2268"/>
                </a:lnTo>
                <a:moveTo>
                  <a:pt x="0" y="2201"/>
                </a:moveTo>
                <a:lnTo>
                  <a:pt x="0" y="2105"/>
                </a:lnTo>
                <a:lnTo>
                  <a:pt x="20" y="2105"/>
                </a:lnTo>
                <a:lnTo>
                  <a:pt x="20" y="2201"/>
                </a:lnTo>
                <a:lnTo>
                  <a:pt x="0" y="2201"/>
                </a:lnTo>
                <a:moveTo>
                  <a:pt x="0" y="2047"/>
                </a:moveTo>
                <a:lnTo>
                  <a:pt x="0" y="1951"/>
                </a:lnTo>
                <a:lnTo>
                  <a:pt x="20" y="1951"/>
                </a:lnTo>
                <a:lnTo>
                  <a:pt x="20" y="2047"/>
                </a:lnTo>
                <a:lnTo>
                  <a:pt x="0" y="2047"/>
                </a:lnTo>
                <a:moveTo>
                  <a:pt x="0" y="1894"/>
                </a:moveTo>
                <a:lnTo>
                  <a:pt x="0" y="1797"/>
                </a:lnTo>
                <a:lnTo>
                  <a:pt x="20" y="1797"/>
                </a:lnTo>
                <a:lnTo>
                  <a:pt x="20" y="1894"/>
                </a:lnTo>
                <a:lnTo>
                  <a:pt x="0" y="1894"/>
                </a:lnTo>
                <a:moveTo>
                  <a:pt x="0" y="1740"/>
                </a:moveTo>
                <a:lnTo>
                  <a:pt x="0" y="1644"/>
                </a:lnTo>
                <a:lnTo>
                  <a:pt x="20" y="1644"/>
                </a:lnTo>
                <a:lnTo>
                  <a:pt x="20" y="1740"/>
                </a:lnTo>
                <a:lnTo>
                  <a:pt x="0" y="1740"/>
                </a:lnTo>
                <a:moveTo>
                  <a:pt x="0" y="1586"/>
                </a:moveTo>
                <a:lnTo>
                  <a:pt x="0" y="1490"/>
                </a:lnTo>
                <a:lnTo>
                  <a:pt x="20" y="1490"/>
                </a:lnTo>
                <a:lnTo>
                  <a:pt x="20" y="1586"/>
                </a:lnTo>
                <a:lnTo>
                  <a:pt x="0" y="1586"/>
                </a:lnTo>
                <a:moveTo>
                  <a:pt x="0" y="1432"/>
                </a:moveTo>
                <a:lnTo>
                  <a:pt x="0" y="1336"/>
                </a:lnTo>
                <a:lnTo>
                  <a:pt x="20" y="1336"/>
                </a:lnTo>
                <a:lnTo>
                  <a:pt x="20" y="1432"/>
                </a:lnTo>
                <a:lnTo>
                  <a:pt x="0" y="1432"/>
                </a:lnTo>
                <a:moveTo>
                  <a:pt x="0" y="1279"/>
                </a:moveTo>
                <a:lnTo>
                  <a:pt x="0" y="1181"/>
                </a:lnTo>
                <a:lnTo>
                  <a:pt x="20" y="1181"/>
                </a:lnTo>
                <a:lnTo>
                  <a:pt x="20" y="1279"/>
                </a:lnTo>
                <a:lnTo>
                  <a:pt x="0" y="1279"/>
                </a:lnTo>
                <a:moveTo>
                  <a:pt x="0" y="1124"/>
                </a:moveTo>
                <a:lnTo>
                  <a:pt x="0" y="1028"/>
                </a:lnTo>
                <a:lnTo>
                  <a:pt x="20" y="1028"/>
                </a:lnTo>
                <a:lnTo>
                  <a:pt x="20" y="1124"/>
                </a:lnTo>
                <a:lnTo>
                  <a:pt x="0" y="1124"/>
                </a:lnTo>
                <a:moveTo>
                  <a:pt x="0" y="970"/>
                </a:moveTo>
                <a:lnTo>
                  <a:pt x="0" y="874"/>
                </a:lnTo>
                <a:lnTo>
                  <a:pt x="20" y="874"/>
                </a:lnTo>
                <a:lnTo>
                  <a:pt x="20" y="970"/>
                </a:lnTo>
                <a:lnTo>
                  <a:pt x="0" y="970"/>
                </a:lnTo>
                <a:moveTo>
                  <a:pt x="0" y="816"/>
                </a:moveTo>
                <a:lnTo>
                  <a:pt x="0" y="720"/>
                </a:lnTo>
                <a:lnTo>
                  <a:pt x="20" y="720"/>
                </a:lnTo>
                <a:lnTo>
                  <a:pt x="20" y="816"/>
                </a:lnTo>
                <a:lnTo>
                  <a:pt x="0" y="816"/>
                </a:lnTo>
                <a:moveTo>
                  <a:pt x="0" y="663"/>
                </a:moveTo>
                <a:lnTo>
                  <a:pt x="0" y="567"/>
                </a:lnTo>
                <a:lnTo>
                  <a:pt x="20" y="567"/>
                </a:lnTo>
                <a:lnTo>
                  <a:pt x="20" y="663"/>
                </a:lnTo>
                <a:lnTo>
                  <a:pt x="0" y="663"/>
                </a:lnTo>
                <a:moveTo>
                  <a:pt x="0" y="509"/>
                </a:moveTo>
                <a:lnTo>
                  <a:pt x="0" y="413"/>
                </a:lnTo>
                <a:lnTo>
                  <a:pt x="20" y="413"/>
                </a:lnTo>
                <a:lnTo>
                  <a:pt x="20" y="509"/>
                </a:lnTo>
                <a:lnTo>
                  <a:pt x="0" y="509"/>
                </a:lnTo>
                <a:moveTo>
                  <a:pt x="0" y="355"/>
                </a:moveTo>
                <a:lnTo>
                  <a:pt x="0" y="259"/>
                </a:lnTo>
                <a:lnTo>
                  <a:pt x="20" y="259"/>
                </a:lnTo>
                <a:lnTo>
                  <a:pt x="20" y="355"/>
                </a:lnTo>
                <a:lnTo>
                  <a:pt x="0" y="355"/>
                </a:lnTo>
                <a:moveTo>
                  <a:pt x="0" y="201"/>
                </a:moveTo>
                <a:lnTo>
                  <a:pt x="0" y="105"/>
                </a:lnTo>
                <a:lnTo>
                  <a:pt x="20" y="105"/>
                </a:lnTo>
                <a:lnTo>
                  <a:pt x="20" y="201"/>
                </a:lnTo>
                <a:lnTo>
                  <a:pt x="0" y="201"/>
                </a:lnTo>
                <a:moveTo>
                  <a:pt x="0" y="48"/>
                </a:moveTo>
                <a:lnTo>
                  <a:pt x="0" y="0"/>
                </a:lnTo>
                <a:lnTo>
                  <a:pt x="106" y="0"/>
                </a:lnTo>
                <a:lnTo>
                  <a:pt x="106" y="19"/>
                </a:lnTo>
                <a:lnTo>
                  <a:pt x="10" y="19"/>
                </a:lnTo>
                <a:lnTo>
                  <a:pt x="10" y="9"/>
                </a:lnTo>
                <a:lnTo>
                  <a:pt x="20" y="9"/>
                </a:lnTo>
                <a:lnTo>
                  <a:pt x="2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9" name=""/>
          <p:cNvSpPr/>
          <p:nvPr/>
        </p:nvSpPr>
        <p:spPr>
          <a:xfrm>
            <a:off x="5625360" y="3292920"/>
            <a:ext cx="83160" cy="69480"/>
          </a:xfrm>
          <a:custGeom>
            <a:avLst/>
            <a:gdLst/>
            <a:ahLst/>
            <a:rect l="0" t="0" r="r" b="b"/>
            <a:pathLst>
              <a:path w="231" h="193">
                <a:moveTo>
                  <a:pt x="0" y="0"/>
                </a:moveTo>
                <a:lnTo>
                  <a:pt x="231" y="0"/>
                </a:lnTo>
                <a:lnTo>
                  <a:pt x="231" y="193"/>
                </a:lnTo>
                <a:lnTo>
                  <a:pt x="0" y="193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0" name=""/>
          <p:cNvSpPr/>
          <p:nvPr/>
        </p:nvSpPr>
        <p:spPr>
          <a:xfrm>
            <a:off x="5625360" y="3317040"/>
            <a:ext cx="8280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1460520" y="2883960"/>
            <a:ext cx="159480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Onderwijsvorm speciﬁcatie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1460520" y="3285360"/>
            <a:ext cx="139212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Collectie van Leermiddelgroepen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3" name=""/>
          <p:cNvSpPr/>
          <p:nvPr/>
        </p:nvSpPr>
        <p:spPr>
          <a:xfrm>
            <a:off x="1487880" y="3645720"/>
            <a:ext cx="4193280" cy="332640"/>
          </a:xfrm>
          <a:custGeom>
            <a:avLst/>
            <a:gdLst/>
            <a:ahLst/>
            <a:rect l="0" t="0" r="r" b="b"/>
            <a:pathLst>
              <a:path w="11648" h="924">
                <a:moveTo>
                  <a:pt x="0" y="0"/>
                </a:moveTo>
                <a:lnTo>
                  <a:pt x="11648" y="0"/>
                </a:lnTo>
                <a:lnTo>
                  <a:pt x="11648" y="924"/>
                </a:lnTo>
                <a:lnTo>
                  <a:pt x="0" y="924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4" name=""/>
          <p:cNvSpPr/>
          <p:nvPr/>
        </p:nvSpPr>
        <p:spPr>
          <a:xfrm>
            <a:off x="1484640" y="3642120"/>
            <a:ext cx="4199760" cy="339480"/>
          </a:xfrm>
          <a:custGeom>
            <a:avLst/>
            <a:gdLst/>
            <a:ahLst/>
            <a:rect l="0" t="0" r="r" b="b"/>
            <a:pathLst>
              <a:path w="11666" h="943">
                <a:moveTo>
                  <a:pt x="163" y="0"/>
                </a:moveTo>
                <a:lnTo>
                  <a:pt x="259" y="0"/>
                </a:lnTo>
                <a:lnTo>
                  <a:pt x="259" y="20"/>
                </a:lnTo>
                <a:lnTo>
                  <a:pt x="163" y="20"/>
                </a:lnTo>
                <a:lnTo>
                  <a:pt x="163" y="0"/>
                </a:lnTo>
                <a:moveTo>
                  <a:pt x="317" y="0"/>
                </a:moveTo>
                <a:lnTo>
                  <a:pt x="413" y="0"/>
                </a:lnTo>
                <a:lnTo>
                  <a:pt x="413" y="20"/>
                </a:lnTo>
                <a:lnTo>
                  <a:pt x="317" y="20"/>
                </a:lnTo>
                <a:lnTo>
                  <a:pt x="317" y="0"/>
                </a:lnTo>
                <a:moveTo>
                  <a:pt x="470" y="0"/>
                </a:moveTo>
                <a:lnTo>
                  <a:pt x="566" y="0"/>
                </a:lnTo>
                <a:lnTo>
                  <a:pt x="566" y="20"/>
                </a:lnTo>
                <a:lnTo>
                  <a:pt x="470" y="20"/>
                </a:lnTo>
                <a:lnTo>
                  <a:pt x="470" y="0"/>
                </a:lnTo>
                <a:moveTo>
                  <a:pt x="624" y="0"/>
                </a:moveTo>
                <a:lnTo>
                  <a:pt x="720" y="0"/>
                </a:lnTo>
                <a:lnTo>
                  <a:pt x="720" y="20"/>
                </a:lnTo>
                <a:lnTo>
                  <a:pt x="624" y="20"/>
                </a:lnTo>
                <a:lnTo>
                  <a:pt x="624" y="0"/>
                </a:lnTo>
                <a:moveTo>
                  <a:pt x="778" y="0"/>
                </a:moveTo>
                <a:lnTo>
                  <a:pt x="874" y="0"/>
                </a:lnTo>
                <a:lnTo>
                  <a:pt x="874" y="20"/>
                </a:lnTo>
                <a:lnTo>
                  <a:pt x="778" y="20"/>
                </a:lnTo>
                <a:lnTo>
                  <a:pt x="778" y="0"/>
                </a:lnTo>
                <a:moveTo>
                  <a:pt x="932" y="0"/>
                </a:moveTo>
                <a:lnTo>
                  <a:pt x="1028" y="0"/>
                </a:lnTo>
                <a:lnTo>
                  <a:pt x="1028" y="20"/>
                </a:lnTo>
                <a:lnTo>
                  <a:pt x="932" y="20"/>
                </a:lnTo>
                <a:lnTo>
                  <a:pt x="932" y="0"/>
                </a:lnTo>
                <a:moveTo>
                  <a:pt x="1085" y="0"/>
                </a:moveTo>
                <a:lnTo>
                  <a:pt x="1181" y="0"/>
                </a:lnTo>
                <a:lnTo>
                  <a:pt x="1181" y="20"/>
                </a:lnTo>
                <a:lnTo>
                  <a:pt x="1085" y="20"/>
                </a:lnTo>
                <a:lnTo>
                  <a:pt x="1085" y="0"/>
                </a:lnTo>
                <a:moveTo>
                  <a:pt x="1239" y="0"/>
                </a:moveTo>
                <a:lnTo>
                  <a:pt x="1335" y="0"/>
                </a:lnTo>
                <a:lnTo>
                  <a:pt x="1335" y="20"/>
                </a:lnTo>
                <a:lnTo>
                  <a:pt x="1239" y="20"/>
                </a:lnTo>
                <a:lnTo>
                  <a:pt x="1239" y="0"/>
                </a:lnTo>
                <a:moveTo>
                  <a:pt x="1393" y="0"/>
                </a:moveTo>
                <a:lnTo>
                  <a:pt x="1489" y="0"/>
                </a:lnTo>
                <a:lnTo>
                  <a:pt x="1489" y="20"/>
                </a:lnTo>
                <a:lnTo>
                  <a:pt x="1393" y="20"/>
                </a:lnTo>
                <a:lnTo>
                  <a:pt x="1393" y="0"/>
                </a:lnTo>
                <a:moveTo>
                  <a:pt x="1547" y="0"/>
                </a:moveTo>
                <a:lnTo>
                  <a:pt x="1643" y="0"/>
                </a:lnTo>
                <a:lnTo>
                  <a:pt x="1643" y="20"/>
                </a:lnTo>
                <a:lnTo>
                  <a:pt x="1547" y="20"/>
                </a:lnTo>
                <a:lnTo>
                  <a:pt x="1547" y="0"/>
                </a:lnTo>
                <a:moveTo>
                  <a:pt x="1700" y="0"/>
                </a:moveTo>
                <a:lnTo>
                  <a:pt x="1797" y="0"/>
                </a:lnTo>
                <a:lnTo>
                  <a:pt x="1797" y="20"/>
                </a:lnTo>
                <a:lnTo>
                  <a:pt x="1700" y="20"/>
                </a:lnTo>
                <a:lnTo>
                  <a:pt x="1700" y="0"/>
                </a:lnTo>
                <a:moveTo>
                  <a:pt x="1855" y="0"/>
                </a:moveTo>
                <a:lnTo>
                  <a:pt x="1951" y="0"/>
                </a:lnTo>
                <a:lnTo>
                  <a:pt x="1951" y="20"/>
                </a:lnTo>
                <a:lnTo>
                  <a:pt x="1855" y="20"/>
                </a:lnTo>
                <a:lnTo>
                  <a:pt x="1855" y="0"/>
                </a:lnTo>
                <a:moveTo>
                  <a:pt x="2009" y="0"/>
                </a:moveTo>
                <a:lnTo>
                  <a:pt x="2105" y="0"/>
                </a:lnTo>
                <a:lnTo>
                  <a:pt x="2105" y="20"/>
                </a:lnTo>
                <a:lnTo>
                  <a:pt x="2009" y="20"/>
                </a:lnTo>
                <a:lnTo>
                  <a:pt x="2009" y="0"/>
                </a:lnTo>
                <a:moveTo>
                  <a:pt x="2163" y="0"/>
                </a:moveTo>
                <a:lnTo>
                  <a:pt x="2259" y="0"/>
                </a:lnTo>
                <a:lnTo>
                  <a:pt x="2259" y="20"/>
                </a:lnTo>
                <a:lnTo>
                  <a:pt x="2163" y="20"/>
                </a:lnTo>
                <a:lnTo>
                  <a:pt x="2163" y="0"/>
                </a:lnTo>
                <a:moveTo>
                  <a:pt x="2316" y="0"/>
                </a:moveTo>
                <a:lnTo>
                  <a:pt x="2412" y="0"/>
                </a:lnTo>
                <a:lnTo>
                  <a:pt x="2412" y="20"/>
                </a:lnTo>
                <a:lnTo>
                  <a:pt x="2316" y="20"/>
                </a:lnTo>
                <a:lnTo>
                  <a:pt x="2316" y="0"/>
                </a:lnTo>
                <a:moveTo>
                  <a:pt x="2470" y="0"/>
                </a:moveTo>
                <a:lnTo>
                  <a:pt x="2566" y="0"/>
                </a:lnTo>
                <a:lnTo>
                  <a:pt x="2566" y="20"/>
                </a:lnTo>
                <a:lnTo>
                  <a:pt x="2470" y="20"/>
                </a:lnTo>
                <a:lnTo>
                  <a:pt x="2470" y="0"/>
                </a:lnTo>
                <a:moveTo>
                  <a:pt x="2624" y="0"/>
                </a:moveTo>
                <a:lnTo>
                  <a:pt x="2720" y="0"/>
                </a:lnTo>
                <a:lnTo>
                  <a:pt x="2720" y="20"/>
                </a:lnTo>
                <a:lnTo>
                  <a:pt x="2624" y="20"/>
                </a:lnTo>
                <a:lnTo>
                  <a:pt x="2624" y="0"/>
                </a:lnTo>
                <a:moveTo>
                  <a:pt x="2778" y="0"/>
                </a:moveTo>
                <a:lnTo>
                  <a:pt x="2874" y="0"/>
                </a:lnTo>
                <a:lnTo>
                  <a:pt x="2874" y="20"/>
                </a:lnTo>
                <a:lnTo>
                  <a:pt x="2778" y="20"/>
                </a:lnTo>
                <a:lnTo>
                  <a:pt x="2778" y="0"/>
                </a:lnTo>
                <a:moveTo>
                  <a:pt x="2931" y="0"/>
                </a:moveTo>
                <a:lnTo>
                  <a:pt x="3027" y="0"/>
                </a:lnTo>
                <a:lnTo>
                  <a:pt x="3027" y="20"/>
                </a:lnTo>
                <a:lnTo>
                  <a:pt x="2931" y="20"/>
                </a:lnTo>
                <a:lnTo>
                  <a:pt x="2931" y="0"/>
                </a:lnTo>
                <a:moveTo>
                  <a:pt x="3085" y="0"/>
                </a:moveTo>
                <a:lnTo>
                  <a:pt x="3181" y="0"/>
                </a:lnTo>
                <a:lnTo>
                  <a:pt x="3181" y="20"/>
                </a:lnTo>
                <a:lnTo>
                  <a:pt x="3085" y="20"/>
                </a:lnTo>
                <a:lnTo>
                  <a:pt x="3085" y="0"/>
                </a:lnTo>
                <a:moveTo>
                  <a:pt x="3239" y="0"/>
                </a:moveTo>
                <a:lnTo>
                  <a:pt x="3335" y="0"/>
                </a:lnTo>
                <a:lnTo>
                  <a:pt x="3335" y="20"/>
                </a:lnTo>
                <a:lnTo>
                  <a:pt x="3239" y="20"/>
                </a:lnTo>
                <a:lnTo>
                  <a:pt x="3239" y="0"/>
                </a:lnTo>
                <a:moveTo>
                  <a:pt x="3393" y="0"/>
                </a:moveTo>
                <a:lnTo>
                  <a:pt x="3489" y="0"/>
                </a:lnTo>
                <a:lnTo>
                  <a:pt x="3489" y="20"/>
                </a:lnTo>
                <a:lnTo>
                  <a:pt x="3393" y="20"/>
                </a:lnTo>
                <a:lnTo>
                  <a:pt x="3393" y="0"/>
                </a:lnTo>
                <a:moveTo>
                  <a:pt x="3546" y="0"/>
                </a:moveTo>
                <a:lnTo>
                  <a:pt x="3642" y="0"/>
                </a:lnTo>
                <a:lnTo>
                  <a:pt x="3642" y="20"/>
                </a:lnTo>
                <a:lnTo>
                  <a:pt x="3546" y="20"/>
                </a:lnTo>
                <a:lnTo>
                  <a:pt x="3546" y="0"/>
                </a:lnTo>
                <a:moveTo>
                  <a:pt x="3700" y="0"/>
                </a:moveTo>
                <a:lnTo>
                  <a:pt x="3796" y="0"/>
                </a:lnTo>
                <a:lnTo>
                  <a:pt x="3796" y="20"/>
                </a:lnTo>
                <a:lnTo>
                  <a:pt x="3700" y="20"/>
                </a:lnTo>
                <a:lnTo>
                  <a:pt x="3700" y="0"/>
                </a:lnTo>
                <a:moveTo>
                  <a:pt x="3854" y="0"/>
                </a:moveTo>
                <a:lnTo>
                  <a:pt x="3950" y="0"/>
                </a:lnTo>
                <a:lnTo>
                  <a:pt x="3950" y="20"/>
                </a:lnTo>
                <a:lnTo>
                  <a:pt x="3854" y="20"/>
                </a:lnTo>
                <a:lnTo>
                  <a:pt x="3854" y="0"/>
                </a:lnTo>
                <a:moveTo>
                  <a:pt x="4008" y="0"/>
                </a:moveTo>
                <a:lnTo>
                  <a:pt x="4104" y="0"/>
                </a:lnTo>
                <a:lnTo>
                  <a:pt x="4104" y="20"/>
                </a:lnTo>
                <a:lnTo>
                  <a:pt x="4008" y="20"/>
                </a:lnTo>
                <a:lnTo>
                  <a:pt x="4008" y="0"/>
                </a:lnTo>
                <a:moveTo>
                  <a:pt x="4161" y="0"/>
                </a:moveTo>
                <a:lnTo>
                  <a:pt x="4257" y="0"/>
                </a:lnTo>
                <a:lnTo>
                  <a:pt x="4257" y="20"/>
                </a:lnTo>
                <a:lnTo>
                  <a:pt x="4161" y="20"/>
                </a:lnTo>
                <a:lnTo>
                  <a:pt x="4161" y="0"/>
                </a:lnTo>
                <a:moveTo>
                  <a:pt x="4315" y="0"/>
                </a:moveTo>
                <a:lnTo>
                  <a:pt x="4411" y="0"/>
                </a:lnTo>
                <a:lnTo>
                  <a:pt x="4411" y="20"/>
                </a:lnTo>
                <a:lnTo>
                  <a:pt x="4315" y="20"/>
                </a:lnTo>
                <a:lnTo>
                  <a:pt x="4315" y="0"/>
                </a:lnTo>
                <a:moveTo>
                  <a:pt x="4469" y="0"/>
                </a:moveTo>
                <a:lnTo>
                  <a:pt x="4565" y="0"/>
                </a:lnTo>
                <a:lnTo>
                  <a:pt x="4565" y="20"/>
                </a:lnTo>
                <a:lnTo>
                  <a:pt x="4469" y="20"/>
                </a:lnTo>
                <a:lnTo>
                  <a:pt x="4469" y="0"/>
                </a:lnTo>
                <a:moveTo>
                  <a:pt x="4623" y="0"/>
                </a:moveTo>
                <a:lnTo>
                  <a:pt x="4719" y="0"/>
                </a:lnTo>
                <a:lnTo>
                  <a:pt x="4719" y="20"/>
                </a:lnTo>
                <a:lnTo>
                  <a:pt x="4623" y="20"/>
                </a:lnTo>
                <a:lnTo>
                  <a:pt x="4623" y="0"/>
                </a:lnTo>
                <a:moveTo>
                  <a:pt x="4776" y="0"/>
                </a:moveTo>
                <a:lnTo>
                  <a:pt x="4872" y="0"/>
                </a:lnTo>
                <a:lnTo>
                  <a:pt x="4872" y="20"/>
                </a:lnTo>
                <a:lnTo>
                  <a:pt x="4776" y="20"/>
                </a:lnTo>
                <a:lnTo>
                  <a:pt x="4776" y="0"/>
                </a:lnTo>
                <a:moveTo>
                  <a:pt x="4930" y="0"/>
                </a:moveTo>
                <a:lnTo>
                  <a:pt x="5026" y="0"/>
                </a:lnTo>
                <a:lnTo>
                  <a:pt x="5026" y="20"/>
                </a:lnTo>
                <a:lnTo>
                  <a:pt x="4930" y="20"/>
                </a:lnTo>
                <a:lnTo>
                  <a:pt x="4930" y="0"/>
                </a:lnTo>
                <a:moveTo>
                  <a:pt x="5084" y="0"/>
                </a:moveTo>
                <a:lnTo>
                  <a:pt x="5180" y="0"/>
                </a:lnTo>
                <a:lnTo>
                  <a:pt x="5180" y="20"/>
                </a:lnTo>
                <a:lnTo>
                  <a:pt x="5084" y="20"/>
                </a:lnTo>
                <a:lnTo>
                  <a:pt x="5084" y="0"/>
                </a:lnTo>
                <a:moveTo>
                  <a:pt x="5238" y="0"/>
                </a:moveTo>
                <a:lnTo>
                  <a:pt x="5334" y="0"/>
                </a:lnTo>
                <a:lnTo>
                  <a:pt x="5334" y="20"/>
                </a:lnTo>
                <a:lnTo>
                  <a:pt x="5238" y="20"/>
                </a:lnTo>
                <a:lnTo>
                  <a:pt x="5238" y="0"/>
                </a:lnTo>
                <a:moveTo>
                  <a:pt x="5391" y="0"/>
                </a:moveTo>
                <a:lnTo>
                  <a:pt x="5487" y="0"/>
                </a:lnTo>
                <a:lnTo>
                  <a:pt x="5487" y="20"/>
                </a:lnTo>
                <a:lnTo>
                  <a:pt x="5391" y="20"/>
                </a:lnTo>
                <a:lnTo>
                  <a:pt x="5391" y="0"/>
                </a:lnTo>
                <a:moveTo>
                  <a:pt x="5545" y="0"/>
                </a:moveTo>
                <a:lnTo>
                  <a:pt x="5641" y="0"/>
                </a:lnTo>
                <a:lnTo>
                  <a:pt x="5641" y="20"/>
                </a:lnTo>
                <a:lnTo>
                  <a:pt x="5545" y="20"/>
                </a:lnTo>
                <a:lnTo>
                  <a:pt x="5545" y="0"/>
                </a:lnTo>
                <a:moveTo>
                  <a:pt x="5699" y="0"/>
                </a:moveTo>
                <a:lnTo>
                  <a:pt x="5795" y="0"/>
                </a:lnTo>
                <a:lnTo>
                  <a:pt x="5795" y="20"/>
                </a:lnTo>
                <a:lnTo>
                  <a:pt x="5699" y="20"/>
                </a:lnTo>
                <a:lnTo>
                  <a:pt x="5699" y="0"/>
                </a:lnTo>
                <a:moveTo>
                  <a:pt x="5853" y="0"/>
                </a:moveTo>
                <a:lnTo>
                  <a:pt x="5949" y="0"/>
                </a:lnTo>
                <a:lnTo>
                  <a:pt x="5949" y="20"/>
                </a:lnTo>
                <a:lnTo>
                  <a:pt x="5853" y="20"/>
                </a:lnTo>
                <a:lnTo>
                  <a:pt x="5853" y="0"/>
                </a:lnTo>
                <a:moveTo>
                  <a:pt x="6006" y="0"/>
                </a:moveTo>
                <a:lnTo>
                  <a:pt x="6102" y="0"/>
                </a:lnTo>
                <a:lnTo>
                  <a:pt x="6102" y="20"/>
                </a:lnTo>
                <a:lnTo>
                  <a:pt x="6006" y="20"/>
                </a:lnTo>
                <a:lnTo>
                  <a:pt x="6006" y="0"/>
                </a:lnTo>
                <a:moveTo>
                  <a:pt x="6160" y="0"/>
                </a:moveTo>
                <a:lnTo>
                  <a:pt x="6256" y="0"/>
                </a:lnTo>
                <a:lnTo>
                  <a:pt x="6256" y="20"/>
                </a:lnTo>
                <a:lnTo>
                  <a:pt x="6160" y="20"/>
                </a:lnTo>
                <a:lnTo>
                  <a:pt x="6160" y="0"/>
                </a:lnTo>
                <a:moveTo>
                  <a:pt x="6314" y="0"/>
                </a:moveTo>
                <a:lnTo>
                  <a:pt x="6410" y="0"/>
                </a:lnTo>
                <a:lnTo>
                  <a:pt x="6410" y="20"/>
                </a:lnTo>
                <a:lnTo>
                  <a:pt x="6314" y="20"/>
                </a:lnTo>
                <a:lnTo>
                  <a:pt x="6314" y="0"/>
                </a:lnTo>
                <a:moveTo>
                  <a:pt x="6468" y="0"/>
                </a:moveTo>
                <a:lnTo>
                  <a:pt x="6564" y="0"/>
                </a:lnTo>
                <a:lnTo>
                  <a:pt x="6564" y="20"/>
                </a:lnTo>
                <a:lnTo>
                  <a:pt x="6468" y="20"/>
                </a:lnTo>
                <a:lnTo>
                  <a:pt x="6468" y="0"/>
                </a:lnTo>
                <a:moveTo>
                  <a:pt x="6621" y="0"/>
                </a:moveTo>
                <a:lnTo>
                  <a:pt x="6717" y="0"/>
                </a:lnTo>
                <a:lnTo>
                  <a:pt x="6717" y="20"/>
                </a:lnTo>
                <a:lnTo>
                  <a:pt x="6621" y="20"/>
                </a:lnTo>
                <a:lnTo>
                  <a:pt x="6621" y="0"/>
                </a:lnTo>
                <a:moveTo>
                  <a:pt x="6775" y="0"/>
                </a:moveTo>
                <a:lnTo>
                  <a:pt x="6871" y="0"/>
                </a:lnTo>
                <a:lnTo>
                  <a:pt x="6871" y="20"/>
                </a:lnTo>
                <a:lnTo>
                  <a:pt x="6775" y="20"/>
                </a:lnTo>
                <a:lnTo>
                  <a:pt x="6775" y="0"/>
                </a:lnTo>
                <a:moveTo>
                  <a:pt x="6929" y="0"/>
                </a:moveTo>
                <a:lnTo>
                  <a:pt x="7025" y="0"/>
                </a:lnTo>
                <a:lnTo>
                  <a:pt x="7025" y="20"/>
                </a:lnTo>
                <a:lnTo>
                  <a:pt x="6929" y="20"/>
                </a:lnTo>
                <a:lnTo>
                  <a:pt x="6929" y="0"/>
                </a:lnTo>
                <a:moveTo>
                  <a:pt x="7083" y="0"/>
                </a:moveTo>
                <a:lnTo>
                  <a:pt x="7179" y="0"/>
                </a:lnTo>
                <a:lnTo>
                  <a:pt x="7179" y="20"/>
                </a:lnTo>
                <a:lnTo>
                  <a:pt x="7083" y="20"/>
                </a:lnTo>
                <a:lnTo>
                  <a:pt x="7083" y="0"/>
                </a:lnTo>
                <a:moveTo>
                  <a:pt x="7236" y="0"/>
                </a:moveTo>
                <a:lnTo>
                  <a:pt x="7332" y="0"/>
                </a:lnTo>
                <a:lnTo>
                  <a:pt x="7332" y="20"/>
                </a:lnTo>
                <a:lnTo>
                  <a:pt x="7236" y="20"/>
                </a:lnTo>
                <a:lnTo>
                  <a:pt x="7236" y="0"/>
                </a:lnTo>
                <a:moveTo>
                  <a:pt x="7390" y="0"/>
                </a:moveTo>
                <a:lnTo>
                  <a:pt x="7486" y="0"/>
                </a:lnTo>
                <a:lnTo>
                  <a:pt x="7486" y="20"/>
                </a:lnTo>
                <a:lnTo>
                  <a:pt x="7390" y="20"/>
                </a:lnTo>
                <a:lnTo>
                  <a:pt x="7390" y="0"/>
                </a:lnTo>
                <a:moveTo>
                  <a:pt x="7544" y="0"/>
                </a:moveTo>
                <a:lnTo>
                  <a:pt x="7640" y="0"/>
                </a:lnTo>
                <a:lnTo>
                  <a:pt x="7640" y="20"/>
                </a:lnTo>
                <a:lnTo>
                  <a:pt x="7544" y="20"/>
                </a:lnTo>
                <a:lnTo>
                  <a:pt x="7544" y="0"/>
                </a:lnTo>
                <a:moveTo>
                  <a:pt x="7698" y="0"/>
                </a:moveTo>
                <a:lnTo>
                  <a:pt x="7794" y="0"/>
                </a:lnTo>
                <a:lnTo>
                  <a:pt x="7794" y="20"/>
                </a:lnTo>
                <a:lnTo>
                  <a:pt x="7698" y="20"/>
                </a:lnTo>
                <a:lnTo>
                  <a:pt x="7698" y="0"/>
                </a:lnTo>
                <a:moveTo>
                  <a:pt x="7851" y="0"/>
                </a:moveTo>
                <a:lnTo>
                  <a:pt x="7947" y="0"/>
                </a:lnTo>
                <a:lnTo>
                  <a:pt x="7947" y="20"/>
                </a:lnTo>
                <a:lnTo>
                  <a:pt x="7851" y="20"/>
                </a:lnTo>
                <a:lnTo>
                  <a:pt x="7851" y="0"/>
                </a:lnTo>
                <a:moveTo>
                  <a:pt x="8005" y="0"/>
                </a:moveTo>
                <a:lnTo>
                  <a:pt x="8101" y="0"/>
                </a:lnTo>
                <a:lnTo>
                  <a:pt x="8101" y="20"/>
                </a:lnTo>
                <a:lnTo>
                  <a:pt x="8005" y="20"/>
                </a:lnTo>
                <a:lnTo>
                  <a:pt x="8005" y="0"/>
                </a:lnTo>
                <a:moveTo>
                  <a:pt x="8159" y="0"/>
                </a:moveTo>
                <a:lnTo>
                  <a:pt x="8255" y="0"/>
                </a:lnTo>
                <a:lnTo>
                  <a:pt x="8255" y="20"/>
                </a:lnTo>
                <a:lnTo>
                  <a:pt x="8159" y="20"/>
                </a:lnTo>
                <a:lnTo>
                  <a:pt x="8159" y="0"/>
                </a:lnTo>
                <a:moveTo>
                  <a:pt x="8313" y="0"/>
                </a:moveTo>
                <a:lnTo>
                  <a:pt x="8409" y="0"/>
                </a:lnTo>
                <a:lnTo>
                  <a:pt x="8409" y="20"/>
                </a:lnTo>
                <a:lnTo>
                  <a:pt x="8313" y="20"/>
                </a:lnTo>
                <a:lnTo>
                  <a:pt x="8313" y="0"/>
                </a:lnTo>
                <a:moveTo>
                  <a:pt x="8466" y="0"/>
                </a:moveTo>
                <a:lnTo>
                  <a:pt x="8562" y="0"/>
                </a:lnTo>
                <a:lnTo>
                  <a:pt x="8562" y="20"/>
                </a:lnTo>
                <a:lnTo>
                  <a:pt x="8466" y="20"/>
                </a:lnTo>
                <a:lnTo>
                  <a:pt x="8466" y="0"/>
                </a:lnTo>
                <a:moveTo>
                  <a:pt x="8620" y="0"/>
                </a:moveTo>
                <a:lnTo>
                  <a:pt x="8716" y="0"/>
                </a:lnTo>
                <a:lnTo>
                  <a:pt x="8716" y="20"/>
                </a:lnTo>
                <a:lnTo>
                  <a:pt x="8620" y="20"/>
                </a:lnTo>
                <a:lnTo>
                  <a:pt x="8620" y="0"/>
                </a:lnTo>
                <a:moveTo>
                  <a:pt x="8774" y="0"/>
                </a:moveTo>
                <a:lnTo>
                  <a:pt x="8870" y="0"/>
                </a:lnTo>
                <a:lnTo>
                  <a:pt x="8870" y="20"/>
                </a:lnTo>
                <a:lnTo>
                  <a:pt x="8774" y="20"/>
                </a:lnTo>
                <a:lnTo>
                  <a:pt x="8774" y="0"/>
                </a:lnTo>
                <a:moveTo>
                  <a:pt x="8928" y="0"/>
                </a:moveTo>
                <a:lnTo>
                  <a:pt x="9024" y="0"/>
                </a:lnTo>
                <a:lnTo>
                  <a:pt x="9024" y="20"/>
                </a:lnTo>
                <a:lnTo>
                  <a:pt x="8928" y="20"/>
                </a:lnTo>
                <a:lnTo>
                  <a:pt x="8928" y="0"/>
                </a:lnTo>
                <a:moveTo>
                  <a:pt x="9081" y="0"/>
                </a:moveTo>
                <a:lnTo>
                  <a:pt x="9177" y="0"/>
                </a:lnTo>
                <a:lnTo>
                  <a:pt x="9177" y="20"/>
                </a:lnTo>
                <a:lnTo>
                  <a:pt x="9081" y="20"/>
                </a:lnTo>
                <a:lnTo>
                  <a:pt x="9081" y="0"/>
                </a:lnTo>
                <a:moveTo>
                  <a:pt x="9235" y="0"/>
                </a:moveTo>
                <a:lnTo>
                  <a:pt x="9331" y="0"/>
                </a:lnTo>
                <a:lnTo>
                  <a:pt x="9331" y="20"/>
                </a:lnTo>
                <a:lnTo>
                  <a:pt x="9235" y="20"/>
                </a:lnTo>
                <a:lnTo>
                  <a:pt x="9235" y="0"/>
                </a:lnTo>
                <a:moveTo>
                  <a:pt x="9389" y="0"/>
                </a:moveTo>
                <a:lnTo>
                  <a:pt x="9485" y="0"/>
                </a:lnTo>
                <a:lnTo>
                  <a:pt x="9485" y="20"/>
                </a:lnTo>
                <a:lnTo>
                  <a:pt x="9389" y="20"/>
                </a:lnTo>
                <a:lnTo>
                  <a:pt x="9389" y="0"/>
                </a:lnTo>
                <a:moveTo>
                  <a:pt x="9543" y="0"/>
                </a:moveTo>
                <a:lnTo>
                  <a:pt x="9639" y="0"/>
                </a:lnTo>
                <a:lnTo>
                  <a:pt x="9639" y="20"/>
                </a:lnTo>
                <a:lnTo>
                  <a:pt x="9543" y="20"/>
                </a:lnTo>
                <a:lnTo>
                  <a:pt x="9543" y="0"/>
                </a:lnTo>
                <a:moveTo>
                  <a:pt x="9696" y="0"/>
                </a:moveTo>
                <a:lnTo>
                  <a:pt x="9792" y="0"/>
                </a:lnTo>
                <a:lnTo>
                  <a:pt x="9792" y="20"/>
                </a:lnTo>
                <a:lnTo>
                  <a:pt x="9696" y="20"/>
                </a:lnTo>
                <a:lnTo>
                  <a:pt x="9696" y="0"/>
                </a:lnTo>
                <a:moveTo>
                  <a:pt x="9850" y="0"/>
                </a:moveTo>
                <a:lnTo>
                  <a:pt x="9946" y="0"/>
                </a:lnTo>
                <a:lnTo>
                  <a:pt x="9946" y="20"/>
                </a:lnTo>
                <a:lnTo>
                  <a:pt x="9850" y="20"/>
                </a:lnTo>
                <a:lnTo>
                  <a:pt x="9850" y="0"/>
                </a:lnTo>
                <a:moveTo>
                  <a:pt x="10004" y="0"/>
                </a:moveTo>
                <a:lnTo>
                  <a:pt x="10100" y="0"/>
                </a:lnTo>
                <a:lnTo>
                  <a:pt x="10100" y="20"/>
                </a:lnTo>
                <a:lnTo>
                  <a:pt x="10004" y="20"/>
                </a:lnTo>
                <a:lnTo>
                  <a:pt x="10004" y="0"/>
                </a:lnTo>
                <a:moveTo>
                  <a:pt x="10158" y="0"/>
                </a:moveTo>
                <a:lnTo>
                  <a:pt x="10254" y="0"/>
                </a:lnTo>
                <a:lnTo>
                  <a:pt x="10254" y="20"/>
                </a:lnTo>
                <a:lnTo>
                  <a:pt x="10158" y="20"/>
                </a:lnTo>
                <a:lnTo>
                  <a:pt x="10158" y="0"/>
                </a:lnTo>
                <a:moveTo>
                  <a:pt x="10311" y="0"/>
                </a:moveTo>
                <a:lnTo>
                  <a:pt x="10407" y="0"/>
                </a:lnTo>
                <a:lnTo>
                  <a:pt x="10407" y="20"/>
                </a:lnTo>
                <a:lnTo>
                  <a:pt x="10311" y="20"/>
                </a:lnTo>
                <a:lnTo>
                  <a:pt x="10311" y="0"/>
                </a:lnTo>
                <a:moveTo>
                  <a:pt x="10465" y="0"/>
                </a:moveTo>
                <a:lnTo>
                  <a:pt x="10561" y="0"/>
                </a:lnTo>
                <a:lnTo>
                  <a:pt x="10561" y="20"/>
                </a:lnTo>
                <a:lnTo>
                  <a:pt x="10465" y="20"/>
                </a:lnTo>
                <a:lnTo>
                  <a:pt x="10465" y="0"/>
                </a:lnTo>
                <a:moveTo>
                  <a:pt x="10619" y="0"/>
                </a:moveTo>
                <a:lnTo>
                  <a:pt x="10715" y="0"/>
                </a:lnTo>
                <a:lnTo>
                  <a:pt x="10715" y="20"/>
                </a:lnTo>
                <a:lnTo>
                  <a:pt x="10619" y="20"/>
                </a:lnTo>
                <a:lnTo>
                  <a:pt x="10619" y="0"/>
                </a:lnTo>
                <a:moveTo>
                  <a:pt x="10773" y="0"/>
                </a:moveTo>
                <a:lnTo>
                  <a:pt x="10869" y="0"/>
                </a:lnTo>
                <a:lnTo>
                  <a:pt x="10869" y="20"/>
                </a:lnTo>
                <a:lnTo>
                  <a:pt x="10773" y="20"/>
                </a:lnTo>
                <a:lnTo>
                  <a:pt x="10773" y="0"/>
                </a:lnTo>
                <a:moveTo>
                  <a:pt x="10926" y="0"/>
                </a:moveTo>
                <a:lnTo>
                  <a:pt x="11022" y="0"/>
                </a:lnTo>
                <a:lnTo>
                  <a:pt x="11022" y="20"/>
                </a:lnTo>
                <a:lnTo>
                  <a:pt x="10926" y="20"/>
                </a:lnTo>
                <a:lnTo>
                  <a:pt x="10926" y="0"/>
                </a:lnTo>
                <a:moveTo>
                  <a:pt x="11080" y="0"/>
                </a:moveTo>
                <a:lnTo>
                  <a:pt x="11176" y="0"/>
                </a:lnTo>
                <a:lnTo>
                  <a:pt x="11176" y="20"/>
                </a:lnTo>
                <a:lnTo>
                  <a:pt x="11080" y="20"/>
                </a:lnTo>
                <a:lnTo>
                  <a:pt x="11080" y="0"/>
                </a:lnTo>
                <a:moveTo>
                  <a:pt x="11234" y="0"/>
                </a:moveTo>
                <a:lnTo>
                  <a:pt x="11330" y="0"/>
                </a:lnTo>
                <a:lnTo>
                  <a:pt x="11330" y="20"/>
                </a:lnTo>
                <a:lnTo>
                  <a:pt x="11234" y="20"/>
                </a:lnTo>
                <a:lnTo>
                  <a:pt x="11234" y="0"/>
                </a:lnTo>
                <a:moveTo>
                  <a:pt x="11388" y="0"/>
                </a:moveTo>
                <a:lnTo>
                  <a:pt x="11484" y="0"/>
                </a:lnTo>
                <a:lnTo>
                  <a:pt x="11484" y="20"/>
                </a:lnTo>
                <a:lnTo>
                  <a:pt x="11388" y="20"/>
                </a:lnTo>
                <a:lnTo>
                  <a:pt x="11388" y="0"/>
                </a:lnTo>
                <a:moveTo>
                  <a:pt x="11541" y="0"/>
                </a:moveTo>
                <a:lnTo>
                  <a:pt x="11637" y="0"/>
                </a:lnTo>
                <a:lnTo>
                  <a:pt x="11637" y="20"/>
                </a:lnTo>
                <a:lnTo>
                  <a:pt x="11541" y="20"/>
                </a:lnTo>
                <a:lnTo>
                  <a:pt x="11541" y="0"/>
                </a:lnTo>
                <a:moveTo>
                  <a:pt x="11666" y="48"/>
                </a:moveTo>
                <a:lnTo>
                  <a:pt x="11666" y="145"/>
                </a:lnTo>
                <a:lnTo>
                  <a:pt x="11647" y="145"/>
                </a:lnTo>
                <a:lnTo>
                  <a:pt x="11647" y="48"/>
                </a:lnTo>
                <a:lnTo>
                  <a:pt x="11666" y="48"/>
                </a:lnTo>
                <a:moveTo>
                  <a:pt x="11666" y="202"/>
                </a:moveTo>
                <a:lnTo>
                  <a:pt x="11666" y="298"/>
                </a:lnTo>
                <a:lnTo>
                  <a:pt x="11647" y="298"/>
                </a:lnTo>
                <a:lnTo>
                  <a:pt x="11647" y="202"/>
                </a:lnTo>
                <a:lnTo>
                  <a:pt x="11666" y="202"/>
                </a:lnTo>
                <a:moveTo>
                  <a:pt x="11666" y="356"/>
                </a:moveTo>
                <a:lnTo>
                  <a:pt x="11666" y="452"/>
                </a:lnTo>
                <a:lnTo>
                  <a:pt x="11647" y="452"/>
                </a:lnTo>
                <a:lnTo>
                  <a:pt x="11647" y="356"/>
                </a:lnTo>
                <a:lnTo>
                  <a:pt x="11666" y="356"/>
                </a:lnTo>
                <a:moveTo>
                  <a:pt x="11666" y="510"/>
                </a:moveTo>
                <a:lnTo>
                  <a:pt x="11666" y="606"/>
                </a:lnTo>
                <a:lnTo>
                  <a:pt x="11647" y="606"/>
                </a:lnTo>
                <a:lnTo>
                  <a:pt x="11647" y="510"/>
                </a:lnTo>
                <a:lnTo>
                  <a:pt x="11666" y="510"/>
                </a:lnTo>
                <a:moveTo>
                  <a:pt x="11666" y="663"/>
                </a:moveTo>
                <a:lnTo>
                  <a:pt x="11666" y="761"/>
                </a:lnTo>
                <a:lnTo>
                  <a:pt x="11647" y="761"/>
                </a:lnTo>
                <a:lnTo>
                  <a:pt x="11647" y="663"/>
                </a:lnTo>
                <a:lnTo>
                  <a:pt x="11666" y="663"/>
                </a:lnTo>
                <a:moveTo>
                  <a:pt x="11666" y="818"/>
                </a:moveTo>
                <a:lnTo>
                  <a:pt x="11666" y="914"/>
                </a:lnTo>
                <a:lnTo>
                  <a:pt x="11647" y="914"/>
                </a:lnTo>
                <a:lnTo>
                  <a:pt x="11647" y="818"/>
                </a:lnTo>
                <a:lnTo>
                  <a:pt x="11666" y="818"/>
                </a:lnTo>
                <a:moveTo>
                  <a:pt x="11618" y="943"/>
                </a:moveTo>
                <a:lnTo>
                  <a:pt x="11522" y="943"/>
                </a:lnTo>
                <a:lnTo>
                  <a:pt x="11522" y="924"/>
                </a:lnTo>
                <a:lnTo>
                  <a:pt x="11618" y="924"/>
                </a:lnTo>
                <a:lnTo>
                  <a:pt x="11618" y="943"/>
                </a:lnTo>
                <a:moveTo>
                  <a:pt x="11464" y="943"/>
                </a:moveTo>
                <a:lnTo>
                  <a:pt x="11368" y="943"/>
                </a:lnTo>
                <a:lnTo>
                  <a:pt x="11368" y="924"/>
                </a:lnTo>
                <a:lnTo>
                  <a:pt x="11464" y="924"/>
                </a:lnTo>
                <a:lnTo>
                  <a:pt x="11464" y="943"/>
                </a:lnTo>
                <a:moveTo>
                  <a:pt x="11311" y="943"/>
                </a:moveTo>
                <a:lnTo>
                  <a:pt x="11215" y="943"/>
                </a:lnTo>
                <a:lnTo>
                  <a:pt x="11215" y="924"/>
                </a:lnTo>
                <a:lnTo>
                  <a:pt x="11311" y="924"/>
                </a:lnTo>
                <a:lnTo>
                  <a:pt x="11311" y="943"/>
                </a:lnTo>
                <a:moveTo>
                  <a:pt x="11157" y="943"/>
                </a:moveTo>
                <a:lnTo>
                  <a:pt x="11061" y="943"/>
                </a:lnTo>
                <a:lnTo>
                  <a:pt x="11061" y="924"/>
                </a:lnTo>
                <a:lnTo>
                  <a:pt x="11157" y="924"/>
                </a:lnTo>
                <a:lnTo>
                  <a:pt x="11157" y="943"/>
                </a:lnTo>
                <a:moveTo>
                  <a:pt x="11003" y="943"/>
                </a:moveTo>
                <a:lnTo>
                  <a:pt x="10907" y="943"/>
                </a:lnTo>
                <a:lnTo>
                  <a:pt x="10907" y="924"/>
                </a:lnTo>
                <a:lnTo>
                  <a:pt x="11003" y="924"/>
                </a:lnTo>
                <a:lnTo>
                  <a:pt x="11003" y="943"/>
                </a:lnTo>
                <a:moveTo>
                  <a:pt x="10849" y="943"/>
                </a:moveTo>
                <a:lnTo>
                  <a:pt x="10753" y="943"/>
                </a:lnTo>
                <a:lnTo>
                  <a:pt x="10753" y="924"/>
                </a:lnTo>
                <a:lnTo>
                  <a:pt x="10849" y="924"/>
                </a:lnTo>
                <a:lnTo>
                  <a:pt x="10849" y="943"/>
                </a:lnTo>
                <a:moveTo>
                  <a:pt x="10696" y="943"/>
                </a:moveTo>
                <a:lnTo>
                  <a:pt x="10600" y="943"/>
                </a:lnTo>
                <a:lnTo>
                  <a:pt x="10600" y="924"/>
                </a:lnTo>
                <a:lnTo>
                  <a:pt x="10696" y="924"/>
                </a:lnTo>
                <a:lnTo>
                  <a:pt x="10696" y="943"/>
                </a:lnTo>
                <a:moveTo>
                  <a:pt x="10542" y="943"/>
                </a:moveTo>
                <a:lnTo>
                  <a:pt x="10446" y="943"/>
                </a:lnTo>
                <a:lnTo>
                  <a:pt x="10446" y="924"/>
                </a:lnTo>
                <a:lnTo>
                  <a:pt x="10542" y="924"/>
                </a:lnTo>
                <a:lnTo>
                  <a:pt x="10542" y="943"/>
                </a:lnTo>
                <a:moveTo>
                  <a:pt x="10388" y="943"/>
                </a:moveTo>
                <a:lnTo>
                  <a:pt x="10292" y="943"/>
                </a:lnTo>
                <a:lnTo>
                  <a:pt x="10292" y="924"/>
                </a:lnTo>
                <a:lnTo>
                  <a:pt x="10388" y="924"/>
                </a:lnTo>
                <a:lnTo>
                  <a:pt x="10388" y="943"/>
                </a:lnTo>
                <a:moveTo>
                  <a:pt x="10234" y="943"/>
                </a:moveTo>
                <a:lnTo>
                  <a:pt x="10138" y="943"/>
                </a:lnTo>
                <a:lnTo>
                  <a:pt x="10138" y="924"/>
                </a:lnTo>
                <a:lnTo>
                  <a:pt x="10234" y="924"/>
                </a:lnTo>
                <a:lnTo>
                  <a:pt x="10234" y="943"/>
                </a:lnTo>
                <a:moveTo>
                  <a:pt x="10081" y="943"/>
                </a:moveTo>
                <a:lnTo>
                  <a:pt x="9985" y="943"/>
                </a:lnTo>
                <a:lnTo>
                  <a:pt x="9985" y="924"/>
                </a:lnTo>
                <a:lnTo>
                  <a:pt x="10081" y="924"/>
                </a:lnTo>
                <a:lnTo>
                  <a:pt x="10081" y="943"/>
                </a:lnTo>
                <a:moveTo>
                  <a:pt x="9927" y="943"/>
                </a:moveTo>
                <a:lnTo>
                  <a:pt x="9831" y="943"/>
                </a:lnTo>
                <a:lnTo>
                  <a:pt x="9831" y="924"/>
                </a:lnTo>
                <a:lnTo>
                  <a:pt x="9927" y="924"/>
                </a:lnTo>
                <a:lnTo>
                  <a:pt x="9927" y="943"/>
                </a:lnTo>
                <a:moveTo>
                  <a:pt x="9773" y="943"/>
                </a:moveTo>
                <a:lnTo>
                  <a:pt x="9677" y="943"/>
                </a:lnTo>
                <a:lnTo>
                  <a:pt x="9677" y="924"/>
                </a:lnTo>
                <a:lnTo>
                  <a:pt x="9773" y="924"/>
                </a:lnTo>
                <a:lnTo>
                  <a:pt x="9773" y="943"/>
                </a:lnTo>
                <a:moveTo>
                  <a:pt x="9619" y="943"/>
                </a:moveTo>
                <a:lnTo>
                  <a:pt x="9523" y="943"/>
                </a:lnTo>
                <a:lnTo>
                  <a:pt x="9523" y="924"/>
                </a:lnTo>
                <a:lnTo>
                  <a:pt x="9619" y="924"/>
                </a:lnTo>
                <a:lnTo>
                  <a:pt x="9619" y="943"/>
                </a:lnTo>
                <a:moveTo>
                  <a:pt x="9466" y="943"/>
                </a:moveTo>
                <a:lnTo>
                  <a:pt x="9370" y="943"/>
                </a:lnTo>
                <a:lnTo>
                  <a:pt x="9370" y="924"/>
                </a:lnTo>
                <a:lnTo>
                  <a:pt x="9466" y="924"/>
                </a:lnTo>
                <a:lnTo>
                  <a:pt x="9466" y="943"/>
                </a:lnTo>
                <a:moveTo>
                  <a:pt x="9312" y="943"/>
                </a:moveTo>
                <a:lnTo>
                  <a:pt x="9216" y="943"/>
                </a:lnTo>
                <a:lnTo>
                  <a:pt x="9216" y="924"/>
                </a:lnTo>
                <a:lnTo>
                  <a:pt x="9312" y="924"/>
                </a:lnTo>
                <a:lnTo>
                  <a:pt x="9312" y="943"/>
                </a:lnTo>
                <a:moveTo>
                  <a:pt x="9158" y="943"/>
                </a:moveTo>
                <a:lnTo>
                  <a:pt x="9062" y="943"/>
                </a:lnTo>
                <a:lnTo>
                  <a:pt x="9062" y="924"/>
                </a:lnTo>
                <a:lnTo>
                  <a:pt x="9158" y="924"/>
                </a:lnTo>
                <a:lnTo>
                  <a:pt x="9158" y="943"/>
                </a:lnTo>
                <a:moveTo>
                  <a:pt x="9004" y="943"/>
                </a:moveTo>
                <a:lnTo>
                  <a:pt x="8908" y="943"/>
                </a:lnTo>
                <a:lnTo>
                  <a:pt x="8908" y="924"/>
                </a:lnTo>
                <a:lnTo>
                  <a:pt x="9004" y="924"/>
                </a:lnTo>
                <a:lnTo>
                  <a:pt x="9004" y="943"/>
                </a:lnTo>
                <a:moveTo>
                  <a:pt x="8851" y="943"/>
                </a:moveTo>
                <a:lnTo>
                  <a:pt x="8755" y="943"/>
                </a:lnTo>
                <a:lnTo>
                  <a:pt x="8755" y="924"/>
                </a:lnTo>
                <a:lnTo>
                  <a:pt x="8851" y="924"/>
                </a:lnTo>
                <a:lnTo>
                  <a:pt x="8851" y="943"/>
                </a:lnTo>
                <a:moveTo>
                  <a:pt x="8697" y="943"/>
                </a:moveTo>
                <a:lnTo>
                  <a:pt x="8601" y="943"/>
                </a:lnTo>
                <a:lnTo>
                  <a:pt x="8601" y="924"/>
                </a:lnTo>
                <a:lnTo>
                  <a:pt x="8697" y="924"/>
                </a:lnTo>
                <a:lnTo>
                  <a:pt x="8697" y="943"/>
                </a:lnTo>
                <a:moveTo>
                  <a:pt x="8543" y="943"/>
                </a:moveTo>
                <a:lnTo>
                  <a:pt x="8447" y="943"/>
                </a:lnTo>
                <a:lnTo>
                  <a:pt x="8447" y="924"/>
                </a:lnTo>
                <a:lnTo>
                  <a:pt x="8543" y="924"/>
                </a:lnTo>
                <a:lnTo>
                  <a:pt x="8543" y="943"/>
                </a:lnTo>
                <a:moveTo>
                  <a:pt x="8389" y="943"/>
                </a:moveTo>
                <a:lnTo>
                  <a:pt x="8293" y="943"/>
                </a:lnTo>
                <a:lnTo>
                  <a:pt x="8293" y="924"/>
                </a:lnTo>
                <a:lnTo>
                  <a:pt x="8389" y="924"/>
                </a:lnTo>
                <a:lnTo>
                  <a:pt x="8389" y="943"/>
                </a:lnTo>
                <a:moveTo>
                  <a:pt x="8236" y="943"/>
                </a:moveTo>
                <a:lnTo>
                  <a:pt x="8140" y="943"/>
                </a:lnTo>
                <a:lnTo>
                  <a:pt x="8140" y="924"/>
                </a:lnTo>
                <a:lnTo>
                  <a:pt x="8236" y="924"/>
                </a:lnTo>
                <a:lnTo>
                  <a:pt x="8236" y="943"/>
                </a:lnTo>
                <a:moveTo>
                  <a:pt x="8082" y="943"/>
                </a:moveTo>
                <a:lnTo>
                  <a:pt x="7986" y="943"/>
                </a:lnTo>
                <a:lnTo>
                  <a:pt x="7986" y="924"/>
                </a:lnTo>
                <a:lnTo>
                  <a:pt x="8082" y="924"/>
                </a:lnTo>
                <a:lnTo>
                  <a:pt x="8082" y="943"/>
                </a:lnTo>
                <a:moveTo>
                  <a:pt x="7928" y="943"/>
                </a:moveTo>
                <a:lnTo>
                  <a:pt x="7832" y="943"/>
                </a:lnTo>
                <a:lnTo>
                  <a:pt x="7832" y="924"/>
                </a:lnTo>
                <a:lnTo>
                  <a:pt x="7928" y="924"/>
                </a:lnTo>
                <a:lnTo>
                  <a:pt x="7928" y="943"/>
                </a:lnTo>
                <a:moveTo>
                  <a:pt x="7774" y="943"/>
                </a:moveTo>
                <a:lnTo>
                  <a:pt x="7678" y="943"/>
                </a:lnTo>
                <a:lnTo>
                  <a:pt x="7678" y="924"/>
                </a:lnTo>
                <a:lnTo>
                  <a:pt x="7774" y="924"/>
                </a:lnTo>
                <a:lnTo>
                  <a:pt x="7774" y="943"/>
                </a:lnTo>
                <a:moveTo>
                  <a:pt x="7621" y="943"/>
                </a:moveTo>
                <a:lnTo>
                  <a:pt x="7525" y="943"/>
                </a:lnTo>
                <a:lnTo>
                  <a:pt x="7525" y="924"/>
                </a:lnTo>
                <a:lnTo>
                  <a:pt x="7621" y="924"/>
                </a:lnTo>
                <a:lnTo>
                  <a:pt x="7621" y="943"/>
                </a:lnTo>
                <a:moveTo>
                  <a:pt x="7467" y="943"/>
                </a:moveTo>
                <a:lnTo>
                  <a:pt x="7371" y="943"/>
                </a:lnTo>
                <a:lnTo>
                  <a:pt x="7371" y="924"/>
                </a:lnTo>
                <a:lnTo>
                  <a:pt x="7467" y="924"/>
                </a:lnTo>
                <a:lnTo>
                  <a:pt x="7467" y="943"/>
                </a:lnTo>
                <a:moveTo>
                  <a:pt x="7313" y="943"/>
                </a:moveTo>
                <a:lnTo>
                  <a:pt x="7217" y="943"/>
                </a:lnTo>
                <a:lnTo>
                  <a:pt x="7217" y="924"/>
                </a:lnTo>
                <a:lnTo>
                  <a:pt x="7313" y="924"/>
                </a:lnTo>
                <a:lnTo>
                  <a:pt x="7313" y="943"/>
                </a:lnTo>
                <a:moveTo>
                  <a:pt x="7159" y="943"/>
                </a:moveTo>
                <a:lnTo>
                  <a:pt x="7063" y="943"/>
                </a:lnTo>
                <a:lnTo>
                  <a:pt x="7063" y="924"/>
                </a:lnTo>
                <a:lnTo>
                  <a:pt x="7159" y="924"/>
                </a:lnTo>
                <a:lnTo>
                  <a:pt x="7159" y="943"/>
                </a:lnTo>
                <a:moveTo>
                  <a:pt x="7006" y="943"/>
                </a:moveTo>
                <a:lnTo>
                  <a:pt x="6910" y="943"/>
                </a:lnTo>
                <a:lnTo>
                  <a:pt x="6910" y="924"/>
                </a:lnTo>
                <a:lnTo>
                  <a:pt x="7006" y="924"/>
                </a:lnTo>
                <a:lnTo>
                  <a:pt x="7006" y="943"/>
                </a:lnTo>
                <a:moveTo>
                  <a:pt x="6852" y="943"/>
                </a:moveTo>
                <a:lnTo>
                  <a:pt x="6756" y="943"/>
                </a:lnTo>
                <a:lnTo>
                  <a:pt x="6756" y="924"/>
                </a:lnTo>
                <a:lnTo>
                  <a:pt x="6852" y="924"/>
                </a:lnTo>
                <a:lnTo>
                  <a:pt x="6852" y="943"/>
                </a:lnTo>
                <a:moveTo>
                  <a:pt x="6698" y="943"/>
                </a:moveTo>
                <a:lnTo>
                  <a:pt x="6602" y="943"/>
                </a:lnTo>
                <a:lnTo>
                  <a:pt x="6602" y="924"/>
                </a:lnTo>
                <a:lnTo>
                  <a:pt x="6698" y="924"/>
                </a:lnTo>
                <a:lnTo>
                  <a:pt x="6698" y="943"/>
                </a:lnTo>
                <a:moveTo>
                  <a:pt x="6544" y="943"/>
                </a:moveTo>
                <a:lnTo>
                  <a:pt x="6448" y="943"/>
                </a:lnTo>
                <a:lnTo>
                  <a:pt x="6448" y="924"/>
                </a:lnTo>
                <a:lnTo>
                  <a:pt x="6544" y="924"/>
                </a:lnTo>
                <a:lnTo>
                  <a:pt x="6544" y="943"/>
                </a:lnTo>
                <a:moveTo>
                  <a:pt x="6391" y="943"/>
                </a:moveTo>
                <a:lnTo>
                  <a:pt x="6295" y="943"/>
                </a:lnTo>
                <a:lnTo>
                  <a:pt x="6295" y="924"/>
                </a:lnTo>
                <a:lnTo>
                  <a:pt x="6391" y="924"/>
                </a:lnTo>
                <a:lnTo>
                  <a:pt x="6391" y="943"/>
                </a:lnTo>
                <a:moveTo>
                  <a:pt x="6237" y="943"/>
                </a:moveTo>
                <a:lnTo>
                  <a:pt x="6141" y="943"/>
                </a:lnTo>
                <a:lnTo>
                  <a:pt x="6141" y="924"/>
                </a:lnTo>
                <a:lnTo>
                  <a:pt x="6237" y="924"/>
                </a:lnTo>
                <a:lnTo>
                  <a:pt x="6237" y="943"/>
                </a:lnTo>
                <a:moveTo>
                  <a:pt x="6083" y="943"/>
                </a:moveTo>
                <a:lnTo>
                  <a:pt x="5987" y="943"/>
                </a:lnTo>
                <a:lnTo>
                  <a:pt x="5987" y="924"/>
                </a:lnTo>
                <a:lnTo>
                  <a:pt x="6083" y="924"/>
                </a:lnTo>
                <a:lnTo>
                  <a:pt x="6083" y="943"/>
                </a:lnTo>
                <a:moveTo>
                  <a:pt x="5929" y="943"/>
                </a:moveTo>
                <a:lnTo>
                  <a:pt x="5833" y="943"/>
                </a:lnTo>
                <a:lnTo>
                  <a:pt x="5833" y="924"/>
                </a:lnTo>
                <a:lnTo>
                  <a:pt x="5929" y="924"/>
                </a:lnTo>
                <a:lnTo>
                  <a:pt x="5929" y="943"/>
                </a:lnTo>
                <a:moveTo>
                  <a:pt x="5776" y="943"/>
                </a:moveTo>
                <a:lnTo>
                  <a:pt x="5680" y="943"/>
                </a:lnTo>
                <a:lnTo>
                  <a:pt x="5680" y="924"/>
                </a:lnTo>
                <a:lnTo>
                  <a:pt x="5776" y="924"/>
                </a:lnTo>
                <a:lnTo>
                  <a:pt x="5776" y="943"/>
                </a:lnTo>
                <a:moveTo>
                  <a:pt x="5622" y="943"/>
                </a:moveTo>
                <a:lnTo>
                  <a:pt x="5526" y="943"/>
                </a:lnTo>
                <a:lnTo>
                  <a:pt x="5526" y="924"/>
                </a:lnTo>
                <a:lnTo>
                  <a:pt x="5622" y="924"/>
                </a:lnTo>
                <a:lnTo>
                  <a:pt x="5622" y="943"/>
                </a:lnTo>
                <a:moveTo>
                  <a:pt x="5468" y="943"/>
                </a:moveTo>
                <a:lnTo>
                  <a:pt x="5372" y="943"/>
                </a:lnTo>
                <a:lnTo>
                  <a:pt x="5372" y="924"/>
                </a:lnTo>
                <a:lnTo>
                  <a:pt x="5468" y="924"/>
                </a:lnTo>
                <a:lnTo>
                  <a:pt x="5468" y="943"/>
                </a:lnTo>
                <a:moveTo>
                  <a:pt x="5314" y="943"/>
                </a:moveTo>
                <a:lnTo>
                  <a:pt x="5218" y="943"/>
                </a:lnTo>
                <a:lnTo>
                  <a:pt x="5218" y="924"/>
                </a:lnTo>
                <a:lnTo>
                  <a:pt x="5314" y="924"/>
                </a:lnTo>
                <a:lnTo>
                  <a:pt x="5314" y="943"/>
                </a:lnTo>
                <a:moveTo>
                  <a:pt x="5161" y="943"/>
                </a:moveTo>
                <a:lnTo>
                  <a:pt x="5065" y="943"/>
                </a:lnTo>
                <a:lnTo>
                  <a:pt x="5065" y="924"/>
                </a:lnTo>
                <a:lnTo>
                  <a:pt x="5161" y="924"/>
                </a:lnTo>
                <a:lnTo>
                  <a:pt x="5161" y="943"/>
                </a:lnTo>
                <a:moveTo>
                  <a:pt x="5007" y="943"/>
                </a:moveTo>
                <a:lnTo>
                  <a:pt x="4911" y="943"/>
                </a:lnTo>
                <a:lnTo>
                  <a:pt x="4911" y="924"/>
                </a:lnTo>
                <a:lnTo>
                  <a:pt x="5007" y="924"/>
                </a:lnTo>
                <a:lnTo>
                  <a:pt x="5007" y="943"/>
                </a:lnTo>
                <a:moveTo>
                  <a:pt x="4853" y="943"/>
                </a:moveTo>
                <a:lnTo>
                  <a:pt x="4757" y="943"/>
                </a:lnTo>
                <a:lnTo>
                  <a:pt x="4757" y="924"/>
                </a:lnTo>
                <a:lnTo>
                  <a:pt x="4853" y="924"/>
                </a:lnTo>
                <a:lnTo>
                  <a:pt x="4853" y="943"/>
                </a:lnTo>
                <a:moveTo>
                  <a:pt x="4699" y="943"/>
                </a:moveTo>
                <a:lnTo>
                  <a:pt x="4603" y="943"/>
                </a:lnTo>
                <a:lnTo>
                  <a:pt x="4603" y="924"/>
                </a:lnTo>
                <a:lnTo>
                  <a:pt x="4699" y="924"/>
                </a:lnTo>
                <a:lnTo>
                  <a:pt x="4699" y="943"/>
                </a:lnTo>
                <a:moveTo>
                  <a:pt x="4546" y="943"/>
                </a:moveTo>
                <a:lnTo>
                  <a:pt x="4450" y="943"/>
                </a:lnTo>
                <a:lnTo>
                  <a:pt x="4450" y="924"/>
                </a:lnTo>
                <a:lnTo>
                  <a:pt x="4546" y="924"/>
                </a:lnTo>
                <a:lnTo>
                  <a:pt x="4546" y="943"/>
                </a:lnTo>
                <a:moveTo>
                  <a:pt x="4392" y="943"/>
                </a:moveTo>
                <a:lnTo>
                  <a:pt x="4296" y="943"/>
                </a:lnTo>
                <a:lnTo>
                  <a:pt x="4296" y="924"/>
                </a:lnTo>
                <a:lnTo>
                  <a:pt x="4392" y="924"/>
                </a:lnTo>
                <a:lnTo>
                  <a:pt x="4392" y="943"/>
                </a:lnTo>
                <a:moveTo>
                  <a:pt x="4238" y="943"/>
                </a:moveTo>
                <a:lnTo>
                  <a:pt x="4142" y="943"/>
                </a:lnTo>
                <a:lnTo>
                  <a:pt x="4142" y="924"/>
                </a:lnTo>
                <a:lnTo>
                  <a:pt x="4238" y="924"/>
                </a:lnTo>
                <a:lnTo>
                  <a:pt x="4238" y="943"/>
                </a:lnTo>
                <a:moveTo>
                  <a:pt x="4084" y="943"/>
                </a:moveTo>
                <a:lnTo>
                  <a:pt x="3988" y="943"/>
                </a:lnTo>
                <a:lnTo>
                  <a:pt x="3988" y="924"/>
                </a:lnTo>
                <a:lnTo>
                  <a:pt x="4084" y="924"/>
                </a:lnTo>
                <a:lnTo>
                  <a:pt x="4084" y="943"/>
                </a:lnTo>
                <a:moveTo>
                  <a:pt x="3931" y="943"/>
                </a:moveTo>
                <a:lnTo>
                  <a:pt x="3835" y="943"/>
                </a:lnTo>
                <a:lnTo>
                  <a:pt x="3835" y="924"/>
                </a:lnTo>
                <a:lnTo>
                  <a:pt x="3931" y="924"/>
                </a:lnTo>
                <a:lnTo>
                  <a:pt x="3931" y="943"/>
                </a:lnTo>
                <a:moveTo>
                  <a:pt x="3777" y="943"/>
                </a:moveTo>
                <a:lnTo>
                  <a:pt x="3681" y="943"/>
                </a:lnTo>
                <a:lnTo>
                  <a:pt x="3681" y="924"/>
                </a:lnTo>
                <a:lnTo>
                  <a:pt x="3777" y="924"/>
                </a:lnTo>
                <a:lnTo>
                  <a:pt x="3777" y="943"/>
                </a:lnTo>
                <a:moveTo>
                  <a:pt x="3623" y="943"/>
                </a:moveTo>
                <a:lnTo>
                  <a:pt x="3527" y="943"/>
                </a:lnTo>
                <a:lnTo>
                  <a:pt x="3527" y="924"/>
                </a:lnTo>
                <a:lnTo>
                  <a:pt x="3623" y="924"/>
                </a:lnTo>
                <a:lnTo>
                  <a:pt x="3623" y="943"/>
                </a:lnTo>
                <a:moveTo>
                  <a:pt x="3469" y="943"/>
                </a:moveTo>
                <a:lnTo>
                  <a:pt x="3373" y="943"/>
                </a:lnTo>
                <a:lnTo>
                  <a:pt x="3373" y="924"/>
                </a:lnTo>
                <a:lnTo>
                  <a:pt x="3469" y="924"/>
                </a:lnTo>
                <a:lnTo>
                  <a:pt x="3469" y="943"/>
                </a:lnTo>
                <a:moveTo>
                  <a:pt x="3316" y="943"/>
                </a:moveTo>
                <a:lnTo>
                  <a:pt x="3220" y="943"/>
                </a:lnTo>
                <a:lnTo>
                  <a:pt x="3220" y="924"/>
                </a:lnTo>
                <a:lnTo>
                  <a:pt x="3316" y="924"/>
                </a:lnTo>
                <a:lnTo>
                  <a:pt x="3316" y="943"/>
                </a:lnTo>
                <a:moveTo>
                  <a:pt x="3162" y="943"/>
                </a:moveTo>
                <a:lnTo>
                  <a:pt x="3066" y="943"/>
                </a:lnTo>
                <a:lnTo>
                  <a:pt x="3066" y="924"/>
                </a:lnTo>
                <a:lnTo>
                  <a:pt x="3162" y="924"/>
                </a:lnTo>
                <a:lnTo>
                  <a:pt x="3162" y="943"/>
                </a:lnTo>
                <a:moveTo>
                  <a:pt x="3008" y="943"/>
                </a:moveTo>
                <a:lnTo>
                  <a:pt x="2912" y="943"/>
                </a:lnTo>
                <a:lnTo>
                  <a:pt x="2912" y="924"/>
                </a:lnTo>
                <a:lnTo>
                  <a:pt x="3008" y="924"/>
                </a:lnTo>
                <a:lnTo>
                  <a:pt x="3008" y="943"/>
                </a:lnTo>
                <a:moveTo>
                  <a:pt x="2855" y="943"/>
                </a:moveTo>
                <a:lnTo>
                  <a:pt x="2758" y="943"/>
                </a:lnTo>
                <a:lnTo>
                  <a:pt x="2758" y="924"/>
                </a:lnTo>
                <a:lnTo>
                  <a:pt x="2855" y="924"/>
                </a:lnTo>
                <a:lnTo>
                  <a:pt x="2855" y="943"/>
                </a:lnTo>
                <a:moveTo>
                  <a:pt x="2701" y="943"/>
                </a:moveTo>
                <a:lnTo>
                  <a:pt x="2605" y="943"/>
                </a:lnTo>
                <a:lnTo>
                  <a:pt x="2605" y="924"/>
                </a:lnTo>
                <a:lnTo>
                  <a:pt x="2701" y="924"/>
                </a:lnTo>
                <a:lnTo>
                  <a:pt x="2701" y="943"/>
                </a:lnTo>
                <a:moveTo>
                  <a:pt x="2547" y="943"/>
                </a:moveTo>
                <a:lnTo>
                  <a:pt x="2451" y="943"/>
                </a:lnTo>
                <a:lnTo>
                  <a:pt x="2451" y="924"/>
                </a:lnTo>
                <a:lnTo>
                  <a:pt x="2547" y="924"/>
                </a:lnTo>
                <a:lnTo>
                  <a:pt x="2547" y="943"/>
                </a:lnTo>
                <a:moveTo>
                  <a:pt x="2393" y="943"/>
                </a:moveTo>
                <a:lnTo>
                  <a:pt x="2297" y="943"/>
                </a:lnTo>
                <a:lnTo>
                  <a:pt x="2297" y="924"/>
                </a:lnTo>
                <a:lnTo>
                  <a:pt x="2393" y="924"/>
                </a:lnTo>
                <a:lnTo>
                  <a:pt x="2393" y="943"/>
                </a:lnTo>
                <a:moveTo>
                  <a:pt x="2240" y="943"/>
                </a:moveTo>
                <a:lnTo>
                  <a:pt x="2143" y="943"/>
                </a:lnTo>
                <a:lnTo>
                  <a:pt x="2143" y="924"/>
                </a:lnTo>
                <a:lnTo>
                  <a:pt x="2240" y="924"/>
                </a:lnTo>
                <a:lnTo>
                  <a:pt x="2240" y="943"/>
                </a:lnTo>
                <a:moveTo>
                  <a:pt x="2086" y="943"/>
                </a:moveTo>
                <a:lnTo>
                  <a:pt x="1990" y="943"/>
                </a:lnTo>
                <a:lnTo>
                  <a:pt x="1990" y="924"/>
                </a:lnTo>
                <a:lnTo>
                  <a:pt x="2086" y="924"/>
                </a:lnTo>
                <a:lnTo>
                  <a:pt x="2086" y="943"/>
                </a:lnTo>
                <a:moveTo>
                  <a:pt x="1932" y="943"/>
                </a:moveTo>
                <a:lnTo>
                  <a:pt x="1836" y="943"/>
                </a:lnTo>
                <a:lnTo>
                  <a:pt x="1836" y="924"/>
                </a:lnTo>
                <a:lnTo>
                  <a:pt x="1932" y="924"/>
                </a:lnTo>
                <a:lnTo>
                  <a:pt x="1932" y="943"/>
                </a:lnTo>
                <a:moveTo>
                  <a:pt x="1778" y="943"/>
                </a:moveTo>
                <a:lnTo>
                  <a:pt x="1681" y="943"/>
                </a:lnTo>
                <a:lnTo>
                  <a:pt x="1681" y="924"/>
                </a:lnTo>
                <a:lnTo>
                  <a:pt x="1778" y="924"/>
                </a:lnTo>
                <a:lnTo>
                  <a:pt x="1778" y="943"/>
                </a:lnTo>
                <a:moveTo>
                  <a:pt x="1624" y="943"/>
                </a:moveTo>
                <a:lnTo>
                  <a:pt x="1527" y="943"/>
                </a:lnTo>
                <a:lnTo>
                  <a:pt x="1527" y="924"/>
                </a:lnTo>
                <a:lnTo>
                  <a:pt x="1624" y="924"/>
                </a:lnTo>
                <a:lnTo>
                  <a:pt x="1624" y="943"/>
                </a:lnTo>
                <a:moveTo>
                  <a:pt x="1470" y="943"/>
                </a:moveTo>
                <a:lnTo>
                  <a:pt x="1374" y="943"/>
                </a:lnTo>
                <a:lnTo>
                  <a:pt x="1374" y="924"/>
                </a:lnTo>
                <a:lnTo>
                  <a:pt x="1470" y="924"/>
                </a:lnTo>
                <a:lnTo>
                  <a:pt x="1470" y="943"/>
                </a:lnTo>
                <a:moveTo>
                  <a:pt x="1316" y="943"/>
                </a:moveTo>
                <a:lnTo>
                  <a:pt x="1220" y="943"/>
                </a:lnTo>
                <a:lnTo>
                  <a:pt x="1220" y="924"/>
                </a:lnTo>
                <a:lnTo>
                  <a:pt x="1316" y="924"/>
                </a:lnTo>
                <a:lnTo>
                  <a:pt x="1316" y="943"/>
                </a:lnTo>
                <a:moveTo>
                  <a:pt x="1162" y="943"/>
                </a:moveTo>
                <a:lnTo>
                  <a:pt x="1066" y="943"/>
                </a:lnTo>
                <a:lnTo>
                  <a:pt x="1066" y="924"/>
                </a:lnTo>
                <a:lnTo>
                  <a:pt x="1162" y="924"/>
                </a:lnTo>
                <a:lnTo>
                  <a:pt x="1162" y="943"/>
                </a:lnTo>
                <a:moveTo>
                  <a:pt x="1009" y="943"/>
                </a:moveTo>
                <a:lnTo>
                  <a:pt x="912" y="943"/>
                </a:lnTo>
                <a:lnTo>
                  <a:pt x="912" y="924"/>
                </a:lnTo>
                <a:lnTo>
                  <a:pt x="1009" y="924"/>
                </a:lnTo>
                <a:lnTo>
                  <a:pt x="1009" y="943"/>
                </a:lnTo>
                <a:moveTo>
                  <a:pt x="855" y="943"/>
                </a:moveTo>
                <a:lnTo>
                  <a:pt x="759" y="943"/>
                </a:lnTo>
                <a:lnTo>
                  <a:pt x="759" y="924"/>
                </a:lnTo>
                <a:lnTo>
                  <a:pt x="855" y="924"/>
                </a:lnTo>
                <a:lnTo>
                  <a:pt x="855" y="943"/>
                </a:lnTo>
                <a:moveTo>
                  <a:pt x="701" y="943"/>
                </a:moveTo>
                <a:lnTo>
                  <a:pt x="605" y="943"/>
                </a:lnTo>
                <a:lnTo>
                  <a:pt x="605" y="924"/>
                </a:lnTo>
                <a:lnTo>
                  <a:pt x="701" y="924"/>
                </a:lnTo>
                <a:lnTo>
                  <a:pt x="701" y="943"/>
                </a:lnTo>
                <a:moveTo>
                  <a:pt x="547" y="943"/>
                </a:moveTo>
                <a:lnTo>
                  <a:pt x="451" y="943"/>
                </a:lnTo>
                <a:lnTo>
                  <a:pt x="451" y="924"/>
                </a:lnTo>
                <a:lnTo>
                  <a:pt x="547" y="924"/>
                </a:lnTo>
                <a:lnTo>
                  <a:pt x="547" y="943"/>
                </a:lnTo>
                <a:moveTo>
                  <a:pt x="394" y="943"/>
                </a:moveTo>
                <a:lnTo>
                  <a:pt x="297" y="943"/>
                </a:lnTo>
                <a:lnTo>
                  <a:pt x="297" y="924"/>
                </a:lnTo>
                <a:lnTo>
                  <a:pt x="394" y="924"/>
                </a:lnTo>
                <a:lnTo>
                  <a:pt x="394" y="943"/>
                </a:lnTo>
                <a:moveTo>
                  <a:pt x="240" y="943"/>
                </a:moveTo>
                <a:lnTo>
                  <a:pt x="144" y="943"/>
                </a:lnTo>
                <a:lnTo>
                  <a:pt x="144" y="924"/>
                </a:lnTo>
                <a:lnTo>
                  <a:pt x="240" y="924"/>
                </a:lnTo>
                <a:lnTo>
                  <a:pt x="240" y="943"/>
                </a:lnTo>
                <a:moveTo>
                  <a:pt x="86" y="943"/>
                </a:moveTo>
                <a:lnTo>
                  <a:pt x="0" y="943"/>
                </a:lnTo>
                <a:lnTo>
                  <a:pt x="0" y="914"/>
                </a:lnTo>
                <a:lnTo>
                  <a:pt x="19" y="914"/>
                </a:lnTo>
                <a:lnTo>
                  <a:pt x="19" y="934"/>
                </a:lnTo>
                <a:lnTo>
                  <a:pt x="9" y="934"/>
                </a:lnTo>
                <a:lnTo>
                  <a:pt x="9" y="924"/>
                </a:lnTo>
                <a:lnTo>
                  <a:pt x="86" y="924"/>
                </a:lnTo>
                <a:lnTo>
                  <a:pt x="86" y="943"/>
                </a:lnTo>
                <a:moveTo>
                  <a:pt x="0" y="857"/>
                </a:moveTo>
                <a:lnTo>
                  <a:pt x="0" y="761"/>
                </a:lnTo>
                <a:lnTo>
                  <a:pt x="19" y="761"/>
                </a:lnTo>
                <a:lnTo>
                  <a:pt x="19" y="857"/>
                </a:lnTo>
                <a:lnTo>
                  <a:pt x="0" y="857"/>
                </a:lnTo>
                <a:moveTo>
                  <a:pt x="0" y="702"/>
                </a:moveTo>
                <a:lnTo>
                  <a:pt x="0" y="606"/>
                </a:lnTo>
                <a:lnTo>
                  <a:pt x="19" y="606"/>
                </a:lnTo>
                <a:lnTo>
                  <a:pt x="19" y="702"/>
                </a:lnTo>
                <a:lnTo>
                  <a:pt x="0" y="702"/>
                </a:lnTo>
                <a:moveTo>
                  <a:pt x="0" y="548"/>
                </a:moveTo>
                <a:lnTo>
                  <a:pt x="0" y="452"/>
                </a:lnTo>
                <a:lnTo>
                  <a:pt x="19" y="452"/>
                </a:lnTo>
                <a:lnTo>
                  <a:pt x="19" y="548"/>
                </a:lnTo>
                <a:lnTo>
                  <a:pt x="0" y="548"/>
                </a:lnTo>
                <a:moveTo>
                  <a:pt x="0" y="394"/>
                </a:moveTo>
                <a:lnTo>
                  <a:pt x="0" y="298"/>
                </a:lnTo>
                <a:lnTo>
                  <a:pt x="19" y="298"/>
                </a:lnTo>
                <a:lnTo>
                  <a:pt x="19" y="394"/>
                </a:lnTo>
                <a:lnTo>
                  <a:pt x="0" y="394"/>
                </a:lnTo>
                <a:moveTo>
                  <a:pt x="0" y="241"/>
                </a:moveTo>
                <a:lnTo>
                  <a:pt x="0" y="145"/>
                </a:lnTo>
                <a:lnTo>
                  <a:pt x="19" y="145"/>
                </a:lnTo>
                <a:lnTo>
                  <a:pt x="19" y="241"/>
                </a:lnTo>
                <a:lnTo>
                  <a:pt x="0" y="241"/>
                </a:lnTo>
                <a:moveTo>
                  <a:pt x="0" y="87"/>
                </a:moveTo>
                <a:lnTo>
                  <a:pt x="0" y="0"/>
                </a:lnTo>
                <a:lnTo>
                  <a:pt x="105" y="0"/>
                </a:lnTo>
                <a:lnTo>
                  <a:pt x="105" y="20"/>
                </a:lnTo>
                <a:lnTo>
                  <a:pt x="9" y="20"/>
                </a:lnTo>
                <a:lnTo>
                  <a:pt x="9" y="10"/>
                </a:lnTo>
                <a:lnTo>
                  <a:pt x="19" y="10"/>
                </a:lnTo>
                <a:lnTo>
                  <a:pt x="19" y="87"/>
                </a:lnTo>
                <a:lnTo>
                  <a:pt x="0" y="87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5" name=""/>
          <p:cNvSpPr/>
          <p:nvPr/>
        </p:nvSpPr>
        <p:spPr>
          <a:xfrm>
            <a:off x="5542200" y="3701160"/>
            <a:ext cx="83520" cy="69480"/>
          </a:xfrm>
          <a:custGeom>
            <a:avLst/>
            <a:gdLst/>
            <a:ahLst/>
            <a:rect l="0" t="0" r="r" b="b"/>
            <a:pathLst>
              <a:path w="232" h="193">
                <a:moveTo>
                  <a:pt x="0" y="0"/>
                </a:moveTo>
                <a:lnTo>
                  <a:pt x="232" y="0"/>
                </a:lnTo>
                <a:lnTo>
                  <a:pt x="232" y="193"/>
                </a:lnTo>
                <a:lnTo>
                  <a:pt x="0" y="193"/>
                </a:lnTo>
                <a:lnTo>
                  <a:pt x="0" y="0"/>
                </a:lnTo>
                <a:close/>
              </a:path>
            </a:pathLst>
          </a:custGeom>
          <a:noFill/>
          <a:ln w="864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6" name=""/>
          <p:cNvSpPr/>
          <p:nvPr/>
        </p:nvSpPr>
        <p:spPr>
          <a:xfrm>
            <a:off x="5542200" y="3725280"/>
            <a:ext cx="83160" cy="0"/>
          </a:xfrm>
          <a:prstGeom prst="line">
            <a:avLst/>
          </a:prstGeom>
          <a:ln w="86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1460520" y="3396960"/>
            <a:ext cx="19897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Leermiddelen voor de baliesimulatie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1557360" y="3693240"/>
            <a:ext cx="71856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4a3a78"/>
                </a:solidFill>
                <a:latin typeface="DejaVuSans"/>
                <a:ea typeface="DejaVuSans"/>
              </a:rPr>
              <a:t>Leermiddelgroep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1557360" y="3805200"/>
            <a:ext cx="3450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60" spc="-1" strike="noStrike">
                <a:solidFill>
                  <a:srgbClr val="1c1c1c"/>
                </a:solidFill>
                <a:latin typeface="DejaVuSans"/>
                <a:ea typeface="DejaVuSans"/>
              </a:rPr>
              <a:t>Apotheekbalie-opstelling, receptenlijnsysteem, oefenmedicatie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1460520" y="3527280"/>
            <a:ext cx="3464640" cy="9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Leeronderdeel / Leeractiviteit speciﬁcatie bevat: B1-K1-W1 Baliegesprek en triage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1197360" y="4109400"/>
            <a:ext cx="56091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Rond de eenheid legt de instelling haar onderwijsontwerp vast; alles hieronder wordt onderdeel van de eenheid- en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1197360" y="4241160"/>
            <a:ext cx="56653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leeronderdeelspeciﬁcatie. De gewenste leeromgeving is een ruimteproﬁel, geen lokaal: zij zegt welke ruimte past en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1197360" y="4372560"/>
            <a:ext cx="5534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sorteert voor op een onderwijslocatie met dat lokaaltype. Het docentproﬁel werkt net zo en draagt de skills die de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1197360" y="4503960"/>
            <a:ext cx="5195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instelling erbij verwacht; de persoon zelf volgt bij plannen. De leermiddelen hangen aan het leeronderdeel.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1743120" y="4766400"/>
            <a:ext cx="6617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Kwaliﬁcatiedossier vertalen naar leeruitkomsten · verdieping: onderwijsontwerp met ruimte en middelen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1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1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514" name=""/>
          <p:cNvSpPr/>
          <p:nvPr/>
        </p:nvSpPr>
        <p:spPr>
          <a:xfrm>
            <a:off x="460080" y="1050480"/>
            <a:ext cx="8414280" cy="3166200"/>
          </a:xfrm>
          <a:custGeom>
            <a:avLst/>
            <a:gdLst/>
            <a:ahLst/>
            <a:rect l="0" t="0" r="r" b="b"/>
            <a:pathLst>
              <a:path w="23373" h="8795">
                <a:moveTo>
                  <a:pt x="164" y="0"/>
                </a:moveTo>
                <a:lnTo>
                  <a:pt x="23209" y="0"/>
                </a:lnTo>
                <a:cubicBezTo>
                  <a:pt x="23220" y="0"/>
                  <a:pt x="23230" y="1"/>
                  <a:pt x="23241" y="3"/>
                </a:cubicBezTo>
                <a:cubicBezTo>
                  <a:pt x="23251" y="5"/>
                  <a:pt x="23262" y="9"/>
                  <a:pt x="23272" y="13"/>
                </a:cubicBezTo>
                <a:cubicBezTo>
                  <a:pt x="23282" y="17"/>
                  <a:pt x="23291" y="22"/>
                  <a:pt x="23300" y="28"/>
                </a:cubicBezTo>
                <a:cubicBezTo>
                  <a:pt x="23309" y="34"/>
                  <a:pt x="23317" y="41"/>
                  <a:pt x="23325" y="48"/>
                </a:cubicBezTo>
                <a:cubicBezTo>
                  <a:pt x="23333" y="56"/>
                  <a:pt x="23339" y="64"/>
                  <a:pt x="23345" y="73"/>
                </a:cubicBezTo>
                <a:cubicBezTo>
                  <a:pt x="23351" y="82"/>
                  <a:pt x="23356" y="92"/>
                  <a:pt x="23361" y="102"/>
                </a:cubicBezTo>
                <a:cubicBezTo>
                  <a:pt x="23365" y="112"/>
                  <a:pt x="23368" y="122"/>
                  <a:pt x="23370" y="132"/>
                </a:cubicBezTo>
                <a:cubicBezTo>
                  <a:pt x="23372" y="143"/>
                  <a:pt x="23373" y="154"/>
                  <a:pt x="23373" y="165"/>
                </a:cubicBezTo>
                <a:lnTo>
                  <a:pt x="23373" y="8631"/>
                </a:lnTo>
                <a:cubicBezTo>
                  <a:pt x="23373" y="8642"/>
                  <a:pt x="23372" y="8652"/>
                  <a:pt x="23370" y="8663"/>
                </a:cubicBezTo>
                <a:cubicBezTo>
                  <a:pt x="23368" y="8674"/>
                  <a:pt x="23365" y="8684"/>
                  <a:pt x="23361" y="8694"/>
                </a:cubicBezTo>
                <a:cubicBezTo>
                  <a:pt x="23356" y="8704"/>
                  <a:pt x="23351" y="8713"/>
                  <a:pt x="23345" y="8722"/>
                </a:cubicBezTo>
                <a:cubicBezTo>
                  <a:pt x="23339" y="8731"/>
                  <a:pt x="23333" y="8740"/>
                  <a:pt x="23325" y="8747"/>
                </a:cubicBezTo>
                <a:cubicBezTo>
                  <a:pt x="23317" y="8755"/>
                  <a:pt x="23309" y="8762"/>
                  <a:pt x="23300" y="8768"/>
                </a:cubicBezTo>
                <a:cubicBezTo>
                  <a:pt x="23291" y="8774"/>
                  <a:pt x="23282" y="8779"/>
                  <a:pt x="23272" y="8783"/>
                </a:cubicBezTo>
                <a:cubicBezTo>
                  <a:pt x="23262" y="8787"/>
                  <a:pt x="23251" y="8790"/>
                  <a:pt x="23241" y="8792"/>
                </a:cubicBezTo>
                <a:cubicBezTo>
                  <a:pt x="23230" y="8794"/>
                  <a:pt x="23220" y="8795"/>
                  <a:pt x="23209" y="8795"/>
                </a:cubicBezTo>
                <a:lnTo>
                  <a:pt x="164" y="8795"/>
                </a:lnTo>
                <a:cubicBezTo>
                  <a:pt x="153" y="8795"/>
                  <a:pt x="143" y="8794"/>
                  <a:pt x="132" y="8792"/>
                </a:cubicBezTo>
                <a:cubicBezTo>
                  <a:pt x="122" y="8790"/>
                  <a:pt x="111" y="8787"/>
                  <a:pt x="101" y="8783"/>
                </a:cubicBezTo>
                <a:cubicBezTo>
                  <a:pt x="91" y="8779"/>
                  <a:pt x="82" y="8774"/>
                  <a:pt x="73" y="8768"/>
                </a:cubicBezTo>
                <a:cubicBezTo>
                  <a:pt x="64" y="8762"/>
                  <a:pt x="56" y="8755"/>
                  <a:pt x="48" y="8747"/>
                </a:cubicBezTo>
                <a:cubicBezTo>
                  <a:pt x="41" y="8740"/>
                  <a:pt x="34" y="8731"/>
                  <a:pt x="28" y="8722"/>
                </a:cubicBezTo>
                <a:cubicBezTo>
                  <a:pt x="22" y="8713"/>
                  <a:pt x="17" y="8704"/>
                  <a:pt x="13" y="8694"/>
                </a:cubicBezTo>
                <a:cubicBezTo>
                  <a:pt x="8" y="8684"/>
                  <a:pt x="5" y="8674"/>
                  <a:pt x="3" y="8663"/>
                </a:cubicBezTo>
                <a:cubicBezTo>
                  <a:pt x="1" y="8652"/>
                  <a:pt x="0" y="8642"/>
                  <a:pt x="0" y="8631"/>
                </a:cubicBezTo>
                <a:lnTo>
                  <a:pt x="0" y="165"/>
                </a:lnTo>
                <a:cubicBezTo>
                  <a:pt x="0" y="154"/>
                  <a:pt x="1" y="143"/>
                  <a:pt x="3" y="132"/>
                </a:cubicBezTo>
                <a:cubicBezTo>
                  <a:pt x="5" y="122"/>
                  <a:pt x="8" y="112"/>
                  <a:pt x="13" y="102"/>
                </a:cubicBezTo>
                <a:cubicBezTo>
                  <a:pt x="17" y="92"/>
                  <a:pt x="22" y="82"/>
                  <a:pt x="28" y="73"/>
                </a:cubicBezTo>
                <a:cubicBezTo>
                  <a:pt x="34" y="64"/>
                  <a:pt x="41" y="56"/>
                  <a:pt x="48" y="48"/>
                </a:cubicBezTo>
                <a:cubicBezTo>
                  <a:pt x="56" y="41"/>
                  <a:pt x="64" y="34"/>
                  <a:pt x="73" y="28"/>
                </a:cubicBezTo>
                <a:cubicBezTo>
                  <a:pt x="82" y="22"/>
                  <a:pt x="91" y="17"/>
                  <a:pt x="101" y="13"/>
                </a:cubicBezTo>
                <a:cubicBezTo>
                  <a:pt x="111" y="9"/>
                  <a:pt x="122" y="5"/>
                  <a:pt x="132" y="3"/>
                </a:cubicBezTo>
                <a:cubicBezTo>
                  <a:pt x="143" y="1"/>
                  <a:pt x="153" y="0"/>
                  <a:pt x="16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5" name=""/>
          <p:cNvSpPr/>
          <p:nvPr/>
        </p:nvSpPr>
        <p:spPr>
          <a:xfrm>
            <a:off x="460080" y="1050480"/>
            <a:ext cx="8414280" cy="3166200"/>
          </a:xfrm>
          <a:custGeom>
            <a:avLst/>
            <a:gdLst/>
            <a:ahLst/>
            <a:rect l="0" t="0" r="r" b="b"/>
            <a:pathLst>
              <a:path w="23373" h="8795">
                <a:moveTo>
                  <a:pt x="164" y="0"/>
                </a:moveTo>
                <a:lnTo>
                  <a:pt x="23209" y="0"/>
                </a:lnTo>
                <a:cubicBezTo>
                  <a:pt x="23220" y="0"/>
                  <a:pt x="23230" y="1"/>
                  <a:pt x="23241" y="3"/>
                </a:cubicBezTo>
                <a:cubicBezTo>
                  <a:pt x="23251" y="5"/>
                  <a:pt x="23262" y="9"/>
                  <a:pt x="23272" y="13"/>
                </a:cubicBezTo>
                <a:cubicBezTo>
                  <a:pt x="23282" y="17"/>
                  <a:pt x="23291" y="22"/>
                  <a:pt x="23300" y="28"/>
                </a:cubicBezTo>
                <a:cubicBezTo>
                  <a:pt x="23309" y="34"/>
                  <a:pt x="23317" y="41"/>
                  <a:pt x="23325" y="48"/>
                </a:cubicBezTo>
                <a:cubicBezTo>
                  <a:pt x="23333" y="56"/>
                  <a:pt x="23339" y="64"/>
                  <a:pt x="23345" y="73"/>
                </a:cubicBezTo>
                <a:cubicBezTo>
                  <a:pt x="23351" y="82"/>
                  <a:pt x="23356" y="92"/>
                  <a:pt x="23361" y="102"/>
                </a:cubicBezTo>
                <a:cubicBezTo>
                  <a:pt x="23365" y="112"/>
                  <a:pt x="23368" y="122"/>
                  <a:pt x="23370" y="132"/>
                </a:cubicBezTo>
                <a:cubicBezTo>
                  <a:pt x="23372" y="143"/>
                  <a:pt x="23373" y="154"/>
                  <a:pt x="23373" y="165"/>
                </a:cubicBezTo>
                <a:lnTo>
                  <a:pt x="23373" y="8631"/>
                </a:lnTo>
                <a:cubicBezTo>
                  <a:pt x="23373" y="8642"/>
                  <a:pt x="23372" y="8652"/>
                  <a:pt x="23370" y="8663"/>
                </a:cubicBezTo>
                <a:cubicBezTo>
                  <a:pt x="23368" y="8674"/>
                  <a:pt x="23365" y="8684"/>
                  <a:pt x="23361" y="8694"/>
                </a:cubicBezTo>
                <a:cubicBezTo>
                  <a:pt x="23356" y="8704"/>
                  <a:pt x="23351" y="8713"/>
                  <a:pt x="23345" y="8722"/>
                </a:cubicBezTo>
                <a:cubicBezTo>
                  <a:pt x="23339" y="8731"/>
                  <a:pt x="23333" y="8740"/>
                  <a:pt x="23325" y="8747"/>
                </a:cubicBezTo>
                <a:cubicBezTo>
                  <a:pt x="23317" y="8755"/>
                  <a:pt x="23309" y="8762"/>
                  <a:pt x="23300" y="8768"/>
                </a:cubicBezTo>
                <a:cubicBezTo>
                  <a:pt x="23291" y="8774"/>
                  <a:pt x="23282" y="8779"/>
                  <a:pt x="23272" y="8783"/>
                </a:cubicBezTo>
                <a:cubicBezTo>
                  <a:pt x="23262" y="8787"/>
                  <a:pt x="23251" y="8790"/>
                  <a:pt x="23241" y="8792"/>
                </a:cubicBezTo>
                <a:cubicBezTo>
                  <a:pt x="23230" y="8794"/>
                  <a:pt x="23220" y="8795"/>
                  <a:pt x="23209" y="8795"/>
                </a:cubicBezTo>
                <a:lnTo>
                  <a:pt x="164" y="8795"/>
                </a:lnTo>
                <a:cubicBezTo>
                  <a:pt x="153" y="8795"/>
                  <a:pt x="143" y="8794"/>
                  <a:pt x="132" y="8792"/>
                </a:cubicBezTo>
                <a:cubicBezTo>
                  <a:pt x="122" y="8790"/>
                  <a:pt x="111" y="8787"/>
                  <a:pt x="101" y="8783"/>
                </a:cubicBezTo>
                <a:cubicBezTo>
                  <a:pt x="91" y="8779"/>
                  <a:pt x="82" y="8774"/>
                  <a:pt x="73" y="8768"/>
                </a:cubicBezTo>
                <a:cubicBezTo>
                  <a:pt x="64" y="8762"/>
                  <a:pt x="56" y="8755"/>
                  <a:pt x="48" y="8747"/>
                </a:cubicBezTo>
                <a:cubicBezTo>
                  <a:pt x="41" y="8740"/>
                  <a:pt x="34" y="8731"/>
                  <a:pt x="28" y="8722"/>
                </a:cubicBezTo>
                <a:cubicBezTo>
                  <a:pt x="22" y="8713"/>
                  <a:pt x="17" y="8704"/>
                  <a:pt x="13" y="8694"/>
                </a:cubicBezTo>
                <a:cubicBezTo>
                  <a:pt x="8" y="8684"/>
                  <a:pt x="5" y="8674"/>
                  <a:pt x="3" y="8663"/>
                </a:cubicBezTo>
                <a:cubicBezTo>
                  <a:pt x="1" y="8652"/>
                  <a:pt x="0" y="8642"/>
                  <a:pt x="0" y="8631"/>
                </a:cubicBezTo>
                <a:lnTo>
                  <a:pt x="0" y="165"/>
                </a:lnTo>
                <a:cubicBezTo>
                  <a:pt x="0" y="154"/>
                  <a:pt x="1" y="143"/>
                  <a:pt x="3" y="132"/>
                </a:cubicBezTo>
                <a:cubicBezTo>
                  <a:pt x="5" y="122"/>
                  <a:pt x="8" y="112"/>
                  <a:pt x="13" y="102"/>
                </a:cubicBezTo>
                <a:cubicBezTo>
                  <a:pt x="17" y="92"/>
                  <a:pt x="22" y="82"/>
                  <a:pt x="28" y="73"/>
                </a:cubicBezTo>
                <a:cubicBezTo>
                  <a:pt x="34" y="64"/>
                  <a:pt x="41" y="56"/>
                  <a:pt x="48" y="48"/>
                </a:cubicBezTo>
                <a:cubicBezTo>
                  <a:pt x="56" y="41"/>
                  <a:pt x="64" y="34"/>
                  <a:pt x="73" y="28"/>
                </a:cubicBezTo>
                <a:cubicBezTo>
                  <a:pt x="82" y="22"/>
                  <a:pt x="91" y="17"/>
                  <a:pt x="101" y="13"/>
                </a:cubicBezTo>
                <a:cubicBezTo>
                  <a:pt x="111" y="9"/>
                  <a:pt x="122" y="5"/>
                  <a:pt x="132" y="3"/>
                </a:cubicBezTo>
                <a:cubicBezTo>
                  <a:pt x="143" y="1"/>
                  <a:pt x="153" y="0"/>
                  <a:pt x="164" y="0"/>
                </a:cubicBezTo>
                <a:close/>
              </a:path>
            </a:pathLst>
          </a:custGeom>
          <a:noFill/>
          <a:ln w="5760">
            <a:solidFill>
              <a:srgbClr val="d8ddd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457200" y="817920"/>
            <a:ext cx="6918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F1 -07  ·  O NTS TAAT  ·  DE  O PLEIDING S S PECIFICATIE  M ET  PR O G R AM M A,  EENH EDEN  EN  KEUZEDEELR UIM TE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7" name=""/>
          <p:cNvSpPr/>
          <p:nvPr/>
        </p:nvSpPr>
        <p:spPr>
          <a:xfrm>
            <a:off x="528120" y="1284120"/>
            <a:ext cx="1229400" cy="284400"/>
          </a:xfrm>
          <a:custGeom>
            <a:avLst/>
            <a:gdLst/>
            <a:ahLst/>
            <a:rect l="0" t="0" r="r" b="b"/>
            <a:pathLst>
              <a:path w="3415" h="790">
                <a:moveTo>
                  <a:pt x="131" y="0"/>
                </a:moveTo>
                <a:lnTo>
                  <a:pt x="3283" y="0"/>
                </a:lnTo>
                <a:cubicBezTo>
                  <a:pt x="3301" y="0"/>
                  <a:pt x="3318" y="4"/>
                  <a:pt x="3334" y="10"/>
                </a:cubicBezTo>
                <a:cubicBezTo>
                  <a:pt x="3350" y="17"/>
                  <a:pt x="3364" y="27"/>
                  <a:pt x="3376" y="39"/>
                </a:cubicBezTo>
                <a:cubicBezTo>
                  <a:pt x="3389" y="51"/>
                  <a:pt x="3398" y="65"/>
                  <a:pt x="3405" y="82"/>
                </a:cubicBezTo>
                <a:cubicBezTo>
                  <a:pt x="3411" y="98"/>
                  <a:pt x="3415" y="114"/>
                  <a:pt x="3415" y="132"/>
                </a:cubicBezTo>
                <a:lnTo>
                  <a:pt x="3415" y="658"/>
                </a:lnTo>
                <a:cubicBezTo>
                  <a:pt x="3415" y="675"/>
                  <a:pt x="3411" y="692"/>
                  <a:pt x="3405" y="708"/>
                </a:cubicBezTo>
                <a:cubicBezTo>
                  <a:pt x="3398" y="724"/>
                  <a:pt x="3389" y="739"/>
                  <a:pt x="3376" y="751"/>
                </a:cubicBezTo>
                <a:cubicBezTo>
                  <a:pt x="3364" y="763"/>
                  <a:pt x="3350" y="774"/>
                  <a:pt x="3334" y="780"/>
                </a:cubicBezTo>
                <a:cubicBezTo>
                  <a:pt x="3318" y="787"/>
                  <a:pt x="3301" y="790"/>
                  <a:pt x="3283" y="790"/>
                </a:cubicBezTo>
                <a:lnTo>
                  <a:pt x="131" y="790"/>
                </a:lnTo>
                <a:cubicBezTo>
                  <a:pt x="114" y="790"/>
                  <a:pt x="97" y="787"/>
                  <a:pt x="81" y="780"/>
                </a:cubicBezTo>
                <a:cubicBezTo>
                  <a:pt x="65" y="774"/>
                  <a:pt x="51" y="763"/>
                  <a:pt x="38" y="751"/>
                </a:cubicBezTo>
                <a:cubicBezTo>
                  <a:pt x="26" y="739"/>
                  <a:pt x="17" y="724"/>
                  <a:pt x="10" y="708"/>
                </a:cubicBezTo>
                <a:cubicBezTo>
                  <a:pt x="3" y="692"/>
                  <a:pt x="0" y="675"/>
                  <a:pt x="0" y="658"/>
                </a:cubicBezTo>
                <a:lnTo>
                  <a:pt x="0" y="132"/>
                </a:lnTo>
                <a:cubicBezTo>
                  <a:pt x="0" y="114"/>
                  <a:pt x="3" y="98"/>
                  <a:pt x="10" y="82"/>
                </a:cubicBezTo>
                <a:cubicBezTo>
                  <a:pt x="17" y="65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8" name=""/>
          <p:cNvSpPr/>
          <p:nvPr/>
        </p:nvSpPr>
        <p:spPr>
          <a:xfrm>
            <a:off x="528120" y="1284120"/>
            <a:ext cx="1229400" cy="284400"/>
          </a:xfrm>
          <a:custGeom>
            <a:avLst/>
            <a:gdLst/>
            <a:ahLst/>
            <a:rect l="0" t="0" r="r" b="b"/>
            <a:pathLst>
              <a:path w="3415" h="790">
                <a:moveTo>
                  <a:pt x="131" y="0"/>
                </a:moveTo>
                <a:lnTo>
                  <a:pt x="3283" y="0"/>
                </a:lnTo>
                <a:cubicBezTo>
                  <a:pt x="3301" y="0"/>
                  <a:pt x="3318" y="4"/>
                  <a:pt x="3334" y="10"/>
                </a:cubicBezTo>
                <a:cubicBezTo>
                  <a:pt x="3350" y="17"/>
                  <a:pt x="3364" y="27"/>
                  <a:pt x="3376" y="39"/>
                </a:cubicBezTo>
                <a:cubicBezTo>
                  <a:pt x="3389" y="51"/>
                  <a:pt x="3398" y="65"/>
                  <a:pt x="3405" y="82"/>
                </a:cubicBezTo>
                <a:cubicBezTo>
                  <a:pt x="3411" y="98"/>
                  <a:pt x="3415" y="114"/>
                  <a:pt x="3415" y="132"/>
                </a:cubicBezTo>
                <a:lnTo>
                  <a:pt x="3415" y="658"/>
                </a:lnTo>
                <a:cubicBezTo>
                  <a:pt x="3415" y="675"/>
                  <a:pt x="3411" y="692"/>
                  <a:pt x="3405" y="708"/>
                </a:cubicBezTo>
                <a:cubicBezTo>
                  <a:pt x="3398" y="724"/>
                  <a:pt x="3389" y="739"/>
                  <a:pt x="3376" y="751"/>
                </a:cubicBezTo>
                <a:cubicBezTo>
                  <a:pt x="3364" y="763"/>
                  <a:pt x="3350" y="774"/>
                  <a:pt x="3334" y="780"/>
                </a:cubicBezTo>
                <a:cubicBezTo>
                  <a:pt x="3318" y="787"/>
                  <a:pt x="3301" y="790"/>
                  <a:pt x="3283" y="790"/>
                </a:cubicBezTo>
                <a:lnTo>
                  <a:pt x="131" y="790"/>
                </a:lnTo>
                <a:cubicBezTo>
                  <a:pt x="114" y="790"/>
                  <a:pt x="97" y="787"/>
                  <a:pt x="81" y="780"/>
                </a:cubicBezTo>
                <a:cubicBezTo>
                  <a:pt x="65" y="774"/>
                  <a:pt x="51" y="763"/>
                  <a:pt x="38" y="751"/>
                </a:cubicBezTo>
                <a:cubicBezTo>
                  <a:pt x="26" y="739"/>
                  <a:pt x="17" y="724"/>
                  <a:pt x="10" y="708"/>
                </a:cubicBezTo>
                <a:cubicBezTo>
                  <a:pt x="3" y="692"/>
                  <a:pt x="0" y="675"/>
                  <a:pt x="0" y="658"/>
                </a:cubicBezTo>
                <a:lnTo>
                  <a:pt x="0" y="132"/>
                </a:lnTo>
                <a:cubicBezTo>
                  <a:pt x="0" y="114"/>
                  <a:pt x="3" y="98"/>
                  <a:pt x="10" y="82"/>
                </a:cubicBezTo>
                <a:cubicBezTo>
                  <a:pt x="17" y="65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1" y="0"/>
                </a:cubicBez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9" name=""/>
          <p:cNvSpPr/>
          <p:nvPr/>
        </p:nvSpPr>
        <p:spPr>
          <a:xfrm>
            <a:off x="1638720" y="1343520"/>
            <a:ext cx="59760" cy="35640"/>
          </a:xfrm>
          <a:custGeom>
            <a:avLst/>
            <a:gdLst/>
            <a:ahLst/>
            <a:rect l="0" t="0" r="r" b="b"/>
            <a:pathLst>
              <a:path w="166" h="99">
                <a:moveTo>
                  <a:pt x="50" y="0"/>
                </a:moveTo>
                <a:lnTo>
                  <a:pt x="115" y="0"/>
                </a:lnTo>
                <a:cubicBezTo>
                  <a:pt x="123" y="0"/>
                  <a:pt x="129" y="1"/>
                  <a:pt x="135" y="4"/>
                </a:cubicBezTo>
                <a:cubicBezTo>
                  <a:pt x="141" y="6"/>
                  <a:pt x="147" y="10"/>
                  <a:pt x="151" y="14"/>
                </a:cubicBezTo>
                <a:cubicBezTo>
                  <a:pt x="156" y="19"/>
                  <a:pt x="159" y="24"/>
                  <a:pt x="162" y="30"/>
                </a:cubicBezTo>
                <a:cubicBezTo>
                  <a:pt x="164" y="36"/>
                  <a:pt x="166" y="44"/>
                  <a:pt x="166" y="50"/>
                </a:cubicBezTo>
                <a:cubicBezTo>
                  <a:pt x="166" y="57"/>
                  <a:pt x="164" y="63"/>
                  <a:pt x="162" y="69"/>
                </a:cubicBezTo>
                <a:cubicBezTo>
                  <a:pt x="159" y="75"/>
                  <a:pt x="156" y="80"/>
                  <a:pt x="151" y="85"/>
                </a:cubicBezTo>
                <a:cubicBezTo>
                  <a:pt x="147" y="90"/>
                  <a:pt x="141" y="93"/>
                  <a:pt x="135" y="96"/>
                </a:cubicBezTo>
                <a:cubicBezTo>
                  <a:pt x="129" y="98"/>
                  <a:pt x="123" y="99"/>
                  <a:pt x="115" y="99"/>
                </a:cubicBezTo>
                <a:lnTo>
                  <a:pt x="50" y="99"/>
                </a:lnTo>
                <a:cubicBezTo>
                  <a:pt x="43" y="99"/>
                  <a:pt x="37" y="98"/>
                  <a:pt x="31" y="96"/>
                </a:cubicBezTo>
                <a:cubicBezTo>
                  <a:pt x="25" y="93"/>
                  <a:pt x="20" y="90"/>
                  <a:pt x="15" y="85"/>
                </a:cubicBezTo>
                <a:cubicBezTo>
                  <a:pt x="10" y="80"/>
                  <a:pt x="7" y="75"/>
                  <a:pt x="4" y="69"/>
                </a:cubicBezTo>
                <a:cubicBezTo>
                  <a:pt x="2" y="63"/>
                  <a:pt x="0" y="57"/>
                  <a:pt x="0" y="50"/>
                </a:cubicBezTo>
                <a:cubicBezTo>
                  <a:pt x="0" y="44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20" y="10"/>
                  <a:pt x="25" y="6"/>
                  <a:pt x="31" y="4"/>
                </a:cubicBezTo>
                <a:cubicBezTo>
                  <a:pt x="37" y="1"/>
                  <a:pt x="43" y="0"/>
                  <a:pt x="50" y="0"/>
                </a:cubicBez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0" name=""/>
          <p:cNvSpPr/>
          <p:nvPr/>
        </p:nvSpPr>
        <p:spPr>
          <a:xfrm>
            <a:off x="1686240" y="1343520"/>
            <a:ext cx="23760" cy="35640"/>
          </a:xfrm>
          <a:custGeom>
            <a:avLst/>
            <a:gdLst/>
            <a:ahLst/>
            <a:rect l="0" t="0" r="r" b="b"/>
            <a:pathLst>
              <a:path w="66" h="99">
                <a:moveTo>
                  <a:pt x="66" y="50"/>
                </a:moveTo>
                <a:cubicBezTo>
                  <a:pt x="66" y="57"/>
                  <a:pt x="66" y="63"/>
                  <a:pt x="64" y="69"/>
                </a:cubicBezTo>
                <a:cubicBezTo>
                  <a:pt x="62" y="75"/>
                  <a:pt x="60" y="80"/>
                  <a:pt x="57" y="85"/>
                </a:cubicBezTo>
                <a:cubicBezTo>
                  <a:pt x="54" y="90"/>
                  <a:pt x="50" y="93"/>
                  <a:pt x="46" y="96"/>
                </a:cubicBezTo>
                <a:cubicBezTo>
                  <a:pt x="42" y="98"/>
                  <a:pt x="38" y="99"/>
                  <a:pt x="34" y="99"/>
                </a:cubicBezTo>
                <a:cubicBezTo>
                  <a:pt x="28" y="99"/>
                  <a:pt x="24" y="98"/>
                  <a:pt x="20" y="96"/>
                </a:cubicBezTo>
                <a:cubicBezTo>
                  <a:pt x="16" y="93"/>
                  <a:pt x="12" y="90"/>
                  <a:pt x="9" y="85"/>
                </a:cubicBezTo>
                <a:cubicBezTo>
                  <a:pt x="6" y="80"/>
                  <a:pt x="4" y="75"/>
                  <a:pt x="2" y="69"/>
                </a:cubicBezTo>
                <a:cubicBezTo>
                  <a:pt x="1" y="63"/>
                  <a:pt x="0" y="57"/>
                  <a:pt x="0" y="50"/>
                </a:cubicBezTo>
                <a:cubicBezTo>
                  <a:pt x="0" y="44"/>
                  <a:pt x="1" y="36"/>
                  <a:pt x="2" y="30"/>
                </a:cubicBezTo>
                <a:cubicBezTo>
                  <a:pt x="4" y="24"/>
                  <a:pt x="6" y="19"/>
                  <a:pt x="9" y="14"/>
                </a:cubicBezTo>
                <a:cubicBezTo>
                  <a:pt x="12" y="10"/>
                  <a:pt x="16" y="6"/>
                  <a:pt x="20" y="4"/>
                </a:cubicBezTo>
                <a:cubicBezTo>
                  <a:pt x="24" y="1"/>
                  <a:pt x="28" y="0"/>
                  <a:pt x="34" y="0"/>
                </a:cubicBezTo>
                <a:cubicBezTo>
                  <a:pt x="38" y="0"/>
                  <a:pt x="42" y="1"/>
                  <a:pt x="46" y="4"/>
                </a:cubicBezTo>
                <a:cubicBezTo>
                  <a:pt x="50" y="6"/>
                  <a:pt x="54" y="10"/>
                  <a:pt x="57" y="14"/>
                </a:cubicBezTo>
                <a:cubicBezTo>
                  <a:pt x="60" y="19"/>
                  <a:pt x="62" y="24"/>
                  <a:pt x="64" y="30"/>
                </a:cubicBezTo>
                <a:cubicBezTo>
                  <a:pt x="66" y="36"/>
                  <a:pt x="66" y="44"/>
                  <a:pt x="66" y="50"/>
                </a:cubicBez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528120" y="1095480"/>
            <a:ext cx="403632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00" spc="-1" strike="noStrike">
                <a:solidFill>
                  <a:srgbClr val="1c1c1c"/>
                </a:solidFill>
                <a:latin typeface="DejaVuSans"/>
                <a:ea typeface="DejaVuSans"/>
              </a:rPr>
              <a:t>F1-07 - De opleidingsspeciﬁcatie met programma, eenheden en keuzedeelruimte</a:t>
            </a:r>
            <a:endParaRPr b="0" lang="en-US" sz="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587160" y="1325160"/>
            <a:ext cx="9360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3" name=""/>
          <p:cNvSpPr/>
          <p:nvPr/>
        </p:nvSpPr>
        <p:spPr>
          <a:xfrm>
            <a:off x="1816200" y="1284120"/>
            <a:ext cx="3521880" cy="284400"/>
          </a:xfrm>
          <a:custGeom>
            <a:avLst/>
            <a:gdLst/>
            <a:ahLst/>
            <a:rect l="0" t="0" r="r" b="b"/>
            <a:pathLst>
              <a:path w="9783" h="790">
                <a:moveTo>
                  <a:pt x="131" y="0"/>
                </a:moveTo>
                <a:lnTo>
                  <a:pt x="9652" y="0"/>
                </a:lnTo>
                <a:cubicBezTo>
                  <a:pt x="9669" y="0"/>
                  <a:pt x="9686" y="4"/>
                  <a:pt x="9702" y="10"/>
                </a:cubicBezTo>
                <a:cubicBezTo>
                  <a:pt x="9718" y="17"/>
                  <a:pt x="9732" y="27"/>
                  <a:pt x="9744" y="39"/>
                </a:cubicBezTo>
                <a:cubicBezTo>
                  <a:pt x="9757" y="51"/>
                  <a:pt x="9766" y="65"/>
                  <a:pt x="9773" y="82"/>
                </a:cubicBezTo>
                <a:cubicBezTo>
                  <a:pt x="9780" y="98"/>
                  <a:pt x="9783" y="114"/>
                  <a:pt x="9783" y="132"/>
                </a:cubicBezTo>
                <a:lnTo>
                  <a:pt x="9783" y="658"/>
                </a:lnTo>
                <a:cubicBezTo>
                  <a:pt x="9783" y="675"/>
                  <a:pt x="9780" y="692"/>
                  <a:pt x="9773" y="708"/>
                </a:cubicBezTo>
                <a:cubicBezTo>
                  <a:pt x="9766" y="724"/>
                  <a:pt x="9757" y="739"/>
                  <a:pt x="9744" y="751"/>
                </a:cubicBezTo>
                <a:cubicBezTo>
                  <a:pt x="9732" y="763"/>
                  <a:pt x="9718" y="774"/>
                  <a:pt x="9702" y="780"/>
                </a:cubicBezTo>
                <a:cubicBezTo>
                  <a:pt x="9686" y="787"/>
                  <a:pt x="9669" y="790"/>
                  <a:pt x="9652" y="790"/>
                </a:cubicBezTo>
                <a:lnTo>
                  <a:pt x="131" y="790"/>
                </a:lnTo>
                <a:cubicBezTo>
                  <a:pt x="114" y="790"/>
                  <a:pt x="97" y="787"/>
                  <a:pt x="81" y="780"/>
                </a:cubicBezTo>
                <a:cubicBezTo>
                  <a:pt x="65" y="774"/>
                  <a:pt x="51" y="763"/>
                  <a:pt x="38" y="751"/>
                </a:cubicBezTo>
                <a:cubicBezTo>
                  <a:pt x="26" y="739"/>
                  <a:pt x="17" y="724"/>
                  <a:pt x="10" y="708"/>
                </a:cubicBezTo>
                <a:cubicBezTo>
                  <a:pt x="3" y="692"/>
                  <a:pt x="0" y="675"/>
                  <a:pt x="0" y="658"/>
                </a:cubicBezTo>
                <a:lnTo>
                  <a:pt x="0" y="132"/>
                </a:lnTo>
                <a:cubicBezTo>
                  <a:pt x="0" y="114"/>
                  <a:pt x="3" y="98"/>
                  <a:pt x="10" y="82"/>
                </a:cubicBezTo>
                <a:cubicBezTo>
                  <a:pt x="17" y="65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4" name=""/>
          <p:cNvSpPr/>
          <p:nvPr/>
        </p:nvSpPr>
        <p:spPr>
          <a:xfrm>
            <a:off x="1816200" y="1284120"/>
            <a:ext cx="3521880" cy="284400"/>
          </a:xfrm>
          <a:custGeom>
            <a:avLst/>
            <a:gdLst/>
            <a:ahLst/>
            <a:rect l="0" t="0" r="r" b="b"/>
            <a:pathLst>
              <a:path w="9783" h="790">
                <a:moveTo>
                  <a:pt x="131" y="0"/>
                </a:moveTo>
                <a:lnTo>
                  <a:pt x="9652" y="0"/>
                </a:lnTo>
                <a:cubicBezTo>
                  <a:pt x="9669" y="0"/>
                  <a:pt x="9686" y="4"/>
                  <a:pt x="9702" y="10"/>
                </a:cubicBezTo>
                <a:cubicBezTo>
                  <a:pt x="9718" y="17"/>
                  <a:pt x="9732" y="27"/>
                  <a:pt x="9744" y="39"/>
                </a:cubicBezTo>
                <a:cubicBezTo>
                  <a:pt x="9757" y="51"/>
                  <a:pt x="9766" y="65"/>
                  <a:pt x="9773" y="82"/>
                </a:cubicBezTo>
                <a:cubicBezTo>
                  <a:pt x="9780" y="98"/>
                  <a:pt x="9783" y="114"/>
                  <a:pt x="9783" y="132"/>
                </a:cubicBezTo>
                <a:lnTo>
                  <a:pt x="9783" y="658"/>
                </a:lnTo>
                <a:cubicBezTo>
                  <a:pt x="9783" y="675"/>
                  <a:pt x="9780" y="692"/>
                  <a:pt x="9773" y="708"/>
                </a:cubicBezTo>
                <a:cubicBezTo>
                  <a:pt x="9766" y="724"/>
                  <a:pt x="9757" y="739"/>
                  <a:pt x="9744" y="751"/>
                </a:cubicBezTo>
                <a:cubicBezTo>
                  <a:pt x="9732" y="763"/>
                  <a:pt x="9718" y="774"/>
                  <a:pt x="9702" y="780"/>
                </a:cubicBezTo>
                <a:cubicBezTo>
                  <a:pt x="9686" y="787"/>
                  <a:pt x="9669" y="790"/>
                  <a:pt x="9652" y="790"/>
                </a:cubicBezTo>
                <a:lnTo>
                  <a:pt x="131" y="790"/>
                </a:lnTo>
                <a:cubicBezTo>
                  <a:pt x="114" y="790"/>
                  <a:pt x="97" y="787"/>
                  <a:pt x="81" y="780"/>
                </a:cubicBezTo>
                <a:cubicBezTo>
                  <a:pt x="65" y="774"/>
                  <a:pt x="51" y="763"/>
                  <a:pt x="38" y="751"/>
                </a:cubicBezTo>
                <a:cubicBezTo>
                  <a:pt x="26" y="739"/>
                  <a:pt x="17" y="724"/>
                  <a:pt x="10" y="708"/>
                </a:cubicBezTo>
                <a:cubicBezTo>
                  <a:pt x="3" y="692"/>
                  <a:pt x="0" y="675"/>
                  <a:pt x="0" y="658"/>
                </a:cubicBezTo>
                <a:lnTo>
                  <a:pt x="0" y="132"/>
                </a:lnTo>
                <a:cubicBezTo>
                  <a:pt x="0" y="114"/>
                  <a:pt x="3" y="98"/>
                  <a:pt x="10" y="82"/>
                </a:cubicBezTo>
                <a:cubicBezTo>
                  <a:pt x="17" y="65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1" y="0"/>
                </a:cubicBez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5" name=""/>
          <p:cNvSpPr/>
          <p:nvPr/>
        </p:nvSpPr>
        <p:spPr>
          <a:xfrm>
            <a:off x="5225400" y="1325520"/>
            <a:ext cx="77040" cy="71640"/>
          </a:xfrm>
          <a:custGeom>
            <a:avLst/>
            <a:gdLst/>
            <a:ahLst/>
            <a:rect l="0" t="0" r="r" b="b"/>
            <a:pathLst>
              <a:path w="214" h="199">
                <a:moveTo>
                  <a:pt x="0" y="50"/>
                </a:moveTo>
                <a:lnTo>
                  <a:pt x="132" y="50"/>
                </a:lnTo>
                <a:lnTo>
                  <a:pt x="132" y="0"/>
                </a:lnTo>
                <a:lnTo>
                  <a:pt x="214" y="99"/>
                </a:lnTo>
                <a:lnTo>
                  <a:pt x="132" y="199"/>
                </a:lnTo>
                <a:lnTo>
                  <a:pt x="132" y="148"/>
                </a:lnTo>
                <a:lnTo>
                  <a:pt x="0" y="148"/>
                </a:lnTo>
                <a:lnTo>
                  <a:pt x="0" y="5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87160" y="1420560"/>
            <a:ext cx="93960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1875240" y="1325160"/>
            <a:ext cx="39384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8" name=""/>
          <p:cNvSpPr/>
          <p:nvPr/>
        </p:nvSpPr>
        <p:spPr>
          <a:xfrm>
            <a:off x="830880" y="1568160"/>
            <a:ext cx="9360" cy="118800"/>
          </a:xfrm>
          <a:custGeom>
            <a:avLst/>
            <a:gdLst/>
            <a:ahLst/>
            <a:rect l="0" t="0" r="r" b="b"/>
            <a:pathLst>
              <a:path w="26" h="330">
                <a:moveTo>
                  <a:pt x="26" y="0"/>
                </a:moveTo>
                <a:lnTo>
                  <a:pt x="26" y="50"/>
                </a:lnTo>
                <a:lnTo>
                  <a:pt x="0" y="50"/>
                </a:lnTo>
                <a:lnTo>
                  <a:pt x="0" y="0"/>
                </a:lnTo>
                <a:lnTo>
                  <a:pt x="26" y="0"/>
                </a:lnTo>
                <a:moveTo>
                  <a:pt x="26" y="100"/>
                </a:moveTo>
                <a:lnTo>
                  <a:pt x="26" y="149"/>
                </a:lnTo>
                <a:lnTo>
                  <a:pt x="0" y="149"/>
                </a:lnTo>
                <a:lnTo>
                  <a:pt x="0" y="100"/>
                </a:lnTo>
                <a:lnTo>
                  <a:pt x="26" y="100"/>
                </a:lnTo>
                <a:moveTo>
                  <a:pt x="26" y="199"/>
                </a:moveTo>
                <a:lnTo>
                  <a:pt x="26" y="248"/>
                </a:lnTo>
                <a:lnTo>
                  <a:pt x="0" y="248"/>
                </a:lnTo>
                <a:lnTo>
                  <a:pt x="0" y="199"/>
                </a:lnTo>
                <a:lnTo>
                  <a:pt x="26" y="199"/>
                </a:lnTo>
                <a:moveTo>
                  <a:pt x="26" y="297"/>
                </a:moveTo>
                <a:lnTo>
                  <a:pt x="26" y="330"/>
                </a:lnTo>
                <a:lnTo>
                  <a:pt x="0" y="330"/>
                </a:lnTo>
                <a:lnTo>
                  <a:pt x="0" y="297"/>
                </a:lnTo>
                <a:lnTo>
                  <a:pt x="26" y="297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9" name=""/>
          <p:cNvSpPr/>
          <p:nvPr/>
        </p:nvSpPr>
        <p:spPr>
          <a:xfrm>
            <a:off x="805680" y="1651320"/>
            <a:ext cx="59400" cy="35640"/>
          </a:xfrm>
          <a:custGeom>
            <a:avLst/>
            <a:gdLst/>
            <a:ahLst/>
            <a:rect l="0" t="0" r="r" b="b"/>
            <a:pathLst>
              <a:path fill="none" w="165" h="99">
                <a:moveTo>
                  <a:pt x="0" y="0"/>
                </a:moveTo>
                <a:lnTo>
                  <a:pt x="82" y="99"/>
                </a:lnTo>
                <a:lnTo>
                  <a:pt x="165" y="0"/>
                </a:lnTo>
              </a:path>
            </a:pathLst>
          </a:custGeom>
          <a:ln w="8640">
            <a:solidFill>
              <a:srgbClr val="a8a85a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0" name=""/>
          <p:cNvSpPr/>
          <p:nvPr/>
        </p:nvSpPr>
        <p:spPr>
          <a:xfrm>
            <a:off x="693360" y="1710360"/>
            <a:ext cx="5861880" cy="1408680"/>
          </a:xfrm>
          <a:custGeom>
            <a:avLst/>
            <a:gdLst/>
            <a:ahLst/>
            <a:rect l="0" t="0" r="r" b="b"/>
            <a:pathLst>
              <a:path w="16283" h="3913">
                <a:moveTo>
                  <a:pt x="0" y="0"/>
                </a:moveTo>
                <a:lnTo>
                  <a:pt x="16283" y="0"/>
                </a:lnTo>
                <a:lnTo>
                  <a:pt x="16283" y="3913"/>
                </a:lnTo>
                <a:lnTo>
                  <a:pt x="0" y="391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1" name=""/>
          <p:cNvSpPr/>
          <p:nvPr/>
        </p:nvSpPr>
        <p:spPr>
          <a:xfrm>
            <a:off x="693360" y="1710360"/>
            <a:ext cx="5861880" cy="1408680"/>
          </a:xfrm>
          <a:custGeom>
            <a:avLst/>
            <a:gdLst/>
            <a:ahLst/>
            <a:rect l="0" t="0" r="r" b="b"/>
            <a:pathLst>
              <a:path w="16283" h="3913">
                <a:moveTo>
                  <a:pt x="0" y="0"/>
                </a:moveTo>
                <a:lnTo>
                  <a:pt x="16283" y="0"/>
                </a:lnTo>
                <a:lnTo>
                  <a:pt x="16283" y="3913"/>
                </a:lnTo>
                <a:lnTo>
                  <a:pt x="0" y="3913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2" name=""/>
          <p:cNvSpPr/>
          <p:nvPr/>
        </p:nvSpPr>
        <p:spPr>
          <a:xfrm>
            <a:off x="6436800" y="1757520"/>
            <a:ext cx="71280" cy="59760"/>
          </a:xfrm>
          <a:custGeom>
            <a:avLst/>
            <a:gdLst/>
            <a:ahLst/>
            <a:rect l="0" t="0" r="r" b="b"/>
            <a:pathLst>
              <a:path w="198" h="166">
                <a:moveTo>
                  <a:pt x="0" y="0"/>
                </a:moveTo>
                <a:lnTo>
                  <a:pt x="198" y="0"/>
                </a:lnTo>
                <a:lnTo>
                  <a:pt x="198" y="166"/>
                </a:lnTo>
                <a:lnTo>
                  <a:pt x="0" y="166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3" name=""/>
          <p:cNvSpPr/>
          <p:nvPr/>
        </p:nvSpPr>
        <p:spPr>
          <a:xfrm>
            <a:off x="6436800" y="1778400"/>
            <a:ext cx="70920" cy="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1875240" y="1420560"/>
            <a:ext cx="300600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Opleidingsspeciﬁcatie met programma en eenheden beschrijven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752760" y="1751040"/>
            <a:ext cx="77328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 speciﬁcatie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6" name=""/>
          <p:cNvSpPr/>
          <p:nvPr/>
        </p:nvSpPr>
        <p:spPr>
          <a:xfrm>
            <a:off x="776160" y="1958760"/>
            <a:ext cx="5720040" cy="1101240"/>
          </a:xfrm>
          <a:custGeom>
            <a:avLst/>
            <a:gdLst/>
            <a:ahLst/>
            <a:rect l="0" t="0" r="r" b="b"/>
            <a:pathLst>
              <a:path w="15889" h="3059">
                <a:moveTo>
                  <a:pt x="0" y="0"/>
                </a:moveTo>
                <a:lnTo>
                  <a:pt x="15889" y="0"/>
                </a:lnTo>
                <a:lnTo>
                  <a:pt x="15889" y="3059"/>
                </a:lnTo>
                <a:lnTo>
                  <a:pt x="0" y="305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7" name=""/>
          <p:cNvSpPr/>
          <p:nvPr/>
        </p:nvSpPr>
        <p:spPr>
          <a:xfrm>
            <a:off x="776160" y="1958760"/>
            <a:ext cx="5720040" cy="1101240"/>
          </a:xfrm>
          <a:custGeom>
            <a:avLst/>
            <a:gdLst/>
            <a:ahLst/>
            <a:rect l="0" t="0" r="r" b="b"/>
            <a:pathLst>
              <a:path w="15889" h="3059">
                <a:moveTo>
                  <a:pt x="0" y="0"/>
                </a:moveTo>
                <a:lnTo>
                  <a:pt x="15889" y="0"/>
                </a:lnTo>
                <a:lnTo>
                  <a:pt x="15889" y="3059"/>
                </a:lnTo>
                <a:lnTo>
                  <a:pt x="0" y="3059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8" name=""/>
          <p:cNvSpPr/>
          <p:nvPr/>
        </p:nvSpPr>
        <p:spPr>
          <a:xfrm>
            <a:off x="6377760" y="2006280"/>
            <a:ext cx="71280" cy="59400"/>
          </a:xfrm>
          <a:custGeom>
            <a:avLst/>
            <a:gdLst/>
            <a:ahLst/>
            <a:rect l="0" t="0" r="r" b="b"/>
            <a:pathLst>
              <a:path w="198" h="165">
                <a:moveTo>
                  <a:pt x="0" y="0"/>
                </a:moveTo>
                <a:lnTo>
                  <a:pt x="198" y="0"/>
                </a:lnTo>
                <a:lnTo>
                  <a:pt x="198" y="165"/>
                </a:lnTo>
                <a:lnTo>
                  <a:pt x="0" y="165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9" name=""/>
          <p:cNvSpPr/>
          <p:nvPr/>
        </p:nvSpPr>
        <p:spPr>
          <a:xfrm>
            <a:off x="6377760" y="2026800"/>
            <a:ext cx="70920" cy="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752760" y="1846800"/>
            <a:ext cx="165564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Apothekersassistent, versie 2026.1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835560" y="1999800"/>
            <a:ext cx="123228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Opleidingsprogramma speciﬁcatie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2" name=""/>
          <p:cNvSpPr/>
          <p:nvPr/>
        </p:nvSpPr>
        <p:spPr>
          <a:xfrm>
            <a:off x="858960" y="2207520"/>
            <a:ext cx="5578200" cy="793080"/>
          </a:xfrm>
          <a:custGeom>
            <a:avLst/>
            <a:gdLst/>
            <a:ahLst/>
            <a:rect l="0" t="0" r="r" b="b"/>
            <a:pathLst>
              <a:path w="15495" h="2203">
                <a:moveTo>
                  <a:pt x="0" y="0"/>
                </a:moveTo>
                <a:lnTo>
                  <a:pt x="15495" y="0"/>
                </a:lnTo>
                <a:lnTo>
                  <a:pt x="15495" y="2203"/>
                </a:lnTo>
                <a:lnTo>
                  <a:pt x="0" y="220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3" name=""/>
          <p:cNvSpPr/>
          <p:nvPr/>
        </p:nvSpPr>
        <p:spPr>
          <a:xfrm>
            <a:off x="858960" y="2207520"/>
            <a:ext cx="5578200" cy="793080"/>
          </a:xfrm>
          <a:custGeom>
            <a:avLst/>
            <a:gdLst/>
            <a:ahLst/>
            <a:rect l="0" t="0" r="r" b="b"/>
            <a:pathLst>
              <a:path w="15495" h="2203">
                <a:moveTo>
                  <a:pt x="0" y="0"/>
                </a:moveTo>
                <a:lnTo>
                  <a:pt x="15495" y="0"/>
                </a:lnTo>
                <a:lnTo>
                  <a:pt x="15495" y="2203"/>
                </a:lnTo>
                <a:lnTo>
                  <a:pt x="0" y="2203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4" name=""/>
          <p:cNvSpPr/>
          <p:nvPr/>
        </p:nvSpPr>
        <p:spPr>
          <a:xfrm>
            <a:off x="6318360" y="2254680"/>
            <a:ext cx="71280" cy="59760"/>
          </a:xfrm>
          <a:custGeom>
            <a:avLst/>
            <a:gdLst/>
            <a:ahLst/>
            <a:rect l="0" t="0" r="r" b="b"/>
            <a:pathLst>
              <a:path w="198" h="166">
                <a:moveTo>
                  <a:pt x="0" y="0"/>
                </a:moveTo>
                <a:lnTo>
                  <a:pt x="198" y="0"/>
                </a:lnTo>
                <a:lnTo>
                  <a:pt x="198" y="166"/>
                </a:lnTo>
                <a:lnTo>
                  <a:pt x="0" y="166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5" name=""/>
          <p:cNvSpPr/>
          <p:nvPr/>
        </p:nvSpPr>
        <p:spPr>
          <a:xfrm>
            <a:off x="6318360" y="2275560"/>
            <a:ext cx="70920" cy="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835560" y="2095200"/>
            <a:ext cx="148212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BOL voltijd, diplomaprogramma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918000" y="2248200"/>
            <a:ext cx="107532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8" name=""/>
          <p:cNvSpPr/>
          <p:nvPr/>
        </p:nvSpPr>
        <p:spPr>
          <a:xfrm>
            <a:off x="941760" y="2556720"/>
            <a:ext cx="5436360" cy="384840"/>
          </a:xfrm>
          <a:custGeom>
            <a:avLst/>
            <a:gdLst/>
            <a:ahLst/>
            <a:rect l="0" t="0" r="r" b="b"/>
            <a:pathLst>
              <a:path w="15101" h="1069">
                <a:moveTo>
                  <a:pt x="0" y="0"/>
                </a:moveTo>
                <a:lnTo>
                  <a:pt x="15101" y="0"/>
                </a:lnTo>
                <a:lnTo>
                  <a:pt x="15101" y="1069"/>
                </a:lnTo>
                <a:lnTo>
                  <a:pt x="0" y="106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9" name=""/>
          <p:cNvSpPr/>
          <p:nvPr/>
        </p:nvSpPr>
        <p:spPr>
          <a:xfrm>
            <a:off x="941760" y="2556720"/>
            <a:ext cx="5436360" cy="384840"/>
          </a:xfrm>
          <a:custGeom>
            <a:avLst/>
            <a:gdLst/>
            <a:ahLst/>
            <a:rect l="0" t="0" r="r" b="b"/>
            <a:pathLst>
              <a:path w="15101" h="1069">
                <a:moveTo>
                  <a:pt x="0" y="0"/>
                </a:moveTo>
                <a:lnTo>
                  <a:pt x="15101" y="0"/>
                </a:lnTo>
                <a:lnTo>
                  <a:pt x="15101" y="1069"/>
                </a:lnTo>
                <a:lnTo>
                  <a:pt x="0" y="1069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0" name=""/>
          <p:cNvSpPr/>
          <p:nvPr/>
        </p:nvSpPr>
        <p:spPr>
          <a:xfrm>
            <a:off x="6259320" y="2603880"/>
            <a:ext cx="71280" cy="59400"/>
          </a:xfrm>
          <a:custGeom>
            <a:avLst/>
            <a:gdLst/>
            <a:ahLst/>
            <a:rect l="0" t="0" r="r" b="b"/>
            <a:pathLst>
              <a:path w="198" h="165">
                <a:moveTo>
                  <a:pt x="0" y="0"/>
                </a:moveTo>
                <a:lnTo>
                  <a:pt x="198" y="0"/>
                </a:lnTo>
                <a:lnTo>
                  <a:pt x="198" y="165"/>
                </a:lnTo>
                <a:lnTo>
                  <a:pt x="0" y="165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1" name=""/>
          <p:cNvSpPr/>
          <p:nvPr/>
        </p:nvSpPr>
        <p:spPr>
          <a:xfrm>
            <a:off x="6259320" y="2624760"/>
            <a:ext cx="70920" cy="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918000" y="2343600"/>
            <a:ext cx="221220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Blok B1-K1 Biedt farmaceutische patiëntenzorg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1000800" y="2597400"/>
            <a:ext cx="95004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1000800" y="2692800"/>
            <a:ext cx="461088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 Baliegesprek en triage: simulatie in de leerapotheek, theorie ondersteunend, grofmazig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1000800" y="2804400"/>
            <a:ext cx="277596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Voert baliegesprek en triage uit (werkprocesniveau)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6" name=""/>
          <p:cNvSpPr/>
          <p:nvPr/>
        </p:nvSpPr>
        <p:spPr>
          <a:xfrm>
            <a:off x="693360" y="3284280"/>
            <a:ext cx="3959280" cy="284400"/>
          </a:xfrm>
          <a:custGeom>
            <a:avLst/>
            <a:gdLst/>
            <a:ahLst/>
            <a:rect l="0" t="0" r="r" b="b"/>
            <a:pathLst>
              <a:path w="10998" h="790">
                <a:moveTo>
                  <a:pt x="0" y="0"/>
                </a:moveTo>
                <a:lnTo>
                  <a:pt x="10998" y="0"/>
                </a:lnTo>
                <a:lnTo>
                  <a:pt x="10998" y="790"/>
                </a:lnTo>
                <a:lnTo>
                  <a:pt x="0" y="790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7" name=""/>
          <p:cNvSpPr/>
          <p:nvPr/>
        </p:nvSpPr>
        <p:spPr>
          <a:xfrm>
            <a:off x="693360" y="3284280"/>
            <a:ext cx="3959280" cy="284400"/>
          </a:xfrm>
          <a:custGeom>
            <a:avLst/>
            <a:gdLst/>
            <a:ahLst/>
            <a:rect l="0" t="0" r="r" b="b"/>
            <a:pathLst>
              <a:path w="10998" h="790">
                <a:moveTo>
                  <a:pt x="0" y="0"/>
                </a:moveTo>
                <a:lnTo>
                  <a:pt x="10998" y="0"/>
                </a:lnTo>
                <a:lnTo>
                  <a:pt x="10998" y="790"/>
                </a:lnTo>
                <a:lnTo>
                  <a:pt x="0" y="790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8" name=""/>
          <p:cNvSpPr/>
          <p:nvPr/>
        </p:nvSpPr>
        <p:spPr>
          <a:xfrm>
            <a:off x="4534200" y="3331800"/>
            <a:ext cx="71280" cy="59400"/>
          </a:xfrm>
          <a:custGeom>
            <a:avLst/>
            <a:gdLst/>
            <a:ahLst/>
            <a:rect l="0" t="0" r="r" b="b"/>
            <a:pathLst>
              <a:path w="198" h="165">
                <a:moveTo>
                  <a:pt x="0" y="0"/>
                </a:moveTo>
                <a:lnTo>
                  <a:pt x="198" y="0"/>
                </a:lnTo>
                <a:lnTo>
                  <a:pt x="198" y="165"/>
                </a:lnTo>
                <a:lnTo>
                  <a:pt x="0" y="165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9" name=""/>
          <p:cNvSpPr/>
          <p:nvPr/>
        </p:nvSpPr>
        <p:spPr>
          <a:xfrm>
            <a:off x="4534200" y="3352320"/>
            <a:ext cx="70920" cy="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918000" y="2455200"/>
            <a:ext cx="283248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patiëntenzorg (kerntaakniveau)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752760" y="3325320"/>
            <a:ext cx="61020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Keuzedeelruimte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2" name=""/>
          <p:cNvSpPr/>
          <p:nvPr/>
        </p:nvSpPr>
        <p:spPr>
          <a:xfrm>
            <a:off x="693360" y="3734280"/>
            <a:ext cx="8112960" cy="284400"/>
          </a:xfrm>
          <a:custGeom>
            <a:avLst/>
            <a:gdLst/>
            <a:ahLst/>
            <a:rect l="0" t="0" r="r" b="b"/>
            <a:pathLst>
              <a:path w="22536" h="790">
                <a:moveTo>
                  <a:pt x="0" y="0"/>
                </a:moveTo>
                <a:lnTo>
                  <a:pt x="22536" y="0"/>
                </a:lnTo>
                <a:lnTo>
                  <a:pt x="22536" y="790"/>
                </a:lnTo>
                <a:lnTo>
                  <a:pt x="0" y="790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3" name=""/>
          <p:cNvSpPr/>
          <p:nvPr/>
        </p:nvSpPr>
        <p:spPr>
          <a:xfrm>
            <a:off x="693360" y="3734280"/>
            <a:ext cx="8112960" cy="284400"/>
          </a:xfrm>
          <a:custGeom>
            <a:avLst/>
            <a:gdLst/>
            <a:ahLst/>
            <a:rect l="0" t="0" r="r" b="b"/>
            <a:pathLst>
              <a:path w="22536" h="790">
                <a:moveTo>
                  <a:pt x="0" y="0"/>
                </a:moveTo>
                <a:lnTo>
                  <a:pt x="22536" y="0"/>
                </a:lnTo>
                <a:lnTo>
                  <a:pt x="22536" y="790"/>
                </a:lnTo>
                <a:lnTo>
                  <a:pt x="0" y="790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8a85a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4" name=""/>
          <p:cNvSpPr/>
          <p:nvPr/>
        </p:nvSpPr>
        <p:spPr>
          <a:xfrm>
            <a:off x="8687880" y="3781440"/>
            <a:ext cx="71280" cy="59760"/>
          </a:xfrm>
          <a:custGeom>
            <a:avLst/>
            <a:gdLst/>
            <a:ahLst/>
            <a:rect l="0" t="0" r="r" b="b"/>
            <a:pathLst>
              <a:path w="198" h="166">
                <a:moveTo>
                  <a:pt x="0" y="0"/>
                </a:moveTo>
                <a:lnTo>
                  <a:pt x="198" y="0"/>
                </a:lnTo>
                <a:lnTo>
                  <a:pt x="198" y="166"/>
                </a:lnTo>
                <a:lnTo>
                  <a:pt x="0" y="166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5" name=""/>
          <p:cNvSpPr/>
          <p:nvPr/>
        </p:nvSpPr>
        <p:spPr>
          <a:xfrm>
            <a:off x="8687880" y="3802320"/>
            <a:ext cx="70920" cy="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752760" y="3420720"/>
            <a:ext cx="340992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720 SBU, mbo-4: te vullen met 480 SBU verdiepend en 240 SBU generiek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752760" y="3774960"/>
            <a:ext cx="832680" cy="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60" spc="-1" strike="noStrike">
                <a:solidFill>
                  <a:srgbClr val="5a5a2a"/>
                </a:solidFill>
                <a:latin typeface="DejaVuSans"/>
                <a:ea typeface="DejaVuSans"/>
              </a:rPr>
              <a:t>Student keuze regelset</a:t>
            </a:r>
            <a:endParaRPr b="0" lang="en-US" sz="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8" name=""/>
          <p:cNvSpPr/>
          <p:nvPr/>
        </p:nvSpPr>
        <p:spPr>
          <a:xfrm>
            <a:off x="1047960" y="3118680"/>
            <a:ext cx="0" cy="16560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9" name=""/>
          <p:cNvSpPr/>
          <p:nvPr/>
        </p:nvSpPr>
        <p:spPr>
          <a:xfrm>
            <a:off x="1012680" y="3118680"/>
            <a:ext cx="71280" cy="59760"/>
          </a:xfrm>
          <a:custGeom>
            <a:avLst/>
            <a:gdLst/>
            <a:ahLst/>
            <a:rect l="0" t="0" r="r" b="b"/>
            <a:pathLst>
              <a:path w="198" h="166">
                <a:moveTo>
                  <a:pt x="99" y="0"/>
                </a:moveTo>
                <a:lnTo>
                  <a:pt x="0" y="166"/>
                </a:lnTo>
                <a:lnTo>
                  <a:pt x="198" y="166"/>
                </a:lnTo>
                <a:lnTo>
                  <a:pt x="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0" name=""/>
          <p:cNvSpPr/>
          <p:nvPr/>
        </p:nvSpPr>
        <p:spPr>
          <a:xfrm>
            <a:off x="1012680" y="3118680"/>
            <a:ext cx="71280" cy="59760"/>
          </a:xfrm>
          <a:custGeom>
            <a:avLst/>
            <a:gdLst/>
            <a:ahLst/>
            <a:rect l="0" t="0" r="r" b="b"/>
            <a:pathLst>
              <a:path w="198" h="166">
                <a:moveTo>
                  <a:pt x="99" y="0"/>
                </a:moveTo>
                <a:lnTo>
                  <a:pt x="0" y="166"/>
                </a:lnTo>
                <a:lnTo>
                  <a:pt x="198" y="166"/>
                </a:lnTo>
                <a:lnTo>
                  <a:pt x="99" y="0"/>
                </a:lnTo>
                <a:close/>
              </a:path>
            </a:pathLst>
          </a:custGeom>
          <a:noFill/>
          <a:ln w="7560">
            <a:solidFill>
              <a:srgbClr val="444444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1" name=""/>
          <p:cNvSpPr/>
          <p:nvPr/>
        </p:nvSpPr>
        <p:spPr>
          <a:xfrm>
            <a:off x="1047960" y="3568320"/>
            <a:ext cx="0" cy="165960"/>
          </a:xfrm>
          <a:prstGeom prst="line">
            <a:avLst/>
          </a:prstGeom>
          <a:ln w="75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2" name=""/>
          <p:cNvSpPr txBox="1"/>
          <p:nvPr/>
        </p:nvSpPr>
        <p:spPr>
          <a:xfrm>
            <a:off x="752760" y="3870360"/>
            <a:ext cx="711036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50" spc="-1" strike="noStrike">
                <a:solidFill>
                  <a:srgbClr val="1c1c1c"/>
                </a:solidFill>
                <a:latin typeface="DejaVuSans"/>
                <a:ea typeface="DejaVuSans"/>
              </a:rPr>
              <a:t>Kiesbare keuzedelen: K0037 Farmaceutische Patientenzorg (480 SBU, verdiepend) of K0262 ARBO, kwaliteitszorg en hulpverlening (240 SBU, generiek)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528120" y="4071600"/>
            <a:ext cx="5711040" cy="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50" spc="-1" strike="noStrike">
                <a:solidFill>
                  <a:srgbClr val="5b6663"/>
                </a:solidFill>
                <a:latin typeface="DejaVuSans"/>
                <a:ea typeface="DejaVuSans"/>
              </a:rPr>
              <a:t>De opleidingsspeciﬁcatie met daaronder het programma, de eenheden en de leeronderdelen: het curriculum als template over de looptijd.</a:t>
            </a:r>
            <a:endParaRPr b="0" lang="en-US" sz="6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2781360" y="4299840"/>
            <a:ext cx="4215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Opleidingsspeciﬁcatie met programma en eenheden beschrijven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8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8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583" name=""/>
          <p:cNvSpPr/>
          <p:nvPr/>
        </p:nvSpPr>
        <p:spPr>
          <a:xfrm>
            <a:off x="461160" y="1708920"/>
            <a:ext cx="8412120" cy="9180000"/>
          </a:xfrm>
          <a:custGeom>
            <a:avLst/>
            <a:gdLst/>
            <a:ahLst/>
            <a:rect l="0" t="0" r="r" b="b"/>
            <a:pathLst>
              <a:path w="23367" h="25500">
                <a:moveTo>
                  <a:pt x="224" y="0"/>
                </a:moveTo>
                <a:lnTo>
                  <a:pt x="23143" y="0"/>
                </a:lnTo>
                <a:cubicBezTo>
                  <a:pt x="23158" y="0"/>
                  <a:pt x="23172" y="1"/>
                  <a:pt x="23187" y="4"/>
                </a:cubicBezTo>
                <a:cubicBezTo>
                  <a:pt x="23201" y="7"/>
                  <a:pt x="23215" y="11"/>
                  <a:pt x="23229" y="17"/>
                </a:cubicBezTo>
                <a:cubicBezTo>
                  <a:pt x="23242" y="22"/>
                  <a:pt x="23255" y="29"/>
                  <a:pt x="23267" y="37"/>
                </a:cubicBezTo>
                <a:cubicBezTo>
                  <a:pt x="23280" y="46"/>
                  <a:pt x="23291" y="55"/>
                  <a:pt x="23301" y="65"/>
                </a:cubicBezTo>
                <a:cubicBezTo>
                  <a:pt x="23312" y="76"/>
                  <a:pt x="23321" y="87"/>
                  <a:pt x="23329" y="99"/>
                </a:cubicBezTo>
                <a:cubicBezTo>
                  <a:pt x="23337" y="111"/>
                  <a:pt x="23344" y="124"/>
                  <a:pt x="23350" y="138"/>
                </a:cubicBezTo>
                <a:cubicBezTo>
                  <a:pt x="23355" y="152"/>
                  <a:pt x="23360" y="166"/>
                  <a:pt x="23362" y="180"/>
                </a:cubicBezTo>
                <a:cubicBezTo>
                  <a:pt x="23365" y="194"/>
                  <a:pt x="23367" y="209"/>
                  <a:pt x="23367" y="224"/>
                </a:cubicBezTo>
                <a:lnTo>
                  <a:pt x="23367" y="25277"/>
                </a:lnTo>
                <a:cubicBezTo>
                  <a:pt x="23367" y="25291"/>
                  <a:pt x="23365" y="25306"/>
                  <a:pt x="23362" y="25320"/>
                </a:cubicBezTo>
                <a:cubicBezTo>
                  <a:pt x="23360" y="25335"/>
                  <a:pt x="23355" y="25349"/>
                  <a:pt x="23350" y="25362"/>
                </a:cubicBezTo>
                <a:cubicBezTo>
                  <a:pt x="23344" y="25376"/>
                  <a:pt x="23337" y="25389"/>
                  <a:pt x="23329" y="25401"/>
                </a:cubicBezTo>
                <a:cubicBezTo>
                  <a:pt x="23321" y="25413"/>
                  <a:pt x="23312" y="25424"/>
                  <a:pt x="23301" y="25435"/>
                </a:cubicBezTo>
                <a:cubicBezTo>
                  <a:pt x="23291" y="25445"/>
                  <a:pt x="23280" y="25455"/>
                  <a:pt x="23267" y="25463"/>
                </a:cubicBezTo>
                <a:cubicBezTo>
                  <a:pt x="23255" y="25471"/>
                  <a:pt x="23242" y="25478"/>
                  <a:pt x="23229" y="25483"/>
                </a:cubicBezTo>
                <a:cubicBezTo>
                  <a:pt x="23215" y="25489"/>
                  <a:pt x="23201" y="25493"/>
                  <a:pt x="23187" y="25496"/>
                </a:cubicBezTo>
                <a:cubicBezTo>
                  <a:pt x="23172" y="25499"/>
                  <a:pt x="23158" y="25500"/>
                  <a:pt x="23143" y="25500"/>
                </a:cubicBezTo>
                <a:lnTo>
                  <a:pt x="224" y="25500"/>
                </a:lnTo>
                <a:cubicBezTo>
                  <a:pt x="209" y="25500"/>
                  <a:pt x="195" y="25499"/>
                  <a:pt x="180" y="25496"/>
                </a:cubicBezTo>
                <a:cubicBezTo>
                  <a:pt x="166" y="25493"/>
                  <a:pt x="152" y="25489"/>
                  <a:pt x="138" y="25483"/>
                </a:cubicBezTo>
                <a:cubicBezTo>
                  <a:pt x="125" y="25478"/>
                  <a:pt x="112" y="25471"/>
                  <a:pt x="100" y="25463"/>
                </a:cubicBezTo>
                <a:cubicBezTo>
                  <a:pt x="88" y="25455"/>
                  <a:pt x="76" y="25445"/>
                  <a:pt x="66" y="25435"/>
                </a:cubicBezTo>
                <a:cubicBezTo>
                  <a:pt x="56" y="25424"/>
                  <a:pt x="46" y="25413"/>
                  <a:pt x="38" y="25401"/>
                </a:cubicBezTo>
                <a:cubicBezTo>
                  <a:pt x="30" y="25389"/>
                  <a:pt x="23" y="25376"/>
                  <a:pt x="17" y="25362"/>
                </a:cubicBezTo>
                <a:cubicBezTo>
                  <a:pt x="12" y="25349"/>
                  <a:pt x="8" y="25335"/>
                  <a:pt x="5" y="25320"/>
                </a:cubicBezTo>
                <a:cubicBezTo>
                  <a:pt x="2" y="25306"/>
                  <a:pt x="0" y="25291"/>
                  <a:pt x="0" y="25277"/>
                </a:cubicBezTo>
                <a:lnTo>
                  <a:pt x="0" y="224"/>
                </a:lnTo>
                <a:cubicBezTo>
                  <a:pt x="0" y="209"/>
                  <a:pt x="2" y="194"/>
                  <a:pt x="5" y="180"/>
                </a:cubicBezTo>
                <a:cubicBezTo>
                  <a:pt x="8" y="166"/>
                  <a:pt x="12" y="152"/>
                  <a:pt x="17" y="138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6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5" y="1"/>
                  <a:pt x="209" y="0"/>
                  <a:pt x="22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4" name=""/>
          <p:cNvSpPr/>
          <p:nvPr/>
        </p:nvSpPr>
        <p:spPr>
          <a:xfrm>
            <a:off x="461160" y="1708920"/>
            <a:ext cx="8412120" cy="9180000"/>
          </a:xfrm>
          <a:custGeom>
            <a:avLst/>
            <a:gdLst/>
            <a:ahLst/>
            <a:rect l="0" t="0" r="r" b="b"/>
            <a:pathLst>
              <a:path w="23367" h="25500">
                <a:moveTo>
                  <a:pt x="224" y="0"/>
                </a:moveTo>
                <a:lnTo>
                  <a:pt x="23143" y="0"/>
                </a:lnTo>
                <a:cubicBezTo>
                  <a:pt x="23158" y="0"/>
                  <a:pt x="23172" y="1"/>
                  <a:pt x="23187" y="4"/>
                </a:cubicBezTo>
                <a:cubicBezTo>
                  <a:pt x="23201" y="7"/>
                  <a:pt x="23215" y="11"/>
                  <a:pt x="23229" y="17"/>
                </a:cubicBezTo>
                <a:cubicBezTo>
                  <a:pt x="23242" y="22"/>
                  <a:pt x="23255" y="29"/>
                  <a:pt x="23267" y="37"/>
                </a:cubicBezTo>
                <a:cubicBezTo>
                  <a:pt x="23280" y="46"/>
                  <a:pt x="23291" y="55"/>
                  <a:pt x="23301" y="65"/>
                </a:cubicBezTo>
                <a:cubicBezTo>
                  <a:pt x="23312" y="76"/>
                  <a:pt x="23321" y="87"/>
                  <a:pt x="23329" y="99"/>
                </a:cubicBezTo>
                <a:cubicBezTo>
                  <a:pt x="23337" y="111"/>
                  <a:pt x="23344" y="124"/>
                  <a:pt x="23350" y="138"/>
                </a:cubicBezTo>
                <a:cubicBezTo>
                  <a:pt x="23355" y="152"/>
                  <a:pt x="23360" y="166"/>
                  <a:pt x="23362" y="180"/>
                </a:cubicBezTo>
                <a:cubicBezTo>
                  <a:pt x="23365" y="194"/>
                  <a:pt x="23367" y="209"/>
                  <a:pt x="23367" y="224"/>
                </a:cubicBezTo>
                <a:lnTo>
                  <a:pt x="23367" y="25277"/>
                </a:lnTo>
                <a:cubicBezTo>
                  <a:pt x="23367" y="25291"/>
                  <a:pt x="23365" y="25306"/>
                  <a:pt x="23362" y="25320"/>
                </a:cubicBezTo>
                <a:cubicBezTo>
                  <a:pt x="23360" y="25335"/>
                  <a:pt x="23355" y="25349"/>
                  <a:pt x="23350" y="25362"/>
                </a:cubicBezTo>
                <a:cubicBezTo>
                  <a:pt x="23344" y="25376"/>
                  <a:pt x="23337" y="25389"/>
                  <a:pt x="23329" y="25401"/>
                </a:cubicBezTo>
                <a:cubicBezTo>
                  <a:pt x="23321" y="25413"/>
                  <a:pt x="23312" y="25424"/>
                  <a:pt x="23301" y="25435"/>
                </a:cubicBezTo>
                <a:cubicBezTo>
                  <a:pt x="23291" y="25445"/>
                  <a:pt x="23280" y="25455"/>
                  <a:pt x="23267" y="25463"/>
                </a:cubicBezTo>
                <a:cubicBezTo>
                  <a:pt x="23255" y="25471"/>
                  <a:pt x="23242" y="25478"/>
                  <a:pt x="23229" y="25483"/>
                </a:cubicBezTo>
                <a:cubicBezTo>
                  <a:pt x="23215" y="25489"/>
                  <a:pt x="23201" y="25493"/>
                  <a:pt x="23187" y="25496"/>
                </a:cubicBezTo>
                <a:cubicBezTo>
                  <a:pt x="23172" y="25499"/>
                  <a:pt x="23158" y="25500"/>
                  <a:pt x="23143" y="25500"/>
                </a:cubicBezTo>
                <a:lnTo>
                  <a:pt x="224" y="25500"/>
                </a:lnTo>
                <a:cubicBezTo>
                  <a:pt x="209" y="25500"/>
                  <a:pt x="195" y="25499"/>
                  <a:pt x="180" y="25496"/>
                </a:cubicBezTo>
                <a:cubicBezTo>
                  <a:pt x="166" y="25493"/>
                  <a:pt x="152" y="25489"/>
                  <a:pt x="138" y="25483"/>
                </a:cubicBezTo>
                <a:cubicBezTo>
                  <a:pt x="125" y="25478"/>
                  <a:pt x="112" y="25471"/>
                  <a:pt x="100" y="25463"/>
                </a:cubicBezTo>
                <a:cubicBezTo>
                  <a:pt x="88" y="25455"/>
                  <a:pt x="76" y="25445"/>
                  <a:pt x="66" y="25435"/>
                </a:cubicBezTo>
                <a:cubicBezTo>
                  <a:pt x="56" y="25424"/>
                  <a:pt x="46" y="25413"/>
                  <a:pt x="38" y="25401"/>
                </a:cubicBezTo>
                <a:cubicBezTo>
                  <a:pt x="30" y="25389"/>
                  <a:pt x="23" y="25376"/>
                  <a:pt x="17" y="25362"/>
                </a:cubicBezTo>
                <a:cubicBezTo>
                  <a:pt x="12" y="25349"/>
                  <a:pt x="8" y="25335"/>
                  <a:pt x="5" y="25320"/>
                </a:cubicBezTo>
                <a:cubicBezTo>
                  <a:pt x="2" y="25306"/>
                  <a:pt x="0" y="25291"/>
                  <a:pt x="0" y="25277"/>
                </a:cubicBezTo>
                <a:lnTo>
                  <a:pt x="0" y="224"/>
                </a:lnTo>
                <a:cubicBezTo>
                  <a:pt x="0" y="209"/>
                  <a:pt x="2" y="194"/>
                  <a:pt x="5" y="180"/>
                </a:cubicBezTo>
                <a:cubicBezTo>
                  <a:pt x="8" y="166"/>
                  <a:pt x="12" y="152"/>
                  <a:pt x="17" y="138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6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5" y="1"/>
                  <a:pt x="209" y="0"/>
                  <a:pt x="224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5" name=""/>
          <p:cNvSpPr txBox="1"/>
          <p:nvPr/>
        </p:nvSpPr>
        <p:spPr>
          <a:xfrm>
            <a:off x="457200" y="1474920"/>
            <a:ext cx="8013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F1 -08  ·  DEEL  1   VAN  3  ·  H ET  KEUZEDEEL  ALS   EIG EN  PR O G R AM M AS PECIFICATIE,  M ET  KER NTAKEN  EN  WER KPR O CES S 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6" name=""/>
          <p:cNvSpPr/>
          <p:nvPr/>
        </p:nvSpPr>
        <p:spPr>
          <a:xfrm>
            <a:off x="554040" y="2027160"/>
            <a:ext cx="1674360" cy="387360"/>
          </a:xfrm>
          <a:custGeom>
            <a:avLst/>
            <a:gdLst/>
            <a:ahLst/>
            <a:rect l="0" t="0" r="r" b="b"/>
            <a:pathLst>
              <a:path w="4651" h="1076">
                <a:moveTo>
                  <a:pt x="178" y="0"/>
                </a:moveTo>
                <a:lnTo>
                  <a:pt x="4472" y="0"/>
                </a:lnTo>
                <a:cubicBezTo>
                  <a:pt x="4484" y="0"/>
                  <a:pt x="4496" y="1"/>
                  <a:pt x="4507" y="3"/>
                </a:cubicBezTo>
                <a:cubicBezTo>
                  <a:pt x="4519" y="6"/>
                  <a:pt x="4530" y="9"/>
                  <a:pt x="4541" y="14"/>
                </a:cubicBezTo>
                <a:cubicBezTo>
                  <a:pt x="4552" y="18"/>
                  <a:pt x="4562" y="24"/>
                  <a:pt x="4572" y="30"/>
                </a:cubicBezTo>
                <a:cubicBezTo>
                  <a:pt x="4582" y="37"/>
                  <a:pt x="4591" y="44"/>
                  <a:pt x="4599" y="53"/>
                </a:cubicBezTo>
                <a:cubicBezTo>
                  <a:pt x="4607" y="61"/>
                  <a:pt x="4615" y="70"/>
                  <a:pt x="4621" y="80"/>
                </a:cubicBezTo>
                <a:cubicBezTo>
                  <a:pt x="4628" y="89"/>
                  <a:pt x="4633" y="100"/>
                  <a:pt x="4638" y="111"/>
                </a:cubicBezTo>
                <a:cubicBezTo>
                  <a:pt x="4642" y="121"/>
                  <a:pt x="4646" y="133"/>
                  <a:pt x="4648" y="144"/>
                </a:cubicBezTo>
                <a:cubicBezTo>
                  <a:pt x="4650" y="156"/>
                  <a:pt x="4651" y="167"/>
                  <a:pt x="4651" y="179"/>
                </a:cubicBezTo>
                <a:lnTo>
                  <a:pt x="4651" y="897"/>
                </a:lnTo>
                <a:cubicBezTo>
                  <a:pt x="4651" y="908"/>
                  <a:pt x="4650" y="920"/>
                  <a:pt x="4648" y="932"/>
                </a:cubicBezTo>
                <a:cubicBezTo>
                  <a:pt x="4646" y="943"/>
                  <a:pt x="4642" y="954"/>
                  <a:pt x="4638" y="965"/>
                </a:cubicBezTo>
                <a:cubicBezTo>
                  <a:pt x="4633" y="976"/>
                  <a:pt x="4628" y="986"/>
                  <a:pt x="4621" y="996"/>
                </a:cubicBezTo>
                <a:cubicBezTo>
                  <a:pt x="4615" y="1006"/>
                  <a:pt x="4607" y="1015"/>
                  <a:pt x="4599" y="1023"/>
                </a:cubicBezTo>
                <a:cubicBezTo>
                  <a:pt x="4591" y="1032"/>
                  <a:pt x="4582" y="1039"/>
                  <a:pt x="4572" y="1045"/>
                </a:cubicBezTo>
                <a:cubicBezTo>
                  <a:pt x="4562" y="1052"/>
                  <a:pt x="4552" y="1058"/>
                  <a:pt x="4541" y="1062"/>
                </a:cubicBezTo>
                <a:cubicBezTo>
                  <a:pt x="4530" y="1067"/>
                  <a:pt x="4519" y="1070"/>
                  <a:pt x="4507" y="1072"/>
                </a:cubicBezTo>
                <a:cubicBezTo>
                  <a:pt x="4496" y="1075"/>
                  <a:pt x="4484" y="1076"/>
                  <a:pt x="4472" y="1076"/>
                </a:cubicBezTo>
                <a:lnTo>
                  <a:pt x="178" y="1076"/>
                </a:lnTo>
                <a:cubicBezTo>
                  <a:pt x="167" y="1076"/>
                  <a:pt x="155" y="1075"/>
                  <a:pt x="144" y="1072"/>
                </a:cubicBezTo>
                <a:cubicBezTo>
                  <a:pt x="132" y="1070"/>
                  <a:pt x="121" y="1067"/>
                  <a:pt x="110" y="1062"/>
                </a:cubicBezTo>
                <a:cubicBezTo>
                  <a:pt x="99" y="1058"/>
                  <a:pt x="89" y="1052"/>
                  <a:pt x="79" y="1045"/>
                </a:cubicBezTo>
                <a:cubicBezTo>
                  <a:pt x="69" y="1039"/>
                  <a:pt x="60" y="1032"/>
                  <a:pt x="52" y="1023"/>
                </a:cubicBezTo>
                <a:cubicBezTo>
                  <a:pt x="44" y="1015"/>
                  <a:pt x="36" y="1006"/>
                  <a:pt x="30" y="996"/>
                </a:cubicBezTo>
                <a:cubicBezTo>
                  <a:pt x="23" y="986"/>
                  <a:pt x="18" y="976"/>
                  <a:pt x="13" y="965"/>
                </a:cubicBezTo>
                <a:cubicBezTo>
                  <a:pt x="9" y="954"/>
                  <a:pt x="5" y="943"/>
                  <a:pt x="3" y="932"/>
                </a:cubicBezTo>
                <a:cubicBezTo>
                  <a:pt x="1" y="920"/>
                  <a:pt x="0" y="908"/>
                  <a:pt x="0" y="897"/>
                </a:cubicBezTo>
                <a:lnTo>
                  <a:pt x="0" y="179"/>
                </a:lnTo>
                <a:cubicBezTo>
                  <a:pt x="0" y="167"/>
                  <a:pt x="1" y="156"/>
                  <a:pt x="3" y="144"/>
                </a:cubicBezTo>
                <a:cubicBezTo>
                  <a:pt x="5" y="133"/>
                  <a:pt x="9" y="121"/>
                  <a:pt x="13" y="111"/>
                </a:cubicBezTo>
                <a:cubicBezTo>
                  <a:pt x="18" y="100"/>
                  <a:pt x="23" y="89"/>
                  <a:pt x="30" y="80"/>
                </a:cubicBezTo>
                <a:cubicBezTo>
                  <a:pt x="36" y="70"/>
                  <a:pt x="44" y="61"/>
                  <a:pt x="52" y="53"/>
                </a:cubicBezTo>
                <a:cubicBezTo>
                  <a:pt x="60" y="44"/>
                  <a:pt x="69" y="37"/>
                  <a:pt x="79" y="30"/>
                </a:cubicBezTo>
                <a:cubicBezTo>
                  <a:pt x="89" y="24"/>
                  <a:pt x="99" y="18"/>
                  <a:pt x="110" y="14"/>
                </a:cubicBezTo>
                <a:cubicBezTo>
                  <a:pt x="121" y="9"/>
                  <a:pt x="132" y="6"/>
                  <a:pt x="144" y="3"/>
                </a:cubicBezTo>
                <a:cubicBezTo>
                  <a:pt x="155" y="1"/>
                  <a:pt x="167" y="0"/>
                  <a:pt x="178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7" name=""/>
          <p:cNvSpPr/>
          <p:nvPr/>
        </p:nvSpPr>
        <p:spPr>
          <a:xfrm>
            <a:off x="554040" y="2027160"/>
            <a:ext cx="1674360" cy="387360"/>
          </a:xfrm>
          <a:custGeom>
            <a:avLst/>
            <a:gdLst/>
            <a:ahLst/>
            <a:rect l="0" t="0" r="r" b="b"/>
            <a:pathLst>
              <a:path w="4651" h="1076">
                <a:moveTo>
                  <a:pt x="178" y="0"/>
                </a:moveTo>
                <a:lnTo>
                  <a:pt x="4472" y="0"/>
                </a:lnTo>
                <a:cubicBezTo>
                  <a:pt x="4484" y="0"/>
                  <a:pt x="4496" y="1"/>
                  <a:pt x="4507" y="3"/>
                </a:cubicBezTo>
                <a:cubicBezTo>
                  <a:pt x="4519" y="6"/>
                  <a:pt x="4530" y="9"/>
                  <a:pt x="4541" y="14"/>
                </a:cubicBezTo>
                <a:cubicBezTo>
                  <a:pt x="4552" y="18"/>
                  <a:pt x="4562" y="24"/>
                  <a:pt x="4572" y="30"/>
                </a:cubicBezTo>
                <a:cubicBezTo>
                  <a:pt x="4582" y="37"/>
                  <a:pt x="4591" y="44"/>
                  <a:pt x="4599" y="53"/>
                </a:cubicBezTo>
                <a:cubicBezTo>
                  <a:pt x="4607" y="61"/>
                  <a:pt x="4615" y="70"/>
                  <a:pt x="4621" y="80"/>
                </a:cubicBezTo>
                <a:cubicBezTo>
                  <a:pt x="4628" y="89"/>
                  <a:pt x="4633" y="100"/>
                  <a:pt x="4638" y="111"/>
                </a:cubicBezTo>
                <a:cubicBezTo>
                  <a:pt x="4642" y="121"/>
                  <a:pt x="4646" y="133"/>
                  <a:pt x="4648" y="144"/>
                </a:cubicBezTo>
                <a:cubicBezTo>
                  <a:pt x="4650" y="156"/>
                  <a:pt x="4651" y="167"/>
                  <a:pt x="4651" y="179"/>
                </a:cubicBezTo>
                <a:lnTo>
                  <a:pt x="4651" y="897"/>
                </a:lnTo>
                <a:cubicBezTo>
                  <a:pt x="4651" y="908"/>
                  <a:pt x="4650" y="920"/>
                  <a:pt x="4648" y="932"/>
                </a:cubicBezTo>
                <a:cubicBezTo>
                  <a:pt x="4646" y="943"/>
                  <a:pt x="4642" y="954"/>
                  <a:pt x="4638" y="965"/>
                </a:cubicBezTo>
                <a:cubicBezTo>
                  <a:pt x="4633" y="976"/>
                  <a:pt x="4628" y="986"/>
                  <a:pt x="4621" y="996"/>
                </a:cubicBezTo>
                <a:cubicBezTo>
                  <a:pt x="4615" y="1006"/>
                  <a:pt x="4607" y="1015"/>
                  <a:pt x="4599" y="1023"/>
                </a:cubicBezTo>
                <a:cubicBezTo>
                  <a:pt x="4591" y="1032"/>
                  <a:pt x="4582" y="1039"/>
                  <a:pt x="4572" y="1045"/>
                </a:cubicBezTo>
                <a:cubicBezTo>
                  <a:pt x="4562" y="1052"/>
                  <a:pt x="4552" y="1058"/>
                  <a:pt x="4541" y="1062"/>
                </a:cubicBezTo>
                <a:cubicBezTo>
                  <a:pt x="4530" y="1067"/>
                  <a:pt x="4519" y="1070"/>
                  <a:pt x="4507" y="1072"/>
                </a:cubicBezTo>
                <a:cubicBezTo>
                  <a:pt x="4496" y="1075"/>
                  <a:pt x="4484" y="1076"/>
                  <a:pt x="4472" y="1076"/>
                </a:cubicBezTo>
                <a:lnTo>
                  <a:pt x="178" y="1076"/>
                </a:lnTo>
                <a:cubicBezTo>
                  <a:pt x="167" y="1076"/>
                  <a:pt x="155" y="1075"/>
                  <a:pt x="144" y="1072"/>
                </a:cubicBezTo>
                <a:cubicBezTo>
                  <a:pt x="132" y="1070"/>
                  <a:pt x="121" y="1067"/>
                  <a:pt x="110" y="1062"/>
                </a:cubicBezTo>
                <a:cubicBezTo>
                  <a:pt x="99" y="1058"/>
                  <a:pt x="89" y="1052"/>
                  <a:pt x="79" y="1045"/>
                </a:cubicBezTo>
                <a:cubicBezTo>
                  <a:pt x="69" y="1039"/>
                  <a:pt x="60" y="1032"/>
                  <a:pt x="52" y="1023"/>
                </a:cubicBezTo>
                <a:cubicBezTo>
                  <a:pt x="44" y="1015"/>
                  <a:pt x="36" y="1006"/>
                  <a:pt x="30" y="996"/>
                </a:cubicBezTo>
                <a:cubicBezTo>
                  <a:pt x="23" y="986"/>
                  <a:pt x="18" y="976"/>
                  <a:pt x="13" y="965"/>
                </a:cubicBezTo>
                <a:cubicBezTo>
                  <a:pt x="9" y="954"/>
                  <a:pt x="5" y="943"/>
                  <a:pt x="3" y="932"/>
                </a:cubicBezTo>
                <a:cubicBezTo>
                  <a:pt x="1" y="920"/>
                  <a:pt x="0" y="908"/>
                  <a:pt x="0" y="897"/>
                </a:cubicBezTo>
                <a:lnTo>
                  <a:pt x="0" y="179"/>
                </a:lnTo>
                <a:cubicBezTo>
                  <a:pt x="0" y="167"/>
                  <a:pt x="1" y="156"/>
                  <a:pt x="3" y="144"/>
                </a:cubicBezTo>
                <a:cubicBezTo>
                  <a:pt x="5" y="133"/>
                  <a:pt x="9" y="121"/>
                  <a:pt x="13" y="111"/>
                </a:cubicBezTo>
                <a:cubicBezTo>
                  <a:pt x="18" y="100"/>
                  <a:pt x="23" y="89"/>
                  <a:pt x="30" y="80"/>
                </a:cubicBezTo>
                <a:cubicBezTo>
                  <a:pt x="36" y="70"/>
                  <a:pt x="44" y="61"/>
                  <a:pt x="52" y="53"/>
                </a:cubicBezTo>
                <a:cubicBezTo>
                  <a:pt x="60" y="44"/>
                  <a:pt x="69" y="37"/>
                  <a:pt x="79" y="30"/>
                </a:cubicBezTo>
                <a:cubicBezTo>
                  <a:pt x="89" y="24"/>
                  <a:pt x="99" y="18"/>
                  <a:pt x="110" y="14"/>
                </a:cubicBezTo>
                <a:cubicBezTo>
                  <a:pt x="121" y="9"/>
                  <a:pt x="132" y="6"/>
                  <a:pt x="144" y="3"/>
                </a:cubicBezTo>
                <a:cubicBezTo>
                  <a:pt x="155" y="1"/>
                  <a:pt x="167" y="0"/>
                  <a:pt x="178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8" name=""/>
          <p:cNvSpPr/>
          <p:nvPr/>
        </p:nvSpPr>
        <p:spPr>
          <a:xfrm>
            <a:off x="2067120" y="2107800"/>
            <a:ext cx="81000" cy="48600"/>
          </a:xfrm>
          <a:custGeom>
            <a:avLst/>
            <a:gdLst/>
            <a:ahLst/>
            <a:rect l="0" t="0" r="r" b="b"/>
            <a:pathLst>
              <a:path w="225" h="135">
                <a:moveTo>
                  <a:pt x="67" y="0"/>
                </a:moveTo>
                <a:lnTo>
                  <a:pt x="157" y="0"/>
                </a:lnTo>
                <a:cubicBezTo>
                  <a:pt x="165" y="0"/>
                  <a:pt x="175" y="2"/>
                  <a:pt x="183" y="5"/>
                </a:cubicBezTo>
                <a:cubicBezTo>
                  <a:pt x="191" y="8"/>
                  <a:pt x="199" y="13"/>
                  <a:pt x="205" y="20"/>
                </a:cubicBezTo>
                <a:cubicBezTo>
                  <a:pt x="211" y="26"/>
                  <a:pt x="216" y="33"/>
                  <a:pt x="220" y="41"/>
                </a:cubicBezTo>
                <a:cubicBezTo>
                  <a:pt x="223" y="50"/>
                  <a:pt x="225" y="58"/>
                  <a:pt x="225" y="67"/>
                </a:cubicBezTo>
                <a:cubicBezTo>
                  <a:pt x="225" y="76"/>
                  <a:pt x="223" y="85"/>
                  <a:pt x="220" y="93"/>
                </a:cubicBezTo>
                <a:cubicBezTo>
                  <a:pt x="216" y="101"/>
                  <a:pt x="211" y="109"/>
                  <a:pt x="205" y="116"/>
                </a:cubicBezTo>
                <a:cubicBezTo>
                  <a:pt x="199" y="122"/>
                  <a:pt x="191" y="127"/>
                  <a:pt x="183" y="130"/>
                </a:cubicBezTo>
                <a:cubicBezTo>
                  <a:pt x="175" y="134"/>
                  <a:pt x="165" y="135"/>
                  <a:pt x="157" y="135"/>
                </a:cubicBezTo>
                <a:lnTo>
                  <a:pt x="67" y="135"/>
                </a:lnTo>
                <a:cubicBezTo>
                  <a:pt x="58" y="135"/>
                  <a:pt x="50" y="134"/>
                  <a:pt x="41" y="130"/>
                </a:cubicBezTo>
                <a:cubicBezTo>
                  <a:pt x="33" y="127"/>
                  <a:pt x="26" y="122"/>
                  <a:pt x="20" y="116"/>
                </a:cubicBezTo>
                <a:cubicBezTo>
                  <a:pt x="13" y="109"/>
                  <a:pt x="9" y="101"/>
                  <a:pt x="5" y="93"/>
                </a:cubicBezTo>
                <a:cubicBezTo>
                  <a:pt x="2" y="85"/>
                  <a:pt x="0" y="76"/>
                  <a:pt x="0" y="67"/>
                </a:cubicBezTo>
                <a:cubicBezTo>
                  <a:pt x="0" y="58"/>
                  <a:pt x="2" y="50"/>
                  <a:pt x="5" y="41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3"/>
                  <a:pt x="33" y="8"/>
                  <a:pt x="41" y="5"/>
                </a:cubicBezTo>
                <a:cubicBezTo>
                  <a:pt x="50" y="2"/>
                  <a:pt x="58" y="0"/>
                  <a:pt x="67" y="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9" name=""/>
          <p:cNvSpPr/>
          <p:nvPr/>
        </p:nvSpPr>
        <p:spPr>
          <a:xfrm>
            <a:off x="2131560" y="2107800"/>
            <a:ext cx="32400" cy="48600"/>
          </a:xfrm>
          <a:custGeom>
            <a:avLst/>
            <a:gdLst/>
            <a:ahLst/>
            <a:rect l="0" t="0" r="r" b="b"/>
            <a:pathLst>
              <a:path w="90" h="135">
                <a:moveTo>
                  <a:pt x="90" y="67"/>
                </a:moveTo>
                <a:cubicBezTo>
                  <a:pt x="90" y="76"/>
                  <a:pt x="89" y="85"/>
                  <a:pt x="86" y="93"/>
                </a:cubicBezTo>
                <a:cubicBezTo>
                  <a:pt x="84" y="101"/>
                  <a:pt x="80" y="109"/>
                  <a:pt x="76" y="116"/>
                </a:cubicBezTo>
                <a:cubicBezTo>
                  <a:pt x="72" y="122"/>
                  <a:pt x="67" y="127"/>
                  <a:pt x="62" y="130"/>
                </a:cubicBezTo>
                <a:cubicBezTo>
                  <a:pt x="56" y="134"/>
                  <a:pt x="51" y="135"/>
                  <a:pt x="45" y="135"/>
                </a:cubicBezTo>
                <a:cubicBezTo>
                  <a:pt x="39" y="135"/>
                  <a:pt x="33" y="134"/>
                  <a:pt x="28" y="130"/>
                </a:cubicBezTo>
                <a:cubicBezTo>
                  <a:pt x="22" y="127"/>
                  <a:pt x="17" y="122"/>
                  <a:pt x="13" y="116"/>
                </a:cubicBezTo>
                <a:cubicBezTo>
                  <a:pt x="9" y="109"/>
                  <a:pt x="6" y="101"/>
                  <a:pt x="3" y="93"/>
                </a:cubicBezTo>
                <a:cubicBezTo>
                  <a:pt x="1" y="85"/>
                  <a:pt x="0" y="76"/>
                  <a:pt x="0" y="67"/>
                </a:cubicBezTo>
                <a:cubicBezTo>
                  <a:pt x="0" y="58"/>
                  <a:pt x="1" y="50"/>
                  <a:pt x="3" y="41"/>
                </a:cubicBezTo>
                <a:cubicBezTo>
                  <a:pt x="6" y="33"/>
                  <a:pt x="9" y="26"/>
                  <a:pt x="13" y="20"/>
                </a:cubicBezTo>
                <a:cubicBezTo>
                  <a:pt x="17" y="13"/>
                  <a:pt x="22" y="8"/>
                  <a:pt x="28" y="5"/>
                </a:cubicBezTo>
                <a:cubicBezTo>
                  <a:pt x="33" y="2"/>
                  <a:pt x="39" y="0"/>
                  <a:pt x="45" y="0"/>
                </a:cubicBezTo>
                <a:cubicBezTo>
                  <a:pt x="51" y="0"/>
                  <a:pt x="56" y="2"/>
                  <a:pt x="62" y="5"/>
                </a:cubicBezTo>
                <a:cubicBezTo>
                  <a:pt x="67" y="8"/>
                  <a:pt x="72" y="13"/>
                  <a:pt x="76" y="20"/>
                </a:cubicBezTo>
                <a:cubicBezTo>
                  <a:pt x="80" y="26"/>
                  <a:pt x="84" y="33"/>
                  <a:pt x="86" y="41"/>
                </a:cubicBezTo>
                <a:cubicBezTo>
                  <a:pt x="89" y="50"/>
                  <a:pt x="90" y="58"/>
                  <a:pt x="90" y="67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554040" y="1770120"/>
            <a:ext cx="6131880" cy="14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c1c1c"/>
                </a:solidFill>
                <a:latin typeface="DejaVuSans"/>
                <a:ea typeface="DejaVuSans"/>
              </a:rPr>
              <a:t>F1-08 - Het keuzedeel als eigen programmaspeciﬁcatie, met kerntaken en werkprocessen</a:t>
            </a:r>
            <a:endParaRPr b="0" lang="en-US" sz="9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634320" y="2082600"/>
            <a:ext cx="1270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2" name=""/>
          <p:cNvSpPr/>
          <p:nvPr/>
        </p:nvSpPr>
        <p:spPr>
          <a:xfrm>
            <a:off x="2308680" y="2027160"/>
            <a:ext cx="4129560" cy="387360"/>
          </a:xfrm>
          <a:custGeom>
            <a:avLst/>
            <a:gdLst/>
            <a:ahLst/>
            <a:rect l="0" t="0" r="r" b="b"/>
            <a:pathLst>
              <a:path w="11471" h="1076">
                <a:moveTo>
                  <a:pt x="179" y="0"/>
                </a:moveTo>
                <a:lnTo>
                  <a:pt x="11292" y="0"/>
                </a:lnTo>
                <a:cubicBezTo>
                  <a:pt x="11304" y="0"/>
                  <a:pt x="11316" y="1"/>
                  <a:pt x="11327" y="3"/>
                </a:cubicBezTo>
                <a:cubicBezTo>
                  <a:pt x="11339" y="6"/>
                  <a:pt x="11350" y="9"/>
                  <a:pt x="11361" y="14"/>
                </a:cubicBezTo>
                <a:cubicBezTo>
                  <a:pt x="11372" y="18"/>
                  <a:pt x="11382" y="24"/>
                  <a:pt x="11392" y="30"/>
                </a:cubicBezTo>
                <a:cubicBezTo>
                  <a:pt x="11401" y="37"/>
                  <a:pt x="11410" y="44"/>
                  <a:pt x="11419" y="53"/>
                </a:cubicBezTo>
                <a:cubicBezTo>
                  <a:pt x="11427" y="61"/>
                  <a:pt x="11434" y="70"/>
                  <a:pt x="11441" y="80"/>
                </a:cubicBezTo>
                <a:cubicBezTo>
                  <a:pt x="11447" y="89"/>
                  <a:pt x="11453" y="100"/>
                  <a:pt x="11457" y="111"/>
                </a:cubicBezTo>
                <a:cubicBezTo>
                  <a:pt x="11462" y="121"/>
                  <a:pt x="11465" y="133"/>
                  <a:pt x="11468" y="144"/>
                </a:cubicBezTo>
                <a:cubicBezTo>
                  <a:pt x="11470" y="156"/>
                  <a:pt x="11471" y="167"/>
                  <a:pt x="11471" y="179"/>
                </a:cubicBezTo>
                <a:lnTo>
                  <a:pt x="11471" y="897"/>
                </a:lnTo>
                <a:cubicBezTo>
                  <a:pt x="11471" y="908"/>
                  <a:pt x="11470" y="920"/>
                  <a:pt x="11468" y="932"/>
                </a:cubicBezTo>
                <a:cubicBezTo>
                  <a:pt x="11465" y="943"/>
                  <a:pt x="11462" y="954"/>
                  <a:pt x="11457" y="965"/>
                </a:cubicBezTo>
                <a:cubicBezTo>
                  <a:pt x="11453" y="976"/>
                  <a:pt x="11447" y="986"/>
                  <a:pt x="11441" y="996"/>
                </a:cubicBezTo>
                <a:cubicBezTo>
                  <a:pt x="11434" y="1006"/>
                  <a:pt x="11427" y="1015"/>
                  <a:pt x="11419" y="1023"/>
                </a:cubicBezTo>
                <a:cubicBezTo>
                  <a:pt x="11410" y="1032"/>
                  <a:pt x="11401" y="1039"/>
                  <a:pt x="11392" y="1045"/>
                </a:cubicBezTo>
                <a:cubicBezTo>
                  <a:pt x="11382" y="1052"/>
                  <a:pt x="11372" y="1058"/>
                  <a:pt x="11361" y="1062"/>
                </a:cubicBezTo>
                <a:cubicBezTo>
                  <a:pt x="11350" y="1067"/>
                  <a:pt x="11339" y="1070"/>
                  <a:pt x="11327" y="1072"/>
                </a:cubicBezTo>
                <a:cubicBezTo>
                  <a:pt x="11316" y="1075"/>
                  <a:pt x="11304" y="1076"/>
                  <a:pt x="11292" y="1076"/>
                </a:cubicBezTo>
                <a:lnTo>
                  <a:pt x="179" y="1076"/>
                </a:lnTo>
                <a:cubicBezTo>
                  <a:pt x="167" y="1076"/>
                  <a:pt x="155" y="1075"/>
                  <a:pt x="144" y="1072"/>
                </a:cubicBezTo>
                <a:cubicBezTo>
                  <a:pt x="132" y="1070"/>
                  <a:pt x="121" y="1067"/>
                  <a:pt x="110" y="1062"/>
                </a:cubicBezTo>
                <a:cubicBezTo>
                  <a:pt x="99" y="1058"/>
                  <a:pt x="89" y="1052"/>
                  <a:pt x="79" y="1045"/>
                </a:cubicBezTo>
                <a:cubicBezTo>
                  <a:pt x="70" y="1039"/>
                  <a:pt x="61" y="1032"/>
                  <a:pt x="52" y="1023"/>
                </a:cubicBezTo>
                <a:cubicBezTo>
                  <a:pt x="44" y="1015"/>
                  <a:pt x="37" y="1006"/>
                  <a:pt x="30" y="996"/>
                </a:cubicBezTo>
                <a:cubicBezTo>
                  <a:pt x="23" y="986"/>
                  <a:pt x="18" y="976"/>
                  <a:pt x="13" y="965"/>
                </a:cubicBezTo>
                <a:cubicBezTo>
                  <a:pt x="9" y="954"/>
                  <a:pt x="6" y="943"/>
                  <a:pt x="3" y="932"/>
                </a:cubicBezTo>
                <a:cubicBezTo>
                  <a:pt x="1" y="920"/>
                  <a:pt x="0" y="908"/>
                  <a:pt x="0" y="897"/>
                </a:cubicBezTo>
                <a:lnTo>
                  <a:pt x="0" y="179"/>
                </a:lnTo>
                <a:cubicBezTo>
                  <a:pt x="0" y="167"/>
                  <a:pt x="1" y="156"/>
                  <a:pt x="3" y="144"/>
                </a:cubicBezTo>
                <a:cubicBezTo>
                  <a:pt x="6" y="133"/>
                  <a:pt x="9" y="121"/>
                  <a:pt x="13" y="111"/>
                </a:cubicBezTo>
                <a:cubicBezTo>
                  <a:pt x="18" y="100"/>
                  <a:pt x="23" y="89"/>
                  <a:pt x="30" y="80"/>
                </a:cubicBezTo>
                <a:cubicBezTo>
                  <a:pt x="37" y="70"/>
                  <a:pt x="44" y="61"/>
                  <a:pt x="52" y="53"/>
                </a:cubicBezTo>
                <a:cubicBezTo>
                  <a:pt x="61" y="44"/>
                  <a:pt x="70" y="37"/>
                  <a:pt x="79" y="30"/>
                </a:cubicBezTo>
                <a:cubicBezTo>
                  <a:pt x="89" y="24"/>
                  <a:pt x="99" y="18"/>
                  <a:pt x="110" y="14"/>
                </a:cubicBezTo>
                <a:cubicBezTo>
                  <a:pt x="121" y="9"/>
                  <a:pt x="132" y="6"/>
                  <a:pt x="144" y="3"/>
                </a:cubicBezTo>
                <a:cubicBezTo>
                  <a:pt x="155" y="1"/>
                  <a:pt x="167" y="0"/>
                  <a:pt x="179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3" name=""/>
          <p:cNvSpPr/>
          <p:nvPr/>
        </p:nvSpPr>
        <p:spPr>
          <a:xfrm>
            <a:off x="2308680" y="2027160"/>
            <a:ext cx="4129560" cy="387360"/>
          </a:xfrm>
          <a:custGeom>
            <a:avLst/>
            <a:gdLst/>
            <a:ahLst/>
            <a:rect l="0" t="0" r="r" b="b"/>
            <a:pathLst>
              <a:path w="11471" h="1076">
                <a:moveTo>
                  <a:pt x="179" y="0"/>
                </a:moveTo>
                <a:lnTo>
                  <a:pt x="11292" y="0"/>
                </a:lnTo>
                <a:cubicBezTo>
                  <a:pt x="11304" y="0"/>
                  <a:pt x="11316" y="1"/>
                  <a:pt x="11327" y="3"/>
                </a:cubicBezTo>
                <a:cubicBezTo>
                  <a:pt x="11339" y="6"/>
                  <a:pt x="11350" y="9"/>
                  <a:pt x="11361" y="14"/>
                </a:cubicBezTo>
                <a:cubicBezTo>
                  <a:pt x="11372" y="18"/>
                  <a:pt x="11382" y="24"/>
                  <a:pt x="11392" y="30"/>
                </a:cubicBezTo>
                <a:cubicBezTo>
                  <a:pt x="11401" y="37"/>
                  <a:pt x="11410" y="44"/>
                  <a:pt x="11419" y="53"/>
                </a:cubicBezTo>
                <a:cubicBezTo>
                  <a:pt x="11427" y="61"/>
                  <a:pt x="11434" y="70"/>
                  <a:pt x="11441" y="80"/>
                </a:cubicBezTo>
                <a:cubicBezTo>
                  <a:pt x="11447" y="89"/>
                  <a:pt x="11453" y="100"/>
                  <a:pt x="11457" y="111"/>
                </a:cubicBezTo>
                <a:cubicBezTo>
                  <a:pt x="11462" y="121"/>
                  <a:pt x="11465" y="133"/>
                  <a:pt x="11468" y="144"/>
                </a:cubicBezTo>
                <a:cubicBezTo>
                  <a:pt x="11470" y="156"/>
                  <a:pt x="11471" y="167"/>
                  <a:pt x="11471" y="179"/>
                </a:cubicBezTo>
                <a:lnTo>
                  <a:pt x="11471" y="897"/>
                </a:lnTo>
                <a:cubicBezTo>
                  <a:pt x="11471" y="908"/>
                  <a:pt x="11470" y="920"/>
                  <a:pt x="11468" y="932"/>
                </a:cubicBezTo>
                <a:cubicBezTo>
                  <a:pt x="11465" y="943"/>
                  <a:pt x="11462" y="954"/>
                  <a:pt x="11457" y="965"/>
                </a:cubicBezTo>
                <a:cubicBezTo>
                  <a:pt x="11453" y="976"/>
                  <a:pt x="11447" y="986"/>
                  <a:pt x="11441" y="996"/>
                </a:cubicBezTo>
                <a:cubicBezTo>
                  <a:pt x="11434" y="1006"/>
                  <a:pt x="11427" y="1015"/>
                  <a:pt x="11419" y="1023"/>
                </a:cubicBezTo>
                <a:cubicBezTo>
                  <a:pt x="11410" y="1032"/>
                  <a:pt x="11401" y="1039"/>
                  <a:pt x="11392" y="1045"/>
                </a:cubicBezTo>
                <a:cubicBezTo>
                  <a:pt x="11382" y="1052"/>
                  <a:pt x="11372" y="1058"/>
                  <a:pt x="11361" y="1062"/>
                </a:cubicBezTo>
                <a:cubicBezTo>
                  <a:pt x="11350" y="1067"/>
                  <a:pt x="11339" y="1070"/>
                  <a:pt x="11327" y="1072"/>
                </a:cubicBezTo>
                <a:cubicBezTo>
                  <a:pt x="11316" y="1075"/>
                  <a:pt x="11304" y="1076"/>
                  <a:pt x="11292" y="1076"/>
                </a:cubicBezTo>
                <a:lnTo>
                  <a:pt x="179" y="1076"/>
                </a:lnTo>
                <a:cubicBezTo>
                  <a:pt x="167" y="1076"/>
                  <a:pt x="155" y="1075"/>
                  <a:pt x="144" y="1072"/>
                </a:cubicBezTo>
                <a:cubicBezTo>
                  <a:pt x="132" y="1070"/>
                  <a:pt x="121" y="1067"/>
                  <a:pt x="110" y="1062"/>
                </a:cubicBezTo>
                <a:cubicBezTo>
                  <a:pt x="99" y="1058"/>
                  <a:pt x="89" y="1052"/>
                  <a:pt x="79" y="1045"/>
                </a:cubicBezTo>
                <a:cubicBezTo>
                  <a:pt x="70" y="1039"/>
                  <a:pt x="61" y="1032"/>
                  <a:pt x="52" y="1023"/>
                </a:cubicBezTo>
                <a:cubicBezTo>
                  <a:pt x="44" y="1015"/>
                  <a:pt x="37" y="1006"/>
                  <a:pt x="30" y="996"/>
                </a:cubicBezTo>
                <a:cubicBezTo>
                  <a:pt x="23" y="986"/>
                  <a:pt x="18" y="976"/>
                  <a:pt x="13" y="965"/>
                </a:cubicBezTo>
                <a:cubicBezTo>
                  <a:pt x="9" y="954"/>
                  <a:pt x="6" y="943"/>
                  <a:pt x="3" y="932"/>
                </a:cubicBezTo>
                <a:cubicBezTo>
                  <a:pt x="1" y="920"/>
                  <a:pt x="0" y="908"/>
                  <a:pt x="0" y="897"/>
                </a:cubicBezTo>
                <a:lnTo>
                  <a:pt x="0" y="179"/>
                </a:lnTo>
                <a:cubicBezTo>
                  <a:pt x="0" y="167"/>
                  <a:pt x="1" y="156"/>
                  <a:pt x="3" y="144"/>
                </a:cubicBezTo>
                <a:cubicBezTo>
                  <a:pt x="6" y="133"/>
                  <a:pt x="9" y="121"/>
                  <a:pt x="13" y="111"/>
                </a:cubicBezTo>
                <a:cubicBezTo>
                  <a:pt x="18" y="100"/>
                  <a:pt x="23" y="89"/>
                  <a:pt x="30" y="80"/>
                </a:cubicBezTo>
                <a:cubicBezTo>
                  <a:pt x="37" y="70"/>
                  <a:pt x="44" y="61"/>
                  <a:pt x="52" y="53"/>
                </a:cubicBezTo>
                <a:cubicBezTo>
                  <a:pt x="61" y="44"/>
                  <a:pt x="70" y="37"/>
                  <a:pt x="79" y="30"/>
                </a:cubicBezTo>
                <a:cubicBezTo>
                  <a:pt x="89" y="24"/>
                  <a:pt x="99" y="18"/>
                  <a:pt x="110" y="14"/>
                </a:cubicBezTo>
                <a:cubicBezTo>
                  <a:pt x="121" y="9"/>
                  <a:pt x="132" y="6"/>
                  <a:pt x="144" y="3"/>
                </a:cubicBezTo>
                <a:cubicBezTo>
                  <a:pt x="155" y="1"/>
                  <a:pt x="167" y="0"/>
                  <a:pt x="179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4" name=""/>
          <p:cNvSpPr/>
          <p:nvPr/>
        </p:nvSpPr>
        <p:spPr>
          <a:xfrm>
            <a:off x="6284880" y="2083680"/>
            <a:ext cx="105120" cy="96840"/>
          </a:xfrm>
          <a:custGeom>
            <a:avLst/>
            <a:gdLst/>
            <a:ahLst/>
            <a:rect l="0" t="0" r="r" b="b"/>
            <a:pathLst>
              <a:path w="292" h="269">
                <a:moveTo>
                  <a:pt x="0" y="67"/>
                </a:moveTo>
                <a:lnTo>
                  <a:pt x="180" y="67"/>
                </a:lnTo>
                <a:lnTo>
                  <a:pt x="180" y="0"/>
                </a:lnTo>
                <a:lnTo>
                  <a:pt x="292" y="134"/>
                </a:lnTo>
                <a:lnTo>
                  <a:pt x="180" y="269"/>
                </a:lnTo>
                <a:lnTo>
                  <a:pt x="180" y="201"/>
                </a:lnTo>
                <a:lnTo>
                  <a:pt x="0" y="201"/>
                </a:lnTo>
                <a:lnTo>
                  <a:pt x="0" y="67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5" name=""/>
          <p:cNvSpPr txBox="1"/>
          <p:nvPr/>
        </p:nvSpPr>
        <p:spPr>
          <a:xfrm>
            <a:off x="634320" y="2212920"/>
            <a:ext cx="1276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onderwijsontwerper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2389320" y="2082600"/>
            <a:ext cx="5324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7" name=""/>
          <p:cNvSpPr/>
          <p:nvPr/>
        </p:nvSpPr>
        <p:spPr>
          <a:xfrm>
            <a:off x="966240" y="2414160"/>
            <a:ext cx="12600" cy="161280"/>
          </a:xfrm>
          <a:custGeom>
            <a:avLst/>
            <a:gdLst/>
            <a:ahLst/>
            <a:rect l="0" t="0" r="r" b="b"/>
            <a:pathLst>
              <a:path w="35" h="448">
                <a:moveTo>
                  <a:pt x="35" y="0"/>
                </a:moveTo>
                <a:lnTo>
                  <a:pt x="35" y="67"/>
                </a:lnTo>
                <a:lnTo>
                  <a:pt x="0" y="67"/>
                </a:lnTo>
                <a:lnTo>
                  <a:pt x="0" y="0"/>
                </a:lnTo>
                <a:lnTo>
                  <a:pt x="35" y="0"/>
                </a:lnTo>
                <a:moveTo>
                  <a:pt x="35" y="134"/>
                </a:moveTo>
                <a:lnTo>
                  <a:pt x="35" y="201"/>
                </a:lnTo>
                <a:lnTo>
                  <a:pt x="0" y="201"/>
                </a:lnTo>
                <a:lnTo>
                  <a:pt x="0" y="134"/>
                </a:lnTo>
                <a:lnTo>
                  <a:pt x="35" y="134"/>
                </a:lnTo>
                <a:moveTo>
                  <a:pt x="35" y="269"/>
                </a:moveTo>
                <a:lnTo>
                  <a:pt x="35" y="336"/>
                </a:lnTo>
                <a:lnTo>
                  <a:pt x="0" y="336"/>
                </a:lnTo>
                <a:lnTo>
                  <a:pt x="0" y="269"/>
                </a:lnTo>
                <a:lnTo>
                  <a:pt x="35" y="269"/>
                </a:lnTo>
                <a:moveTo>
                  <a:pt x="35" y="404"/>
                </a:moveTo>
                <a:lnTo>
                  <a:pt x="35" y="448"/>
                </a:lnTo>
                <a:lnTo>
                  <a:pt x="0" y="448"/>
                </a:lnTo>
                <a:lnTo>
                  <a:pt x="0" y="404"/>
                </a:lnTo>
                <a:lnTo>
                  <a:pt x="35" y="404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8" name=""/>
          <p:cNvSpPr/>
          <p:nvPr/>
        </p:nvSpPr>
        <p:spPr>
          <a:xfrm>
            <a:off x="932040" y="2526840"/>
            <a:ext cx="81000" cy="48600"/>
          </a:xfrm>
          <a:custGeom>
            <a:avLst/>
            <a:gdLst/>
            <a:ahLst/>
            <a:rect l="0" t="0" r="r" b="b"/>
            <a:pathLst>
              <a:path fill="none" w="225" h="135">
                <a:moveTo>
                  <a:pt x="0" y="0"/>
                </a:moveTo>
                <a:lnTo>
                  <a:pt x="112" y="135"/>
                </a:lnTo>
                <a:lnTo>
                  <a:pt x="225" y="0"/>
                </a:lnTo>
              </a:path>
            </a:pathLst>
          </a:custGeom>
          <a:ln w="11880">
            <a:solidFill>
              <a:srgbClr val="a8a85a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9" name=""/>
          <p:cNvSpPr/>
          <p:nvPr/>
        </p:nvSpPr>
        <p:spPr>
          <a:xfrm>
            <a:off x="779400" y="2607480"/>
            <a:ext cx="8001360" cy="1080360"/>
          </a:xfrm>
          <a:custGeom>
            <a:avLst/>
            <a:gdLst/>
            <a:ahLst/>
            <a:rect l="0" t="0" r="r" b="b"/>
            <a:pathLst>
              <a:path w="22226" h="3001">
                <a:moveTo>
                  <a:pt x="0" y="0"/>
                </a:moveTo>
                <a:lnTo>
                  <a:pt x="22226" y="0"/>
                </a:lnTo>
                <a:lnTo>
                  <a:pt x="22226" y="3001"/>
                </a:lnTo>
                <a:lnTo>
                  <a:pt x="0" y="3001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0" name=""/>
          <p:cNvSpPr/>
          <p:nvPr/>
        </p:nvSpPr>
        <p:spPr>
          <a:xfrm>
            <a:off x="775080" y="2603520"/>
            <a:ext cx="8009640" cy="1088280"/>
          </a:xfrm>
          <a:custGeom>
            <a:avLst/>
            <a:gdLst/>
            <a:ahLst/>
            <a:rect l="0" t="0" r="r" b="b"/>
            <a:pathLst>
              <a:path w="22249" h="3023">
                <a:moveTo>
                  <a:pt x="190" y="0"/>
                </a:moveTo>
                <a:lnTo>
                  <a:pt x="302" y="0"/>
                </a:lnTo>
                <a:lnTo>
                  <a:pt x="302" y="22"/>
                </a:lnTo>
                <a:lnTo>
                  <a:pt x="190" y="22"/>
                </a:lnTo>
                <a:lnTo>
                  <a:pt x="190" y="0"/>
                </a:lnTo>
                <a:moveTo>
                  <a:pt x="369" y="0"/>
                </a:moveTo>
                <a:lnTo>
                  <a:pt x="481" y="0"/>
                </a:lnTo>
                <a:lnTo>
                  <a:pt x="481" y="22"/>
                </a:lnTo>
                <a:lnTo>
                  <a:pt x="369" y="22"/>
                </a:lnTo>
                <a:lnTo>
                  <a:pt x="369" y="0"/>
                </a:lnTo>
                <a:moveTo>
                  <a:pt x="548" y="0"/>
                </a:moveTo>
                <a:lnTo>
                  <a:pt x="660" y="0"/>
                </a:lnTo>
                <a:lnTo>
                  <a:pt x="660" y="22"/>
                </a:lnTo>
                <a:lnTo>
                  <a:pt x="548" y="22"/>
                </a:lnTo>
                <a:lnTo>
                  <a:pt x="548" y="0"/>
                </a:lnTo>
                <a:moveTo>
                  <a:pt x="727" y="0"/>
                </a:moveTo>
                <a:lnTo>
                  <a:pt x="839" y="0"/>
                </a:lnTo>
                <a:lnTo>
                  <a:pt x="839" y="22"/>
                </a:lnTo>
                <a:lnTo>
                  <a:pt x="727" y="22"/>
                </a:lnTo>
                <a:lnTo>
                  <a:pt x="727" y="0"/>
                </a:lnTo>
                <a:moveTo>
                  <a:pt x="906" y="0"/>
                </a:moveTo>
                <a:lnTo>
                  <a:pt x="1018" y="0"/>
                </a:lnTo>
                <a:lnTo>
                  <a:pt x="1018" y="22"/>
                </a:lnTo>
                <a:lnTo>
                  <a:pt x="906" y="22"/>
                </a:lnTo>
                <a:lnTo>
                  <a:pt x="906" y="0"/>
                </a:lnTo>
                <a:moveTo>
                  <a:pt x="1085" y="0"/>
                </a:moveTo>
                <a:lnTo>
                  <a:pt x="1197" y="0"/>
                </a:lnTo>
                <a:lnTo>
                  <a:pt x="1197" y="22"/>
                </a:lnTo>
                <a:lnTo>
                  <a:pt x="1085" y="22"/>
                </a:lnTo>
                <a:lnTo>
                  <a:pt x="1085" y="0"/>
                </a:lnTo>
                <a:moveTo>
                  <a:pt x="1264" y="0"/>
                </a:moveTo>
                <a:lnTo>
                  <a:pt x="1376" y="0"/>
                </a:lnTo>
                <a:lnTo>
                  <a:pt x="1376" y="22"/>
                </a:lnTo>
                <a:lnTo>
                  <a:pt x="1264" y="22"/>
                </a:lnTo>
                <a:lnTo>
                  <a:pt x="1264" y="0"/>
                </a:lnTo>
                <a:moveTo>
                  <a:pt x="1443" y="0"/>
                </a:moveTo>
                <a:lnTo>
                  <a:pt x="1554" y="0"/>
                </a:lnTo>
                <a:lnTo>
                  <a:pt x="1554" y="22"/>
                </a:lnTo>
                <a:lnTo>
                  <a:pt x="1443" y="22"/>
                </a:lnTo>
                <a:lnTo>
                  <a:pt x="1443" y="0"/>
                </a:lnTo>
                <a:moveTo>
                  <a:pt x="1621" y="0"/>
                </a:moveTo>
                <a:lnTo>
                  <a:pt x="1733" y="0"/>
                </a:lnTo>
                <a:lnTo>
                  <a:pt x="1733" y="22"/>
                </a:lnTo>
                <a:lnTo>
                  <a:pt x="1621" y="22"/>
                </a:lnTo>
                <a:lnTo>
                  <a:pt x="1621" y="0"/>
                </a:lnTo>
                <a:moveTo>
                  <a:pt x="1800" y="0"/>
                </a:moveTo>
                <a:lnTo>
                  <a:pt x="1912" y="0"/>
                </a:lnTo>
                <a:lnTo>
                  <a:pt x="1912" y="22"/>
                </a:lnTo>
                <a:lnTo>
                  <a:pt x="1800" y="22"/>
                </a:lnTo>
                <a:lnTo>
                  <a:pt x="1800" y="0"/>
                </a:lnTo>
                <a:moveTo>
                  <a:pt x="1979" y="0"/>
                </a:moveTo>
                <a:lnTo>
                  <a:pt x="2091" y="0"/>
                </a:lnTo>
                <a:lnTo>
                  <a:pt x="2091" y="22"/>
                </a:lnTo>
                <a:lnTo>
                  <a:pt x="1979" y="22"/>
                </a:lnTo>
                <a:lnTo>
                  <a:pt x="1979" y="0"/>
                </a:lnTo>
                <a:moveTo>
                  <a:pt x="2158" y="0"/>
                </a:moveTo>
                <a:lnTo>
                  <a:pt x="2270" y="0"/>
                </a:lnTo>
                <a:lnTo>
                  <a:pt x="2270" y="22"/>
                </a:lnTo>
                <a:lnTo>
                  <a:pt x="2158" y="22"/>
                </a:lnTo>
                <a:lnTo>
                  <a:pt x="2158" y="0"/>
                </a:lnTo>
                <a:moveTo>
                  <a:pt x="2337" y="0"/>
                </a:moveTo>
                <a:lnTo>
                  <a:pt x="2449" y="0"/>
                </a:lnTo>
                <a:lnTo>
                  <a:pt x="2449" y="22"/>
                </a:lnTo>
                <a:lnTo>
                  <a:pt x="2337" y="22"/>
                </a:lnTo>
                <a:lnTo>
                  <a:pt x="2337" y="0"/>
                </a:lnTo>
                <a:moveTo>
                  <a:pt x="2516" y="0"/>
                </a:moveTo>
                <a:lnTo>
                  <a:pt x="2628" y="0"/>
                </a:lnTo>
                <a:lnTo>
                  <a:pt x="2628" y="22"/>
                </a:lnTo>
                <a:lnTo>
                  <a:pt x="2516" y="22"/>
                </a:lnTo>
                <a:lnTo>
                  <a:pt x="2516" y="0"/>
                </a:lnTo>
                <a:moveTo>
                  <a:pt x="2695" y="0"/>
                </a:moveTo>
                <a:lnTo>
                  <a:pt x="2806" y="0"/>
                </a:lnTo>
                <a:lnTo>
                  <a:pt x="2806" y="22"/>
                </a:lnTo>
                <a:lnTo>
                  <a:pt x="2695" y="22"/>
                </a:lnTo>
                <a:lnTo>
                  <a:pt x="2695" y="0"/>
                </a:lnTo>
                <a:moveTo>
                  <a:pt x="2874" y="0"/>
                </a:moveTo>
                <a:lnTo>
                  <a:pt x="2985" y="0"/>
                </a:lnTo>
                <a:lnTo>
                  <a:pt x="2985" y="22"/>
                </a:lnTo>
                <a:lnTo>
                  <a:pt x="2874" y="22"/>
                </a:lnTo>
                <a:lnTo>
                  <a:pt x="2874" y="0"/>
                </a:lnTo>
                <a:moveTo>
                  <a:pt x="3052" y="0"/>
                </a:moveTo>
                <a:lnTo>
                  <a:pt x="3164" y="0"/>
                </a:lnTo>
                <a:lnTo>
                  <a:pt x="3164" y="22"/>
                </a:lnTo>
                <a:lnTo>
                  <a:pt x="3052" y="22"/>
                </a:lnTo>
                <a:lnTo>
                  <a:pt x="3052" y="0"/>
                </a:lnTo>
                <a:moveTo>
                  <a:pt x="3231" y="0"/>
                </a:moveTo>
                <a:lnTo>
                  <a:pt x="3343" y="0"/>
                </a:lnTo>
                <a:lnTo>
                  <a:pt x="3343" y="22"/>
                </a:lnTo>
                <a:lnTo>
                  <a:pt x="3231" y="22"/>
                </a:lnTo>
                <a:lnTo>
                  <a:pt x="3231" y="0"/>
                </a:lnTo>
                <a:moveTo>
                  <a:pt x="3410" y="0"/>
                </a:moveTo>
                <a:lnTo>
                  <a:pt x="3522" y="0"/>
                </a:lnTo>
                <a:lnTo>
                  <a:pt x="3522" y="22"/>
                </a:lnTo>
                <a:lnTo>
                  <a:pt x="3410" y="22"/>
                </a:lnTo>
                <a:lnTo>
                  <a:pt x="3410" y="0"/>
                </a:lnTo>
                <a:moveTo>
                  <a:pt x="3589" y="0"/>
                </a:moveTo>
                <a:lnTo>
                  <a:pt x="3701" y="0"/>
                </a:lnTo>
                <a:lnTo>
                  <a:pt x="3701" y="22"/>
                </a:lnTo>
                <a:lnTo>
                  <a:pt x="3589" y="22"/>
                </a:lnTo>
                <a:lnTo>
                  <a:pt x="3589" y="0"/>
                </a:lnTo>
                <a:moveTo>
                  <a:pt x="3768" y="0"/>
                </a:moveTo>
                <a:lnTo>
                  <a:pt x="3880" y="0"/>
                </a:lnTo>
                <a:lnTo>
                  <a:pt x="3880" y="22"/>
                </a:lnTo>
                <a:lnTo>
                  <a:pt x="3768" y="22"/>
                </a:lnTo>
                <a:lnTo>
                  <a:pt x="3768" y="0"/>
                </a:lnTo>
                <a:moveTo>
                  <a:pt x="3947" y="0"/>
                </a:moveTo>
                <a:lnTo>
                  <a:pt x="4059" y="0"/>
                </a:lnTo>
                <a:lnTo>
                  <a:pt x="4059" y="22"/>
                </a:lnTo>
                <a:lnTo>
                  <a:pt x="3947" y="22"/>
                </a:lnTo>
                <a:lnTo>
                  <a:pt x="3947" y="0"/>
                </a:lnTo>
                <a:moveTo>
                  <a:pt x="4126" y="0"/>
                </a:moveTo>
                <a:lnTo>
                  <a:pt x="4237" y="0"/>
                </a:lnTo>
                <a:lnTo>
                  <a:pt x="4237" y="22"/>
                </a:lnTo>
                <a:lnTo>
                  <a:pt x="4126" y="22"/>
                </a:lnTo>
                <a:lnTo>
                  <a:pt x="4126" y="0"/>
                </a:lnTo>
                <a:moveTo>
                  <a:pt x="4305" y="0"/>
                </a:moveTo>
                <a:lnTo>
                  <a:pt x="4416" y="0"/>
                </a:lnTo>
                <a:lnTo>
                  <a:pt x="4416" y="22"/>
                </a:lnTo>
                <a:lnTo>
                  <a:pt x="4305" y="22"/>
                </a:lnTo>
                <a:lnTo>
                  <a:pt x="4305" y="0"/>
                </a:lnTo>
                <a:moveTo>
                  <a:pt x="4483" y="0"/>
                </a:moveTo>
                <a:lnTo>
                  <a:pt x="4595" y="0"/>
                </a:lnTo>
                <a:lnTo>
                  <a:pt x="4595" y="22"/>
                </a:lnTo>
                <a:lnTo>
                  <a:pt x="4483" y="22"/>
                </a:lnTo>
                <a:lnTo>
                  <a:pt x="4483" y="0"/>
                </a:lnTo>
                <a:moveTo>
                  <a:pt x="4662" y="0"/>
                </a:moveTo>
                <a:lnTo>
                  <a:pt x="4774" y="0"/>
                </a:lnTo>
                <a:lnTo>
                  <a:pt x="4774" y="22"/>
                </a:lnTo>
                <a:lnTo>
                  <a:pt x="4662" y="22"/>
                </a:lnTo>
                <a:lnTo>
                  <a:pt x="4662" y="0"/>
                </a:lnTo>
                <a:moveTo>
                  <a:pt x="4841" y="0"/>
                </a:moveTo>
                <a:lnTo>
                  <a:pt x="4953" y="0"/>
                </a:lnTo>
                <a:lnTo>
                  <a:pt x="4953" y="22"/>
                </a:lnTo>
                <a:lnTo>
                  <a:pt x="4841" y="22"/>
                </a:lnTo>
                <a:lnTo>
                  <a:pt x="4841" y="0"/>
                </a:lnTo>
                <a:moveTo>
                  <a:pt x="5020" y="0"/>
                </a:moveTo>
                <a:lnTo>
                  <a:pt x="5132" y="0"/>
                </a:lnTo>
                <a:lnTo>
                  <a:pt x="5132" y="22"/>
                </a:lnTo>
                <a:lnTo>
                  <a:pt x="5020" y="22"/>
                </a:lnTo>
                <a:lnTo>
                  <a:pt x="5020" y="0"/>
                </a:lnTo>
                <a:moveTo>
                  <a:pt x="5199" y="0"/>
                </a:moveTo>
                <a:lnTo>
                  <a:pt x="5311" y="0"/>
                </a:lnTo>
                <a:lnTo>
                  <a:pt x="5311" y="22"/>
                </a:lnTo>
                <a:lnTo>
                  <a:pt x="5199" y="22"/>
                </a:lnTo>
                <a:lnTo>
                  <a:pt x="5199" y="0"/>
                </a:lnTo>
                <a:moveTo>
                  <a:pt x="5378" y="0"/>
                </a:moveTo>
                <a:lnTo>
                  <a:pt x="5490" y="0"/>
                </a:lnTo>
                <a:lnTo>
                  <a:pt x="5490" y="22"/>
                </a:lnTo>
                <a:lnTo>
                  <a:pt x="5378" y="22"/>
                </a:lnTo>
                <a:lnTo>
                  <a:pt x="5378" y="0"/>
                </a:lnTo>
                <a:moveTo>
                  <a:pt x="5557" y="0"/>
                </a:moveTo>
                <a:lnTo>
                  <a:pt x="5668" y="0"/>
                </a:lnTo>
                <a:lnTo>
                  <a:pt x="5668" y="22"/>
                </a:lnTo>
                <a:lnTo>
                  <a:pt x="5557" y="22"/>
                </a:lnTo>
                <a:lnTo>
                  <a:pt x="5557" y="0"/>
                </a:lnTo>
                <a:moveTo>
                  <a:pt x="5736" y="0"/>
                </a:moveTo>
                <a:lnTo>
                  <a:pt x="5847" y="0"/>
                </a:lnTo>
                <a:lnTo>
                  <a:pt x="5847" y="22"/>
                </a:lnTo>
                <a:lnTo>
                  <a:pt x="5736" y="22"/>
                </a:lnTo>
                <a:lnTo>
                  <a:pt x="5736" y="0"/>
                </a:lnTo>
                <a:moveTo>
                  <a:pt x="5914" y="0"/>
                </a:moveTo>
                <a:lnTo>
                  <a:pt x="6026" y="0"/>
                </a:lnTo>
                <a:lnTo>
                  <a:pt x="6026" y="22"/>
                </a:lnTo>
                <a:lnTo>
                  <a:pt x="5914" y="22"/>
                </a:lnTo>
                <a:lnTo>
                  <a:pt x="5914" y="0"/>
                </a:lnTo>
                <a:moveTo>
                  <a:pt x="6093" y="0"/>
                </a:moveTo>
                <a:lnTo>
                  <a:pt x="6205" y="0"/>
                </a:lnTo>
                <a:lnTo>
                  <a:pt x="6205" y="22"/>
                </a:lnTo>
                <a:lnTo>
                  <a:pt x="6093" y="22"/>
                </a:lnTo>
                <a:lnTo>
                  <a:pt x="6093" y="0"/>
                </a:lnTo>
                <a:moveTo>
                  <a:pt x="6272" y="0"/>
                </a:moveTo>
                <a:lnTo>
                  <a:pt x="6384" y="0"/>
                </a:lnTo>
                <a:lnTo>
                  <a:pt x="6384" y="22"/>
                </a:lnTo>
                <a:lnTo>
                  <a:pt x="6272" y="22"/>
                </a:lnTo>
                <a:lnTo>
                  <a:pt x="6272" y="0"/>
                </a:lnTo>
                <a:moveTo>
                  <a:pt x="6451" y="0"/>
                </a:moveTo>
                <a:lnTo>
                  <a:pt x="6563" y="0"/>
                </a:lnTo>
                <a:lnTo>
                  <a:pt x="6563" y="22"/>
                </a:lnTo>
                <a:lnTo>
                  <a:pt x="6451" y="22"/>
                </a:lnTo>
                <a:lnTo>
                  <a:pt x="6451" y="0"/>
                </a:lnTo>
                <a:moveTo>
                  <a:pt x="6630" y="0"/>
                </a:moveTo>
                <a:lnTo>
                  <a:pt x="6742" y="0"/>
                </a:lnTo>
                <a:lnTo>
                  <a:pt x="6742" y="22"/>
                </a:lnTo>
                <a:lnTo>
                  <a:pt x="6630" y="22"/>
                </a:lnTo>
                <a:lnTo>
                  <a:pt x="6630" y="0"/>
                </a:lnTo>
                <a:moveTo>
                  <a:pt x="6809" y="0"/>
                </a:moveTo>
                <a:lnTo>
                  <a:pt x="6921" y="0"/>
                </a:lnTo>
                <a:lnTo>
                  <a:pt x="6921" y="22"/>
                </a:lnTo>
                <a:lnTo>
                  <a:pt x="6809" y="22"/>
                </a:lnTo>
                <a:lnTo>
                  <a:pt x="6809" y="0"/>
                </a:lnTo>
                <a:moveTo>
                  <a:pt x="6988" y="0"/>
                </a:moveTo>
                <a:lnTo>
                  <a:pt x="7099" y="0"/>
                </a:lnTo>
                <a:lnTo>
                  <a:pt x="7099" y="22"/>
                </a:lnTo>
                <a:lnTo>
                  <a:pt x="6988" y="22"/>
                </a:lnTo>
                <a:lnTo>
                  <a:pt x="6988" y="0"/>
                </a:lnTo>
                <a:moveTo>
                  <a:pt x="7167" y="0"/>
                </a:moveTo>
                <a:lnTo>
                  <a:pt x="7278" y="0"/>
                </a:lnTo>
                <a:lnTo>
                  <a:pt x="7278" y="22"/>
                </a:lnTo>
                <a:lnTo>
                  <a:pt x="7167" y="22"/>
                </a:lnTo>
                <a:lnTo>
                  <a:pt x="7167" y="0"/>
                </a:lnTo>
                <a:moveTo>
                  <a:pt x="7345" y="0"/>
                </a:moveTo>
                <a:lnTo>
                  <a:pt x="7457" y="0"/>
                </a:lnTo>
                <a:lnTo>
                  <a:pt x="7457" y="22"/>
                </a:lnTo>
                <a:lnTo>
                  <a:pt x="7345" y="22"/>
                </a:lnTo>
                <a:lnTo>
                  <a:pt x="7345" y="0"/>
                </a:lnTo>
                <a:moveTo>
                  <a:pt x="7524" y="0"/>
                </a:moveTo>
                <a:lnTo>
                  <a:pt x="7636" y="0"/>
                </a:lnTo>
                <a:lnTo>
                  <a:pt x="7636" y="22"/>
                </a:lnTo>
                <a:lnTo>
                  <a:pt x="7524" y="22"/>
                </a:lnTo>
                <a:lnTo>
                  <a:pt x="7524" y="0"/>
                </a:lnTo>
                <a:moveTo>
                  <a:pt x="7703" y="0"/>
                </a:moveTo>
                <a:lnTo>
                  <a:pt x="7815" y="0"/>
                </a:lnTo>
                <a:lnTo>
                  <a:pt x="7815" y="22"/>
                </a:lnTo>
                <a:lnTo>
                  <a:pt x="7703" y="22"/>
                </a:lnTo>
                <a:lnTo>
                  <a:pt x="7703" y="0"/>
                </a:lnTo>
                <a:moveTo>
                  <a:pt x="7882" y="0"/>
                </a:moveTo>
                <a:lnTo>
                  <a:pt x="7994" y="0"/>
                </a:lnTo>
                <a:lnTo>
                  <a:pt x="7994" y="22"/>
                </a:lnTo>
                <a:lnTo>
                  <a:pt x="7882" y="22"/>
                </a:lnTo>
                <a:lnTo>
                  <a:pt x="7882" y="0"/>
                </a:lnTo>
                <a:moveTo>
                  <a:pt x="8061" y="0"/>
                </a:moveTo>
                <a:lnTo>
                  <a:pt x="8173" y="0"/>
                </a:lnTo>
                <a:lnTo>
                  <a:pt x="8173" y="22"/>
                </a:lnTo>
                <a:lnTo>
                  <a:pt x="8061" y="22"/>
                </a:lnTo>
                <a:lnTo>
                  <a:pt x="8061" y="0"/>
                </a:lnTo>
                <a:moveTo>
                  <a:pt x="8240" y="0"/>
                </a:moveTo>
                <a:lnTo>
                  <a:pt x="8352" y="0"/>
                </a:lnTo>
                <a:lnTo>
                  <a:pt x="8352" y="22"/>
                </a:lnTo>
                <a:lnTo>
                  <a:pt x="8240" y="22"/>
                </a:lnTo>
                <a:lnTo>
                  <a:pt x="8240" y="0"/>
                </a:lnTo>
                <a:moveTo>
                  <a:pt x="8419" y="0"/>
                </a:moveTo>
                <a:lnTo>
                  <a:pt x="8530" y="0"/>
                </a:lnTo>
                <a:lnTo>
                  <a:pt x="8530" y="22"/>
                </a:lnTo>
                <a:lnTo>
                  <a:pt x="8419" y="22"/>
                </a:lnTo>
                <a:lnTo>
                  <a:pt x="8419" y="0"/>
                </a:lnTo>
                <a:moveTo>
                  <a:pt x="8598" y="0"/>
                </a:moveTo>
                <a:lnTo>
                  <a:pt x="8709" y="0"/>
                </a:lnTo>
                <a:lnTo>
                  <a:pt x="8709" y="22"/>
                </a:lnTo>
                <a:lnTo>
                  <a:pt x="8598" y="22"/>
                </a:lnTo>
                <a:lnTo>
                  <a:pt x="8598" y="0"/>
                </a:lnTo>
                <a:moveTo>
                  <a:pt x="8776" y="0"/>
                </a:moveTo>
                <a:lnTo>
                  <a:pt x="8888" y="0"/>
                </a:lnTo>
                <a:lnTo>
                  <a:pt x="8888" y="22"/>
                </a:lnTo>
                <a:lnTo>
                  <a:pt x="8776" y="22"/>
                </a:lnTo>
                <a:lnTo>
                  <a:pt x="8776" y="0"/>
                </a:lnTo>
                <a:moveTo>
                  <a:pt x="8955" y="0"/>
                </a:moveTo>
                <a:lnTo>
                  <a:pt x="9068" y="0"/>
                </a:lnTo>
                <a:lnTo>
                  <a:pt x="9068" y="22"/>
                </a:lnTo>
                <a:lnTo>
                  <a:pt x="8955" y="22"/>
                </a:lnTo>
                <a:lnTo>
                  <a:pt x="8955" y="0"/>
                </a:lnTo>
                <a:moveTo>
                  <a:pt x="9135" y="0"/>
                </a:moveTo>
                <a:lnTo>
                  <a:pt x="9247" y="0"/>
                </a:lnTo>
                <a:lnTo>
                  <a:pt x="9247" y="22"/>
                </a:lnTo>
                <a:lnTo>
                  <a:pt x="9135" y="22"/>
                </a:lnTo>
                <a:lnTo>
                  <a:pt x="9135" y="0"/>
                </a:lnTo>
                <a:moveTo>
                  <a:pt x="9314" y="0"/>
                </a:moveTo>
                <a:lnTo>
                  <a:pt x="9426" y="0"/>
                </a:lnTo>
                <a:lnTo>
                  <a:pt x="9426" y="22"/>
                </a:lnTo>
                <a:lnTo>
                  <a:pt x="9314" y="22"/>
                </a:lnTo>
                <a:lnTo>
                  <a:pt x="9314" y="0"/>
                </a:lnTo>
                <a:moveTo>
                  <a:pt x="9493" y="0"/>
                </a:moveTo>
                <a:lnTo>
                  <a:pt x="9605" y="0"/>
                </a:lnTo>
                <a:lnTo>
                  <a:pt x="9605" y="22"/>
                </a:lnTo>
                <a:lnTo>
                  <a:pt x="9493" y="22"/>
                </a:lnTo>
                <a:lnTo>
                  <a:pt x="9493" y="0"/>
                </a:lnTo>
                <a:moveTo>
                  <a:pt x="9672" y="0"/>
                </a:moveTo>
                <a:lnTo>
                  <a:pt x="9784" y="0"/>
                </a:lnTo>
                <a:lnTo>
                  <a:pt x="9784" y="22"/>
                </a:lnTo>
                <a:lnTo>
                  <a:pt x="9672" y="22"/>
                </a:lnTo>
                <a:lnTo>
                  <a:pt x="9672" y="0"/>
                </a:lnTo>
                <a:moveTo>
                  <a:pt x="9851" y="0"/>
                </a:moveTo>
                <a:lnTo>
                  <a:pt x="9962" y="0"/>
                </a:lnTo>
                <a:lnTo>
                  <a:pt x="9962" y="22"/>
                </a:lnTo>
                <a:lnTo>
                  <a:pt x="9851" y="22"/>
                </a:lnTo>
                <a:lnTo>
                  <a:pt x="9851" y="0"/>
                </a:lnTo>
                <a:moveTo>
                  <a:pt x="10030" y="0"/>
                </a:moveTo>
                <a:lnTo>
                  <a:pt x="10141" y="0"/>
                </a:lnTo>
                <a:lnTo>
                  <a:pt x="10141" y="22"/>
                </a:lnTo>
                <a:lnTo>
                  <a:pt x="10030" y="22"/>
                </a:lnTo>
                <a:lnTo>
                  <a:pt x="10030" y="0"/>
                </a:lnTo>
                <a:moveTo>
                  <a:pt x="10208" y="0"/>
                </a:moveTo>
                <a:lnTo>
                  <a:pt x="10320" y="0"/>
                </a:lnTo>
                <a:lnTo>
                  <a:pt x="10320" y="22"/>
                </a:lnTo>
                <a:lnTo>
                  <a:pt x="10208" y="22"/>
                </a:lnTo>
                <a:lnTo>
                  <a:pt x="10208" y="0"/>
                </a:lnTo>
                <a:moveTo>
                  <a:pt x="10387" y="0"/>
                </a:moveTo>
                <a:lnTo>
                  <a:pt x="10499" y="0"/>
                </a:lnTo>
                <a:lnTo>
                  <a:pt x="10499" y="22"/>
                </a:lnTo>
                <a:lnTo>
                  <a:pt x="10387" y="22"/>
                </a:lnTo>
                <a:lnTo>
                  <a:pt x="10387" y="0"/>
                </a:lnTo>
                <a:moveTo>
                  <a:pt x="10566" y="0"/>
                </a:moveTo>
                <a:lnTo>
                  <a:pt x="10678" y="0"/>
                </a:lnTo>
                <a:lnTo>
                  <a:pt x="10678" y="22"/>
                </a:lnTo>
                <a:lnTo>
                  <a:pt x="10566" y="22"/>
                </a:lnTo>
                <a:lnTo>
                  <a:pt x="10566" y="0"/>
                </a:lnTo>
                <a:moveTo>
                  <a:pt x="10745" y="0"/>
                </a:moveTo>
                <a:lnTo>
                  <a:pt x="10857" y="0"/>
                </a:lnTo>
                <a:lnTo>
                  <a:pt x="10857" y="22"/>
                </a:lnTo>
                <a:lnTo>
                  <a:pt x="10745" y="22"/>
                </a:lnTo>
                <a:lnTo>
                  <a:pt x="10745" y="0"/>
                </a:lnTo>
                <a:moveTo>
                  <a:pt x="10924" y="0"/>
                </a:moveTo>
                <a:lnTo>
                  <a:pt x="11036" y="0"/>
                </a:lnTo>
                <a:lnTo>
                  <a:pt x="11036" y="22"/>
                </a:lnTo>
                <a:lnTo>
                  <a:pt x="10924" y="22"/>
                </a:lnTo>
                <a:lnTo>
                  <a:pt x="10924" y="0"/>
                </a:lnTo>
                <a:moveTo>
                  <a:pt x="11103" y="0"/>
                </a:moveTo>
                <a:lnTo>
                  <a:pt x="11215" y="0"/>
                </a:lnTo>
                <a:lnTo>
                  <a:pt x="11215" y="22"/>
                </a:lnTo>
                <a:lnTo>
                  <a:pt x="11103" y="22"/>
                </a:lnTo>
                <a:lnTo>
                  <a:pt x="11103" y="0"/>
                </a:lnTo>
                <a:moveTo>
                  <a:pt x="11282" y="0"/>
                </a:moveTo>
                <a:lnTo>
                  <a:pt x="11393" y="0"/>
                </a:lnTo>
                <a:lnTo>
                  <a:pt x="11393" y="22"/>
                </a:lnTo>
                <a:lnTo>
                  <a:pt x="11282" y="22"/>
                </a:lnTo>
                <a:lnTo>
                  <a:pt x="11282" y="0"/>
                </a:lnTo>
                <a:moveTo>
                  <a:pt x="11460" y="0"/>
                </a:moveTo>
                <a:lnTo>
                  <a:pt x="11572" y="0"/>
                </a:lnTo>
                <a:lnTo>
                  <a:pt x="11572" y="22"/>
                </a:lnTo>
                <a:lnTo>
                  <a:pt x="11460" y="22"/>
                </a:lnTo>
                <a:lnTo>
                  <a:pt x="11460" y="0"/>
                </a:lnTo>
                <a:moveTo>
                  <a:pt x="11639" y="0"/>
                </a:moveTo>
                <a:lnTo>
                  <a:pt x="11751" y="0"/>
                </a:lnTo>
                <a:lnTo>
                  <a:pt x="11751" y="22"/>
                </a:lnTo>
                <a:lnTo>
                  <a:pt x="11639" y="22"/>
                </a:lnTo>
                <a:lnTo>
                  <a:pt x="11639" y="0"/>
                </a:lnTo>
                <a:moveTo>
                  <a:pt x="11818" y="0"/>
                </a:moveTo>
                <a:lnTo>
                  <a:pt x="11930" y="0"/>
                </a:lnTo>
                <a:lnTo>
                  <a:pt x="11930" y="22"/>
                </a:lnTo>
                <a:lnTo>
                  <a:pt x="11818" y="22"/>
                </a:lnTo>
                <a:lnTo>
                  <a:pt x="11818" y="0"/>
                </a:lnTo>
                <a:moveTo>
                  <a:pt x="11997" y="0"/>
                </a:moveTo>
                <a:lnTo>
                  <a:pt x="12109" y="0"/>
                </a:lnTo>
                <a:lnTo>
                  <a:pt x="12109" y="22"/>
                </a:lnTo>
                <a:lnTo>
                  <a:pt x="11997" y="22"/>
                </a:lnTo>
                <a:lnTo>
                  <a:pt x="11997" y="0"/>
                </a:lnTo>
                <a:moveTo>
                  <a:pt x="12176" y="0"/>
                </a:moveTo>
                <a:lnTo>
                  <a:pt x="12288" y="0"/>
                </a:lnTo>
                <a:lnTo>
                  <a:pt x="12288" y="22"/>
                </a:lnTo>
                <a:lnTo>
                  <a:pt x="12176" y="22"/>
                </a:lnTo>
                <a:lnTo>
                  <a:pt x="12176" y="0"/>
                </a:lnTo>
                <a:moveTo>
                  <a:pt x="12355" y="0"/>
                </a:moveTo>
                <a:lnTo>
                  <a:pt x="12467" y="0"/>
                </a:lnTo>
                <a:lnTo>
                  <a:pt x="12467" y="22"/>
                </a:lnTo>
                <a:lnTo>
                  <a:pt x="12355" y="22"/>
                </a:lnTo>
                <a:lnTo>
                  <a:pt x="12355" y="0"/>
                </a:lnTo>
                <a:moveTo>
                  <a:pt x="12534" y="0"/>
                </a:moveTo>
                <a:lnTo>
                  <a:pt x="12646" y="0"/>
                </a:lnTo>
                <a:lnTo>
                  <a:pt x="12646" y="22"/>
                </a:lnTo>
                <a:lnTo>
                  <a:pt x="12534" y="22"/>
                </a:lnTo>
                <a:lnTo>
                  <a:pt x="12534" y="0"/>
                </a:lnTo>
                <a:moveTo>
                  <a:pt x="12713" y="0"/>
                </a:moveTo>
                <a:lnTo>
                  <a:pt x="12824" y="0"/>
                </a:lnTo>
                <a:lnTo>
                  <a:pt x="12824" y="22"/>
                </a:lnTo>
                <a:lnTo>
                  <a:pt x="12713" y="22"/>
                </a:lnTo>
                <a:lnTo>
                  <a:pt x="12713" y="0"/>
                </a:lnTo>
                <a:moveTo>
                  <a:pt x="12891" y="0"/>
                </a:moveTo>
                <a:lnTo>
                  <a:pt x="13003" y="0"/>
                </a:lnTo>
                <a:lnTo>
                  <a:pt x="13003" y="22"/>
                </a:lnTo>
                <a:lnTo>
                  <a:pt x="12891" y="22"/>
                </a:lnTo>
                <a:lnTo>
                  <a:pt x="12891" y="0"/>
                </a:lnTo>
                <a:moveTo>
                  <a:pt x="13070" y="0"/>
                </a:moveTo>
                <a:lnTo>
                  <a:pt x="13182" y="0"/>
                </a:lnTo>
                <a:lnTo>
                  <a:pt x="13182" y="22"/>
                </a:lnTo>
                <a:lnTo>
                  <a:pt x="13070" y="22"/>
                </a:lnTo>
                <a:lnTo>
                  <a:pt x="13070" y="0"/>
                </a:lnTo>
                <a:moveTo>
                  <a:pt x="13249" y="0"/>
                </a:moveTo>
                <a:lnTo>
                  <a:pt x="13361" y="0"/>
                </a:lnTo>
                <a:lnTo>
                  <a:pt x="13361" y="22"/>
                </a:lnTo>
                <a:lnTo>
                  <a:pt x="13249" y="22"/>
                </a:lnTo>
                <a:lnTo>
                  <a:pt x="13249" y="0"/>
                </a:lnTo>
                <a:moveTo>
                  <a:pt x="13428" y="0"/>
                </a:moveTo>
                <a:lnTo>
                  <a:pt x="13540" y="0"/>
                </a:lnTo>
                <a:lnTo>
                  <a:pt x="13540" y="22"/>
                </a:lnTo>
                <a:lnTo>
                  <a:pt x="13428" y="22"/>
                </a:lnTo>
                <a:lnTo>
                  <a:pt x="13428" y="0"/>
                </a:lnTo>
                <a:moveTo>
                  <a:pt x="13607" y="0"/>
                </a:moveTo>
                <a:lnTo>
                  <a:pt x="13719" y="0"/>
                </a:lnTo>
                <a:lnTo>
                  <a:pt x="13719" y="22"/>
                </a:lnTo>
                <a:lnTo>
                  <a:pt x="13607" y="22"/>
                </a:lnTo>
                <a:lnTo>
                  <a:pt x="13607" y="0"/>
                </a:lnTo>
                <a:moveTo>
                  <a:pt x="13786" y="0"/>
                </a:moveTo>
                <a:lnTo>
                  <a:pt x="13898" y="0"/>
                </a:lnTo>
                <a:lnTo>
                  <a:pt x="13898" y="22"/>
                </a:lnTo>
                <a:lnTo>
                  <a:pt x="13786" y="22"/>
                </a:lnTo>
                <a:lnTo>
                  <a:pt x="13786" y="0"/>
                </a:lnTo>
                <a:moveTo>
                  <a:pt x="13965" y="0"/>
                </a:moveTo>
                <a:lnTo>
                  <a:pt x="14077" y="0"/>
                </a:lnTo>
                <a:lnTo>
                  <a:pt x="14077" y="22"/>
                </a:lnTo>
                <a:lnTo>
                  <a:pt x="13965" y="22"/>
                </a:lnTo>
                <a:lnTo>
                  <a:pt x="13965" y="0"/>
                </a:lnTo>
                <a:moveTo>
                  <a:pt x="14144" y="0"/>
                </a:moveTo>
                <a:lnTo>
                  <a:pt x="14255" y="0"/>
                </a:lnTo>
                <a:lnTo>
                  <a:pt x="14255" y="22"/>
                </a:lnTo>
                <a:lnTo>
                  <a:pt x="14144" y="22"/>
                </a:lnTo>
                <a:lnTo>
                  <a:pt x="14144" y="0"/>
                </a:lnTo>
                <a:moveTo>
                  <a:pt x="14322" y="0"/>
                </a:moveTo>
                <a:lnTo>
                  <a:pt x="14434" y="0"/>
                </a:lnTo>
                <a:lnTo>
                  <a:pt x="14434" y="22"/>
                </a:lnTo>
                <a:lnTo>
                  <a:pt x="14322" y="22"/>
                </a:lnTo>
                <a:lnTo>
                  <a:pt x="14322" y="0"/>
                </a:lnTo>
                <a:moveTo>
                  <a:pt x="14501" y="0"/>
                </a:moveTo>
                <a:lnTo>
                  <a:pt x="14613" y="0"/>
                </a:lnTo>
                <a:lnTo>
                  <a:pt x="14613" y="22"/>
                </a:lnTo>
                <a:lnTo>
                  <a:pt x="14501" y="22"/>
                </a:lnTo>
                <a:lnTo>
                  <a:pt x="14501" y="0"/>
                </a:lnTo>
                <a:moveTo>
                  <a:pt x="14680" y="0"/>
                </a:moveTo>
                <a:lnTo>
                  <a:pt x="14792" y="0"/>
                </a:lnTo>
                <a:lnTo>
                  <a:pt x="14792" y="22"/>
                </a:lnTo>
                <a:lnTo>
                  <a:pt x="14680" y="22"/>
                </a:lnTo>
                <a:lnTo>
                  <a:pt x="14680" y="0"/>
                </a:lnTo>
                <a:moveTo>
                  <a:pt x="14859" y="0"/>
                </a:moveTo>
                <a:lnTo>
                  <a:pt x="14971" y="0"/>
                </a:lnTo>
                <a:lnTo>
                  <a:pt x="14971" y="22"/>
                </a:lnTo>
                <a:lnTo>
                  <a:pt x="14859" y="22"/>
                </a:lnTo>
                <a:lnTo>
                  <a:pt x="14859" y="0"/>
                </a:lnTo>
                <a:moveTo>
                  <a:pt x="15038" y="0"/>
                </a:moveTo>
                <a:lnTo>
                  <a:pt x="15150" y="0"/>
                </a:lnTo>
                <a:lnTo>
                  <a:pt x="15150" y="22"/>
                </a:lnTo>
                <a:lnTo>
                  <a:pt x="15038" y="22"/>
                </a:lnTo>
                <a:lnTo>
                  <a:pt x="15038" y="0"/>
                </a:lnTo>
                <a:moveTo>
                  <a:pt x="15217" y="0"/>
                </a:moveTo>
                <a:lnTo>
                  <a:pt x="15329" y="0"/>
                </a:lnTo>
                <a:lnTo>
                  <a:pt x="15329" y="22"/>
                </a:lnTo>
                <a:lnTo>
                  <a:pt x="15217" y="22"/>
                </a:lnTo>
                <a:lnTo>
                  <a:pt x="15217" y="0"/>
                </a:lnTo>
                <a:moveTo>
                  <a:pt x="15396" y="0"/>
                </a:moveTo>
                <a:lnTo>
                  <a:pt x="15508" y="0"/>
                </a:lnTo>
                <a:lnTo>
                  <a:pt x="15508" y="22"/>
                </a:lnTo>
                <a:lnTo>
                  <a:pt x="15396" y="22"/>
                </a:lnTo>
                <a:lnTo>
                  <a:pt x="15396" y="0"/>
                </a:lnTo>
                <a:moveTo>
                  <a:pt x="15575" y="0"/>
                </a:moveTo>
                <a:lnTo>
                  <a:pt x="15686" y="0"/>
                </a:lnTo>
                <a:lnTo>
                  <a:pt x="15686" y="22"/>
                </a:lnTo>
                <a:lnTo>
                  <a:pt x="15575" y="22"/>
                </a:lnTo>
                <a:lnTo>
                  <a:pt x="15575" y="0"/>
                </a:lnTo>
                <a:moveTo>
                  <a:pt x="15753" y="0"/>
                </a:moveTo>
                <a:lnTo>
                  <a:pt x="15865" y="0"/>
                </a:lnTo>
                <a:lnTo>
                  <a:pt x="15865" y="22"/>
                </a:lnTo>
                <a:lnTo>
                  <a:pt x="15753" y="22"/>
                </a:lnTo>
                <a:lnTo>
                  <a:pt x="15753" y="0"/>
                </a:lnTo>
                <a:moveTo>
                  <a:pt x="15932" y="0"/>
                </a:moveTo>
                <a:lnTo>
                  <a:pt x="16044" y="0"/>
                </a:lnTo>
                <a:lnTo>
                  <a:pt x="16044" y="22"/>
                </a:lnTo>
                <a:lnTo>
                  <a:pt x="15932" y="22"/>
                </a:lnTo>
                <a:lnTo>
                  <a:pt x="15932" y="0"/>
                </a:lnTo>
                <a:moveTo>
                  <a:pt x="16111" y="0"/>
                </a:moveTo>
                <a:lnTo>
                  <a:pt x="16223" y="0"/>
                </a:lnTo>
                <a:lnTo>
                  <a:pt x="16223" y="22"/>
                </a:lnTo>
                <a:lnTo>
                  <a:pt x="16111" y="22"/>
                </a:lnTo>
                <a:lnTo>
                  <a:pt x="16111" y="0"/>
                </a:lnTo>
                <a:moveTo>
                  <a:pt x="16290" y="0"/>
                </a:moveTo>
                <a:lnTo>
                  <a:pt x="16402" y="0"/>
                </a:lnTo>
                <a:lnTo>
                  <a:pt x="16402" y="22"/>
                </a:lnTo>
                <a:lnTo>
                  <a:pt x="16290" y="22"/>
                </a:lnTo>
                <a:lnTo>
                  <a:pt x="16290" y="0"/>
                </a:lnTo>
                <a:moveTo>
                  <a:pt x="16469" y="0"/>
                </a:moveTo>
                <a:lnTo>
                  <a:pt x="16581" y="0"/>
                </a:lnTo>
                <a:lnTo>
                  <a:pt x="16581" y="22"/>
                </a:lnTo>
                <a:lnTo>
                  <a:pt x="16469" y="22"/>
                </a:lnTo>
                <a:lnTo>
                  <a:pt x="16469" y="0"/>
                </a:lnTo>
                <a:moveTo>
                  <a:pt x="16648" y="0"/>
                </a:moveTo>
                <a:lnTo>
                  <a:pt x="16760" y="0"/>
                </a:lnTo>
                <a:lnTo>
                  <a:pt x="16760" y="22"/>
                </a:lnTo>
                <a:lnTo>
                  <a:pt x="16648" y="22"/>
                </a:lnTo>
                <a:lnTo>
                  <a:pt x="16648" y="0"/>
                </a:lnTo>
                <a:moveTo>
                  <a:pt x="16827" y="0"/>
                </a:moveTo>
                <a:lnTo>
                  <a:pt x="16938" y="0"/>
                </a:lnTo>
                <a:lnTo>
                  <a:pt x="16938" y="22"/>
                </a:lnTo>
                <a:lnTo>
                  <a:pt x="16827" y="22"/>
                </a:lnTo>
                <a:lnTo>
                  <a:pt x="16827" y="0"/>
                </a:lnTo>
                <a:moveTo>
                  <a:pt x="17006" y="0"/>
                </a:moveTo>
                <a:lnTo>
                  <a:pt x="17117" y="0"/>
                </a:lnTo>
                <a:lnTo>
                  <a:pt x="17117" y="22"/>
                </a:lnTo>
                <a:lnTo>
                  <a:pt x="17006" y="22"/>
                </a:lnTo>
                <a:lnTo>
                  <a:pt x="17006" y="0"/>
                </a:lnTo>
                <a:moveTo>
                  <a:pt x="17184" y="0"/>
                </a:moveTo>
                <a:lnTo>
                  <a:pt x="17296" y="0"/>
                </a:lnTo>
                <a:lnTo>
                  <a:pt x="17296" y="22"/>
                </a:lnTo>
                <a:lnTo>
                  <a:pt x="17184" y="22"/>
                </a:lnTo>
                <a:lnTo>
                  <a:pt x="17184" y="0"/>
                </a:lnTo>
                <a:moveTo>
                  <a:pt x="17363" y="0"/>
                </a:moveTo>
                <a:lnTo>
                  <a:pt x="17475" y="0"/>
                </a:lnTo>
                <a:lnTo>
                  <a:pt x="17475" y="22"/>
                </a:lnTo>
                <a:lnTo>
                  <a:pt x="17363" y="22"/>
                </a:lnTo>
                <a:lnTo>
                  <a:pt x="17363" y="0"/>
                </a:lnTo>
                <a:moveTo>
                  <a:pt x="17542" y="0"/>
                </a:moveTo>
                <a:lnTo>
                  <a:pt x="17654" y="0"/>
                </a:lnTo>
                <a:lnTo>
                  <a:pt x="17654" y="22"/>
                </a:lnTo>
                <a:lnTo>
                  <a:pt x="17542" y="22"/>
                </a:lnTo>
                <a:lnTo>
                  <a:pt x="17542" y="0"/>
                </a:lnTo>
                <a:moveTo>
                  <a:pt x="17721" y="0"/>
                </a:moveTo>
                <a:lnTo>
                  <a:pt x="17833" y="0"/>
                </a:lnTo>
                <a:lnTo>
                  <a:pt x="17833" y="22"/>
                </a:lnTo>
                <a:lnTo>
                  <a:pt x="17721" y="22"/>
                </a:lnTo>
                <a:lnTo>
                  <a:pt x="17721" y="0"/>
                </a:lnTo>
                <a:moveTo>
                  <a:pt x="17900" y="0"/>
                </a:moveTo>
                <a:lnTo>
                  <a:pt x="18012" y="0"/>
                </a:lnTo>
                <a:lnTo>
                  <a:pt x="18012" y="22"/>
                </a:lnTo>
                <a:lnTo>
                  <a:pt x="17900" y="22"/>
                </a:lnTo>
                <a:lnTo>
                  <a:pt x="17900" y="0"/>
                </a:lnTo>
                <a:moveTo>
                  <a:pt x="18079" y="0"/>
                </a:moveTo>
                <a:lnTo>
                  <a:pt x="18191" y="0"/>
                </a:lnTo>
                <a:lnTo>
                  <a:pt x="18191" y="22"/>
                </a:lnTo>
                <a:lnTo>
                  <a:pt x="18079" y="22"/>
                </a:lnTo>
                <a:lnTo>
                  <a:pt x="18079" y="0"/>
                </a:lnTo>
                <a:moveTo>
                  <a:pt x="18258" y="0"/>
                </a:moveTo>
                <a:lnTo>
                  <a:pt x="18369" y="0"/>
                </a:lnTo>
                <a:lnTo>
                  <a:pt x="18369" y="22"/>
                </a:lnTo>
                <a:lnTo>
                  <a:pt x="18258" y="22"/>
                </a:lnTo>
                <a:lnTo>
                  <a:pt x="18258" y="0"/>
                </a:lnTo>
                <a:moveTo>
                  <a:pt x="18437" y="0"/>
                </a:moveTo>
                <a:lnTo>
                  <a:pt x="18548" y="0"/>
                </a:lnTo>
                <a:lnTo>
                  <a:pt x="18548" y="22"/>
                </a:lnTo>
                <a:lnTo>
                  <a:pt x="18437" y="22"/>
                </a:lnTo>
                <a:lnTo>
                  <a:pt x="18437" y="0"/>
                </a:lnTo>
                <a:moveTo>
                  <a:pt x="18615" y="0"/>
                </a:moveTo>
                <a:lnTo>
                  <a:pt x="18727" y="0"/>
                </a:lnTo>
                <a:lnTo>
                  <a:pt x="18727" y="22"/>
                </a:lnTo>
                <a:lnTo>
                  <a:pt x="18615" y="22"/>
                </a:lnTo>
                <a:lnTo>
                  <a:pt x="18615" y="0"/>
                </a:lnTo>
                <a:moveTo>
                  <a:pt x="18794" y="0"/>
                </a:moveTo>
                <a:lnTo>
                  <a:pt x="18906" y="0"/>
                </a:lnTo>
                <a:lnTo>
                  <a:pt x="18906" y="22"/>
                </a:lnTo>
                <a:lnTo>
                  <a:pt x="18794" y="22"/>
                </a:lnTo>
                <a:lnTo>
                  <a:pt x="18794" y="0"/>
                </a:lnTo>
                <a:moveTo>
                  <a:pt x="18973" y="0"/>
                </a:moveTo>
                <a:lnTo>
                  <a:pt x="19085" y="0"/>
                </a:lnTo>
                <a:lnTo>
                  <a:pt x="19085" y="22"/>
                </a:lnTo>
                <a:lnTo>
                  <a:pt x="18973" y="22"/>
                </a:lnTo>
                <a:lnTo>
                  <a:pt x="18973" y="0"/>
                </a:lnTo>
                <a:moveTo>
                  <a:pt x="19152" y="0"/>
                </a:moveTo>
                <a:lnTo>
                  <a:pt x="19264" y="0"/>
                </a:lnTo>
                <a:lnTo>
                  <a:pt x="19264" y="22"/>
                </a:lnTo>
                <a:lnTo>
                  <a:pt x="19152" y="22"/>
                </a:lnTo>
                <a:lnTo>
                  <a:pt x="19152" y="0"/>
                </a:lnTo>
                <a:moveTo>
                  <a:pt x="19331" y="0"/>
                </a:moveTo>
                <a:lnTo>
                  <a:pt x="19443" y="0"/>
                </a:lnTo>
                <a:lnTo>
                  <a:pt x="19443" y="22"/>
                </a:lnTo>
                <a:lnTo>
                  <a:pt x="19331" y="22"/>
                </a:lnTo>
                <a:lnTo>
                  <a:pt x="19331" y="0"/>
                </a:lnTo>
                <a:moveTo>
                  <a:pt x="19510" y="0"/>
                </a:moveTo>
                <a:lnTo>
                  <a:pt x="19622" y="0"/>
                </a:lnTo>
                <a:lnTo>
                  <a:pt x="19622" y="22"/>
                </a:lnTo>
                <a:lnTo>
                  <a:pt x="19510" y="22"/>
                </a:lnTo>
                <a:lnTo>
                  <a:pt x="19510" y="0"/>
                </a:lnTo>
                <a:moveTo>
                  <a:pt x="19689" y="0"/>
                </a:moveTo>
                <a:lnTo>
                  <a:pt x="19800" y="0"/>
                </a:lnTo>
                <a:lnTo>
                  <a:pt x="19800" y="22"/>
                </a:lnTo>
                <a:lnTo>
                  <a:pt x="19689" y="22"/>
                </a:lnTo>
                <a:lnTo>
                  <a:pt x="19689" y="0"/>
                </a:lnTo>
                <a:moveTo>
                  <a:pt x="19868" y="0"/>
                </a:moveTo>
                <a:lnTo>
                  <a:pt x="19979" y="0"/>
                </a:lnTo>
                <a:lnTo>
                  <a:pt x="19979" y="22"/>
                </a:lnTo>
                <a:lnTo>
                  <a:pt x="19868" y="22"/>
                </a:lnTo>
                <a:lnTo>
                  <a:pt x="19868" y="0"/>
                </a:lnTo>
                <a:moveTo>
                  <a:pt x="20046" y="0"/>
                </a:moveTo>
                <a:lnTo>
                  <a:pt x="20158" y="0"/>
                </a:lnTo>
                <a:lnTo>
                  <a:pt x="20158" y="22"/>
                </a:lnTo>
                <a:lnTo>
                  <a:pt x="20046" y="22"/>
                </a:lnTo>
                <a:lnTo>
                  <a:pt x="20046" y="0"/>
                </a:lnTo>
                <a:moveTo>
                  <a:pt x="20225" y="0"/>
                </a:moveTo>
                <a:lnTo>
                  <a:pt x="20337" y="0"/>
                </a:lnTo>
                <a:lnTo>
                  <a:pt x="20337" y="22"/>
                </a:lnTo>
                <a:lnTo>
                  <a:pt x="20225" y="22"/>
                </a:lnTo>
                <a:lnTo>
                  <a:pt x="20225" y="0"/>
                </a:lnTo>
                <a:moveTo>
                  <a:pt x="20404" y="0"/>
                </a:moveTo>
                <a:lnTo>
                  <a:pt x="20516" y="0"/>
                </a:lnTo>
                <a:lnTo>
                  <a:pt x="20516" y="22"/>
                </a:lnTo>
                <a:lnTo>
                  <a:pt x="20404" y="22"/>
                </a:lnTo>
                <a:lnTo>
                  <a:pt x="20404" y="0"/>
                </a:lnTo>
                <a:moveTo>
                  <a:pt x="20583" y="0"/>
                </a:moveTo>
                <a:lnTo>
                  <a:pt x="20695" y="0"/>
                </a:lnTo>
                <a:lnTo>
                  <a:pt x="20695" y="22"/>
                </a:lnTo>
                <a:lnTo>
                  <a:pt x="20583" y="22"/>
                </a:lnTo>
                <a:lnTo>
                  <a:pt x="20583" y="0"/>
                </a:lnTo>
                <a:moveTo>
                  <a:pt x="20762" y="0"/>
                </a:moveTo>
                <a:lnTo>
                  <a:pt x="20874" y="0"/>
                </a:lnTo>
                <a:lnTo>
                  <a:pt x="20874" y="22"/>
                </a:lnTo>
                <a:lnTo>
                  <a:pt x="20762" y="22"/>
                </a:lnTo>
                <a:lnTo>
                  <a:pt x="20762" y="0"/>
                </a:lnTo>
                <a:moveTo>
                  <a:pt x="20941" y="0"/>
                </a:moveTo>
                <a:lnTo>
                  <a:pt x="21053" y="0"/>
                </a:lnTo>
                <a:lnTo>
                  <a:pt x="21053" y="22"/>
                </a:lnTo>
                <a:lnTo>
                  <a:pt x="20941" y="22"/>
                </a:lnTo>
                <a:lnTo>
                  <a:pt x="20941" y="0"/>
                </a:lnTo>
                <a:moveTo>
                  <a:pt x="21120" y="0"/>
                </a:moveTo>
                <a:lnTo>
                  <a:pt x="21231" y="0"/>
                </a:lnTo>
                <a:lnTo>
                  <a:pt x="21231" y="22"/>
                </a:lnTo>
                <a:lnTo>
                  <a:pt x="21120" y="22"/>
                </a:lnTo>
                <a:lnTo>
                  <a:pt x="21120" y="0"/>
                </a:lnTo>
                <a:moveTo>
                  <a:pt x="21299" y="0"/>
                </a:moveTo>
                <a:lnTo>
                  <a:pt x="21410" y="0"/>
                </a:lnTo>
                <a:lnTo>
                  <a:pt x="21410" y="22"/>
                </a:lnTo>
                <a:lnTo>
                  <a:pt x="21299" y="22"/>
                </a:lnTo>
                <a:lnTo>
                  <a:pt x="21299" y="0"/>
                </a:lnTo>
                <a:moveTo>
                  <a:pt x="21477" y="0"/>
                </a:moveTo>
                <a:lnTo>
                  <a:pt x="21589" y="0"/>
                </a:lnTo>
                <a:lnTo>
                  <a:pt x="21589" y="22"/>
                </a:lnTo>
                <a:lnTo>
                  <a:pt x="21477" y="22"/>
                </a:lnTo>
                <a:lnTo>
                  <a:pt x="21477" y="0"/>
                </a:lnTo>
                <a:moveTo>
                  <a:pt x="21656" y="0"/>
                </a:moveTo>
                <a:lnTo>
                  <a:pt x="21768" y="0"/>
                </a:lnTo>
                <a:lnTo>
                  <a:pt x="21768" y="22"/>
                </a:lnTo>
                <a:lnTo>
                  <a:pt x="21656" y="22"/>
                </a:lnTo>
                <a:lnTo>
                  <a:pt x="21656" y="0"/>
                </a:lnTo>
                <a:moveTo>
                  <a:pt x="21835" y="0"/>
                </a:moveTo>
                <a:lnTo>
                  <a:pt x="21947" y="0"/>
                </a:lnTo>
                <a:lnTo>
                  <a:pt x="21947" y="22"/>
                </a:lnTo>
                <a:lnTo>
                  <a:pt x="21835" y="22"/>
                </a:lnTo>
                <a:lnTo>
                  <a:pt x="21835" y="0"/>
                </a:lnTo>
                <a:moveTo>
                  <a:pt x="22014" y="0"/>
                </a:moveTo>
                <a:lnTo>
                  <a:pt x="22126" y="0"/>
                </a:lnTo>
                <a:lnTo>
                  <a:pt x="22126" y="22"/>
                </a:lnTo>
                <a:lnTo>
                  <a:pt x="22014" y="22"/>
                </a:lnTo>
                <a:lnTo>
                  <a:pt x="22014" y="0"/>
                </a:lnTo>
                <a:moveTo>
                  <a:pt x="22193" y="0"/>
                </a:moveTo>
                <a:lnTo>
                  <a:pt x="22249" y="0"/>
                </a:lnTo>
                <a:lnTo>
                  <a:pt x="22249" y="78"/>
                </a:lnTo>
                <a:lnTo>
                  <a:pt x="22226" y="78"/>
                </a:lnTo>
                <a:lnTo>
                  <a:pt x="22226" y="11"/>
                </a:lnTo>
                <a:lnTo>
                  <a:pt x="22238" y="11"/>
                </a:lnTo>
                <a:lnTo>
                  <a:pt x="22238" y="22"/>
                </a:lnTo>
                <a:lnTo>
                  <a:pt x="22193" y="22"/>
                </a:lnTo>
                <a:lnTo>
                  <a:pt x="22193" y="0"/>
                </a:lnTo>
                <a:moveTo>
                  <a:pt x="22249" y="145"/>
                </a:moveTo>
                <a:lnTo>
                  <a:pt x="22249" y="257"/>
                </a:lnTo>
                <a:lnTo>
                  <a:pt x="22226" y="257"/>
                </a:lnTo>
                <a:lnTo>
                  <a:pt x="22226" y="145"/>
                </a:lnTo>
                <a:lnTo>
                  <a:pt x="22249" y="145"/>
                </a:lnTo>
                <a:moveTo>
                  <a:pt x="22249" y="325"/>
                </a:moveTo>
                <a:lnTo>
                  <a:pt x="22249" y="437"/>
                </a:lnTo>
                <a:lnTo>
                  <a:pt x="22226" y="437"/>
                </a:lnTo>
                <a:lnTo>
                  <a:pt x="22226" y="325"/>
                </a:lnTo>
                <a:lnTo>
                  <a:pt x="22249" y="325"/>
                </a:lnTo>
                <a:moveTo>
                  <a:pt x="22249" y="505"/>
                </a:moveTo>
                <a:lnTo>
                  <a:pt x="22249" y="616"/>
                </a:lnTo>
                <a:lnTo>
                  <a:pt x="22226" y="616"/>
                </a:lnTo>
                <a:lnTo>
                  <a:pt x="22226" y="505"/>
                </a:lnTo>
                <a:lnTo>
                  <a:pt x="22249" y="505"/>
                </a:lnTo>
                <a:moveTo>
                  <a:pt x="22249" y="684"/>
                </a:moveTo>
                <a:lnTo>
                  <a:pt x="22249" y="796"/>
                </a:lnTo>
                <a:lnTo>
                  <a:pt x="22226" y="796"/>
                </a:lnTo>
                <a:lnTo>
                  <a:pt x="22226" y="684"/>
                </a:lnTo>
                <a:lnTo>
                  <a:pt x="22249" y="684"/>
                </a:lnTo>
                <a:moveTo>
                  <a:pt x="22249" y="863"/>
                </a:moveTo>
                <a:lnTo>
                  <a:pt x="22249" y="975"/>
                </a:lnTo>
                <a:lnTo>
                  <a:pt x="22226" y="975"/>
                </a:lnTo>
                <a:lnTo>
                  <a:pt x="22226" y="863"/>
                </a:lnTo>
                <a:lnTo>
                  <a:pt x="22249" y="863"/>
                </a:lnTo>
                <a:moveTo>
                  <a:pt x="22249" y="1042"/>
                </a:moveTo>
                <a:lnTo>
                  <a:pt x="22249" y="1154"/>
                </a:lnTo>
                <a:lnTo>
                  <a:pt x="22226" y="1154"/>
                </a:lnTo>
                <a:lnTo>
                  <a:pt x="22226" y="1042"/>
                </a:lnTo>
                <a:lnTo>
                  <a:pt x="22249" y="1042"/>
                </a:lnTo>
                <a:moveTo>
                  <a:pt x="22249" y="1221"/>
                </a:moveTo>
                <a:lnTo>
                  <a:pt x="22249" y="1333"/>
                </a:lnTo>
                <a:lnTo>
                  <a:pt x="22226" y="1333"/>
                </a:lnTo>
                <a:lnTo>
                  <a:pt x="22226" y="1221"/>
                </a:lnTo>
                <a:lnTo>
                  <a:pt x="22249" y="1221"/>
                </a:lnTo>
                <a:moveTo>
                  <a:pt x="22249" y="1400"/>
                </a:moveTo>
                <a:lnTo>
                  <a:pt x="22249" y="1512"/>
                </a:lnTo>
                <a:lnTo>
                  <a:pt x="22226" y="1512"/>
                </a:lnTo>
                <a:lnTo>
                  <a:pt x="22226" y="1400"/>
                </a:lnTo>
                <a:lnTo>
                  <a:pt x="22249" y="1400"/>
                </a:lnTo>
                <a:moveTo>
                  <a:pt x="22249" y="1579"/>
                </a:moveTo>
                <a:lnTo>
                  <a:pt x="22249" y="1691"/>
                </a:lnTo>
                <a:lnTo>
                  <a:pt x="22226" y="1691"/>
                </a:lnTo>
                <a:lnTo>
                  <a:pt x="22226" y="1579"/>
                </a:lnTo>
                <a:lnTo>
                  <a:pt x="22249" y="1579"/>
                </a:lnTo>
                <a:moveTo>
                  <a:pt x="22249" y="1758"/>
                </a:moveTo>
                <a:lnTo>
                  <a:pt x="22249" y="1870"/>
                </a:lnTo>
                <a:lnTo>
                  <a:pt x="22226" y="1870"/>
                </a:lnTo>
                <a:lnTo>
                  <a:pt x="22226" y="1758"/>
                </a:lnTo>
                <a:lnTo>
                  <a:pt x="22249" y="1758"/>
                </a:lnTo>
                <a:moveTo>
                  <a:pt x="22249" y="1937"/>
                </a:moveTo>
                <a:lnTo>
                  <a:pt x="22249" y="2049"/>
                </a:lnTo>
                <a:lnTo>
                  <a:pt x="22226" y="2049"/>
                </a:lnTo>
                <a:lnTo>
                  <a:pt x="22226" y="1937"/>
                </a:lnTo>
                <a:lnTo>
                  <a:pt x="22249" y="1937"/>
                </a:lnTo>
                <a:moveTo>
                  <a:pt x="22249" y="2116"/>
                </a:moveTo>
                <a:lnTo>
                  <a:pt x="22249" y="2228"/>
                </a:lnTo>
                <a:lnTo>
                  <a:pt x="22226" y="2228"/>
                </a:lnTo>
                <a:lnTo>
                  <a:pt x="22226" y="2116"/>
                </a:lnTo>
                <a:lnTo>
                  <a:pt x="22249" y="2116"/>
                </a:lnTo>
                <a:moveTo>
                  <a:pt x="22249" y="2296"/>
                </a:moveTo>
                <a:lnTo>
                  <a:pt x="22249" y="2407"/>
                </a:lnTo>
                <a:lnTo>
                  <a:pt x="22226" y="2407"/>
                </a:lnTo>
                <a:lnTo>
                  <a:pt x="22226" y="2296"/>
                </a:lnTo>
                <a:lnTo>
                  <a:pt x="22249" y="2296"/>
                </a:lnTo>
                <a:moveTo>
                  <a:pt x="22249" y="2475"/>
                </a:moveTo>
                <a:lnTo>
                  <a:pt x="22249" y="2587"/>
                </a:lnTo>
                <a:lnTo>
                  <a:pt x="22226" y="2587"/>
                </a:lnTo>
                <a:lnTo>
                  <a:pt x="22226" y="2475"/>
                </a:lnTo>
                <a:lnTo>
                  <a:pt x="22249" y="2475"/>
                </a:lnTo>
                <a:moveTo>
                  <a:pt x="22249" y="2654"/>
                </a:moveTo>
                <a:lnTo>
                  <a:pt x="22249" y="2766"/>
                </a:lnTo>
                <a:lnTo>
                  <a:pt x="22226" y="2766"/>
                </a:lnTo>
                <a:lnTo>
                  <a:pt x="22226" y="2654"/>
                </a:lnTo>
                <a:lnTo>
                  <a:pt x="22249" y="2654"/>
                </a:lnTo>
                <a:moveTo>
                  <a:pt x="22249" y="2833"/>
                </a:moveTo>
                <a:lnTo>
                  <a:pt x="22249" y="2945"/>
                </a:lnTo>
                <a:lnTo>
                  <a:pt x="22226" y="2945"/>
                </a:lnTo>
                <a:lnTo>
                  <a:pt x="22226" y="2833"/>
                </a:lnTo>
                <a:lnTo>
                  <a:pt x="22249" y="2833"/>
                </a:lnTo>
                <a:moveTo>
                  <a:pt x="22238" y="3023"/>
                </a:moveTo>
                <a:lnTo>
                  <a:pt x="22126" y="3023"/>
                </a:lnTo>
                <a:lnTo>
                  <a:pt x="22126" y="3001"/>
                </a:lnTo>
                <a:lnTo>
                  <a:pt x="22238" y="3001"/>
                </a:lnTo>
                <a:lnTo>
                  <a:pt x="22238" y="3023"/>
                </a:lnTo>
                <a:moveTo>
                  <a:pt x="22059" y="3023"/>
                </a:moveTo>
                <a:lnTo>
                  <a:pt x="21947" y="3023"/>
                </a:lnTo>
                <a:lnTo>
                  <a:pt x="21947" y="3001"/>
                </a:lnTo>
                <a:lnTo>
                  <a:pt x="22059" y="3001"/>
                </a:lnTo>
                <a:lnTo>
                  <a:pt x="22059" y="3023"/>
                </a:lnTo>
                <a:moveTo>
                  <a:pt x="21880" y="3023"/>
                </a:moveTo>
                <a:lnTo>
                  <a:pt x="21768" y="3023"/>
                </a:lnTo>
                <a:lnTo>
                  <a:pt x="21768" y="3001"/>
                </a:lnTo>
                <a:lnTo>
                  <a:pt x="21880" y="3001"/>
                </a:lnTo>
                <a:lnTo>
                  <a:pt x="21880" y="3023"/>
                </a:lnTo>
                <a:moveTo>
                  <a:pt x="21701" y="3023"/>
                </a:moveTo>
                <a:lnTo>
                  <a:pt x="21589" y="3023"/>
                </a:lnTo>
                <a:lnTo>
                  <a:pt x="21589" y="3001"/>
                </a:lnTo>
                <a:lnTo>
                  <a:pt x="21701" y="3001"/>
                </a:lnTo>
                <a:lnTo>
                  <a:pt x="21701" y="3023"/>
                </a:lnTo>
                <a:moveTo>
                  <a:pt x="21522" y="3023"/>
                </a:moveTo>
                <a:lnTo>
                  <a:pt x="21410" y="3023"/>
                </a:lnTo>
                <a:lnTo>
                  <a:pt x="21410" y="3001"/>
                </a:lnTo>
                <a:lnTo>
                  <a:pt x="21522" y="3001"/>
                </a:lnTo>
                <a:lnTo>
                  <a:pt x="21522" y="3023"/>
                </a:lnTo>
                <a:moveTo>
                  <a:pt x="21343" y="3023"/>
                </a:moveTo>
                <a:lnTo>
                  <a:pt x="21231" y="3023"/>
                </a:lnTo>
                <a:lnTo>
                  <a:pt x="21231" y="3001"/>
                </a:lnTo>
                <a:lnTo>
                  <a:pt x="21343" y="3001"/>
                </a:lnTo>
                <a:lnTo>
                  <a:pt x="21343" y="3023"/>
                </a:lnTo>
                <a:moveTo>
                  <a:pt x="21164" y="3023"/>
                </a:moveTo>
                <a:lnTo>
                  <a:pt x="21053" y="3023"/>
                </a:lnTo>
                <a:lnTo>
                  <a:pt x="21053" y="3001"/>
                </a:lnTo>
                <a:lnTo>
                  <a:pt x="21164" y="3001"/>
                </a:lnTo>
                <a:lnTo>
                  <a:pt x="21164" y="3023"/>
                </a:lnTo>
                <a:moveTo>
                  <a:pt x="20986" y="3023"/>
                </a:moveTo>
                <a:lnTo>
                  <a:pt x="20874" y="3023"/>
                </a:lnTo>
                <a:lnTo>
                  <a:pt x="20874" y="3001"/>
                </a:lnTo>
                <a:lnTo>
                  <a:pt x="20986" y="3001"/>
                </a:lnTo>
                <a:lnTo>
                  <a:pt x="20986" y="3023"/>
                </a:lnTo>
                <a:moveTo>
                  <a:pt x="20807" y="3023"/>
                </a:moveTo>
                <a:lnTo>
                  <a:pt x="20695" y="3023"/>
                </a:lnTo>
                <a:lnTo>
                  <a:pt x="20695" y="3001"/>
                </a:lnTo>
                <a:lnTo>
                  <a:pt x="20807" y="3001"/>
                </a:lnTo>
                <a:lnTo>
                  <a:pt x="20807" y="3023"/>
                </a:lnTo>
                <a:moveTo>
                  <a:pt x="20628" y="3023"/>
                </a:moveTo>
                <a:lnTo>
                  <a:pt x="20516" y="3023"/>
                </a:lnTo>
                <a:lnTo>
                  <a:pt x="20516" y="3001"/>
                </a:lnTo>
                <a:lnTo>
                  <a:pt x="20628" y="3001"/>
                </a:lnTo>
                <a:lnTo>
                  <a:pt x="20628" y="3023"/>
                </a:lnTo>
                <a:moveTo>
                  <a:pt x="20449" y="3023"/>
                </a:moveTo>
                <a:lnTo>
                  <a:pt x="20337" y="3023"/>
                </a:lnTo>
                <a:lnTo>
                  <a:pt x="20337" y="3001"/>
                </a:lnTo>
                <a:lnTo>
                  <a:pt x="20449" y="3001"/>
                </a:lnTo>
                <a:lnTo>
                  <a:pt x="20449" y="3023"/>
                </a:lnTo>
                <a:moveTo>
                  <a:pt x="20270" y="3023"/>
                </a:moveTo>
                <a:lnTo>
                  <a:pt x="20158" y="3023"/>
                </a:lnTo>
                <a:lnTo>
                  <a:pt x="20158" y="3001"/>
                </a:lnTo>
                <a:lnTo>
                  <a:pt x="20270" y="3001"/>
                </a:lnTo>
                <a:lnTo>
                  <a:pt x="20270" y="3023"/>
                </a:lnTo>
                <a:moveTo>
                  <a:pt x="20091" y="3023"/>
                </a:moveTo>
                <a:lnTo>
                  <a:pt x="19979" y="3023"/>
                </a:lnTo>
                <a:lnTo>
                  <a:pt x="19979" y="3001"/>
                </a:lnTo>
                <a:lnTo>
                  <a:pt x="20091" y="3001"/>
                </a:lnTo>
                <a:lnTo>
                  <a:pt x="20091" y="3023"/>
                </a:lnTo>
                <a:moveTo>
                  <a:pt x="19912" y="3023"/>
                </a:moveTo>
                <a:lnTo>
                  <a:pt x="19800" y="3023"/>
                </a:lnTo>
                <a:lnTo>
                  <a:pt x="19800" y="3001"/>
                </a:lnTo>
                <a:lnTo>
                  <a:pt x="19912" y="3001"/>
                </a:lnTo>
                <a:lnTo>
                  <a:pt x="19912" y="3023"/>
                </a:lnTo>
                <a:moveTo>
                  <a:pt x="19733" y="3023"/>
                </a:moveTo>
                <a:lnTo>
                  <a:pt x="19622" y="3023"/>
                </a:lnTo>
                <a:lnTo>
                  <a:pt x="19622" y="3001"/>
                </a:lnTo>
                <a:lnTo>
                  <a:pt x="19733" y="3001"/>
                </a:lnTo>
                <a:lnTo>
                  <a:pt x="19733" y="3023"/>
                </a:lnTo>
                <a:moveTo>
                  <a:pt x="19555" y="3023"/>
                </a:moveTo>
                <a:lnTo>
                  <a:pt x="19443" y="3023"/>
                </a:lnTo>
                <a:lnTo>
                  <a:pt x="19443" y="3001"/>
                </a:lnTo>
                <a:lnTo>
                  <a:pt x="19555" y="3001"/>
                </a:lnTo>
                <a:lnTo>
                  <a:pt x="19555" y="3023"/>
                </a:lnTo>
                <a:moveTo>
                  <a:pt x="19376" y="3023"/>
                </a:moveTo>
                <a:lnTo>
                  <a:pt x="19264" y="3023"/>
                </a:lnTo>
                <a:lnTo>
                  <a:pt x="19264" y="3001"/>
                </a:lnTo>
                <a:lnTo>
                  <a:pt x="19376" y="3001"/>
                </a:lnTo>
                <a:lnTo>
                  <a:pt x="19376" y="3023"/>
                </a:lnTo>
                <a:moveTo>
                  <a:pt x="19197" y="3023"/>
                </a:moveTo>
                <a:lnTo>
                  <a:pt x="19085" y="3023"/>
                </a:lnTo>
                <a:lnTo>
                  <a:pt x="19085" y="3001"/>
                </a:lnTo>
                <a:lnTo>
                  <a:pt x="19197" y="3001"/>
                </a:lnTo>
                <a:lnTo>
                  <a:pt x="19197" y="3023"/>
                </a:lnTo>
                <a:moveTo>
                  <a:pt x="19018" y="3023"/>
                </a:moveTo>
                <a:lnTo>
                  <a:pt x="18906" y="3023"/>
                </a:lnTo>
                <a:lnTo>
                  <a:pt x="18906" y="3001"/>
                </a:lnTo>
                <a:lnTo>
                  <a:pt x="19018" y="3001"/>
                </a:lnTo>
                <a:lnTo>
                  <a:pt x="19018" y="3023"/>
                </a:lnTo>
                <a:moveTo>
                  <a:pt x="18839" y="3023"/>
                </a:moveTo>
                <a:lnTo>
                  <a:pt x="18727" y="3023"/>
                </a:lnTo>
                <a:lnTo>
                  <a:pt x="18727" y="3001"/>
                </a:lnTo>
                <a:lnTo>
                  <a:pt x="18839" y="3001"/>
                </a:lnTo>
                <a:lnTo>
                  <a:pt x="18839" y="3023"/>
                </a:lnTo>
                <a:moveTo>
                  <a:pt x="18660" y="3023"/>
                </a:moveTo>
                <a:lnTo>
                  <a:pt x="18548" y="3023"/>
                </a:lnTo>
                <a:lnTo>
                  <a:pt x="18548" y="3001"/>
                </a:lnTo>
                <a:lnTo>
                  <a:pt x="18660" y="3001"/>
                </a:lnTo>
                <a:lnTo>
                  <a:pt x="18660" y="3023"/>
                </a:lnTo>
                <a:moveTo>
                  <a:pt x="18481" y="3023"/>
                </a:moveTo>
                <a:lnTo>
                  <a:pt x="18369" y="3023"/>
                </a:lnTo>
                <a:lnTo>
                  <a:pt x="18369" y="3001"/>
                </a:lnTo>
                <a:lnTo>
                  <a:pt x="18481" y="3001"/>
                </a:lnTo>
                <a:lnTo>
                  <a:pt x="18481" y="3023"/>
                </a:lnTo>
                <a:moveTo>
                  <a:pt x="18302" y="3023"/>
                </a:moveTo>
                <a:lnTo>
                  <a:pt x="18191" y="3023"/>
                </a:lnTo>
                <a:lnTo>
                  <a:pt x="18191" y="3001"/>
                </a:lnTo>
                <a:lnTo>
                  <a:pt x="18302" y="3001"/>
                </a:lnTo>
                <a:lnTo>
                  <a:pt x="18302" y="3023"/>
                </a:lnTo>
                <a:moveTo>
                  <a:pt x="18124" y="3023"/>
                </a:moveTo>
                <a:lnTo>
                  <a:pt x="18012" y="3023"/>
                </a:lnTo>
                <a:lnTo>
                  <a:pt x="18012" y="3001"/>
                </a:lnTo>
                <a:lnTo>
                  <a:pt x="18124" y="3001"/>
                </a:lnTo>
                <a:lnTo>
                  <a:pt x="18124" y="3023"/>
                </a:lnTo>
                <a:moveTo>
                  <a:pt x="17945" y="3023"/>
                </a:moveTo>
                <a:lnTo>
                  <a:pt x="17833" y="3023"/>
                </a:lnTo>
                <a:lnTo>
                  <a:pt x="17833" y="3001"/>
                </a:lnTo>
                <a:lnTo>
                  <a:pt x="17945" y="3001"/>
                </a:lnTo>
                <a:lnTo>
                  <a:pt x="17945" y="3023"/>
                </a:lnTo>
                <a:moveTo>
                  <a:pt x="17766" y="3023"/>
                </a:moveTo>
                <a:lnTo>
                  <a:pt x="17654" y="3023"/>
                </a:lnTo>
                <a:lnTo>
                  <a:pt x="17654" y="3001"/>
                </a:lnTo>
                <a:lnTo>
                  <a:pt x="17766" y="3001"/>
                </a:lnTo>
                <a:lnTo>
                  <a:pt x="17766" y="3023"/>
                </a:lnTo>
                <a:moveTo>
                  <a:pt x="17587" y="3023"/>
                </a:moveTo>
                <a:lnTo>
                  <a:pt x="17475" y="3023"/>
                </a:lnTo>
                <a:lnTo>
                  <a:pt x="17475" y="3001"/>
                </a:lnTo>
                <a:lnTo>
                  <a:pt x="17587" y="3001"/>
                </a:lnTo>
                <a:lnTo>
                  <a:pt x="17587" y="3023"/>
                </a:lnTo>
                <a:moveTo>
                  <a:pt x="17408" y="3023"/>
                </a:moveTo>
                <a:lnTo>
                  <a:pt x="17296" y="3023"/>
                </a:lnTo>
                <a:lnTo>
                  <a:pt x="17296" y="3001"/>
                </a:lnTo>
                <a:lnTo>
                  <a:pt x="17408" y="3001"/>
                </a:lnTo>
                <a:lnTo>
                  <a:pt x="17408" y="3023"/>
                </a:lnTo>
                <a:moveTo>
                  <a:pt x="17229" y="3023"/>
                </a:moveTo>
                <a:lnTo>
                  <a:pt x="17117" y="3023"/>
                </a:lnTo>
                <a:lnTo>
                  <a:pt x="17117" y="3001"/>
                </a:lnTo>
                <a:lnTo>
                  <a:pt x="17229" y="3001"/>
                </a:lnTo>
                <a:lnTo>
                  <a:pt x="17229" y="3023"/>
                </a:lnTo>
                <a:moveTo>
                  <a:pt x="17050" y="3023"/>
                </a:moveTo>
                <a:lnTo>
                  <a:pt x="16938" y="3023"/>
                </a:lnTo>
                <a:lnTo>
                  <a:pt x="16938" y="3001"/>
                </a:lnTo>
                <a:lnTo>
                  <a:pt x="17050" y="3001"/>
                </a:lnTo>
                <a:lnTo>
                  <a:pt x="17050" y="3023"/>
                </a:lnTo>
                <a:moveTo>
                  <a:pt x="16871" y="3023"/>
                </a:moveTo>
                <a:lnTo>
                  <a:pt x="16760" y="3023"/>
                </a:lnTo>
                <a:lnTo>
                  <a:pt x="16760" y="3001"/>
                </a:lnTo>
                <a:lnTo>
                  <a:pt x="16871" y="3001"/>
                </a:lnTo>
                <a:lnTo>
                  <a:pt x="16871" y="3023"/>
                </a:lnTo>
                <a:moveTo>
                  <a:pt x="16693" y="3023"/>
                </a:moveTo>
                <a:lnTo>
                  <a:pt x="16581" y="3023"/>
                </a:lnTo>
                <a:lnTo>
                  <a:pt x="16581" y="3001"/>
                </a:lnTo>
                <a:lnTo>
                  <a:pt x="16693" y="3001"/>
                </a:lnTo>
                <a:lnTo>
                  <a:pt x="16693" y="3023"/>
                </a:lnTo>
                <a:moveTo>
                  <a:pt x="16514" y="3023"/>
                </a:moveTo>
                <a:lnTo>
                  <a:pt x="16402" y="3023"/>
                </a:lnTo>
                <a:lnTo>
                  <a:pt x="16402" y="3001"/>
                </a:lnTo>
                <a:lnTo>
                  <a:pt x="16514" y="3001"/>
                </a:lnTo>
                <a:lnTo>
                  <a:pt x="16514" y="3023"/>
                </a:lnTo>
                <a:moveTo>
                  <a:pt x="16335" y="3023"/>
                </a:moveTo>
                <a:lnTo>
                  <a:pt x="16223" y="3023"/>
                </a:lnTo>
                <a:lnTo>
                  <a:pt x="16223" y="3001"/>
                </a:lnTo>
                <a:lnTo>
                  <a:pt x="16335" y="3001"/>
                </a:lnTo>
                <a:lnTo>
                  <a:pt x="16335" y="3023"/>
                </a:lnTo>
                <a:moveTo>
                  <a:pt x="16156" y="3023"/>
                </a:moveTo>
                <a:lnTo>
                  <a:pt x="16044" y="3023"/>
                </a:lnTo>
                <a:lnTo>
                  <a:pt x="16044" y="3001"/>
                </a:lnTo>
                <a:lnTo>
                  <a:pt x="16156" y="3001"/>
                </a:lnTo>
                <a:lnTo>
                  <a:pt x="16156" y="3023"/>
                </a:lnTo>
                <a:moveTo>
                  <a:pt x="15977" y="3023"/>
                </a:moveTo>
                <a:lnTo>
                  <a:pt x="15865" y="3023"/>
                </a:lnTo>
                <a:lnTo>
                  <a:pt x="15865" y="3001"/>
                </a:lnTo>
                <a:lnTo>
                  <a:pt x="15977" y="3001"/>
                </a:lnTo>
                <a:lnTo>
                  <a:pt x="15977" y="3023"/>
                </a:lnTo>
                <a:moveTo>
                  <a:pt x="15798" y="3023"/>
                </a:moveTo>
                <a:lnTo>
                  <a:pt x="15686" y="3023"/>
                </a:lnTo>
                <a:lnTo>
                  <a:pt x="15686" y="3001"/>
                </a:lnTo>
                <a:lnTo>
                  <a:pt x="15798" y="3001"/>
                </a:lnTo>
                <a:lnTo>
                  <a:pt x="15798" y="3023"/>
                </a:lnTo>
                <a:moveTo>
                  <a:pt x="15619" y="3023"/>
                </a:moveTo>
                <a:lnTo>
                  <a:pt x="15508" y="3023"/>
                </a:lnTo>
                <a:lnTo>
                  <a:pt x="15508" y="3001"/>
                </a:lnTo>
                <a:lnTo>
                  <a:pt x="15619" y="3001"/>
                </a:lnTo>
                <a:lnTo>
                  <a:pt x="15619" y="3023"/>
                </a:lnTo>
                <a:moveTo>
                  <a:pt x="15440" y="3023"/>
                </a:moveTo>
                <a:lnTo>
                  <a:pt x="15329" y="3023"/>
                </a:lnTo>
                <a:lnTo>
                  <a:pt x="15329" y="3001"/>
                </a:lnTo>
                <a:lnTo>
                  <a:pt x="15440" y="3001"/>
                </a:lnTo>
                <a:lnTo>
                  <a:pt x="15440" y="3023"/>
                </a:lnTo>
                <a:moveTo>
                  <a:pt x="15262" y="3023"/>
                </a:moveTo>
                <a:lnTo>
                  <a:pt x="15150" y="3023"/>
                </a:lnTo>
                <a:lnTo>
                  <a:pt x="15150" y="3001"/>
                </a:lnTo>
                <a:lnTo>
                  <a:pt x="15262" y="3001"/>
                </a:lnTo>
                <a:lnTo>
                  <a:pt x="15262" y="3023"/>
                </a:lnTo>
                <a:moveTo>
                  <a:pt x="15083" y="3023"/>
                </a:moveTo>
                <a:lnTo>
                  <a:pt x="14971" y="3023"/>
                </a:lnTo>
                <a:lnTo>
                  <a:pt x="14971" y="3001"/>
                </a:lnTo>
                <a:lnTo>
                  <a:pt x="15083" y="3001"/>
                </a:lnTo>
                <a:lnTo>
                  <a:pt x="15083" y="3023"/>
                </a:lnTo>
                <a:moveTo>
                  <a:pt x="14904" y="3023"/>
                </a:moveTo>
                <a:lnTo>
                  <a:pt x="14792" y="3023"/>
                </a:lnTo>
                <a:lnTo>
                  <a:pt x="14792" y="3001"/>
                </a:lnTo>
                <a:lnTo>
                  <a:pt x="14904" y="3001"/>
                </a:lnTo>
                <a:lnTo>
                  <a:pt x="14904" y="3023"/>
                </a:lnTo>
                <a:moveTo>
                  <a:pt x="14725" y="3023"/>
                </a:moveTo>
                <a:lnTo>
                  <a:pt x="14613" y="3023"/>
                </a:lnTo>
                <a:lnTo>
                  <a:pt x="14613" y="3001"/>
                </a:lnTo>
                <a:lnTo>
                  <a:pt x="14725" y="3001"/>
                </a:lnTo>
                <a:lnTo>
                  <a:pt x="14725" y="3023"/>
                </a:lnTo>
                <a:moveTo>
                  <a:pt x="14546" y="3023"/>
                </a:moveTo>
                <a:lnTo>
                  <a:pt x="14434" y="3023"/>
                </a:lnTo>
                <a:lnTo>
                  <a:pt x="14434" y="3001"/>
                </a:lnTo>
                <a:lnTo>
                  <a:pt x="14546" y="3001"/>
                </a:lnTo>
                <a:lnTo>
                  <a:pt x="14546" y="3023"/>
                </a:lnTo>
                <a:moveTo>
                  <a:pt x="14367" y="3023"/>
                </a:moveTo>
                <a:lnTo>
                  <a:pt x="14255" y="3023"/>
                </a:lnTo>
                <a:lnTo>
                  <a:pt x="14255" y="3001"/>
                </a:lnTo>
                <a:lnTo>
                  <a:pt x="14367" y="3001"/>
                </a:lnTo>
                <a:lnTo>
                  <a:pt x="14367" y="3023"/>
                </a:lnTo>
                <a:moveTo>
                  <a:pt x="14188" y="3023"/>
                </a:moveTo>
                <a:lnTo>
                  <a:pt x="14077" y="3023"/>
                </a:lnTo>
                <a:lnTo>
                  <a:pt x="14077" y="3001"/>
                </a:lnTo>
                <a:lnTo>
                  <a:pt x="14188" y="3001"/>
                </a:lnTo>
                <a:lnTo>
                  <a:pt x="14188" y="3023"/>
                </a:lnTo>
                <a:moveTo>
                  <a:pt x="14009" y="3023"/>
                </a:moveTo>
                <a:lnTo>
                  <a:pt x="13898" y="3023"/>
                </a:lnTo>
                <a:lnTo>
                  <a:pt x="13898" y="3001"/>
                </a:lnTo>
                <a:lnTo>
                  <a:pt x="14009" y="3001"/>
                </a:lnTo>
                <a:lnTo>
                  <a:pt x="14009" y="3023"/>
                </a:lnTo>
                <a:moveTo>
                  <a:pt x="13831" y="3023"/>
                </a:moveTo>
                <a:lnTo>
                  <a:pt x="13719" y="3023"/>
                </a:lnTo>
                <a:lnTo>
                  <a:pt x="13719" y="3001"/>
                </a:lnTo>
                <a:lnTo>
                  <a:pt x="13831" y="3001"/>
                </a:lnTo>
                <a:lnTo>
                  <a:pt x="13831" y="3023"/>
                </a:lnTo>
                <a:moveTo>
                  <a:pt x="13652" y="3023"/>
                </a:moveTo>
                <a:lnTo>
                  <a:pt x="13540" y="3023"/>
                </a:lnTo>
                <a:lnTo>
                  <a:pt x="13540" y="3001"/>
                </a:lnTo>
                <a:lnTo>
                  <a:pt x="13652" y="3001"/>
                </a:lnTo>
                <a:lnTo>
                  <a:pt x="13652" y="3023"/>
                </a:lnTo>
                <a:moveTo>
                  <a:pt x="13473" y="3023"/>
                </a:moveTo>
                <a:lnTo>
                  <a:pt x="13361" y="3023"/>
                </a:lnTo>
                <a:lnTo>
                  <a:pt x="13361" y="3001"/>
                </a:lnTo>
                <a:lnTo>
                  <a:pt x="13473" y="3001"/>
                </a:lnTo>
                <a:lnTo>
                  <a:pt x="13473" y="3023"/>
                </a:lnTo>
                <a:moveTo>
                  <a:pt x="13294" y="3023"/>
                </a:moveTo>
                <a:lnTo>
                  <a:pt x="13182" y="3023"/>
                </a:lnTo>
                <a:lnTo>
                  <a:pt x="13182" y="3001"/>
                </a:lnTo>
                <a:lnTo>
                  <a:pt x="13294" y="3001"/>
                </a:lnTo>
                <a:lnTo>
                  <a:pt x="13294" y="3023"/>
                </a:lnTo>
                <a:moveTo>
                  <a:pt x="13115" y="3023"/>
                </a:moveTo>
                <a:lnTo>
                  <a:pt x="13003" y="3023"/>
                </a:lnTo>
                <a:lnTo>
                  <a:pt x="13003" y="3001"/>
                </a:lnTo>
                <a:lnTo>
                  <a:pt x="13115" y="3001"/>
                </a:lnTo>
                <a:lnTo>
                  <a:pt x="13115" y="3023"/>
                </a:lnTo>
                <a:moveTo>
                  <a:pt x="12936" y="3023"/>
                </a:moveTo>
                <a:lnTo>
                  <a:pt x="12824" y="3023"/>
                </a:lnTo>
                <a:lnTo>
                  <a:pt x="12824" y="3001"/>
                </a:lnTo>
                <a:lnTo>
                  <a:pt x="12936" y="3001"/>
                </a:lnTo>
                <a:lnTo>
                  <a:pt x="12936" y="3023"/>
                </a:lnTo>
                <a:moveTo>
                  <a:pt x="12757" y="3023"/>
                </a:moveTo>
                <a:lnTo>
                  <a:pt x="12646" y="3023"/>
                </a:lnTo>
                <a:lnTo>
                  <a:pt x="12646" y="3001"/>
                </a:lnTo>
                <a:lnTo>
                  <a:pt x="12757" y="3001"/>
                </a:lnTo>
                <a:lnTo>
                  <a:pt x="12757" y="3023"/>
                </a:lnTo>
                <a:moveTo>
                  <a:pt x="12578" y="3023"/>
                </a:moveTo>
                <a:lnTo>
                  <a:pt x="12467" y="3023"/>
                </a:lnTo>
                <a:lnTo>
                  <a:pt x="12467" y="3001"/>
                </a:lnTo>
                <a:lnTo>
                  <a:pt x="12578" y="3001"/>
                </a:lnTo>
                <a:lnTo>
                  <a:pt x="12578" y="3023"/>
                </a:lnTo>
                <a:moveTo>
                  <a:pt x="12400" y="3023"/>
                </a:moveTo>
                <a:lnTo>
                  <a:pt x="12288" y="3023"/>
                </a:lnTo>
                <a:lnTo>
                  <a:pt x="12288" y="3001"/>
                </a:lnTo>
                <a:lnTo>
                  <a:pt x="12400" y="3001"/>
                </a:lnTo>
                <a:lnTo>
                  <a:pt x="12400" y="3023"/>
                </a:lnTo>
                <a:moveTo>
                  <a:pt x="12221" y="3023"/>
                </a:moveTo>
                <a:lnTo>
                  <a:pt x="12109" y="3023"/>
                </a:lnTo>
                <a:lnTo>
                  <a:pt x="12109" y="3001"/>
                </a:lnTo>
                <a:lnTo>
                  <a:pt x="12221" y="3001"/>
                </a:lnTo>
                <a:lnTo>
                  <a:pt x="12221" y="3023"/>
                </a:lnTo>
                <a:moveTo>
                  <a:pt x="12042" y="3023"/>
                </a:moveTo>
                <a:lnTo>
                  <a:pt x="11930" y="3023"/>
                </a:lnTo>
                <a:lnTo>
                  <a:pt x="11930" y="3001"/>
                </a:lnTo>
                <a:lnTo>
                  <a:pt x="12042" y="3001"/>
                </a:lnTo>
                <a:lnTo>
                  <a:pt x="12042" y="3023"/>
                </a:lnTo>
                <a:moveTo>
                  <a:pt x="11863" y="3023"/>
                </a:moveTo>
                <a:lnTo>
                  <a:pt x="11751" y="3023"/>
                </a:lnTo>
                <a:lnTo>
                  <a:pt x="11751" y="3001"/>
                </a:lnTo>
                <a:lnTo>
                  <a:pt x="11863" y="3001"/>
                </a:lnTo>
                <a:lnTo>
                  <a:pt x="11863" y="3023"/>
                </a:lnTo>
                <a:moveTo>
                  <a:pt x="11684" y="3023"/>
                </a:moveTo>
                <a:lnTo>
                  <a:pt x="11572" y="3023"/>
                </a:lnTo>
                <a:lnTo>
                  <a:pt x="11572" y="3001"/>
                </a:lnTo>
                <a:lnTo>
                  <a:pt x="11684" y="3001"/>
                </a:lnTo>
                <a:lnTo>
                  <a:pt x="11684" y="3023"/>
                </a:lnTo>
                <a:moveTo>
                  <a:pt x="11505" y="3023"/>
                </a:moveTo>
                <a:lnTo>
                  <a:pt x="11393" y="3023"/>
                </a:lnTo>
                <a:lnTo>
                  <a:pt x="11393" y="3001"/>
                </a:lnTo>
                <a:lnTo>
                  <a:pt x="11505" y="3001"/>
                </a:lnTo>
                <a:lnTo>
                  <a:pt x="11505" y="3023"/>
                </a:lnTo>
                <a:moveTo>
                  <a:pt x="11326" y="3023"/>
                </a:moveTo>
                <a:lnTo>
                  <a:pt x="11215" y="3023"/>
                </a:lnTo>
                <a:lnTo>
                  <a:pt x="11215" y="3001"/>
                </a:lnTo>
                <a:lnTo>
                  <a:pt x="11326" y="3001"/>
                </a:lnTo>
                <a:lnTo>
                  <a:pt x="11326" y="3023"/>
                </a:lnTo>
                <a:moveTo>
                  <a:pt x="11147" y="3023"/>
                </a:moveTo>
                <a:lnTo>
                  <a:pt x="11036" y="3023"/>
                </a:lnTo>
                <a:lnTo>
                  <a:pt x="11036" y="3001"/>
                </a:lnTo>
                <a:lnTo>
                  <a:pt x="11147" y="3001"/>
                </a:lnTo>
                <a:lnTo>
                  <a:pt x="11147" y="3023"/>
                </a:lnTo>
                <a:moveTo>
                  <a:pt x="10969" y="3023"/>
                </a:moveTo>
                <a:lnTo>
                  <a:pt x="10857" y="3023"/>
                </a:lnTo>
                <a:lnTo>
                  <a:pt x="10857" y="3001"/>
                </a:lnTo>
                <a:lnTo>
                  <a:pt x="10969" y="3001"/>
                </a:lnTo>
                <a:lnTo>
                  <a:pt x="10969" y="3023"/>
                </a:lnTo>
                <a:moveTo>
                  <a:pt x="10790" y="3023"/>
                </a:moveTo>
                <a:lnTo>
                  <a:pt x="10678" y="3023"/>
                </a:lnTo>
                <a:lnTo>
                  <a:pt x="10678" y="3001"/>
                </a:lnTo>
                <a:lnTo>
                  <a:pt x="10790" y="3001"/>
                </a:lnTo>
                <a:lnTo>
                  <a:pt x="10790" y="3023"/>
                </a:lnTo>
                <a:moveTo>
                  <a:pt x="10611" y="3023"/>
                </a:moveTo>
                <a:lnTo>
                  <a:pt x="10499" y="3023"/>
                </a:lnTo>
                <a:lnTo>
                  <a:pt x="10499" y="3001"/>
                </a:lnTo>
                <a:lnTo>
                  <a:pt x="10611" y="3001"/>
                </a:lnTo>
                <a:lnTo>
                  <a:pt x="10611" y="3023"/>
                </a:lnTo>
                <a:moveTo>
                  <a:pt x="10432" y="3023"/>
                </a:moveTo>
                <a:lnTo>
                  <a:pt x="10320" y="3023"/>
                </a:lnTo>
                <a:lnTo>
                  <a:pt x="10320" y="3001"/>
                </a:lnTo>
                <a:lnTo>
                  <a:pt x="10432" y="3001"/>
                </a:lnTo>
                <a:lnTo>
                  <a:pt x="10432" y="3023"/>
                </a:lnTo>
                <a:moveTo>
                  <a:pt x="10253" y="3023"/>
                </a:moveTo>
                <a:lnTo>
                  <a:pt x="10141" y="3023"/>
                </a:lnTo>
                <a:lnTo>
                  <a:pt x="10141" y="3001"/>
                </a:lnTo>
                <a:lnTo>
                  <a:pt x="10253" y="3001"/>
                </a:lnTo>
                <a:lnTo>
                  <a:pt x="10253" y="3023"/>
                </a:lnTo>
                <a:moveTo>
                  <a:pt x="10074" y="3023"/>
                </a:moveTo>
                <a:lnTo>
                  <a:pt x="9962" y="3023"/>
                </a:lnTo>
                <a:lnTo>
                  <a:pt x="9962" y="3001"/>
                </a:lnTo>
                <a:lnTo>
                  <a:pt x="10074" y="3001"/>
                </a:lnTo>
                <a:lnTo>
                  <a:pt x="10074" y="3023"/>
                </a:lnTo>
                <a:moveTo>
                  <a:pt x="9895" y="3023"/>
                </a:moveTo>
                <a:lnTo>
                  <a:pt x="9784" y="3023"/>
                </a:lnTo>
                <a:lnTo>
                  <a:pt x="9784" y="3001"/>
                </a:lnTo>
                <a:lnTo>
                  <a:pt x="9895" y="3001"/>
                </a:lnTo>
                <a:lnTo>
                  <a:pt x="9895" y="3023"/>
                </a:lnTo>
                <a:moveTo>
                  <a:pt x="9716" y="3023"/>
                </a:moveTo>
                <a:lnTo>
                  <a:pt x="9605" y="3023"/>
                </a:lnTo>
                <a:lnTo>
                  <a:pt x="9605" y="3001"/>
                </a:lnTo>
                <a:lnTo>
                  <a:pt x="9716" y="3001"/>
                </a:lnTo>
                <a:lnTo>
                  <a:pt x="9716" y="3023"/>
                </a:lnTo>
                <a:moveTo>
                  <a:pt x="9538" y="3023"/>
                </a:moveTo>
                <a:lnTo>
                  <a:pt x="9426" y="3023"/>
                </a:lnTo>
                <a:lnTo>
                  <a:pt x="9426" y="3001"/>
                </a:lnTo>
                <a:lnTo>
                  <a:pt x="9538" y="3001"/>
                </a:lnTo>
                <a:lnTo>
                  <a:pt x="9538" y="3023"/>
                </a:lnTo>
                <a:moveTo>
                  <a:pt x="9359" y="3023"/>
                </a:moveTo>
                <a:lnTo>
                  <a:pt x="9247" y="3023"/>
                </a:lnTo>
                <a:lnTo>
                  <a:pt x="9247" y="3001"/>
                </a:lnTo>
                <a:lnTo>
                  <a:pt x="9359" y="3001"/>
                </a:lnTo>
                <a:lnTo>
                  <a:pt x="9359" y="3023"/>
                </a:lnTo>
                <a:moveTo>
                  <a:pt x="9180" y="3023"/>
                </a:moveTo>
                <a:lnTo>
                  <a:pt x="9068" y="3023"/>
                </a:lnTo>
                <a:lnTo>
                  <a:pt x="9068" y="3001"/>
                </a:lnTo>
                <a:lnTo>
                  <a:pt x="9180" y="3001"/>
                </a:lnTo>
                <a:lnTo>
                  <a:pt x="9180" y="3023"/>
                </a:lnTo>
                <a:moveTo>
                  <a:pt x="9001" y="3023"/>
                </a:moveTo>
                <a:lnTo>
                  <a:pt x="8888" y="3023"/>
                </a:lnTo>
                <a:lnTo>
                  <a:pt x="8888" y="3001"/>
                </a:lnTo>
                <a:lnTo>
                  <a:pt x="9001" y="3001"/>
                </a:lnTo>
                <a:lnTo>
                  <a:pt x="9001" y="3023"/>
                </a:lnTo>
                <a:moveTo>
                  <a:pt x="8821" y="3023"/>
                </a:moveTo>
                <a:lnTo>
                  <a:pt x="8709" y="3023"/>
                </a:lnTo>
                <a:lnTo>
                  <a:pt x="8709" y="3001"/>
                </a:lnTo>
                <a:lnTo>
                  <a:pt x="8821" y="3001"/>
                </a:lnTo>
                <a:lnTo>
                  <a:pt x="8821" y="3023"/>
                </a:lnTo>
                <a:moveTo>
                  <a:pt x="8642" y="3023"/>
                </a:moveTo>
                <a:lnTo>
                  <a:pt x="8530" y="3023"/>
                </a:lnTo>
                <a:lnTo>
                  <a:pt x="8530" y="3001"/>
                </a:lnTo>
                <a:lnTo>
                  <a:pt x="8642" y="3001"/>
                </a:lnTo>
                <a:lnTo>
                  <a:pt x="8642" y="3023"/>
                </a:lnTo>
                <a:moveTo>
                  <a:pt x="8463" y="3023"/>
                </a:moveTo>
                <a:lnTo>
                  <a:pt x="8352" y="3023"/>
                </a:lnTo>
                <a:lnTo>
                  <a:pt x="8352" y="3001"/>
                </a:lnTo>
                <a:lnTo>
                  <a:pt x="8463" y="3001"/>
                </a:lnTo>
                <a:lnTo>
                  <a:pt x="8463" y="3023"/>
                </a:lnTo>
                <a:moveTo>
                  <a:pt x="8284" y="3023"/>
                </a:moveTo>
                <a:lnTo>
                  <a:pt x="8173" y="3023"/>
                </a:lnTo>
                <a:lnTo>
                  <a:pt x="8173" y="3001"/>
                </a:lnTo>
                <a:lnTo>
                  <a:pt x="8284" y="3001"/>
                </a:lnTo>
                <a:lnTo>
                  <a:pt x="8284" y="3023"/>
                </a:lnTo>
                <a:moveTo>
                  <a:pt x="8106" y="3023"/>
                </a:moveTo>
                <a:lnTo>
                  <a:pt x="7994" y="3023"/>
                </a:lnTo>
                <a:lnTo>
                  <a:pt x="7994" y="3001"/>
                </a:lnTo>
                <a:lnTo>
                  <a:pt x="8106" y="3001"/>
                </a:lnTo>
                <a:lnTo>
                  <a:pt x="8106" y="3023"/>
                </a:lnTo>
                <a:moveTo>
                  <a:pt x="7927" y="3023"/>
                </a:moveTo>
                <a:lnTo>
                  <a:pt x="7815" y="3023"/>
                </a:lnTo>
                <a:lnTo>
                  <a:pt x="7815" y="3001"/>
                </a:lnTo>
                <a:lnTo>
                  <a:pt x="7927" y="3001"/>
                </a:lnTo>
                <a:lnTo>
                  <a:pt x="7927" y="3023"/>
                </a:lnTo>
                <a:moveTo>
                  <a:pt x="7748" y="3023"/>
                </a:moveTo>
                <a:lnTo>
                  <a:pt x="7636" y="3023"/>
                </a:lnTo>
                <a:lnTo>
                  <a:pt x="7636" y="3001"/>
                </a:lnTo>
                <a:lnTo>
                  <a:pt x="7748" y="3001"/>
                </a:lnTo>
                <a:lnTo>
                  <a:pt x="7748" y="3023"/>
                </a:lnTo>
                <a:moveTo>
                  <a:pt x="7569" y="3023"/>
                </a:moveTo>
                <a:lnTo>
                  <a:pt x="7457" y="3023"/>
                </a:lnTo>
                <a:lnTo>
                  <a:pt x="7457" y="3001"/>
                </a:lnTo>
                <a:lnTo>
                  <a:pt x="7569" y="3001"/>
                </a:lnTo>
                <a:lnTo>
                  <a:pt x="7569" y="3023"/>
                </a:lnTo>
                <a:moveTo>
                  <a:pt x="7390" y="3023"/>
                </a:moveTo>
                <a:lnTo>
                  <a:pt x="7278" y="3023"/>
                </a:lnTo>
                <a:lnTo>
                  <a:pt x="7278" y="3001"/>
                </a:lnTo>
                <a:lnTo>
                  <a:pt x="7390" y="3001"/>
                </a:lnTo>
                <a:lnTo>
                  <a:pt x="7390" y="3023"/>
                </a:lnTo>
                <a:moveTo>
                  <a:pt x="7211" y="3023"/>
                </a:moveTo>
                <a:lnTo>
                  <a:pt x="7099" y="3023"/>
                </a:lnTo>
                <a:lnTo>
                  <a:pt x="7099" y="3001"/>
                </a:lnTo>
                <a:lnTo>
                  <a:pt x="7211" y="3001"/>
                </a:lnTo>
                <a:lnTo>
                  <a:pt x="7211" y="3023"/>
                </a:lnTo>
                <a:moveTo>
                  <a:pt x="7032" y="3023"/>
                </a:moveTo>
                <a:lnTo>
                  <a:pt x="6921" y="3023"/>
                </a:lnTo>
                <a:lnTo>
                  <a:pt x="6921" y="3001"/>
                </a:lnTo>
                <a:lnTo>
                  <a:pt x="7032" y="3001"/>
                </a:lnTo>
                <a:lnTo>
                  <a:pt x="7032" y="3023"/>
                </a:lnTo>
                <a:moveTo>
                  <a:pt x="6854" y="3023"/>
                </a:moveTo>
                <a:lnTo>
                  <a:pt x="6742" y="3023"/>
                </a:lnTo>
                <a:lnTo>
                  <a:pt x="6742" y="3001"/>
                </a:lnTo>
                <a:lnTo>
                  <a:pt x="6854" y="3001"/>
                </a:lnTo>
                <a:lnTo>
                  <a:pt x="6854" y="3023"/>
                </a:lnTo>
                <a:moveTo>
                  <a:pt x="6675" y="3023"/>
                </a:moveTo>
                <a:lnTo>
                  <a:pt x="6563" y="3023"/>
                </a:lnTo>
                <a:lnTo>
                  <a:pt x="6563" y="3001"/>
                </a:lnTo>
                <a:lnTo>
                  <a:pt x="6675" y="3001"/>
                </a:lnTo>
                <a:lnTo>
                  <a:pt x="6675" y="3023"/>
                </a:lnTo>
                <a:moveTo>
                  <a:pt x="6496" y="3023"/>
                </a:moveTo>
                <a:lnTo>
                  <a:pt x="6384" y="3023"/>
                </a:lnTo>
                <a:lnTo>
                  <a:pt x="6384" y="3001"/>
                </a:lnTo>
                <a:lnTo>
                  <a:pt x="6496" y="3001"/>
                </a:lnTo>
                <a:lnTo>
                  <a:pt x="6496" y="3023"/>
                </a:lnTo>
                <a:moveTo>
                  <a:pt x="6317" y="3023"/>
                </a:moveTo>
                <a:lnTo>
                  <a:pt x="6205" y="3023"/>
                </a:lnTo>
                <a:lnTo>
                  <a:pt x="6205" y="3001"/>
                </a:lnTo>
                <a:lnTo>
                  <a:pt x="6317" y="3001"/>
                </a:lnTo>
                <a:lnTo>
                  <a:pt x="6317" y="3023"/>
                </a:lnTo>
                <a:moveTo>
                  <a:pt x="6138" y="3023"/>
                </a:moveTo>
                <a:lnTo>
                  <a:pt x="6026" y="3023"/>
                </a:lnTo>
                <a:lnTo>
                  <a:pt x="6026" y="3001"/>
                </a:lnTo>
                <a:lnTo>
                  <a:pt x="6138" y="3001"/>
                </a:lnTo>
                <a:lnTo>
                  <a:pt x="6138" y="3023"/>
                </a:lnTo>
                <a:moveTo>
                  <a:pt x="5959" y="3023"/>
                </a:moveTo>
                <a:lnTo>
                  <a:pt x="5847" y="3023"/>
                </a:lnTo>
                <a:lnTo>
                  <a:pt x="5847" y="3001"/>
                </a:lnTo>
                <a:lnTo>
                  <a:pt x="5959" y="3001"/>
                </a:lnTo>
                <a:lnTo>
                  <a:pt x="5959" y="3023"/>
                </a:lnTo>
                <a:moveTo>
                  <a:pt x="5780" y="3023"/>
                </a:moveTo>
                <a:lnTo>
                  <a:pt x="5668" y="3023"/>
                </a:lnTo>
                <a:lnTo>
                  <a:pt x="5668" y="3001"/>
                </a:lnTo>
                <a:lnTo>
                  <a:pt x="5780" y="3001"/>
                </a:lnTo>
                <a:lnTo>
                  <a:pt x="5780" y="3023"/>
                </a:lnTo>
                <a:moveTo>
                  <a:pt x="5601" y="3023"/>
                </a:moveTo>
                <a:lnTo>
                  <a:pt x="5490" y="3023"/>
                </a:lnTo>
                <a:lnTo>
                  <a:pt x="5490" y="3001"/>
                </a:lnTo>
                <a:lnTo>
                  <a:pt x="5601" y="3001"/>
                </a:lnTo>
                <a:lnTo>
                  <a:pt x="5601" y="3023"/>
                </a:lnTo>
                <a:moveTo>
                  <a:pt x="5423" y="3023"/>
                </a:moveTo>
                <a:lnTo>
                  <a:pt x="5311" y="3023"/>
                </a:lnTo>
                <a:lnTo>
                  <a:pt x="5311" y="3001"/>
                </a:lnTo>
                <a:lnTo>
                  <a:pt x="5423" y="3001"/>
                </a:lnTo>
                <a:lnTo>
                  <a:pt x="5423" y="3023"/>
                </a:lnTo>
                <a:moveTo>
                  <a:pt x="5244" y="3023"/>
                </a:moveTo>
                <a:lnTo>
                  <a:pt x="5132" y="3023"/>
                </a:lnTo>
                <a:lnTo>
                  <a:pt x="5132" y="3001"/>
                </a:lnTo>
                <a:lnTo>
                  <a:pt x="5244" y="3001"/>
                </a:lnTo>
                <a:lnTo>
                  <a:pt x="5244" y="3023"/>
                </a:lnTo>
                <a:moveTo>
                  <a:pt x="5065" y="3023"/>
                </a:moveTo>
                <a:lnTo>
                  <a:pt x="4953" y="3023"/>
                </a:lnTo>
                <a:lnTo>
                  <a:pt x="4953" y="3001"/>
                </a:lnTo>
                <a:lnTo>
                  <a:pt x="5065" y="3001"/>
                </a:lnTo>
                <a:lnTo>
                  <a:pt x="5065" y="3023"/>
                </a:lnTo>
                <a:moveTo>
                  <a:pt x="4886" y="3023"/>
                </a:moveTo>
                <a:lnTo>
                  <a:pt x="4774" y="3023"/>
                </a:lnTo>
                <a:lnTo>
                  <a:pt x="4774" y="3001"/>
                </a:lnTo>
                <a:lnTo>
                  <a:pt x="4886" y="3001"/>
                </a:lnTo>
                <a:lnTo>
                  <a:pt x="4886" y="3023"/>
                </a:lnTo>
                <a:moveTo>
                  <a:pt x="4707" y="3023"/>
                </a:moveTo>
                <a:lnTo>
                  <a:pt x="4595" y="3023"/>
                </a:lnTo>
                <a:lnTo>
                  <a:pt x="4595" y="3001"/>
                </a:lnTo>
                <a:lnTo>
                  <a:pt x="4707" y="3001"/>
                </a:lnTo>
                <a:lnTo>
                  <a:pt x="4707" y="3023"/>
                </a:lnTo>
                <a:moveTo>
                  <a:pt x="4528" y="3023"/>
                </a:moveTo>
                <a:lnTo>
                  <a:pt x="4416" y="3023"/>
                </a:lnTo>
                <a:lnTo>
                  <a:pt x="4416" y="3001"/>
                </a:lnTo>
                <a:lnTo>
                  <a:pt x="4528" y="3001"/>
                </a:lnTo>
                <a:lnTo>
                  <a:pt x="4528" y="3023"/>
                </a:lnTo>
                <a:moveTo>
                  <a:pt x="4349" y="3023"/>
                </a:moveTo>
                <a:lnTo>
                  <a:pt x="4237" y="3023"/>
                </a:lnTo>
                <a:lnTo>
                  <a:pt x="4237" y="3001"/>
                </a:lnTo>
                <a:lnTo>
                  <a:pt x="4349" y="3001"/>
                </a:lnTo>
                <a:lnTo>
                  <a:pt x="4349" y="3023"/>
                </a:lnTo>
                <a:moveTo>
                  <a:pt x="4170" y="3023"/>
                </a:moveTo>
                <a:lnTo>
                  <a:pt x="4059" y="3023"/>
                </a:lnTo>
                <a:lnTo>
                  <a:pt x="4059" y="3001"/>
                </a:lnTo>
                <a:lnTo>
                  <a:pt x="4170" y="3001"/>
                </a:lnTo>
                <a:lnTo>
                  <a:pt x="4170" y="3023"/>
                </a:lnTo>
                <a:moveTo>
                  <a:pt x="3992" y="3023"/>
                </a:moveTo>
                <a:lnTo>
                  <a:pt x="3880" y="3023"/>
                </a:lnTo>
                <a:lnTo>
                  <a:pt x="3880" y="3001"/>
                </a:lnTo>
                <a:lnTo>
                  <a:pt x="3992" y="3001"/>
                </a:lnTo>
                <a:lnTo>
                  <a:pt x="3992" y="3023"/>
                </a:lnTo>
                <a:moveTo>
                  <a:pt x="3813" y="3023"/>
                </a:moveTo>
                <a:lnTo>
                  <a:pt x="3701" y="3023"/>
                </a:lnTo>
                <a:lnTo>
                  <a:pt x="3701" y="3001"/>
                </a:lnTo>
                <a:lnTo>
                  <a:pt x="3813" y="3001"/>
                </a:lnTo>
                <a:lnTo>
                  <a:pt x="3813" y="3023"/>
                </a:lnTo>
                <a:moveTo>
                  <a:pt x="3634" y="3023"/>
                </a:moveTo>
                <a:lnTo>
                  <a:pt x="3522" y="3023"/>
                </a:lnTo>
                <a:lnTo>
                  <a:pt x="3522" y="3001"/>
                </a:lnTo>
                <a:lnTo>
                  <a:pt x="3634" y="3001"/>
                </a:lnTo>
                <a:lnTo>
                  <a:pt x="3634" y="3023"/>
                </a:lnTo>
                <a:moveTo>
                  <a:pt x="3455" y="3023"/>
                </a:moveTo>
                <a:lnTo>
                  <a:pt x="3343" y="3023"/>
                </a:lnTo>
                <a:lnTo>
                  <a:pt x="3343" y="3001"/>
                </a:lnTo>
                <a:lnTo>
                  <a:pt x="3455" y="3001"/>
                </a:lnTo>
                <a:lnTo>
                  <a:pt x="3455" y="3023"/>
                </a:lnTo>
                <a:moveTo>
                  <a:pt x="3276" y="3023"/>
                </a:moveTo>
                <a:lnTo>
                  <a:pt x="3164" y="3023"/>
                </a:lnTo>
                <a:lnTo>
                  <a:pt x="3164" y="3001"/>
                </a:lnTo>
                <a:lnTo>
                  <a:pt x="3276" y="3001"/>
                </a:lnTo>
                <a:lnTo>
                  <a:pt x="3276" y="3023"/>
                </a:lnTo>
                <a:moveTo>
                  <a:pt x="3097" y="3023"/>
                </a:moveTo>
                <a:lnTo>
                  <a:pt x="2985" y="3023"/>
                </a:lnTo>
                <a:lnTo>
                  <a:pt x="2985" y="3001"/>
                </a:lnTo>
                <a:lnTo>
                  <a:pt x="3097" y="3001"/>
                </a:lnTo>
                <a:lnTo>
                  <a:pt x="3097" y="3023"/>
                </a:lnTo>
                <a:moveTo>
                  <a:pt x="2918" y="3023"/>
                </a:moveTo>
                <a:lnTo>
                  <a:pt x="2806" y="3023"/>
                </a:lnTo>
                <a:lnTo>
                  <a:pt x="2806" y="3001"/>
                </a:lnTo>
                <a:lnTo>
                  <a:pt x="2918" y="3001"/>
                </a:lnTo>
                <a:lnTo>
                  <a:pt x="2918" y="3023"/>
                </a:lnTo>
                <a:moveTo>
                  <a:pt x="2739" y="3023"/>
                </a:moveTo>
                <a:lnTo>
                  <a:pt x="2628" y="3023"/>
                </a:lnTo>
                <a:lnTo>
                  <a:pt x="2628" y="3001"/>
                </a:lnTo>
                <a:lnTo>
                  <a:pt x="2739" y="3001"/>
                </a:lnTo>
                <a:lnTo>
                  <a:pt x="2739" y="3023"/>
                </a:lnTo>
                <a:moveTo>
                  <a:pt x="2561" y="3023"/>
                </a:moveTo>
                <a:lnTo>
                  <a:pt x="2449" y="3023"/>
                </a:lnTo>
                <a:lnTo>
                  <a:pt x="2449" y="3001"/>
                </a:lnTo>
                <a:lnTo>
                  <a:pt x="2561" y="3001"/>
                </a:lnTo>
                <a:lnTo>
                  <a:pt x="2561" y="3023"/>
                </a:lnTo>
                <a:moveTo>
                  <a:pt x="2382" y="3023"/>
                </a:moveTo>
                <a:lnTo>
                  <a:pt x="2270" y="3023"/>
                </a:lnTo>
                <a:lnTo>
                  <a:pt x="2270" y="3001"/>
                </a:lnTo>
                <a:lnTo>
                  <a:pt x="2382" y="3001"/>
                </a:lnTo>
                <a:lnTo>
                  <a:pt x="2382" y="3023"/>
                </a:lnTo>
                <a:moveTo>
                  <a:pt x="2203" y="3023"/>
                </a:moveTo>
                <a:lnTo>
                  <a:pt x="2091" y="3023"/>
                </a:lnTo>
                <a:lnTo>
                  <a:pt x="2091" y="3001"/>
                </a:lnTo>
                <a:lnTo>
                  <a:pt x="2203" y="3001"/>
                </a:lnTo>
                <a:lnTo>
                  <a:pt x="2203" y="3023"/>
                </a:lnTo>
                <a:moveTo>
                  <a:pt x="2024" y="3023"/>
                </a:moveTo>
                <a:lnTo>
                  <a:pt x="1912" y="3023"/>
                </a:lnTo>
                <a:lnTo>
                  <a:pt x="1912" y="3001"/>
                </a:lnTo>
                <a:lnTo>
                  <a:pt x="2024" y="3001"/>
                </a:lnTo>
                <a:lnTo>
                  <a:pt x="2024" y="3023"/>
                </a:lnTo>
                <a:moveTo>
                  <a:pt x="1845" y="3023"/>
                </a:moveTo>
                <a:lnTo>
                  <a:pt x="1733" y="3023"/>
                </a:lnTo>
                <a:lnTo>
                  <a:pt x="1733" y="3001"/>
                </a:lnTo>
                <a:lnTo>
                  <a:pt x="1845" y="3001"/>
                </a:lnTo>
                <a:lnTo>
                  <a:pt x="1845" y="3023"/>
                </a:lnTo>
                <a:moveTo>
                  <a:pt x="1666" y="3023"/>
                </a:moveTo>
                <a:lnTo>
                  <a:pt x="1554" y="3023"/>
                </a:lnTo>
                <a:lnTo>
                  <a:pt x="1554" y="3001"/>
                </a:lnTo>
                <a:lnTo>
                  <a:pt x="1666" y="3001"/>
                </a:lnTo>
                <a:lnTo>
                  <a:pt x="1666" y="3023"/>
                </a:lnTo>
                <a:moveTo>
                  <a:pt x="1487" y="3023"/>
                </a:moveTo>
                <a:lnTo>
                  <a:pt x="1376" y="3023"/>
                </a:lnTo>
                <a:lnTo>
                  <a:pt x="1376" y="3001"/>
                </a:lnTo>
                <a:lnTo>
                  <a:pt x="1487" y="3001"/>
                </a:lnTo>
                <a:lnTo>
                  <a:pt x="1487" y="3023"/>
                </a:lnTo>
                <a:moveTo>
                  <a:pt x="1308" y="3023"/>
                </a:moveTo>
                <a:lnTo>
                  <a:pt x="1197" y="3023"/>
                </a:lnTo>
                <a:lnTo>
                  <a:pt x="1197" y="3001"/>
                </a:lnTo>
                <a:lnTo>
                  <a:pt x="1308" y="3001"/>
                </a:lnTo>
                <a:lnTo>
                  <a:pt x="1308" y="3023"/>
                </a:lnTo>
                <a:moveTo>
                  <a:pt x="1130" y="3023"/>
                </a:moveTo>
                <a:lnTo>
                  <a:pt x="1018" y="3023"/>
                </a:lnTo>
                <a:lnTo>
                  <a:pt x="1018" y="3001"/>
                </a:lnTo>
                <a:lnTo>
                  <a:pt x="1130" y="3001"/>
                </a:lnTo>
                <a:lnTo>
                  <a:pt x="1130" y="3023"/>
                </a:lnTo>
                <a:moveTo>
                  <a:pt x="951" y="3023"/>
                </a:moveTo>
                <a:lnTo>
                  <a:pt x="839" y="3023"/>
                </a:lnTo>
                <a:lnTo>
                  <a:pt x="839" y="3001"/>
                </a:lnTo>
                <a:lnTo>
                  <a:pt x="951" y="3001"/>
                </a:lnTo>
                <a:lnTo>
                  <a:pt x="951" y="3023"/>
                </a:lnTo>
                <a:moveTo>
                  <a:pt x="772" y="3023"/>
                </a:moveTo>
                <a:lnTo>
                  <a:pt x="660" y="3023"/>
                </a:lnTo>
                <a:lnTo>
                  <a:pt x="660" y="3001"/>
                </a:lnTo>
                <a:lnTo>
                  <a:pt x="772" y="3001"/>
                </a:lnTo>
                <a:lnTo>
                  <a:pt x="772" y="3023"/>
                </a:lnTo>
                <a:moveTo>
                  <a:pt x="593" y="3023"/>
                </a:moveTo>
                <a:lnTo>
                  <a:pt x="481" y="3023"/>
                </a:lnTo>
                <a:lnTo>
                  <a:pt x="481" y="3001"/>
                </a:lnTo>
                <a:lnTo>
                  <a:pt x="593" y="3001"/>
                </a:lnTo>
                <a:lnTo>
                  <a:pt x="593" y="3023"/>
                </a:lnTo>
                <a:moveTo>
                  <a:pt x="414" y="3023"/>
                </a:moveTo>
                <a:lnTo>
                  <a:pt x="302" y="3023"/>
                </a:lnTo>
                <a:lnTo>
                  <a:pt x="302" y="3001"/>
                </a:lnTo>
                <a:lnTo>
                  <a:pt x="414" y="3001"/>
                </a:lnTo>
                <a:lnTo>
                  <a:pt x="414" y="3023"/>
                </a:lnTo>
                <a:moveTo>
                  <a:pt x="235" y="3023"/>
                </a:moveTo>
                <a:lnTo>
                  <a:pt x="123" y="3023"/>
                </a:lnTo>
                <a:lnTo>
                  <a:pt x="123" y="3001"/>
                </a:lnTo>
                <a:lnTo>
                  <a:pt x="235" y="3001"/>
                </a:lnTo>
                <a:lnTo>
                  <a:pt x="235" y="3023"/>
                </a:lnTo>
                <a:moveTo>
                  <a:pt x="56" y="3023"/>
                </a:moveTo>
                <a:lnTo>
                  <a:pt x="0" y="3023"/>
                </a:lnTo>
                <a:lnTo>
                  <a:pt x="0" y="2945"/>
                </a:lnTo>
                <a:lnTo>
                  <a:pt x="23" y="2945"/>
                </a:lnTo>
                <a:lnTo>
                  <a:pt x="23" y="3012"/>
                </a:lnTo>
                <a:lnTo>
                  <a:pt x="12" y="3012"/>
                </a:lnTo>
                <a:lnTo>
                  <a:pt x="12" y="3001"/>
                </a:lnTo>
                <a:lnTo>
                  <a:pt x="56" y="3001"/>
                </a:lnTo>
                <a:lnTo>
                  <a:pt x="56" y="3023"/>
                </a:lnTo>
                <a:moveTo>
                  <a:pt x="0" y="2878"/>
                </a:moveTo>
                <a:lnTo>
                  <a:pt x="0" y="2766"/>
                </a:lnTo>
                <a:lnTo>
                  <a:pt x="23" y="2766"/>
                </a:lnTo>
                <a:lnTo>
                  <a:pt x="23" y="2878"/>
                </a:lnTo>
                <a:lnTo>
                  <a:pt x="0" y="2878"/>
                </a:lnTo>
                <a:moveTo>
                  <a:pt x="0" y="2699"/>
                </a:moveTo>
                <a:lnTo>
                  <a:pt x="0" y="2587"/>
                </a:lnTo>
                <a:lnTo>
                  <a:pt x="23" y="2587"/>
                </a:lnTo>
                <a:lnTo>
                  <a:pt x="23" y="2699"/>
                </a:lnTo>
                <a:lnTo>
                  <a:pt x="0" y="2699"/>
                </a:lnTo>
                <a:moveTo>
                  <a:pt x="0" y="2519"/>
                </a:moveTo>
                <a:lnTo>
                  <a:pt x="0" y="2407"/>
                </a:lnTo>
                <a:lnTo>
                  <a:pt x="23" y="2407"/>
                </a:lnTo>
                <a:lnTo>
                  <a:pt x="23" y="2519"/>
                </a:lnTo>
                <a:lnTo>
                  <a:pt x="0" y="2519"/>
                </a:lnTo>
                <a:moveTo>
                  <a:pt x="0" y="2340"/>
                </a:moveTo>
                <a:lnTo>
                  <a:pt x="0" y="2228"/>
                </a:lnTo>
                <a:lnTo>
                  <a:pt x="23" y="2228"/>
                </a:lnTo>
                <a:lnTo>
                  <a:pt x="23" y="2340"/>
                </a:lnTo>
                <a:lnTo>
                  <a:pt x="0" y="2340"/>
                </a:lnTo>
                <a:moveTo>
                  <a:pt x="0" y="2161"/>
                </a:moveTo>
                <a:lnTo>
                  <a:pt x="0" y="2049"/>
                </a:lnTo>
                <a:lnTo>
                  <a:pt x="23" y="2049"/>
                </a:lnTo>
                <a:lnTo>
                  <a:pt x="23" y="2161"/>
                </a:lnTo>
                <a:lnTo>
                  <a:pt x="0" y="2161"/>
                </a:lnTo>
                <a:moveTo>
                  <a:pt x="0" y="1982"/>
                </a:moveTo>
                <a:lnTo>
                  <a:pt x="0" y="1870"/>
                </a:lnTo>
                <a:lnTo>
                  <a:pt x="23" y="1870"/>
                </a:lnTo>
                <a:lnTo>
                  <a:pt x="23" y="1982"/>
                </a:lnTo>
                <a:lnTo>
                  <a:pt x="0" y="1982"/>
                </a:lnTo>
                <a:moveTo>
                  <a:pt x="0" y="1803"/>
                </a:moveTo>
                <a:lnTo>
                  <a:pt x="0" y="1691"/>
                </a:lnTo>
                <a:lnTo>
                  <a:pt x="23" y="1691"/>
                </a:lnTo>
                <a:lnTo>
                  <a:pt x="23" y="1803"/>
                </a:lnTo>
                <a:lnTo>
                  <a:pt x="0" y="1803"/>
                </a:lnTo>
                <a:moveTo>
                  <a:pt x="0" y="1624"/>
                </a:moveTo>
                <a:lnTo>
                  <a:pt x="0" y="1512"/>
                </a:lnTo>
                <a:lnTo>
                  <a:pt x="23" y="1512"/>
                </a:lnTo>
                <a:lnTo>
                  <a:pt x="23" y="1624"/>
                </a:lnTo>
                <a:lnTo>
                  <a:pt x="0" y="1624"/>
                </a:lnTo>
                <a:moveTo>
                  <a:pt x="0" y="1445"/>
                </a:moveTo>
                <a:lnTo>
                  <a:pt x="0" y="1333"/>
                </a:lnTo>
                <a:lnTo>
                  <a:pt x="23" y="1333"/>
                </a:lnTo>
                <a:lnTo>
                  <a:pt x="23" y="1445"/>
                </a:lnTo>
                <a:lnTo>
                  <a:pt x="0" y="1445"/>
                </a:lnTo>
                <a:moveTo>
                  <a:pt x="0" y="1266"/>
                </a:moveTo>
                <a:lnTo>
                  <a:pt x="0" y="1154"/>
                </a:lnTo>
                <a:lnTo>
                  <a:pt x="23" y="1154"/>
                </a:lnTo>
                <a:lnTo>
                  <a:pt x="23" y="1266"/>
                </a:lnTo>
                <a:lnTo>
                  <a:pt x="0" y="1266"/>
                </a:lnTo>
                <a:moveTo>
                  <a:pt x="0" y="1087"/>
                </a:moveTo>
                <a:lnTo>
                  <a:pt x="0" y="975"/>
                </a:lnTo>
                <a:lnTo>
                  <a:pt x="23" y="975"/>
                </a:lnTo>
                <a:lnTo>
                  <a:pt x="23" y="1087"/>
                </a:lnTo>
                <a:lnTo>
                  <a:pt x="0" y="1087"/>
                </a:lnTo>
                <a:moveTo>
                  <a:pt x="0" y="907"/>
                </a:moveTo>
                <a:lnTo>
                  <a:pt x="0" y="796"/>
                </a:lnTo>
                <a:lnTo>
                  <a:pt x="23" y="796"/>
                </a:lnTo>
                <a:lnTo>
                  <a:pt x="23" y="907"/>
                </a:lnTo>
                <a:lnTo>
                  <a:pt x="0" y="907"/>
                </a:lnTo>
                <a:moveTo>
                  <a:pt x="0" y="728"/>
                </a:moveTo>
                <a:lnTo>
                  <a:pt x="0" y="616"/>
                </a:lnTo>
                <a:lnTo>
                  <a:pt x="23" y="616"/>
                </a:lnTo>
                <a:lnTo>
                  <a:pt x="23" y="728"/>
                </a:lnTo>
                <a:lnTo>
                  <a:pt x="0" y="728"/>
                </a:lnTo>
                <a:moveTo>
                  <a:pt x="0" y="549"/>
                </a:moveTo>
                <a:lnTo>
                  <a:pt x="0" y="437"/>
                </a:lnTo>
                <a:lnTo>
                  <a:pt x="23" y="437"/>
                </a:lnTo>
                <a:lnTo>
                  <a:pt x="23" y="549"/>
                </a:lnTo>
                <a:lnTo>
                  <a:pt x="0" y="549"/>
                </a:lnTo>
                <a:moveTo>
                  <a:pt x="0" y="370"/>
                </a:moveTo>
                <a:lnTo>
                  <a:pt x="0" y="257"/>
                </a:lnTo>
                <a:lnTo>
                  <a:pt x="23" y="257"/>
                </a:lnTo>
                <a:lnTo>
                  <a:pt x="23" y="370"/>
                </a:lnTo>
                <a:lnTo>
                  <a:pt x="0" y="370"/>
                </a:lnTo>
                <a:moveTo>
                  <a:pt x="0" y="190"/>
                </a:moveTo>
                <a:lnTo>
                  <a:pt x="0" y="78"/>
                </a:lnTo>
                <a:lnTo>
                  <a:pt x="23" y="78"/>
                </a:lnTo>
                <a:lnTo>
                  <a:pt x="23" y="190"/>
                </a:lnTo>
                <a:lnTo>
                  <a:pt x="0" y="190"/>
                </a:lnTo>
                <a:moveTo>
                  <a:pt x="12" y="0"/>
                </a:moveTo>
                <a:lnTo>
                  <a:pt x="123" y="0"/>
                </a:lnTo>
                <a:lnTo>
                  <a:pt x="123" y="22"/>
                </a:lnTo>
                <a:lnTo>
                  <a:pt x="12" y="22"/>
                </a:lnTo>
                <a:lnTo>
                  <a:pt x="12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1" name=""/>
          <p:cNvSpPr/>
          <p:nvPr/>
        </p:nvSpPr>
        <p:spPr>
          <a:xfrm>
            <a:off x="8619120" y="2671920"/>
            <a:ext cx="97200" cy="81000"/>
          </a:xfrm>
          <a:custGeom>
            <a:avLst/>
            <a:gdLst/>
            <a:ahLst/>
            <a:rect l="0" t="0" r="r" b="b"/>
            <a:pathLst>
              <a:path w="270" h="225">
                <a:moveTo>
                  <a:pt x="0" y="0"/>
                </a:moveTo>
                <a:lnTo>
                  <a:pt x="270" y="0"/>
                </a:lnTo>
                <a:lnTo>
                  <a:pt x="270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2" name=""/>
          <p:cNvSpPr/>
          <p:nvPr/>
        </p:nvSpPr>
        <p:spPr>
          <a:xfrm>
            <a:off x="8619120" y="2700000"/>
            <a:ext cx="968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2389320" y="2212920"/>
            <a:ext cx="35197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Keuzedeelprogramma als eigen speciﬁcatie vormgeven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860040" y="2662920"/>
            <a:ext cx="6346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5" name=""/>
          <p:cNvSpPr/>
          <p:nvPr/>
        </p:nvSpPr>
        <p:spPr>
          <a:xfrm>
            <a:off x="892080" y="3083040"/>
            <a:ext cx="7550640" cy="524160"/>
          </a:xfrm>
          <a:custGeom>
            <a:avLst/>
            <a:gdLst/>
            <a:ahLst/>
            <a:rect l="0" t="0" r="r" b="b"/>
            <a:pathLst>
              <a:path w="20974" h="1456">
                <a:moveTo>
                  <a:pt x="0" y="0"/>
                </a:moveTo>
                <a:lnTo>
                  <a:pt x="20974" y="0"/>
                </a:lnTo>
                <a:lnTo>
                  <a:pt x="20974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6" name=""/>
          <p:cNvSpPr/>
          <p:nvPr/>
        </p:nvSpPr>
        <p:spPr>
          <a:xfrm>
            <a:off x="887760" y="3079080"/>
            <a:ext cx="7558920" cy="532080"/>
          </a:xfrm>
          <a:custGeom>
            <a:avLst/>
            <a:gdLst/>
            <a:ahLst/>
            <a:rect l="0" t="0" r="r" b="b"/>
            <a:pathLst>
              <a:path w="20997" h="1478">
                <a:moveTo>
                  <a:pt x="190" y="0"/>
                </a:moveTo>
                <a:lnTo>
                  <a:pt x="302" y="0"/>
                </a:lnTo>
                <a:lnTo>
                  <a:pt x="302" y="22"/>
                </a:lnTo>
                <a:lnTo>
                  <a:pt x="190" y="22"/>
                </a:lnTo>
                <a:lnTo>
                  <a:pt x="190" y="0"/>
                </a:lnTo>
                <a:moveTo>
                  <a:pt x="369" y="0"/>
                </a:moveTo>
                <a:lnTo>
                  <a:pt x="481" y="0"/>
                </a:lnTo>
                <a:lnTo>
                  <a:pt x="481" y="22"/>
                </a:lnTo>
                <a:lnTo>
                  <a:pt x="369" y="22"/>
                </a:lnTo>
                <a:lnTo>
                  <a:pt x="369" y="0"/>
                </a:lnTo>
                <a:moveTo>
                  <a:pt x="548" y="0"/>
                </a:moveTo>
                <a:lnTo>
                  <a:pt x="660" y="0"/>
                </a:lnTo>
                <a:lnTo>
                  <a:pt x="660" y="22"/>
                </a:lnTo>
                <a:lnTo>
                  <a:pt x="548" y="22"/>
                </a:lnTo>
                <a:lnTo>
                  <a:pt x="548" y="0"/>
                </a:lnTo>
                <a:moveTo>
                  <a:pt x="727" y="0"/>
                </a:moveTo>
                <a:lnTo>
                  <a:pt x="839" y="0"/>
                </a:lnTo>
                <a:lnTo>
                  <a:pt x="839" y="22"/>
                </a:lnTo>
                <a:lnTo>
                  <a:pt x="727" y="22"/>
                </a:lnTo>
                <a:lnTo>
                  <a:pt x="727" y="0"/>
                </a:lnTo>
                <a:moveTo>
                  <a:pt x="906" y="0"/>
                </a:moveTo>
                <a:lnTo>
                  <a:pt x="1018" y="0"/>
                </a:lnTo>
                <a:lnTo>
                  <a:pt x="1018" y="22"/>
                </a:lnTo>
                <a:lnTo>
                  <a:pt x="906" y="22"/>
                </a:lnTo>
                <a:lnTo>
                  <a:pt x="906" y="0"/>
                </a:lnTo>
                <a:moveTo>
                  <a:pt x="1085" y="0"/>
                </a:moveTo>
                <a:lnTo>
                  <a:pt x="1197" y="0"/>
                </a:lnTo>
                <a:lnTo>
                  <a:pt x="1197" y="22"/>
                </a:lnTo>
                <a:lnTo>
                  <a:pt x="1085" y="22"/>
                </a:lnTo>
                <a:lnTo>
                  <a:pt x="1085" y="0"/>
                </a:lnTo>
                <a:moveTo>
                  <a:pt x="1264" y="0"/>
                </a:moveTo>
                <a:lnTo>
                  <a:pt x="1376" y="0"/>
                </a:lnTo>
                <a:lnTo>
                  <a:pt x="1376" y="22"/>
                </a:lnTo>
                <a:lnTo>
                  <a:pt x="1264" y="22"/>
                </a:lnTo>
                <a:lnTo>
                  <a:pt x="1264" y="0"/>
                </a:lnTo>
                <a:moveTo>
                  <a:pt x="1443" y="0"/>
                </a:moveTo>
                <a:lnTo>
                  <a:pt x="1554" y="0"/>
                </a:lnTo>
                <a:lnTo>
                  <a:pt x="1554" y="22"/>
                </a:lnTo>
                <a:lnTo>
                  <a:pt x="1443" y="22"/>
                </a:lnTo>
                <a:lnTo>
                  <a:pt x="1443" y="0"/>
                </a:lnTo>
                <a:moveTo>
                  <a:pt x="1621" y="0"/>
                </a:moveTo>
                <a:lnTo>
                  <a:pt x="1733" y="0"/>
                </a:lnTo>
                <a:lnTo>
                  <a:pt x="1733" y="22"/>
                </a:lnTo>
                <a:lnTo>
                  <a:pt x="1621" y="22"/>
                </a:lnTo>
                <a:lnTo>
                  <a:pt x="1621" y="0"/>
                </a:lnTo>
                <a:moveTo>
                  <a:pt x="1800" y="0"/>
                </a:moveTo>
                <a:lnTo>
                  <a:pt x="1912" y="0"/>
                </a:lnTo>
                <a:lnTo>
                  <a:pt x="1912" y="22"/>
                </a:lnTo>
                <a:lnTo>
                  <a:pt x="1800" y="22"/>
                </a:lnTo>
                <a:lnTo>
                  <a:pt x="1800" y="0"/>
                </a:lnTo>
                <a:moveTo>
                  <a:pt x="1979" y="0"/>
                </a:moveTo>
                <a:lnTo>
                  <a:pt x="2091" y="0"/>
                </a:lnTo>
                <a:lnTo>
                  <a:pt x="2091" y="22"/>
                </a:lnTo>
                <a:lnTo>
                  <a:pt x="1979" y="22"/>
                </a:lnTo>
                <a:lnTo>
                  <a:pt x="1979" y="0"/>
                </a:lnTo>
                <a:moveTo>
                  <a:pt x="2158" y="0"/>
                </a:moveTo>
                <a:lnTo>
                  <a:pt x="2270" y="0"/>
                </a:lnTo>
                <a:lnTo>
                  <a:pt x="2270" y="22"/>
                </a:lnTo>
                <a:lnTo>
                  <a:pt x="2158" y="22"/>
                </a:lnTo>
                <a:lnTo>
                  <a:pt x="2158" y="0"/>
                </a:lnTo>
                <a:moveTo>
                  <a:pt x="2337" y="0"/>
                </a:moveTo>
                <a:lnTo>
                  <a:pt x="2449" y="0"/>
                </a:lnTo>
                <a:lnTo>
                  <a:pt x="2449" y="22"/>
                </a:lnTo>
                <a:lnTo>
                  <a:pt x="2337" y="22"/>
                </a:lnTo>
                <a:lnTo>
                  <a:pt x="2337" y="0"/>
                </a:lnTo>
                <a:moveTo>
                  <a:pt x="2516" y="0"/>
                </a:moveTo>
                <a:lnTo>
                  <a:pt x="2628" y="0"/>
                </a:lnTo>
                <a:lnTo>
                  <a:pt x="2628" y="22"/>
                </a:lnTo>
                <a:lnTo>
                  <a:pt x="2516" y="22"/>
                </a:lnTo>
                <a:lnTo>
                  <a:pt x="2516" y="0"/>
                </a:lnTo>
                <a:moveTo>
                  <a:pt x="2695" y="0"/>
                </a:moveTo>
                <a:lnTo>
                  <a:pt x="2807" y="0"/>
                </a:lnTo>
                <a:lnTo>
                  <a:pt x="2807" y="22"/>
                </a:lnTo>
                <a:lnTo>
                  <a:pt x="2695" y="22"/>
                </a:lnTo>
                <a:lnTo>
                  <a:pt x="2695" y="0"/>
                </a:lnTo>
                <a:moveTo>
                  <a:pt x="2874" y="0"/>
                </a:moveTo>
                <a:lnTo>
                  <a:pt x="2985" y="0"/>
                </a:lnTo>
                <a:lnTo>
                  <a:pt x="2985" y="22"/>
                </a:lnTo>
                <a:lnTo>
                  <a:pt x="2874" y="22"/>
                </a:lnTo>
                <a:lnTo>
                  <a:pt x="2874" y="0"/>
                </a:lnTo>
                <a:moveTo>
                  <a:pt x="3052" y="0"/>
                </a:moveTo>
                <a:lnTo>
                  <a:pt x="3164" y="0"/>
                </a:lnTo>
                <a:lnTo>
                  <a:pt x="3164" y="22"/>
                </a:lnTo>
                <a:lnTo>
                  <a:pt x="3052" y="22"/>
                </a:lnTo>
                <a:lnTo>
                  <a:pt x="3052" y="0"/>
                </a:lnTo>
                <a:moveTo>
                  <a:pt x="3231" y="0"/>
                </a:moveTo>
                <a:lnTo>
                  <a:pt x="3343" y="0"/>
                </a:lnTo>
                <a:lnTo>
                  <a:pt x="3343" y="22"/>
                </a:lnTo>
                <a:lnTo>
                  <a:pt x="3231" y="22"/>
                </a:lnTo>
                <a:lnTo>
                  <a:pt x="3231" y="0"/>
                </a:lnTo>
                <a:moveTo>
                  <a:pt x="3410" y="0"/>
                </a:moveTo>
                <a:lnTo>
                  <a:pt x="3522" y="0"/>
                </a:lnTo>
                <a:lnTo>
                  <a:pt x="3522" y="22"/>
                </a:lnTo>
                <a:lnTo>
                  <a:pt x="3410" y="22"/>
                </a:lnTo>
                <a:lnTo>
                  <a:pt x="3410" y="0"/>
                </a:lnTo>
                <a:moveTo>
                  <a:pt x="3589" y="0"/>
                </a:moveTo>
                <a:lnTo>
                  <a:pt x="3701" y="0"/>
                </a:lnTo>
                <a:lnTo>
                  <a:pt x="3701" y="22"/>
                </a:lnTo>
                <a:lnTo>
                  <a:pt x="3589" y="22"/>
                </a:lnTo>
                <a:lnTo>
                  <a:pt x="3589" y="0"/>
                </a:lnTo>
                <a:moveTo>
                  <a:pt x="3768" y="0"/>
                </a:moveTo>
                <a:lnTo>
                  <a:pt x="3880" y="0"/>
                </a:lnTo>
                <a:lnTo>
                  <a:pt x="3880" y="22"/>
                </a:lnTo>
                <a:lnTo>
                  <a:pt x="3768" y="22"/>
                </a:lnTo>
                <a:lnTo>
                  <a:pt x="3768" y="0"/>
                </a:lnTo>
                <a:moveTo>
                  <a:pt x="3947" y="0"/>
                </a:moveTo>
                <a:lnTo>
                  <a:pt x="4059" y="0"/>
                </a:lnTo>
                <a:lnTo>
                  <a:pt x="4059" y="22"/>
                </a:lnTo>
                <a:lnTo>
                  <a:pt x="3947" y="22"/>
                </a:lnTo>
                <a:lnTo>
                  <a:pt x="3947" y="0"/>
                </a:lnTo>
                <a:moveTo>
                  <a:pt x="4126" y="0"/>
                </a:moveTo>
                <a:lnTo>
                  <a:pt x="4238" y="0"/>
                </a:lnTo>
                <a:lnTo>
                  <a:pt x="4238" y="22"/>
                </a:lnTo>
                <a:lnTo>
                  <a:pt x="4126" y="22"/>
                </a:lnTo>
                <a:lnTo>
                  <a:pt x="4126" y="0"/>
                </a:lnTo>
                <a:moveTo>
                  <a:pt x="4305" y="0"/>
                </a:moveTo>
                <a:lnTo>
                  <a:pt x="4416" y="0"/>
                </a:lnTo>
                <a:lnTo>
                  <a:pt x="4416" y="22"/>
                </a:lnTo>
                <a:lnTo>
                  <a:pt x="4305" y="22"/>
                </a:lnTo>
                <a:lnTo>
                  <a:pt x="4305" y="0"/>
                </a:lnTo>
                <a:moveTo>
                  <a:pt x="4483" y="0"/>
                </a:moveTo>
                <a:lnTo>
                  <a:pt x="4595" y="0"/>
                </a:lnTo>
                <a:lnTo>
                  <a:pt x="4595" y="22"/>
                </a:lnTo>
                <a:lnTo>
                  <a:pt x="4483" y="22"/>
                </a:lnTo>
                <a:lnTo>
                  <a:pt x="4483" y="0"/>
                </a:lnTo>
                <a:moveTo>
                  <a:pt x="4662" y="0"/>
                </a:moveTo>
                <a:lnTo>
                  <a:pt x="4774" y="0"/>
                </a:lnTo>
                <a:lnTo>
                  <a:pt x="4774" y="22"/>
                </a:lnTo>
                <a:lnTo>
                  <a:pt x="4662" y="22"/>
                </a:lnTo>
                <a:lnTo>
                  <a:pt x="4662" y="0"/>
                </a:lnTo>
                <a:moveTo>
                  <a:pt x="4841" y="0"/>
                </a:moveTo>
                <a:lnTo>
                  <a:pt x="4953" y="0"/>
                </a:lnTo>
                <a:lnTo>
                  <a:pt x="4953" y="22"/>
                </a:lnTo>
                <a:lnTo>
                  <a:pt x="4841" y="22"/>
                </a:lnTo>
                <a:lnTo>
                  <a:pt x="4841" y="0"/>
                </a:lnTo>
                <a:moveTo>
                  <a:pt x="5020" y="0"/>
                </a:moveTo>
                <a:lnTo>
                  <a:pt x="5132" y="0"/>
                </a:lnTo>
                <a:lnTo>
                  <a:pt x="5132" y="22"/>
                </a:lnTo>
                <a:lnTo>
                  <a:pt x="5020" y="22"/>
                </a:lnTo>
                <a:lnTo>
                  <a:pt x="5020" y="0"/>
                </a:lnTo>
                <a:moveTo>
                  <a:pt x="5199" y="0"/>
                </a:moveTo>
                <a:lnTo>
                  <a:pt x="5311" y="0"/>
                </a:lnTo>
                <a:lnTo>
                  <a:pt x="5311" y="22"/>
                </a:lnTo>
                <a:lnTo>
                  <a:pt x="5199" y="22"/>
                </a:lnTo>
                <a:lnTo>
                  <a:pt x="5199" y="0"/>
                </a:lnTo>
                <a:moveTo>
                  <a:pt x="5378" y="0"/>
                </a:moveTo>
                <a:lnTo>
                  <a:pt x="5490" y="0"/>
                </a:lnTo>
                <a:lnTo>
                  <a:pt x="5490" y="22"/>
                </a:lnTo>
                <a:lnTo>
                  <a:pt x="5378" y="22"/>
                </a:lnTo>
                <a:lnTo>
                  <a:pt x="5378" y="0"/>
                </a:lnTo>
                <a:moveTo>
                  <a:pt x="5557" y="0"/>
                </a:moveTo>
                <a:lnTo>
                  <a:pt x="5668" y="0"/>
                </a:lnTo>
                <a:lnTo>
                  <a:pt x="5668" y="22"/>
                </a:lnTo>
                <a:lnTo>
                  <a:pt x="5557" y="22"/>
                </a:lnTo>
                <a:lnTo>
                  <a:pt x="5557" y="0"/>
                </a:lnTo>
                <a:moveTo>
                  <a:pt x="5736" y="0"/>
                </a:moveTo>
                <a:lnTo>
                  <a:pt x="5847" y="0"/>
                </a:lnTo>
                <a:lnTo>
                  <a:pt x="5847" y="22"/>
                </a:lnTo>
                <a:lnTo>
                  <a:pt x="5736" y="22"/>
                </a:lnTo>
                <a:lnTo>
                  <a:pt x="5736" y="0"/>
                </a:lnTo>
                <a:moveTo>
                  <a:pt x="5914" y="0"/>
                </a:moveTo>
                <a:lnTo>
                  <a:pt x="6026" y="0"/>
                </a:lnTo>
                <a:lnTo>
                  <a:pt x="6026" y="22"/>
                </a:lnTo>
                <a:lnTo>
                  <a:pt x="5914" y="22"/>
                </a:lnTo>
                <a:lnTo>
                  <a:pt x="5914" y="0"/>
                </a:lnTo>
                <a:moveTo>
                  <a:pt x="6093" y="0"/>
                </a:moveTo>
                <a:lnTo>
                  <a:pt x="6205" y="0"/>
                </a:lnTo>
                <a:lnTo>
                  <a:pt x="6205" y="22"/>
                </a:lnTo>
                <a:lnTo>
                  <a:pt x="6093" y="22"/>
                </a:lnTo>
                <a:lnTo>
                  <a:pt x="6093" y="0"/>
                </a:lnTo>
                <a:moveTo>
                  <a:pt x="6272" y="0"/>
                </a:moveTo>
                <a:lnTo>
                  <a:pt x="6384" y="0"/>
                </a:lnTo>
                <a:lnTo>
                  <a:pt x="6384" y="22"/>
                </a:lnTo>
                <a:lnTo>
                  <a:pt x="6272" y="22"/>
                </a:lnTo>
                <a:lnTo>
                  <a:pt x="6272" y="0"/>
                </a:lnTo>
                <a:moveTo>
                  <a:pt x="6451" y="0"/>
                </a:moveTo>
                <a:lnTo>
                  <a:pt x="6563" y="0"/>
                </a:lnTo>
                <a:lnTo>
                  <a:pt x="6563" y="22"/>
                </a:lnTo>
                <a:lnTo>
                  <a:pt x="6451" y="22"/>
                </a:lnTo>
                <a:lnTo>
                  <a:pt x="6451" y="0"/>
                </a:lnTo>
                <a:moveTo>
                  <a:pt x="6630" y="0"/>
                </a:moveTo>
                <a:lnTo>
                  <a:pt x="6742" y="0"/>
                </a:lnTo>
                <a:lnTo>
                  <a:pt x="6742" y="22"/>
                </a:lnTo>
                <a:lnTo>
                  <a:pt x="6630" y="22"/>
                </a:lnTo>
                <a:lnTo>
                  <a:pt x="6630" y="0"/>
                </a:lnTo>
                <a:moveTo>
                  <a:pt x="6809" y="0"/>
                </a:moveTo>
                <a:lnTo>
                  <a:pt x="6921" y="0"/>
                </a:lnTo>
                <a:lnTo>
                  <a:pt x="6921" y="22"/>
                </a:lnTo>
                <a:lnTo>
                  <a:pt x="6809" y="22"/>
                </a:lnTo>
                <a:lnTo>
                  <a:pt x="6809" y="0"/>
                </a:lnTo>
                <a:moveTo>
                  <a:pt x="6988" y="0"/>
                </a:moveTo>
                <a:lnTo>
                  <a:pt x="7099" y="0"/>
                </a:lnTo>
                <a:lnTo>
                  <a:pt x="7099" y="22"/>
                </a:lnTo>
                <a:lnTo>
                  <a:pt x="6988" y="22"/>
                </a:lnTo>
                <a:lnTo>
                  <a:pt x="6988" y="0"/>
                </a:lnTo>
                <a:moveTo>
                  <a:pt x="7167" y="0"/>
                </a:moveTo>
                <a:lnTo>
                  <a:pt x="7278" y="0"/>
                </a:lnTo>
                <a:lnTo>
                  <a:pt x="7278" y="22"/>
                </a:lnTo>
                <a:lnTo>
                  <a:pt x="7167" y="22"/>
                </a:lnTo>
                <a:lnTo>
                  <a:pt x="7167" y="0"/>
                </a:lnTo>
                <a:moveTo>
                  <a:pt x="7345" y="0"/>
                </a:moveTo>
                <a:lnTo>
                  <a:pt x="7457" y="0"/>
                </a:lnTo>
                <a:lnTo>
                  <a:pt x="7457" y="22"/>
                </a:lnTo>
                <a:lnTo>
                  <a:pt x="7345" y="22"/>
                </a:lnTo>
                <a:lnTo>
                  <a:pt x="7345" y="0"/>
                </a:lnTo>
                <a:moveTo>
                  <a:pt x="7524" y="0"/>
                </a:moveTo>
                <a:lnTo>
                  <a:pt x="7636" y="0"/>
                </a:lnTo>
                <a:lnTo>
                  <a:pt x="7636" y="22"/>
                </a:lnTo>
                <a:lnTo>
                  <a:pt x="7524" y="22"/>
                </a:lnTo>
                <a:lnTo>
                  <a:pt x="7524" y="0"/>
                </a:lnTo>
                <a:moveTo>
                  <a:pt x="7703" y="0"/>
                </a:moveTo>
                <a:lnTo>
                  <a:pt x="7815" y="0"/>
                </a:lnTo>
                <a:lnTo>
                  <a:pt x="7815" y="22"/>
                </a:lnTo>
                <a:lnTo>
                  <a:pt x="7703" y="22"/>
                </a:lnTo>
                <a:lnTo>
                  <a:pt x="7703" y="0"/>
                </a:lnTo>
                <a:moveTo>
                  <a:pt x="7882" y="0"/>
                </a:moveTo>
                <a:lnTo>
                  <a:pt x="7994" y="0"/>
                </a:lnTo>
                <a:lnTo>
                  <a:pt x="7994" y="22"/>
                </a:lnTo>
                <a:lnTo>
                  <a:pt x="7882" y="22"/>
                </a:lnTo>
                <a:lnTo>
                  <a:pt x="7882" y="0"/>
                </a:lnTo>
                <a:moveTo>
                  <a:pt x="8062" y="0"/>
                </a:moveTo>
                <a:lnTo>
                  <a:pt x="8174" y="0"/>
                </a:lnTo>
                <a:lnTo>
                  <a:pt x="8174" y="22"/>
                </a:lnTo>
                <a:lnTo>
                  <a:pt x="8062" y="22"/>
                </a:lnTo>
                <a:lnTo>
                  <a:pt x="8062" y="0"/>
                </a:lnTo>
                <a:moveTo>
                  <a:pt x="8241" y="0"/>
                </a:moveTo>
                <a:lnTo>
                  <a:pt x="8353" y="0"/>
                </a:lnTo>
                <a:lnTo>
                  <a:pt x="8353" y="22"/>
                </a:lnTo>
                <a:lnTo>
                  <a:pt x="8241" y="22"/>
                </a:lnTo>
                <a:lnTo>
                  <a:pt x="8241" y="0"/>
                </a:lnTo>
                <a:moveTo>
                  <a:pt x="8420" y="0"/>
                </a:moveTo>
                <a:lnTo>
                  <a:pt x="8531" y="0"/>
                </a:lnTo>
                <a:lnTo>
                  <a:pt x="8531" y="22"/>
                </a:lnTo>
                <a:lnTo>
                  <a:pt x="8420" y="22"/>
                </a:lnTo>
                <a:lnTo>
                  <a:pt x="8420" y="0"/>
                </a:lnTo>
                <a:moveTo>
                  <a:pt x="8599" y="0"/>
                </a:moveTo>
                <a:lnTo>
                  <a:pt x="8710" y="0"/>
                </a:lnTo>
                <a:lnTo>
                  <a:pt x="8710" y="22"/>
                </a:lnTo>
                <a:lnTo>
                  <a:pt x="8599" y="22"/>
                </a:lnTo>
                <a:lnTo>
                  <a:pt x="8599" y="0"/>
                </a:lnTo>
                <a:moveTo>
                  <a:pt x="8777" y="0"/>
                </a:moveTo>
                <a:lnTo>
                  <a:pt x="8889" y="0"/>
                </a:lnTo>
                <a:lnTo>
                  <a:pt x="8889" y="22"/>
                </a:lnTo>
                <a:lnTo>
                  <a:pt x="8777" y="22"/>
                </a:lnTo>
                <a:lnTo>
                  <a:pt x="8777" y="0"/>
                </a:lnTo>
                <a:moveTo>
                  <a:pt x="8956" y="0"/>
                </a:moveTo>
                <a:lnTo>
                  <a:pt x="9068" y="0"/>
                </a:lnTo>
                <a:lnTo>
                  <a:pt x="9068" y="22"/>
                </a:lnTo>
                <a:lnTo>
                  <a:pt x="8956" y="22"/>
                </a:lnTo>
                <a:lnTo>
                  <a:pt x="8956" y="0"/>
                </a:lnTo>
                <a:moveTo>
                  <a:pt x="9135" y="0"/>
                </a:moveTo>
                <a:lnTo>
                  <a:pt x="9247" y="0"/>
                </a:lnTo>
                <a:lnTo>
                  <a:pt x="9247" y="22"/>
                </a:lnTo>
                <a:lnTo>
                  <a:pt x="9135" y="22"/>
                </a:lnTo>
                <a:lnTo>
                  <a:pt x="9135" y="0"/>
                </a:lnTo>
                <a:moveTo>
                  <a:pt x="9314" y="0"/>
                </a:moveTo>
                <a:lnTo>
                  <a:pt x="9426" y="0"/>
                </a:lnTo>
                <a:lnTo>
                  <a:pt x="9426" y="22"/>
                </a:lnTo>
                <a:lnTo>
                  <a:pt x="9314" y="22"/>
                </a:lnTo>
                <a:lnTo>
                  <a:pt x="9314" y="0"/>
                </a:lnTo>
                <a:moveTo>
                  <a:pt x="9493" y="0"/>
                </a:moveTo>
                <a:lnTo>
                  <a:pt x="9605" y="0"/>
                </a:lnTo>
                <a:lnTo>
                  <a:pt x="9605" y="22"/>
                </a:lnTo>
                <a:lnTo>
                  <a:pt x="9493" y="22"/>
                </a:lnTo>
                <a:lnTo>
                  <a:pt x="9493" y="0"/>
                </a:lnTo>
                <a:moveTo>
                  <a:pt x="9672" y="0"/>
                </a:moveTo>
                <a:lnTo>
                  <a:pt x="9784" y="0"/>
                </a:lnTo>
                <a:lnTo>
                  <a:pt x="9784" y="22"/>
                </a:lnTo>
                <a:lnTo>
                  <a:pt x="9672" y="22"/>
                </a:lnTo>
                <a:lnTo>
                  <a:pt x="9672" y="0"/>
                </a:lnTo>
                <a:moveTo>
                  <a:pt x="9851" y="0"/>
                </a:moveTo>
                <a:lnTo>
                  <a:pt x="9962" y="0"/>
                </a:lnTo>
                <a:lnTo>
                  <a:pt x="9962" y="22"/>
                </a:lnTo>
                <a:lnTo>
                  <a:pt x="9851" y="22"/>
                </a:lnTo>
                <a:lnTo>
                  <a:pt x="9851" y="0"/>
                </a:lnTo>
                <a:moveTo>
                  <a:pt x="10030" y="0"/>
                </a:moveTo>
                <a:lnTo>
                  <a:pt x="10141" y="0"/>
                </a:lnTo>
                <a:lnTo>
                  <a:pt x="10141" y="22"/>
                </a:lnTo>
                <a:lnTo>
                  <a:pt x="10030" y="22"/>
                </a:lnTo>
                <a:lnTo>
                  <a:pt x="10030" y="0"/>
                </a:lnTo>
                <a:moveTo>
                  <a:pt x="10208" y="0"/>
                </a:moveTo>
                <a:lnTo>
                  <a:pt x="10320" y="0"/>
                </a:lnTo>
                <a:lnTo>
                  <a:pt x="10320" y="22"/>
                </a:lnTo>
                <a:lnTo>
                  <a:pt x="10208" y="22"/>
                </a:lnTo>
                <a:lnTo>
                  <a:pt x="10208" y="0"/>
                </a:lnTo>
                <a:moveTo>
                  <a:pt x="10387" y="0"/>
                </a:moveTo>
                <a:lnTo>
                  <a:pt x="10499" y="0"/>
                </a:lnTo>
                <a:lnTo>
                  <a:pt x="10499" y="22"/>
                </a:lnTo>
                <a:lnTo>
                  <a:pt x="10387" y="22"/>
                </a:lnTo>
                <a:lnTo>
                  <a:pt x="10387" y="0"/>
                </a:lnTo>
                <a:moveTo>
                  <a:pt x="10566" y="0"/>
                </a:moveTo>
                <a:lnTo>
                  <a:pt x="10678" y="0"/>
                </a:lnTo>
                <a:lnTo>
                  <a:pt x="10678" y="22"/>
                </a:lnTo>
                <a:lnTo>
                  <a:pt x="10566" y="22"/>
                </a:lnTo>
                <a:lnTo>
                  <a:pt x="10566" y="0"/>
                </a:lnTo>
                <a:moveTo>
                  <a:pt x="10745" y="0"/>
                </a:moveTo>
                <a:lnTo>
                  <a:pt x="10857" y="0"/>
                </a:lnTo>
                <a:lnTo>
                  <a:pt x="10857" y="22"/>
                </a:lnTo>
                <a:lnTo>
                  <a:pt x="10745" y="22"/>
                </a:lnTo>
                <a:lnTo>
                  <a:pt x="10745" y="0"/>
                </a:lnTo>
                <a:moveTo>
                  <a:pt x="10924" y="0"/>
                </a:moveTo>
                <a:lnTo>
                  <a:pt x="11036" y="0"/>
                </a:lnTo>
                <a:lnTo>
                  <a:pt x="11036" y="22"/>
                </a:lnTo>
                <a:lnTo>
                  <a:pt x="10924" y="22"/>
                </a:lnTo>
                <a:lnTo>
                  <a:pt x="10924" y="0"/>
                </a:lnTo>
                <a:moveTo>
                  <a:pt x="11103" y="0"/>
                </a:moveTo>
                <a:lnTo>
                  <a:pt x="11215" y="0"/>
                </a:lnTo>
                <a:lnTo>
                  <a:pt x="11215" y="22"/>
                </a:lnTo>
                <a:lnTo>
                  <a:pt x="11103" y="22"/>
                </a:lnTo>
                <a:lnTo>
                  <a:pt x="11103" y="0"/>
                </a:lnTo>
                <a:moveTo>
                  <a:pt x="11282" y="0"/>
                </a:moveTo>
                <a:lnTo>
                  <a:pt x="11393" y="0"/>
                </a:lnTo>
                <a:lnTo>
                  <a:pt x="11393" y="22"/>
                </a:lnTo>
                <a:lnTo>
                  <a:pt x="11282" y="22"/>
                </a:lnTo>
                <a:lnTo>
                  <a:pt x="11282" y="0"/>
                </a:lnTo>
                <a:moveTo>
                  <a:pt x="11461" y="0"/>
                </a:moveTo>
                <a:lnTo>
                  <a:pt x="11572" y="0"/>
                </a:lnTo>
                <a:lnTo>
                  <a:pt x="11572" y="22"/>
                </a:lnTo>
                <a:lnTo>
                  <a:pt x="11461" y="22"/>
                </a:lnTo>
                <a:lnTo>
                  <a:pt x="11461" y="0"/>
                </a:lnTo>
                <a:moveTo>
                  <a:pt x="11639" y="0"/>
                </a:moveTo>
                <a:lnTo>
                  <a:pt x="11751" y="0"/>
                </a:lnTo>
                <a:lnTo>
                  <a:pt x="11751" y="22"/>
                </a:lnTo>
                <a:lnTo>
                  <a:pt x="11639" y="22"/>
                </a:lnTo>
                <a:lnTo>
                  <a:pt x="11639" y="0"/>
                </a:lnTo>
                <a:moveTo>
                  <a:pt x="11818" y="0"/>
                </a:moveTo>
                <a:lnTo>
                  <a:pt x="11930" y="0"/>
                </a:lnTo>
                <a:lnTo>
                  <a:pt x="11930" y="22"/>
                </a:lnTo>
                <a:lnTo>
                  <a:pt x="11818" y="22"/>
                </a:lnTo>
                <a:lnTo>
                  <a:pt x="11818" y="0"/>
                </a:lnTo>
                <a:moveTo>
                  <a:pt x="11997" y="0"/>
                </a:moveTo>
                <a:lnTo>
                  <a:pt x="12109" y="0"/>
                </a:lnTo>
                <a:lnTo>
                  <a:pt x="12109" y="22"/>
                </a:lnTo>
                <a:lnTo>
                  <a:pt x="11997" y="22"/>
                </a:lnTo>
                <a:lnTo>
                  <a:pt x="11997" y="0"/>
                </a:lnTo>
                <a:moveTo>
                  <a:pt x="12176" y="0"/>
                </a:moveTo>
                <a:lnTo>
                  <a:pt x="12288" y="0"/>
                </a:lnTo>
                <a:lnTo>
                  <a:pt x="12288" y="22"/>
                </a:lnTo>
                <a:lnTo>
                  <a:pt x="12176" y="22"/>
                </a:lnTo>
                <a:lnTo>
                  <a:pt x="12176" y="0"/>
                </a:lnTo>
                <a:moveTo>
                  <a:pt x="12355" y="0"/>
                </a:moveTo>
                <a:lnTo>
                  <a:pt x="12467" y="0"/>
                </a:lnTo>
                <a:lnTo>
                  <a:pt x="12467" y="22"/>
                </a:lnTo>
                <a:lnTo>
                  <a:pt x="12355" y="22"/>
                </a:lnTo>
                <a:lnTo>
                  <a:pt x="12355" y="0"/>
                </a:lnTo>
                <a:moveTo>
                  <a:pt x="12534" y="0"/>
                </a:moveTo>
                <a:lnTo>
                  <a:pt x="12646" y="0"/>
                </a:lnTo>
                <a:lnTo>
                  <a:pt x="12646" y="22"/>
                </a:lnTo>
                <a:lnTo>
                  <a:pt x="12534" y="22"/>
                </a:lnTo>
                <a:lnTo>
                  <a:pt x="12534" y="0"/>
                </a:lnTo>
                <a:moveTo>
                  <a:pt x="12713" y="0"/>
                </a:moveTo>
                <a:lnTo>
                  <a:pt x="12824" y="0"/>
                </a:lnTo>
                <a:lnTo>
                  <a:pt x="12824" y="22"/>
                </a:lnTo>
                <a:lnTo>
                  <a:pt x="12713" y="22"/>
                </a:lnTo>
                <a:lnTo>
                  <a:pt x="12713" y="0"/>
                </a:lnTo>
                <a:moveTo>
                  <a:pt x="12892" y="0"/>
                </a:moveTo>
                <a:lnTo>
                  <a:pt x="13003" y="0"/>
                </a:lnTo>
                <a:lnTo>
                  <a:pt x="13003" y="22"/>
                </a:lnTo>
                <a:lnTo>
                  <a:pt x="12892" y="22"/>
                </a:lnTo>
                <a:lnTo>
                  <a:pt x="12892" y="0"/>
                </a:lnTo>
                <a:moveTo>
                  <a:pt x="13070" y="0"/>
                </a:moveTo>
                <a:lnTo>
                  <a:pt x="13182" y="0"/>
                </a:lnTo>
                <a:lnTo>
                  <a:pt x="13182" y="22"/>
                </a:lnTo>
                <a:lnTo>
                  <a:pt x="13070" y="22"/>
                </a:lnTo>
                <a:lnTo>
                  <a:pt x="13070" y="0"/>
                </a:lnTo>
                <a:moveTo>
                  <a:pt x="13249" y="0"/>
                </a:moveTo>
                <a:lnTo>
                  <a:pt x="13361" y="0"/>
                </a:lnTo>
                <a:lnTo>
                  <a:pt x="13361" y="22"/>
                </a:lnTo>
                <a:lnTo>
                  <a:pt x="13249" y="22"/>
                </a:lnTo>
                <a:lnTo>
                  <a:pt x="13249" y="0"/>
                </a:lnTo>
                <a:moveTo>
                  <a:pt x="13428" y="0"/>
                </a:moveTo>
                <a:lnTo>
                  <a:pt x="13540" y="0"/>
                </a:lnTo>
                <a:lnTo>
                  <a:pt x="13540" y="22"/>
                </a:lnTo>
                <a:lnTo>
                  <a:pt x="13428" y="22"/>
                </a:lnTo>
                <a:lnTo>
                  <a:pt x="13428" y="0"/>
                </a:lnTo>
                <a:moveTo>
                  <a:pt x="13607" y="0"/>
                </a:moveTo>
                <a:lnTo>
                  <a:pt x="13719" y="0"/>
                </a:lnTo>
                <a:lnTo>
                  <a:pt x="13719" y="22"/>
                </a:lnTo>
                <a:lnTo>
                  <a:pt x="13607" y="22"/>
                </a:lnTo>
                <a:lnTo>
                  <a:pt x="13607" y="0"/>
                </a:lnTo>
                <a:moveTo>
                  <a:pt x="13786" y="0"/>
                </a:moveTo>
                <a:lnTo>
                  <a:pt x="13898" y="0"/>
                </a:lnTo>
                <a:lnTo>
                  <a:pt x="13898" y="22"/>
                </a:lnTo>
                <a:lnTo>
                  <a:pt x="13786" y="22"/>
                </a:lnTo>
                <a:lnTo>
                  <a:pt x="13786" y="0"/>
                </a:lnTo>
                <a:moveTo>
                  <a:pt x="13965" y="0"/>
                </a:moveTo>
                <a:lnTo>
                  <a:pt x="14077" y="0"/>
                </a:lnTo>
                <a:lnTo>
                  <a:pt x="14077" y="22"/>
                </a:lnTo>
                <a:lnTo>
                  <a:pt x="13965" y="22"/>
                </a:lnTo>
                <a:lnTo>
                  <a:pt x="13965" y="0"/>
                </a:lnTo>
                <a:moveTo>
                  <a:pt x="14144" y="0"/>
                </a:moveTo>
                <a:lnTo>
                  <a:pt x="14255" y="0"/>
                </a:lnTo>
                <a:lnTo>
                  <a:pt x="14255" y="22"/>
                </a:lnTo>
                <a:lnTo>
                  <a:pt x="14144" y="22"/>
                </a:lnTo>
                <a:lnTo>
                  <a:pt x="14144" y="0"/>
                </a:lnTo>
                <a:moveTo>
                  <a:pt x="14323" y="0"/>
                </a:moveTo>
                <a:lnTo>
                  <a:pt x="14434" y="0"/>
                </a:lnTo>
                <a:lnTo>
                  <a:pt x="14434" y="22"/>
                </a:lnTo>
                <a:lnTo>
                  <a:pt x="14323" y="22"/>
                </a:lnTo>
                <a:lnTo>
                  <a:pt x="14323" y="0"/>
                </a:lnTo>
                <a:moveTo>
                  <a:pt x="14501" y="0"/>
                </a:moveTo>
                <a:lnTo>
                  <a:pt x="14613" y="0"/>
                </a:lnTo>
                <a:lnTo>
                  <a:pt x="14613" y="22"/>
                </a:lnTo>
                <a:lnTo>
                  <a:pt x="14501" y="22"/>
                </a:lnTo>
                <a:lnTo>
                  <a:pt x="14501" y="0"/>
                </a:lnTo>
                <a:moveTo>
                  <a:pt x="14680" y="0"/>
                </a:moveTo>
                <a:lnTo>
                  <a:pt x="14792" y="0"/>
                </a:lnTo>
                <a:lnTo>
                  <a:pt x="14792" y="22"/>
                </a:lnTo>
                <a:lnTo>
                  <a:pt x="14680" y="22"/>
                </a:lnTo>
                <a:lnTo>
                  <a:pt x="14680" y="0"/>
                </a:lnTo>
                <a:moveTo>
                  <a:pt x="14859" y="0"/>
                </a:moveTo>
                <a:lnTo>
                  <a:pt x="14971" y="0"/>
                </a:lnTo>
                <a:lnTo>
                  <a:pt x="14971" y="22"/>
                </a:lnTo>
                <a:lnTo>
                  <a:pt x="14859" y="22"/>
                </a:lnTo>
                <a:lnTo>
                  <a:pt x="14859" y="0"/>
                </a:lnTo>
                <a:moveTo>
                  <a:pt x="15038" y="0"/>
                </a:moveTo>
                <a:lnTo>
                  <a:pt x="15150" y="0"/>
                </a:lnTo>
                <a:lnTo>
                  <a:pt x="15150" y="22"/>
                </a:lnTo>
                <a:lnTo>
                  <a:pt x="15038" y="22"/>
                </a:lnTo>
                <a:lnTo>
                  <a:pt x="15038" y="0"/>
                </a:lnTo>
                <a:moveTo>
                  <a:pt x="15217" y="0"/>
                </a:moveTo>
                <a:lnTo>
                  <a:pt x="15329" y="0"/>
                </a:lnTo>
                <a:lnTo>
                  <a:pt x="15329" y="22"/>
                </a:lnTo>
                <a:lnTo>
                  <a:pt x="15217" y="22"/>
                </a:lnTo>
                <a:lnTo>
                  <a:pt x="15217" y="0"/>
                </a:lnTo>
                <a:moveTo>
                  <a:pt x="15396" y="0"/>
                </a:moveTo>
                <a:lnTo>
                  <a:pt x="15508" y="0"/>
                </a:lnTo>
                <a:lnTo>
                  <a:pt x="15508" y="22"/>
                </a:lnTo>
                <a:lnTo>
                  <a:pt x="15396" y="22"/>
                </a:lnTo>
                <a:lnTo>
                  <a:pt x="15396" y="0"/>
                </a:lnTo>
                <a:moveTo>
                  <a:pt x="15575" y="0"/>
                </a:moveTo>
                <a:lnTo>
                  <a:pt x="15686" y="0"/>
                </a:lnTo>
                <a:lnTo>
                  <a:pt x="15686" y="22"/>
                </a:lnTo>
                <a:lnTo>
                  <a:pt x="15575" y="22"/>
                </a:lnTo>
                <a:lnTo>
                  <a:pt x="15575" y="0"/>
                </a:lnTo>
                <a:moveTo>
                  <a:pt x="15753" y="0"/>
                </a:moveTo>
                <a:lnTo>
                  <a:pt x="15865" y="0"/>
                </a:lnTo>
                <a:lnTo>
                  <a:pt x="15865" y="22"/>
                </a:lnTo>
                <a:lnTo>
                  <a:pt x="15753" y="22"/>
                </a:lnTo>
                <a:lnTo>
                  <a:pt x="15753" y="0"/>
                </a:lnTo>
                <a:moveTo>
                  <a:pt x="15932" y="0"/>
                </a:moveTo>
                <a:lnTo>
                  <a:pt x="16044" y="0"/>
                </a:lnTo>
                <a:lnTo>
                  <a:pt x="16044" y="22"/>
                </a:lnTo>
                <a:lnTo>
                  <a:pt x="15932" y="22"/>
                </a:lnTo>
                <a:lnTo>
                  <a:pt x="15932" y="0"/>
                </a:lnTo>
                <a:moveTo>
                  <a:pt x="16111" y="0"/>
                </a:moveTo>
                <a:lnTo>
                  <a:pt x="16223" y="0"/>
                </a:lnTo>
                <a:lnTo>
                  <a:pt x="16223" y="22"/>
                </a:lnTo>
                <a:lnTo>
                  <a:pt x="16111" y="22"/>
                </a:lnTo>
                <a:lnTo>
                  <a:pt x="16111" y="0"/>
                </a:lnTo>
                <a:moveTo>
                  <a:pt x="16290" y="0"/>
                </a:moveTo>
                <a:lnTo>
                  <a:pt x="16402" y="0"/>
                </a:lnTo>
                <a:lnTo>
                  <a:pt x="16402" y="22"/>
                </a:lnTo>
                <a:lnTo>
                  <a:pt x="16290" y="22"/>
                </a:lnTo>
                <a:lnTo>
                  <a:pt x="16290" y="0"/>
                </a:lnTo>
                <a:moveTo>
                  <a:pt x="16469" y="0"/>
                </a:moveTo>
                <a:lnTo>
                  <a:pt x="16581" y="0"/>
                </a:lnTo>
                <a:lnTo>
                  <a:pt x="16581" y="22"/>
                </a:lnTo>
                <a:lnTo>
                  <a:pt x="16469" y="22"/>
                </a:lnTo>
                <a:lnTo>
                  <a:pt x="16469" y="0"/>
                </a:lnTo>
                <a:moveTo>
                  <a:pt x="16648" y="0"/>
                </a:moveTo>
                <a:lnTo>
                  <a:pt x="16760" y="0"/>
                </a:lnTo>
                <a:lnTo>
                  <a:pt x="16760" y="22"/>
                </a:lnTo>
                <a:lnTo>
                  <a:pt x="16648" y="22"/>
                </a:lnTo>
                <a:lnTo>
                  <a:pt x="16648" y="0"/>
                </a:lnTo>
                <a:moveTo>
                  <a:pt x="16827" y="0"/>
                </a:moveTo>
                <a:lnTo>
                  <a:pt x="16939" y="0"/>
                </a:lnTo>
                <a:lnTo>
                  <a:pt x="16939" y="22"/>
                </a:lnTo>
                <a:lnTo>
                  <a:pt x="16827" y="22"/>
                </a:lnTo>
                <a:lnTo>
                  <a:pt x="16827" y="0"/>
                </a:lnTo>
                <a:moveTo>
                  <a:pt x="17006" y="0"/>
                </a:moveTo>
                <a:lnTo>
                  <a:pt x="17117" y="0"/>
                </a:lnTo>
                <a:lnTo>
                  <a:pt x="17117" y="22"/>
                </a:lnTo>
                <a:lnTo>
                  <a:pt x="17006" y="22"/>
                </a:lnTo>
                <a:lnTo>
                  <a:pt x="17006" y="0"/>
                </a:lnTo>
                <a:moveTo>
                  <a:pt x="17184" y="0"/>
                </a:moveTo>
                <a:lnTo>
                  <a:pt x="17296" y="0"/>
                </a:lnTo>
                <a:lnTo>
                  <a:pt x="17296" y="22"/>
                </a:lnTo>
                <a:lnTo>
                  <a:pt x="17184" y="22"/>
                </a:lnTo>
                <a:lnTo>
                  <a:pt x="17184" y="0"/>
                </a:lnTo>
                <a:moveTo>
                  <a:pt x="17363" y="0"/>
                </a:moveTo>
                <a:lnTo>
                  <a:pt x="17475" y="0"/>
                </a:lnTo>
                <a:lnTo>
                  <a:pt x="17475" y="22"/>
                </a:lnTo>
                <a:lnTo>
                  <a:pt x="17363" y="22"/>
                </a:lnTo>
                <a:lnTo>
                  <a:pt x="17363" y="0"/>
                </a:lnTo>
                <a:moveTo>
                  <a:pt x="17542" y="0"/>
                </a:moveTo>
                <a:lnTo>
                  <a:pt x="17654" y="0"/>
                </a:lnTo>
                <a:lnTo>
                  <a:pt x="17654" y="22"/>
                </a:lnTo>
                <a:lnTo>
                  <a:pt x="17542" y="22"/>
                </a:lnTo>
                <a:lnTo>
                  <a:pt x="17542" y="0"/>
                </a:lnTo>
                <a:moveTo>
                  <a:pt x="17721" y="0"/>
                </a:moveTo>
                <a:lnTo>
                  <a:pt x="17833" y="0"/>
                </a:lnTo>
                <a:lnTo>
                  <a:pt x="17833" y="22"/>
                </a:lnTo>
                <a:lnTo>
                  <a:pt x="17721" y="22"/>
                </a:lnTo>
                <a:lnTo>
                  <a:pt x="17721" y="0"/>
                </a:lnTo>
                <a:moveTo>
                  <a:pt x="17900" y="0"/>
                </a:moveTo>
                <a:lnTo>
                  <a:pt x="18012" y="0"/>
                </a:lnTo>
                <a:lnTo>
                  <a:pt x="18012" y="22"/>
                </a:lnTo>
                <a:lnTo>
                  <a:pt x="17900" y="22"/>
                </a:lnTo>
                <a:lnTo>
                  <a:pt x="17900" y="0"/>
                </a:lnTo>
                <a:moveTo>
                  <a:pt x="18079" y="0"/>
                </a:moveTo>
                <a:lnTo>
                  <a:pt x="18191" y="0"/>
                </a:lnTo>
                <a:lnTo>
                  <a:pt x="18191" y="22"/>
                </a:lnTo>
                <a:lnTo>
                  <a:pt x="18079" y="22"/>
                </a:lnTo>
                <a:lnTo>
                  <a:pt x="18079" y="0"/>
                </a:lnTo>
                <a:moveTo>
                  <a:pt x="18258" y="0"/>
                </a:moveTo>
                <a:lnTo>
                  <a:pt x="18370" y="0"/>
                </a:lnTo>
                <a:lnTo>
                  <a:pt x="18370" y="22"/>
                </a:lnTo>
                <a:lnTo>
                  <a:pt x="18258" y="22"/>
                </a:lnTo>
                <a:lnTo>
                  <a:pt x="18258" y="0"/>
                </a:lnTo>
                <a:moveTo>
                  <a:pt x="18437" y="0"/>
                </a:moveTo>
                <a:lnTo>
                  <a:pt x="18548" y="0"/>
                </a:lnTo>
                <a:lnTo>
                  <a:pt x="18548" y="22"/>
                </a:lnTo>
                <a:lnTo>
                  <a:pt x="18437" y="22"/>
                </a:lnTo>
                <a:lnTo>
                  <a:pt x="18437" y="0"/>
                </a:lnTo>
                <a:moveTo>
                  <a:pt x="18615" y="0"/>
                </a:moveTo>
                <a:lnTo>
                  <a:pt x="18727" y="0"/>
                </a:lnTo>
                <a:lnTo>
                  <a:pt x="18727" y="22"/>
                </a:lnTo>
                <a:lnTo>
                  <a:pt x="18615" y="22"/>
                </a:lnTo>
                <a:lnTo>
                  <a:pt x="18615" y="0"/>
                </a:lnTo>
                <a:moveTo>
                  <a:pt x="18794" y="0"/>
                </a:moveTo>
                <a:lnTo>
                  <a:pt x="18906" y="0"/>
                </a:lnTo>
                <a:lnTo>
                  <a:pt x="18906" y="22"/>
                </a:lnTo>
                <a:lnTo>
                  <a:pt x="18794" y="22"/>
                </a:lnTo>
                <a:lnTo>
                  <a:pt x="18794" y="0"/>
                </a:lnTo>
                <a:moveTo>
                  <a:pt x="18973" y="0"/>
                </a:moveTo>
                <a:lnTo>
                  <a:pt x="19085" y="0"/>
                </a:lnTo>
                <a:lnTo>
                  <a:pt x="19085" y="22"/>
                </a:lnTo>
                <a:lnTo>
                  <a:pt x="18973" y="22"/>
                </a:lnTo>
                <a:lnTo>
                  <a:pt x="18973" y="0"/>
                </a:lnTo>
                <a:moveTo>
                  <a:pt x="19152" y="0"/>
                </a:moveTo>
                <a:lnTo>
                  <a:pt x="19264" y="0"/>
                </a:lnTo>
                <a:lnTo>
                  <a:pt x="19264" y="22"/>
                </a:lnTo>
                <a:lnTo>
                  <a:pt x="19152" y="22"/>
                </a:lnTo>
                <a:lnTo>
                  <a:pt x="19152" y="0"/>
                </a:lnTo>
                <a:moveTo>
                  <a:pt x="19331" y="0"/>
                </a:moveTo>
                <a:lnTo>
                  <a:pt x="19443" y="0"/>
                </a:lnTo>
                <a:lnTo>
                  <a:pt x="19443" y="22"/>
                </a:lnTo>
                <a:lnTo>
                  <a:pt x="19331" y="22"/>
                </a:lnTo>
                <a:lnTo>
                  <a:pt x="19331" y="0"/>
                </a:lnTo>
                <a:moveTo>
                  <a:pt x="19510" y="0"/>
                </a:moveTo>
                <a:lnTo>
                  <a:pt x="19622" y="0"/>
                </a:lnTo>
                <a:lnTo>
                  <a:pt x="19622" y="22"/>
                </a:lnTo>
                <a:lnTo>
                  <a:pt x="19510" y="22"/>
                </a:lnTo>
                <a:lnTo>
                  <a:pt x="19510" y="0"/>
                </a:lnTo>
                <a:moveTo>
                  <a:pt x="19689" y="0"/>
                </a:moveTo>
                <a:lnTo>
                  <a:pt x="19801" y="0"/>
                </a:lnTo>
                <a:lnTo>
                  <a:pt x="19801" y="22"/>
                </a:lnTo>
                <a:lnTo>
                  <a:pt x="19689" y="22"/>
                </a:lnTo>
                <a:lnTo>
                  <a:pt x="19689" y="0"/>
                </a:lnTo>
                <a:moveTo>
                  <a:pt x="19868" y="0"/>
                </a:moveTo>
                <a:lnTo>
                  <a:pt x="19979" y="0"/>
                </a:lnTo>
                <a:lnTo>
                  <a:pt x="19979" y="22"/>
                </a:lnTo>
                <a:lnTo>
                  <a:pt x="19868" y="22"/>
                </a:lnTo>
                <a:lnTo>
                  <a:pt x="19868" y="0"/>
                </a:lnTo>
                <a:moveTo>
                  <a:pt x="20046" y="0"/>
                </a:moveTo>
                <a:lnTo>
                  <a:pt x="20158" y="0"/>
                </a:lnTo>
                <a:lnTo>
                  <a:pt x="20158" y="22"/>
                </a:lnTo>
                <a:lnTo>
                  <a:pt x="20046" y="22"/>
                </a:lnTo>
                <a:lnTo>
                  <a:pt x="20046" y="0"/>
                </a:lnTo>
                <a:moveTo>
                  <a:pt x="20225" y="0"/>
                </a:moveTo>
                <a:lnTo>
                  <a:pt x="20337" y="0"/>
                </a:lnTo>
                <a:lnTo>
                  <a:pt x="20337" y="22"/>
                </a:lnTo>
                <a:lnTo>
                  <a:pt x="20225" y="22"/>
                </a:lnTo>
                <a:lnTo>
                  <a:pt x="20225" y="0"/>
                </a:lnTo>
                <a:moveTo>
                  <a:pt x="20404" y="0"/>
                </a:moveTo>
                <a:lnTo>
                  <a:pt x="20516" y="0"/>
                </a:lnTo>
                <a:lnTo>
                  <a:pt x="20516" y="22"/>
                </a:lnTo>
                <a:lnTo>
                  <a:pt x="20404" y="22"/>
                </a:lnTo>
                <a:lnTo>
                  <a:pt x="20404" y="0"/>
                </a:lnTo>
                <a:moveTo>
                  <a:pt x="20583" y="0"/>
                </a:moveTo>
                <a:lnTo>
                  <a:pt x="20695" y="0"/>
                </a:lnTo>
                <a:lnTo>
                  <a:pt x="20695" y="22"/>
                </a:lnTo>
                <a:lnTo>
                  <a:pt x="20583" y="22"/>
                </a:lnTo>
                <a:lnTo>
                  <a:pt x="20583" y="0"/>
                </a:lnTo>
                <a:moveTo>
                  <a:pt x="20762" y="0"/>
                </a:moveTo>
                <a:lnTo>
                  <a:pt x="20874" y="0"/>
                </a:lnTo>
                <a:lnTo>
                  <a:pt x="20874" y="22"/>
                </a:lnTo>
                <a:lnTo>
                  <a:pt x="20762" y="22"/>
                </a:lnTo>
                <a:lnTo>
                  <a:pt x="20762" y="0"/>
                </a:lnTo>
                <a:moveTo>
                  <a:pt x="20941" y="0"/>
                </a:moveTo>
                <a:lnTo>
                  <a:pt x="20997" y="0"/>
                </a:lnTo>
                <a:lnTo>
                  <a:pt x="20997" y="78"/>
                </a:lnTo>
                <a:lnTo>
                  <a:pt x="20974" y="78"/>
                </a:lnTo>
                <a:lnTo>
                  <a:pt x="20974" y="11"/>
                </a:lnTo>
                <a:lnTo>
                  <a:pt x="20986" y="11"/>
                </a:lnTo>
                <a:lnTo>
                  <a:pt x="20986" y="22"/>
                </a:lnTo>
                <a:lnTo>
                  <a:pt x="20941" y="22"/>
                </a:lnTo>
                <a:lnTo>
                  <a:pt x="20941" y="0"/>
                </a:lnTo>
                <a:moveTo>
                  <a:pt x="20997" y="145"/>
                </a:moveTo>
                <a:lnTo>
                  <a:pt x="20997" y="257"/>
                </a:lnTo>
                <a:lnTo>
                  <a:pt x="20974" y="257"/>
                </a:lnTo>
                <a:lnTo>
                  <a:pt x="20974" y="145"/>
                </a:lnTo>
                <a:lnTo>
                  <a:pt x="20997" y="145"/>
                </a:lnTo>
                <a:moveTo>
                  <a:pt x="20997" y="324"/>
                </a:moveTo>
                <a:lnTo>
                  <a:pt x="20997" y="436"/>
                </a:lnTo>
                <a:lnTo>
                  <a:pt x="20974" y="436"/>
                </a:lnTo>
                <a:lnTo>
                  <a:pt x="20974" y="324"/>
                </a:lnTo>
                <a:lnTo>
                  <a:pt x="20997" y="324"/>
                </a:lnTo>
                <a:moveTo>
                  <a:pt x="20997" y="503"/>
                </a:moveTo>
                <a:lnTo>
                  <a:pt x="20997" y="615"/>
                </a:lnTo>
                <a:lnTo>
                  <a:pt x="20974" y="615"/>
                </a:lnTo>
                <a:lnTo>
                  <a:pt x="20974" y="503"/>
                </a:lnTo>
                <a:lnTo>
                  <a:pt x="20997" y="503"/>
                </a:lnTo>
                <a:moveTo>
                  <a:pt x="20997" y="682"/>
                </a:moveTo>
                <a:lnTo>
                  <a:pt x="20997" y="794"/>
                </a:lnTo>
                <a:lnTo>
                  <a:pt x="20974" y="794"/>
                </a:lnTo>
                <a:lnTo>
                  <a:pt x="20974" y="682"/>
                </a:lnTo>
                <a:lnTo>
                  <a:pt x="20997" y="682"/>
                </a:lnTo>
                <a:moveTo>
                  <a:pt x="20997" y="862"/>
                </a:moveTo>
                <a:lnTo>
                  <a:pt x="20997" y="974"/>
                </a:lnTo>
                <a:lnTo>
                  <a:pt x="20974" y="974"/>
                </a:lnTo>
                <a:lnTo>
                  <a:pt x="20974" y="862"/>
                </a:lnTo>
                <a:lnTo>
                  <a:pt x="20997" y="862"/>
                </a:lnTo>
                <a:moveTo>
                  <a:pt x="20997" y="1041"/>
                </a:moveTo>
                <a:lnTo>
                  <a:pt x="20997" y="1154"/>
                </a:lnTo>
                <a:lnTo>
                  <a:pt x="20974" y="1154"/>
                </a:lnTo>
                <a:lnTo>
                  <a:pt x="20974" y="1041"/>
                </a:lnTo>
                <a:lnTo>
                  <a:pt x="20997" y="1041"/>
                </a:lnTo>
                <a:moveTo>
                  <a:pt x="20997" y="1221"/>
                </a:moveTo>
                <a:lnTo>
                  <a:pt x="20997" y="1333"/>
                </a:lnTo>
                <a:lnTo>
                  <a:pt x="20974" y="1333"/>
                </a:lnTo>
                <a:lnTo>
                  <a:pt x="20974" y="1221"/>
                </a:lnTo>
                <a:lnTo>
                  <a:pt x="20997" y="1221"/>
                </a:lnTo>
                <a:moveTo>
                  <a:pt x="20997" y="1400"/>
                </a:moveTo>
                <a:lnTo>
                  <a:pt x="20997" y="1478"/>
                </a:lnTo>
                <a:lnTo>
                  <a:pt x="20941" y="1478"/>
                </a:lnTo>
                <a:lnTo>
                  <a:pt x="20941" y="1456"/>
                </a:lnTo>
                <a:lnTo>
                  <a:pt x="20986" y="1456"/>
                </a:lnTo>
                <a:lnTo>
                  <a:pt x="20986" y="1467"/>
                </a:lnTo>
                <a:lnTo>
                  <a:pt x="20974" y="1467"/>
                </a:lnTo>
                <a:lnTo>
                  <a:pt x="20974" y="1400"/>
                </a:lnTo>
                <a:lnTo>
                  <a:pt x="20997" y="1400"/>
                </a:lnTo>
                <a:moveTo>
                  <a:pt x="20874" y="1478"/>
                </a:moveTo>
                <a:lnTo>
                  <a:pt x="20762" y="1478"/>
                </a:lnTo>
                <a:lnTo>
                  <a:pt x="20762" y="1456"/>
                </a:lnTo>
                <a:lnTo>
                  <a:pt x="20874" y="1456"/>
                </a:lnTo>
                <a:lnTo>
                  <a:pt x="20874" y="1478"/>
                </a:lnTo>
                <a:moveTo>
                  <a:pt x="20695" y="1478"/>
                </a:moveTo>
                <a:lnTo>
                  <a:pt x="20583" y="1478"/>
                </a:lnTo>
                <a:lnTo>
                  <a:pt x="20583" y="1456"/>
                </a:lnTo>
                <a:lnTo>
                  <a:pt x="20695" y="1456"/>
                </a:lnTo>
                <a:lnTo>
                  <a:pt x="20695" y="1478"/>
                </a:lnTo>
                <a:moveTo>
                  <a:pt x="20516" y="1478"/>
                </a:moveTo>
                <a:lnTo>
                  <a:pt x="20404" y="1478"/>
                </a:lnTo>
                <a:lnTo>
                  <a:pt x="20404" y="1456"/>
                </a:lnTo>
                <a:lnTo>
                  <a:pt x="20516" y="1456"/>
                </a:lnTo>
                <a:lnTo>
                  <a:pt x="20516" y="1478"/>
                </a:lnTo>
                <a:moveTo>
                  <a:pt x="20337" y="1478"/>
                </a:moveTo>
                <a:lnTo>
                  <a:pt x="20225" y="1478"/>
                </a:lnTo>
                <a:lnTo>
                  <a:pt x="20225" y="1456"/>
                </a:lnTo>
                <a:lnTo>
                  <a:pt x="20337" y="1456"/>
                </a:lnTo>
                <a:lnTo>
                  <a:pt x="20337" y="1478"/>
                </a:lnTo>
                <a:moveTo>
                  <a:pt x="20158" y="1478"/>
                </a:moveTo>
                <a:lnTo>
                  <a:pt x="20046" y="1478"/>
                </a:lnTo>
                <a:lnTo>
                  <a:pt x="20046" y="1456"/>
                </a:lnTo>
                <a:lnTo>
                  <a:pt x="20158" y="1456"/>
                </a:lnTo>
                <a:lnTo>
                  <a:pt x="20158" y="1478"/>
                </a:lnTo>
                <a:moveTo>
                  <a:pt x="19979" y="1478"/>
                </a:moveTo>
                <a:lnTo>
                  <a:pt x="19868" y="1478"/>
                </a:lnTo>
                <a:lnTo>
                  <a:pt x="19868" y="1456"/>
                </a:lnTo>
                <a:lnTo>
                  <a:pt x="19979" y="1456"/>
                </a:lnTo>
                <a:lnTo>
                  <a:pt x="19979" y="1478"/>
                </a:lnTo>
                <a:moveTo>
                  <a:pt x="19801" y="1478"/>
                </a:moveTo>
                <a:lnTo>
                  <a:pt x="19689" y="1478"/>
                </a:lnTo>
                <a:lnTo>
                  <a:pt x="19689" y="1456"/>
                </a:lnTo>
                <a:lnTo>
                  <a:pt x="19801" y="1456"/>
                </a:lnTo>
                <a:lnTo>
                  <a:pt x="19801" y="1478"/>
                </a:lnTo>
                <a:moveTo>
                  <a:pt x="19622" y="1478"/>
                </a:moveTo>
                <a:lnTo>
                  <a:pt x="19510" y="1478"/>
                </a:lnTo>
                <a:lnTo>
                  <a:pt x="19510" y="1456"/>
                </a:lnTo>
                <a:lnTo>
                  <a:pt x="19622" y="1456"/>
                </a:lnTo>
                <a:lnTo>
                  <a:pt x="19622" y="1478"/>
                </a:lnTo>
                <a:moveTo>
                  <a:pt x="19443" y="1478"/>
                </a:moveTo>
                <a:lnTo>
                  <a:pt x="19331" y="1478"/>
                </a:lnTo>
                <a:lnTo>
                  <a:pt x="19331" y="1456"/>
                </a:lnTo>
                <a:lnTo>
                  <a:pt x="19443" y="1456"/>
                </a:lnTo>
                <a:lnTo>
                  <a:pt x="19443" y="1478"/>
                </a:lnTo>
                <a:moveTo>
                  <a:pt x="19264" y="1478"/>
                </a:moveTo>
                <a:lnTo>
                  <a:pt x="19152" y="1478"/>
                </a:lnTo>
                <a:lnTo>
                  <a:pt x="19152" y="1456"/>
                </a:lnTo>
                <a:lnTo>
                  <a:pt x="19264" y="1456"/>
                </a:lnTo>
                <a:lnTo>
                  <a:pt x="19264" y="1478"/>
                </a:lnTo>
                <a:moveTo>
                  <a:pt x="19085" y="1478"/>
                </a:moveTo>
                <a:lnTo>
                  <a:pt x="18973" y="1478"/>
                </a:lnTo>
                <a:lnTo>
                  <a:pt x="18973" y="1456"/>
                </a:lnTo>
                <a:lnTo>
                  <a:pt x="19085" y="1456"/>
                </a:lnTo>
                <a:lnTo>
                  <a:pt x="19085" y="1478"/>
                </a:lnTo>
                <a:moveTo>
                  <a:pt x="18906" y="1478"/>
                </a:moveTo>
                <a:lnTo>
                  <a:pt x="18794" y="1478"/>
                </a:lnTo>
                <a:lnTo>
                  <a:pt x="18794" y="1456"/>
                </a:lnTo>
                <a:lnTo>
                  <a:pt x="18906" y="1456"/>
                </a:lnTo>
                <a:lnTo>
                  <a:pt x="18906" y="1478"/>
                </a:lnTo>
                <a:moveTo>
                  <a:pt x="18727" y="1478"/>
                </a:moveTo>
                <a:lnTo>
                  <a:pt x="18615" y="1478"/>
                </a:lnTo>
                <a:lnTo>
                  <a:pt x="18615" y="1456"/>
                </a:lnTo>
                <a:lnTo>
                  <a:pt x="18727" y="1456"/>
                </a:lnTo>
                <a:lnTo>
                  <a:pt x="18727" y="1478"/>
                </a:lnTo>
                <a:moveTo>
                  <a:pt x="18548" y="1478"/>
                </a:moveTo>
                <a:lnTo>
                  <a:pt x="18437" y="1478"/>
                </a:lnTo>
                <a:lnTo>
                  <a:pt x="18437" y="1456"/>
                </a:lnTo>
                <a:lnTo>
                  <a:pt x="18548" y="1456"/>
                </a:lnTo>
                <a:lnTo>
                  <a:pt x="18548" y="1478"/>
                </a:lnTo>
                <a:moveTo>
                  <a:pt x="18370" y="1478"/>
                </a:moveTo>
                <a:lnTo>
                  <a:pt x="18258" y="1478"/>
                </a:lnTo>
                <a:lnTo>
                  <a:pt x="18258" y="1456"/>
                </a:lnTo>
                <a:lnTo>
                  <a:pt x="18370" y="1456"/>
                </a:lnTo>
                <a:lnTo>
                  <a:pt x="18370" y="1478"/>
                </a:lnTo>
                <a:moveTo>
                  <a:pt x="18191" y="1478"/>
                </a:moveTo>
                <a:lnTo>
                  <a:pt x="18079" y="1478"/>
                </a:lnTo>
                <a:lnTo>
                  <a:pt x="18079" y="1456"/>
                </a:lnTo>
                <a:lnTo>
                  <a:pt x="18191" y="1456"/>
                </a:lnTo>
                <a:lnTo>
                  <a:pt x="18191" y="1478"/>
                </a:lnTo>
                <a:moveTo>
                  <a:pt x="18012" y="1478"/>
                </a:moveTo>
                <a:lnTo>
                  <a:pt x="17900" y="1478"/>
                </a:lnTo>
                <a:lnTo>
                  <a:pt x="17900" y="1456"/>
                </a:lnTo>
                <a:lnTo>
                  <a:pt x="18012" y="1456"/>
                </a:lnTo>
                <a:lnTo>
                  <a:pt x="18012" y="1478"/>
                </a:lnTo>
                <a:moveTo>
                  <a:pt x="17833" y="1478"/>
                </a:moveTo>
                <a:lnTo>
                  <a:pt x="17721" y="1478"/>
                </a:lnTo>
                <a:lnTo>
                  <a:pt x="17721" y="1456"/>
                </a:lnTo>
                <a:lnTo>
                  <a:pt x="17833" y="1456"/>
                </a:lnTo>
                <a:lnTo>
                  <a:pt x="17833" y="1478"/>
                </a:lnTo>
                <a:moveTo>
                  <a:pt x="17654" y="1478"/>
                </a:moveTo>
                <a:lnTo>
                  <a:pt x="17542" y="1478"/>
                </a:lnTo>
                <a:lnTo>
                  <a:pt x="17542" y="1456"/>
                </a:lnTo>
                <a:lnTo>
                  <a:pt x="17654" y="1456"/>
                </a:lnTo>
                <a:lnTo>
                  <a:pt x="17654" y="1478"/>
                </a:lnTo>
                <a:moveTo>
                  <a:pt x="17475" y="1478"/>
                </a:moveTo>
                <a:lnTo>
                  <a:pt x="17363" y="1478"/>
                </a:lnTo>
                <a:lnTo>
                  <a:pt x="17363" y="1456"/>
                </a:lnTo>
                <a:lnTo>
                  <a:pt x="17475" y="1456"/>
                </a:lnTo>
                <a:lnTo>
                  <a:pt x="17475" y="1478"/>
                </a:lnTo>
                <a:moveTo>
                  <a:pt x="17296" y="1478"/>
                </a:moveTo>
                <a:lnTo>
                  <a:pt x="17184" y="1478"/>
                </a:lnTo>
                <a:lnTo>
                  <a:pt x="17184" y="1456"/>
                </a:lnTo>
                <a:lnTo>
                  <a:pt x="17296" y="1456"/>
                </a:lnTo>
                <a:lnTo>
                  <a:pt x="17296" y="1478"/>
                </a:lnTo>
                <a:moveTo>
                  <a:pt x="17117" y="1478"/>
                </a:moveTo>
                <a:lnTo>
                  <a:pt x="17006" y="1478"/>
                </a:lnTo>
                <a:lnTo>
                  <a:pt x="17006" y="1456"/>
                </a:lnTo>
                <a:lnTo>
                  <a:pt x="17117" y="1456"/>
                </a:lnTo>
                <a:lnTo>
                  <a:pt x="17117" y="1478"/>
                </a:lnTo>
                <a:moveTo>
                  <a:pt x="16939" y="1478"/>
                </a:moveTo>
                <a:lnTo>
                  <a:pt x="16827" y="1478"/>
                </a:lnTo>
                <a:lnTo>
                  <a:pt x="16827" y="1456"/>
                </a:lnTo>
                <a:lnTo>
                  <a:pt x="16939" y="1456"/>
                </a:lnTo>
                <a:lnTo>
                  <a:pt x="16939" y="1478"/>
                </a:lnTo>
                <a:moveTo>
                  <a:pt x="16760" y="1478"/>
                </a:moveTo>
                <a:lnTo>
                  <a:pt x="16648" y="1478"/>
                </a:lnTo>
                <a:lnTo>
                  <a:pt x="16648" y="1456"/>
                </a:lnTo>
                <a:lnTo>
                  <a:pt x="16760" y="1456"/>
                </a:lnTo>
                <a:lnTo>
                  <a:pt x="16760" y="1478"/>
                </a:lnTo>
                <a:moveTo>
                  <a:pt x="16581" y="1478"/>
                </a:moveTo>
                <a:lnTo>
                  <a:pt x="16469" y="1478"/>
                </a:lnTo>
                <a:lnTo>
                  <a:pt x="16469" y="1456"/>
                </a:lnTo>
                <a:lnTo>
                  <a:pt x="16581" y="1456"/>
                </a:lnTo>
                <a:lnTo>
                  <a:pt x="16581" y="1478"/>
                </a:lnTo>
                <a:moveTo>
                  <a:pt x="16402" y="1478"/>
                </a:moveTo>
                <a:lnTo>
                  <a:pt x="16290" y="1478"/>
                </a:lnTo>
                <a:lnTo>
                  <a:pt x="16290" y="1456"/>
                </a:lnTo>
                <a:lnTo>
                  <a:pt x="16402" y="1456"/>
                </a:lnTo>
                <a:lnTo>
                  <a:pt x="16402" y="1478"/>
                </a:lnTo>
                <a:moveTo>
                  <a:pt x="16223" y="1478"/>
                </a:moveTo>
                <a:lnTo>
                  <a:pt x="16111" y="1478"/>
                </a:lnTo>
                <a:lnTo>
                  <a:pt x="16111" y="1456"/>
                </a:lnTo>
                <a:lnTo>
                  <a:pt x="16223" y="1456"/>
                </a:lnTo>
                <a:lnTo>
                  <a:pt x="16223" y="1478"/>
                </a:lnTo>
                <a:moveTo>
                  <a:pt x="16044" y="1478"/>
                </a:moveTo>
                <a:lnTo>
                  <a:pt x="15932" y="1478"/>
                </a:lnTo>
                <a:lnTo>
                  <a:pt x="15932" y="1456"/>
                </a:lnTo>
                <a:lnTo>
                  <a:pt x="16044" y="1456"/>
                </a:lnTo>
                <a:lnTo>
                  <a:pt x="16044" y="1478"/>
                </a:lnTo>
                <a:moveTo>
                  <a:pt x="15865" y="1478"/>
                </a:moveTo>
                <a:lnTo>
                  <a:pt x="15753" y="1478"/>
                </a:lnTo>
                <a:lnTo>
                  <a:pt x="15753" y="1456"/>
                </a:lnTo>
                <a:lnTo>
                  <a:pt x="15865" y="1456"/>
                </a:lnTo>
                <a:lnTo>
                  <a:pt x="15865" y="1478"/>
                </a:lnTo>
                <a:moveTo>
                  <a:pt x="15686" y="1478"/>
                </a:moveTo>
                <a:lnTo>
                  <a:pt x="15575" y="1478"/>
                </a:lnTo>
                <a:lnTo>
                  <a:pt x="15575" y="1456"/>
                </a:lnTo>
                <a:lnTo>
                  <a:pt x="15686" y="1456"/>
                </a:lnTo>
                <a:lnTo>
                  <a:pt x="15686" y="1478"/>
                </a:lnTo>
                <a:moveTo>
                  <a:pt x="15508" y="1478"/>
                </a:moveTo>
                <a:lnTo>
                  <a:pt x="15396" y="1478"/>
                </a:lnTo>
                <a:lnTo>
                  <a:pt x="15396" y="1456"/>
                </a:lnTo>
                <a:lnTo>
                  <a:pt x="15508" y="1456"/>
                </a:lnTo>
                <a:lnTo>
                  <a:pt x="15508" y="1478"/>
                </a:lnTo>
                <a:moveTo>
                  <a:pt x="15329" y="1478"/>
                </a:moveTo>
                <a:lnTo>
                  <a:pt x="15217" y="1478"/>
                </a:lnTo>
                <a:lnTo>
                  <a:pt x="15217" y="1456"/>
                </a:lnTo>
                <a:lnTo>
                  <a:pt x="15329" y="1456"/>
                </a:lnTo>
                <a:lnTo>
                  <a:pt x="15329" y="1478"/>
                </a:lnTo>
                <a:moveTo>
                  <a:pt x="15150" y="1478"/>
                </a:moveTo>
                <a:lnTo>
                  <a:pt x="15038" y="1478"/>
                </a:lnTo>
                <a:lnTo>
                  <a:pt x="15038" y="1456"/>
                </a:lnTo>
                <a:lnTo>
                  <a:pt x="15150" y="1456"/>
                </a:lnTo>
                <a:lnTo>
                  <a:pt x="15150" y="1478"/>
                </a:lnTo>
                <a:moveTo>
                  <a:pt x="14971" y="1478"/>
                </a:moveTo>
                <a:lnTo>
                  <a:pt x="14859" y="1478"/>
                </a:lnTo>
                <a:lnTo>
                  <a:pt x="14859" y="1456"/>
                </a:lnTo>
                <a:lnTo>
                  <a:pt x="14971" y="1456"/>
                </a:lnTo>
                <a:lnTo>
                  <a:pt x="14971" y="1478"/>
                </a:lnTo>
                <a:moveTo>
                  <a:pt x="14792" y="1478"/>
                </a:moveTo>
                <a:lnTo>
                  <a:pt x="14680" y="1478"/>
                </a:lnTo>
                <a:lnTo>
                  <a:pt x="14680" y="1456"/>
                </a:lnTo>
                <a:lnTo>
                  <a:pt x="14792" y="1456"/>
                </a:lnTo>
                <a:lnTo>
                  <a:pt x="14792" y="1478"/>
                </a:lnTo>
                <a:moveTo>
                  <a:pt x="14613" y="1478"/>
                </a:moveTo>
                <a:lnTo>
                  <a:pt x="14501" y="1478"/>
                </a:lnTo>
                <a:lnTo>
                  <a:pt x="14501" y="1456"/>
                </a:lnTo>
                <a:lnTo>
                  <a:pt x="14613" y="1456"/>
                </a:lnTo>
                <a:lnTo>
                  <a:pt x="14613" y="1478"/>
                </a:lnTo>
                <a:moveTo>
                  <a:pt x="14434" y="1478"/>
                </a:moveTo>
                <a:lnTo>
                  <a:pt x="14323" y="1478"/>
                </a:lnTo>
                <a:lnTo>
                  <a:pt x="14323" y="1456"/>
                </a:lnTo>
                <a:lnTo>
                  <a:pt x="14434" y="1456"/>
                </a:lnTo>
                <a:lnTo>
                  <a:pt x="14434" y="1478"/>
                </a:lnTo>
                <a:moveTo>
                  <a:pt x="14255" y="1478"/>
                </a:moveTo>
                <a:lnTo>
                  <a:pt x="14144" y="1478"/>
                </a:lnTo>
                <a:lnTo>
                  <a:pt x="14144" y="1456"/>
                </a:lnTo>
                <a:lnTo>
                  <a:pt x="14255" y="1456"/>
                </a:lnTo>
                <a:lnTo>
                  <a:pt x="14255" y="1478"/>
                </a:lnTo>
                <a:moveTo>
                  <a:pt x="14077" y="1478"/>
                </a:moveTo>
                <a:lnTo>
                  <a:pt x="13965" y="1478"/>
                </a:lnTo>
                <a:lnTo>
                  <a:pt x="13965" y="1456"/>
                </a:lnTo>
                <a:lnTo>
                  <a:pt x="14077" y="1456"/>
                </a:lnTo>
                <a:lnTo>
                  <a:pt x="14077" y="1478"/>
                </a:lnTo>
                <a:moveTo>
                  <a:pt x="13898" y="1478"/>
                </a:moveTo>
                <a:lnTo>
                  <a:pt x="13786" y="1478"/>
                </a:lnTo>
                <a:lnTo>
                  <a:pt x="13786" y="1456"/>
                </a:lnTo>
                <a:lnTo>
                  <a:pt x="13898" y="1456"/>
                </a:lnTo>
                <a:lnTo>
                  <a:pt x="13898" y="1478"/>
                </a:lnTo>
                <a:moveTo>
                  <a:pt x="13719" y="1478"/>
                </a:moveTo>
                <a:lnTo>
                  <a:pt x="13607" y="1478"/>
                </a:lnTo>
                <a:lnTo>
                  <a:pt x="13607" y="1456"/>
                </a:lnTo>
                <a:lnTo>
                  <a:pt x="13719" y="1456"/>
                </a:lnTo>
                <a:lnTo>
                  <a:pt x="13719" y="1478"/>
                </a:lnTo>
                <a:moveTo>
                  <a:pt x="13540" y="1478"/>
                </a:moveTo>
                <a:lnTo>
                  <a:pt x="13428" y="1478"/>
                </a:lnTo>
                <a:lnTo>
                  <a:pt x="13428" y="1456"/>
                </a:lnTo>
                <a:lnTo>
                  <a:pt x="13540" y="1456"/>
                </a:lnTo>
                <a:lnTo>
                  <a:pt x="13540" y="1478"/>
                </a:lnTo>
                <a:moveTo>
                  <a:pt x="13361" y="1478"/>
                </a:moveTo>
                <a:lnTo>
                  <a:pt x="13249" y="1478"/>
                </a:lnTo>
                <a:lnTo>
                  <a:pt x="13249" y="1456"/>
                </a:lnTo>
                <a:lnTo>
                  <a:pt x="13361" y="1456"/>
                </a:lnTo>
                <a:lnTo>
                  <a:pt x="13361" y="1478"/>
                </a:lnTo>
                <a:moveTo>
                  <a:pt x="13182" y="1478"/>
                </a:moveTo>
                <a:lnTo>
                  <a:pt x="13070" y="1478"/>
                </a:lnTo>
                <a:lnTo>
                  <a:pt x="13070" y="1456"/>
                </a:lnTo>
                <a:lnTo>
                  <a:pt x="13182" y="1456"/>
                </a:lnTo>
                <a:lnTo>
                  <a:pt x="13182" y="1478"/>
                </a:lnTo>
                <a:moveTo>
                  <a:pt x="13003" y="1478"/>
                </a:moveTo>
                <a:lnTo>
                  <a:pt x="12892" y="1478"/>
                </a:lnTo>
                <a:lnTo>
                  <a:pt x="12892" y="1456"/>
                </a:lnTo>
                <a:lnTo>
                  <a:pt x="13003" y="1456"/>
                </a:lnTo>
                <a:lnTo>
                  <a:pt x="13003" y="1478"/>
                </a:lnTo>
                <a:moveTo>
                  <a:pt x="12824" y="1478"/>
                </a:moveTo>
                <a:lnTo>
                  <a:pt x="12713" y="1478"/>
                </a:lnTo>
                <a:lnTo>
                  <a:pt x="12713" y="1456"/>
                </a:lnTo>
                <a:lnTo>
                  <a:pt x="12824" y="1456"/>
                </a:lnTo>
                <a:lnTo>
                  <a:pt x="12824" y="1478"/>
                </a:lnTo>
                <a:moveTo>
                  <a:pt x="12646" y="1478"/>
                </a:moveTo>
                <a:lnTo>
                  <a:pt x="12534" y="1478"/>
                </a:lnTo>
                <a:lnTo>
                  <a:pt x="12534" y="1456"/>
                </a:lnTo>
                <a:lnTo>
                  <a:pt x="12646" y="1456"/>
                </a:lnTo>
                <a:lnTo>
                  <a:pt x="12646" y="1478"/>
                </a:lnTo>
                <a:moveTo>
                  <a:pt x="12467" y="1478"/>
                </a:moveTo>
                <a:lnTo>
                  <a:pt x="12355" y="1478"/>
                </a:lnTo>
                <a:lnTo>
                  <a:pt x="12355" y="1456"/>
                </a:lnTo>
                <a:lnTo>
                  <a:pt x="12467" y="1456"/>
                </a:lnTo>
                <a:lnTo>
                  <a:pt x="12467" y="1478"/>
                </a:lnTo>
                <a:moveTo>
                  <a:pt x="12288" y="1478"/>
                </a:moveTo>
                <a:lnTo>
                  <a:pt x="12176" y="1478"/>
                </a:lnTo>
                <a:lnTo>
                  <a:pt x="12176" y="1456"/>
                </a:lnTo>
                <a:lnTo>
                  <a:pt x="12288" y="1456"/>
                </a:lnTo>
                <a:lnTo>
                  <a:pt x="12288" y="1478"/>
                </a:lnTo>
                <a:moveTo>
                  <a:pt x="12109" y="1478"/>
                </a:moveTo>
                <a:lnTo>
                  <a:pt x="11997" y="1478"/>
                </a:lnTo>
                <a:lnTo>
                  <a:pt x="11997" y="1456"/>
                </a:lnTo>
                <a:lnTo>
                  <a:pt x="12109" y="1456"/>
                </a:lnTo>
                <a:lnTo>
                  <a:pt x="12109" y="1478"/>
                </a:lnTo>
                <a:moveTo>
                  <a:pt x="11930" y="1478"/>
                </a:moveTo>
                <a:lnTo>
                  <a:pt x="11818" y="1478"/>
                </a:lnTo>
                <a:lnTo>
                  <a:pt x="11818" y="1456"/>
                </a:lnTo>
                <a:lnTo>
                  <a:pt x="11930" y="1456"/>
                </a:lnTo>
                <a:lnTo>
                  <a:pt x="11930" y="1478"/>
                </a:lnTo>
                <a:moveTo>
                  <a:pt x="11751" y="1478"/>
                </a:moveTo>
                <a:lnTo>
                  <a:pt x="11639" y="1478"/>
                </a:lnTo>
                <a:lnTo>
                  <a:pt x="11639" y="1456"/>
                </a:lnTo>
                <a:lnTo>
                  <a:pt x="11751" y="1456"/>
                </a:lnTo>
                <a:lnTo>
                  <a:pt x="11751" y="1478"/>
                </a:lnTo>
                <a:moveTo>
                  <a:pt x="11572" y="1478"/>
                </a:moveTo>
                <a:lnTo>
                  <a:pt x="11461" y="1478"/>
                </a:lnTo>
                <a:lnTo>
                  <a:pt x="11461" y="1456"/>
                </a:lnTo>
                <a:lnTo>
                  <a:pt x="11572" y="1456"/>
                </a:lnTo>
                <a:lnTo>
                  <a:pt x="11572" y="1478"/>
                </a:lnTo>
                <a:moveTo>
                  <a:pt x="11393" y="1478"/>
                </a:moveTo>
                <a:lnTo>
                  <a:pt x="11282" y="1478"/>
                </a:lnTo>
                <a:lnTo>
                  <a:pt x="11282" y="1456"/>
                </a:lnTo>
                <a:lnTo>
                  <a:pt x="11393" y="1456"/>
                </a:lnTo>
                <a:lnTo>
                  <a:pt x="11393" y="1478"/>
                </a:lnTo>
                <a:moveTo>
                  <a:pt x="11215" y="1478"/>
                </a:moveTo>
                <a:lnTo>
                  <a:pt x="11103" y="1478"/>
                </a:lnTo>
                <a:lnTo>
                  <a:pt x="11103" y="1456"/>
                </a:lnTo>
                <a:lnTo>
                  <a:pt x="11215" y="1456"/>
                </a:lnTo>
                <a:lnTo>
                  <a:pt x="11215" y="1478"/>
                </a:lnTo>
                <a:moveTo>
                  <a:pt x="11036" y="1478"/>
                </a:moveTo>
                <a:lnTo>
                  <a:pt x="10924" y="1478"/>
                </a:lnTo>
                <a:lnTo>
                  <a:pt x="10924" y="1456"/>
                </a:lnTo>
                <a:lnTo>
                  <a:pt x="11036" y="1456"/>
                </a:lnTo>
                <a:lnTo>
                  <a:pt x="11036" y="1478"/>
                </a:lnTo>
                <a:moveTo>
                  <a:pt x="10857" y="1478"/>
                </a:moveTo>
                <a:lnTo>
                  <a:pt x="10745" y="1478"/>
                </a:lnTo>
                <a:lnTo>
                  <a:pt x="10745" y="1456"/>
                </a:lnTo>
                <a:lnTo>
                  <a:pt x="10857" y="1456"/>
                </a:lnTo>
                <a:lnTo>
                  <a:pt x="10857" y="1478"/>
                </a:lnTo>
                <a:moveTo>
                  <a:pt x="10678" y="1478"/>
                </a:moveTo>
                <a:lnTo>
                  <a:pt x="10566" y="1478"/>
                </a:lnTo>
                <a:lnTo>
                  <a:pt x="10566" y="1456"/>
                </a:lnTo>
                <a:lnTo>
                  <a:pt x="10678" y="1456"/>
                </a:lnTo>
                <a:lnTo>
                  <a:pt x="10678" y="1478"/>
                </a:lnTo>
                <a:moveTo>
                  <a:pt x="10499" y="1478"/>
                </a:moveTo>
                <a:lnTo>
                  <a:pt x="10387" y="1478"/>
                </a:lnTo>
                <a:lnTo>
                  <a:pt x="10387" y="1456"/>
                </a:lnTo>
                <a:lnTo>
                  <a:pt x="10499" y="1456"/>
                </a:lnTo>
                <a:lnTo>
                  <a:pt x="10499" y="1478"/>
                </a:lnTo>
                <a:moveTo>
                  <a:pt x="10320" y="1478"/>
                </a:moveTo>
                <a:lnTo>
                  <a:pt x="10208" y="1478"/>
                </a:lnTo>
                <a:lnTo>
                  <a:pt x="10208" y="1456"/>
                </a:lnTo>
                <a:lnTo>
                  <a:pt x="10320" y="1456"/>
                </a:lnTo>
                <a:lnTo>
                  <a:pt x="10320" y="1478"/>
                </a:lnTo>
                <a:moveTo>
                  <a:pt x="10141" y="1478"/>
                </a:moveTo>
                <a:lnTo>
                  <a:pt x="10030" y="1478"/>
                </a:lnTo>
                <a:lnTo>
                  <a:pt x="10030" y="1456"/>
                </a:lnTo>
                <a:lnTo>
                  <a:pt x="10141" y="1456"/>
                </a:lnTo>
                <a:lnTo>
                  <a:pt x="10141" y="1478"/>
                </a:lnTo>
                <a:moveTo>
                  <a:pt x="9962" y="1478"/>
                </a:moveTo>
                <a:lnTo>
                  <a:pt x="9851" y="1478"/>
                </a:lnTo>
                <a:lnTo>
                  <a:pt x="9851" y="1456"/>
                </a:lnTo>
                <a:lnTo>
                  <a:pt x="9962" y="1456"/>
                </a:lnTo>
                <a:lnTo>
                  <a:pt x="9962" y="1478"/>
                </a:lnTo>
                <a:moveTo>
                  <a:pt x="9784" y="1478"/>
                </a:moveTo>
                <a:lnTo>
                  <a:pt x="9672" y="1478"/>
                </a:lnTo>
                <a:lnTo>
                  <a:pt x="9672" y="1456"/>
                </a:lnTo>
                <a:lnTo>
                  <a:pt x="9784" y="1456"/>
                </a:lnTo>
                <a:lnTo>
                  <a:pt x="9784" y="1478"/>
                </a:lnTo>
                <a:moveTo>
                  <a:pt x="9605" y="1478"/>
                </a:moveTo>
                <a:lnTo>
                  <a:pt x="9493" y="1478"/>
                </a:lnTo>
                <a:lnTo>
                  <a:pt x="9493" y="1456"/>
                </a:lnTo>
                <a:lnTo>
                  <a:pt x="9605" y="1456"/>
                </a:lnTo>
                <a:lnTo>
                  <a:pt x="9605" y="1478"/>
                </a:lnTo>
                <a:moveTo>
                  <a:pt x="9426" y="1478"/>
                </a:moveTo>
                <a:lnTo>
                  <a:pt x="9314" y="1478"/>
                </a:lnTo>
                <a:lnTo>
                  <a:pt x="9314" y="1456"/>
                </a:lnTo>
                <a:lnTo>
                  <a:pt x="9426" y="1456"/>
                </a:lnTo>
                <a:lnTo>
                  <a:pt x="9426" y="1478"/>
                </a:lnTo>
                <a:moveTo>
                  <a:pt x="9247" y="1478"/>
                </a:moveTo>
                <a:lnTo>
                  <a:pt x="9135" y="1478"/>
                </a:lnTo>
                <a:lnTo>
                  <a:pt x="9135" y="1456"/>
                </a:lnTo>
                <a:lnTo>
                  <a:pt x="9247" y="1456"/>
                </a:lnTo>
                <a:lnTo>
                  <a:pt x="9247" y="1478"/>
                </a:lnTo>
                <a:moveTo>
                  <a:pt x="9068" y="1478"/>
                </a:moveTo>
                <a:lnTo>
                  <a:pt x="8956" y="1478"/>
                </a:lnTo>
                <a:lnTo>
                  <a:pt x="8956" y="1456"/>
                </a:lnTo>
                <a:lnTo>
                  <a:pt x="9068" y="1456"/>
                </a:lnTo>
                <a:lnTo>
                  <a:pt x="9068" y="1478"/>
                </a:lnTo>
                <a:moveTo>
                  <a:pt x="8889" y="1478"/>
                </a:moveTo>
                <a:lnTo>
                  <a:pt x="8777" y="1478"/>
                </a:lnTo>
                <a:lnTo>
                  <a:pt x="8777" y="1456"/>
                </a:lnTo>
                <a:lnTo>
                  <a:pt x="8889" y="1456"/>
                </a:lnTo>
                <a:lnTo>
                  <a:pt x="8889" y="1478"/>
                </a:lnTo>
                <a:moveTo>
                  <a:pt x="8710" y="1478"/>
                </a:moveTo>
                <a:lnTo>
                  <a:pt x="8599" y="1478"/>
                </a:lnTo>
                <a:lnTo>
                  <a:pt x="8599" y="1456"/>
                </a:lnTo>
                <a:lnTo>
                  <a:pt x="8710" y="1456"/>
                </a:lnTo>
                <a:lnTo>
                  <a:pt x="8710" y="1478"/>
                </a:lnTo>
                <a:moveTo>
                  <a:pt x="8531" y="1478"/>
                </a:moveTo>
                <a:lnTo>
                  <a:pt x="8420" y="1478"/>
                </a:lnTo>
                <a:lnTo>
                  <a:pt x="8420" y="1456"/>
                </a:lnTo>
                <a:lnTo>
                  <a:pt x="8531" y="1456"/>
                </a:lnTo>
                <a:lnTo>
                  <a:pt x="8531" y="1478"/>
                </a:lnTo>
                <a:moveTo>
                  <a:pt x="8353" y="1478"/>
                </a:moveTo>
                <a:lnTo>
                  <a:pt x="8241" y="1478"/>
                </a:lnTo>
                <a:lnTo>
                  <a:pt x="8241" y="1456"/>
                </a:lnTo>
                <a:lnTo>
                  <a:pt x="8353" y="1456"/>
                </a:lnTo>
                <a:lnTo>
                  <a:pt x="8353" y="1478"/>
                </a:lnTo>
                <a:moveTo>
                  <a:pt x="8174" y="1478"/>
                </a:moveTo>
                <a:lnTo>
                  <a:pt x="8062" y="1478"/>
                </a:lnTo>
                <a:lnTo>
                  <a:pt x="8062" y="1456"/>
                </a:lnTo>
                <a:lnTo>
                  <a:pt x="8174" y="1456"/>
                </a:lnTo>
                <a:lnTo>
                  <a:pt x="8174" y="1478"/>
                </a:lnTo>
                <a:moveTo>
                  <a:pt x="7994" y="1478"/>
                </a:moveTo>
                <a:lnTo>
                  <a:pt x="7882" y="1478"/>
                </a:lnTo>
                <a:lnTo>
                  <a:pt x="7882" y="1456"/>
                </a:lnTo>
                <a:lnTo>
                  <a:pt x="7994" y="1456"/>
                </a:lnTo>
                <a:lnTo>
                  <a:pt x="7994" y="1478"/>
                </a:lnTo>
                <a:moveTo>
                  <a:pt x="7815" y="1478"/>
                </a:moveTo>
                <a:lnTo>
                  <a:pt x="7703" y="1478"/>
                </a:lnTo>
                <a:lnTo>
                  <a:pt x="7703" y="1456"/>
                </a:lnTo>
                <a:lnTo>
                  <a:pt x="7815" y="1456"/>
                </a:lnTo>
                <a:lnTo>
                  <a:pt x="7815" y="1478"/>
                </a:lnTo>
                <a:moveTo>
                  <a:pt x="7636" y="1478"/>
                </a:moveTo>
                <a:lnTo>
                  <a:pt x="7524" y="1478"/>
                </a:lnTo>
                <a:lnTo>
                  <a:pt x="7524" y="1456"/>
                </a:lnTo>
                <a:lnTo>
                  <a:pt x="7636" y="1456"/>
                </a:lnTo>
                <a:lnTo>
                  <a:pt x="7636" y="1478"/>
                </a:lnTo>
                <a:moveTo>
                  <a:pt x="7457" y="1478"/>
                </a:moveTo>
                <a:lnTo>
                  <a:pt x="7345" y="1478"/>
                </a:lnTo>
                <a:lnTo>
                  <a:pt x="7345" y="1456"/>
                </a:lnTo>
                <a:lnTo>
                  <a:pt x="7457" y="1456"/>
                </a:lnTo>
                <a:lnTo>
                  <a:pt x="7457" y="1478"/>
                </a:lnTo>
                <a:moveTo>
                  <a:pt x="7278" y="1478"/>
                </a:moveTo>
                <a:lnTo>
                  <a:pt x="7167" y="1478"/>
                </a:lnTo>
                <a:lnTo>
                  <a:pt x="7167" y="1456"/>
                </a:lnTo>
                <a:lnTo>
                  <a:pt x="7278" y="1456"/>
                </a:lnTo>
                <a:lnTo>
                  <a:pt x="7278" y="1478"/>
                </a:lnTo>
                <a:moveTo>
                  <a:pt x="7099" y="1478"/>
                </a:moveTo>
                <a:lnTo>
                  <a:pt x="6988" y="1478"/>
                </a:lnTo>
                <a:lnTo>
                  <a:pt x="6988" y="1456"/>
                </a:lnTo>
                <a:lnTo>
                  <a:pt x="7099" y="1456"/>
                </a:lnTo>
                <a:lnTo>
                  <a:pt x="7099" y="1478"/>
                </a:lnTo>
                <a:moveTo>
                  <a:pt x="6921" y="1478"/>
                </a:moveTo>
                <a:lnTo>
                  <a:pt x="6809" y="1478"/>
                </a:lnTo>
                <a:lnTo>
                  <a:pt x="6809" y="1456"/>
                </a:lnTo>
                <a:lnTo>
                  <a:pt x="6921" y="1456"/>
                </a:lnTo>
                <a:lnTo>
                  <a:pt x="6921" y="1478"/>
                </a:lnTo>
                <a:moveTo>
                  <a:pt x="6742" y="1478"/>
                </a:moveTo>
                <a:lnTo>
                  <a:pt x="6630" y="1478"/>
                </a:lnTo>
                <a:lnTo>
                  <a:pt x="6630" y="1456"/>
                </a:lnTo>
                <a:lnTo>
                  <a:pt x="6742" y="1456"/>
                </a:lnTo>
                <a:lnTo>
                  <a:pt x="6742" y="1478"/>
                </a:lnTo>
                <a:moveTo>
                  <a:pt x="6563" y="1478"/>
                </a:moveTo>
                <a:lnTo>
                  <a:pt x="6451" y="1478"/>
                </a:lnTo>
                <a:lnTo>
                  <a:pt x="6451" y="1456"/>
                </a:lnTo>
                <a:lnTo>
                  <a:pt x="6563" y="1456"/>
                </a:lnTo>
                <a:lnTo>
                  <a:pt x="6563" y="1478"/>
                </a:lnTo>
                <a:moveTo>
                  <a:pt x="6384" y="1478"/>
                </a:moveTo>
                <a:lnTo>
                  <a:pt x="6272" y="1478"/>
                </a:lnTo>
                <a:lnTo>
                  <a:pt x="6272" y="1456"/>
                </a:lnTo>
                <a:lnTo>
                  <a:pt x="6384" y="1456"/>
                </a:lnTo>
                <a:lnTo>
                  <a:pt x="6384" y="1478"/>
                </a:lnTo>
                <a:moveTo>
                  <a:pt x="6205" y="1478"/>
                </a:moveTo>
                <a:lnTo>
                  <a:pt x="6093" y="1478"/>
                </a:lnTo>
                <a:lnTo>
                  <a:pt x="6093" y="1456"/>
                </a:lnTo>
                <a:lnTo>
                  <a:pt x="6205" y="1456"/>
                </a:lnTo>
                <a:lnTo>
                  <a:pt x="6205" y="1478"/>
                </a:lnTo>
                <a:moveTo>
                  <a:pt x="6026" y="1478"/>
                </a:moveTo>
                <a:lnTo>
                  <a:pt x="5914" y="1478"/>
                </a:lnTo>
                <a:lnTo>
                  <a:pt x="5914" y="1456"/>
                </a:lnTo>
                <a:lnTo>
                  <a:pt x="6026" y="1456"/>
                </a:lnTo>
                <a:lnTo>
                  <a:pt x="6026" y="1478"/>
                </a:lnTo>
                <a:moveTo>
                  <a:pt x="5847" y="1478"/>
                </a:moveTo>
                <a:lnTo>
                  <a:pt x="5736" y="1478"/>
                </a:lnTo>
                <a:lnTo>
                  <a:pt x="5736" y="1456"/>
                </a:lnTo>
                <a:lnTo>
                  <a:pt x="5847" y="1456"/>
                </a:lnTo>
                <a:lnTo>
                  <a:pt x="5847" y="1478"/>
                </a:lnTo>
                <a:moveTo>
                  <a:pt x="5668" y="1478"/>
                </a:moveTo>
                <a:lnTo>
                  <a:pt x="5557" y="1478"/>
                </a:lnTo>
                <a:lnTo>
                  <a:pt x="5557" y="1456"/>
                </a:lnTo>
                <a:lnTo>
                  <a:pt x="5668" y="1456"/>
                </a:lnTo>
                <a:lnTo>
                  <a:pt x="5668" y="1478"/>
                </a:lnTo>
                <a:moveTo>
                  <a:pt x="5490" y="1478"/>
                </a:moveTo>
                <a:lnTo>
                  <a:pt x="5378" y="1478"/>
                </a:lnTo>
                <a:lnTo>
                  <a:pt x="5378" y="1456"/>
                </a:lnTo>
                <a:lnTo>
                  <a:pt x="5490" y="1456"/>
                </a:lnTo>
                <a:lnTo>
                  <a:pt x="5490" y="1478"/>
                </a:lnTo>
                <a:moveTo>
                  <a:pt x="5311" y="1478"/>
                </a:moveTo>
                <a:lnTo>
                  <a:pt x="5199" y="1478"/>
                </a:lnTo>
                <a:lnTo>
                  <a:pt x="5199" y="1456"/>
                </a:lnTo>
                <a:lnTo>
                  <a:pt x="5311" y="1456"/>
                </a:lnTo>
                <a:lnTo>
                  <a:pt x="5311" y="1478"/>
                </a:lnTo>
                <a:moveTo>
                  <a:pt x="5132" y="1478"/>
                </a:moveTo>
                <a:lnTo>
                  <a:pt x="5020" y="1478"/>
                </a:lnTo>
                <a:lnTo>
                  <a:pt x="5020" y="1456"/>
                </a:lnTo>
                <a:lnTo>
                  <a:pt x="5132" y="1456"/>
                </a:lnTo>
                <a:lnTo>
                  <a:pt x="5132" y="1478"/>
                </a:lnTo>
                <a:moveTo>
                  <a:pt x="4953" y="1478"/>
                </a:moveTo>
                <a:lnTo>
                  <a:pt x="4841" y="1478"/>
                </a:lnTo>
                <a:lnTo>
                  <a:pt x="4841" y="1456"/>
                </a:lnTo>
                <a:lnTo>
                  <a:pt x="4953" y="1456"/>
                </a:lnTo>
                <a:lnTo>
                  <a:pt x="4953" y="1478"/>
                </a:lnTo>
                <a:moveTo>
                  <a:pt x="4774" y="1478"/>
                </a:moveTo>
                <a:lnTo>
                  <a:pt x="4662" y="1478"/>
                </a:lnTo>
                <a:lnTo>
                  <a:pt x="4662" y="1456"/>
                </a:lnTo>
                <a:lnTo>
                  <a:pt x="4774" y="1456"/>
                </a:lnTo>
                <a:lnTo>
                  <a:pt x="4774" y="1478"/>
                </a:lnTo>
                <a:moveTo>
                  <a:pt x="4595" y="1478"/>
                </a:moveTo>
                <a:lnTo>
                  <a:pt x="4483" y="1478"/>
                </a:lnTo>
                <a:lnTo>
                  <a:pt x="4483" y="1456"/>
                </a:lnTo>
                <a:lnTo>
                  <a:pt x="4595" y="1456"/>
                </a:lnTo>
                <a:lnTo>
                  <a:pt x="4595" y="1478"/>
                </a:lnTo>
                <a:moveTo>
                  <a:pt x="4416" y="1478"/>
                </a:moveTo>
                <a:lnTo>
                  <a:pt x="4305" y="1478"/>
                </a:lnTo>
                <a:lnTo>
                  <a:pt x="4305" y="1456"/>
                </a:lnTo>
                <a:lnTo>
                  <a:pt x="4416" y="1456"/>
                </a:lnTo>
                <a:lnTo>
                  <a:pt x="4416" y="1478"/>
                </a:lnTo>
                <a:moveTo>
                  <a:pt x="4238" y="1478"/>
                </a:moveTo>
                <a:lnTo>
                  <a:pt x="4126" y="1478"/>
                </a:lnTo>
                <a:lnTo>
                  <a:pt x="4126" y="1456"/>
                </a:lnTo>
                <a:lnTo>
                  <a:pt x="4238" y="1456"/>
                </a:lnTo>
                <a:lnTo>
                  <a:pt x="4238" y="1478"/>
                </a:lnTo>
                <a:moveTo>
                  <a:pt x="4059" y="1478"/>
                </a:moveTo>
                <a:lnTo>
                  <a:pt x="3947" y="1478"/>
                </a:lnTo>
                <a:lnTo>
                  <a:pt x="3947" y="1456"/>
                </a:lnTo>
                <a:lnTo>
                  <a:pt x="4059" y="1456"/>
                </a:lnTo>
                <a:lnTo>
                  <a:pt x="4059" y="1478"/>
                </a:lnTo>
                <a:moveTo>
                  <a:pt x="3880" y="1478"/>
                </a:moveTo>
                <a:lnTo>
                  <a:pt x="3768" y="1478"/>
                </a:lnTo>
                <a:lnTo>
                  <a:pt x="3768" y="1456"/>
                </a:lnTo>
                <a:lnTo>
                  <a:pt x="3880" y="1456"/>
                </a:lnTo>
                <a:lnTo>
                  <a:pt x="3880" y="1478"/>
                </a:lnTo>
                <a:moveTo>
                  <a:pt x="3701" y="1478"/>
                </a:moveTo>
                <a:lnTo>
                  <a:pt x="3589" y="1478"/>
                </a:lnTo>
                <a:lnTo>
                  <a:pt x="3589" y="1456"/>
                </a:lnTo>
                <a:lnTo>
                  <a:pt x="3701" y="1456"/>
                </a:lnTo>
                <a:lnTo>
                  <a:pt x="3701" y="1478"/>
                </a:lnTo>
                <a:moveTo>
                  <a:pt x="3522" y="1478"/>
                </a:moveTo>
                <a:lnTo>
                  <a:pt x="3410" y="1478"/>
                </a:lnTo>
                <a:lnTo>
                  <a:pt x="3410" y="1456"/>
                </a:lnTo>
                <a:lnTo>
                  <a:pt x="3522" y="1456"/>
                </a:lnTo>
                <a:lnTo>
                  <a:pt x="3522" y="1478"/>
                </a:lnTo>
                <a:moveTo>
                  <a:pt x="3343" y="1478"/>
                </a:moveTo>
                <a:lnTo>
                  <a:pt x="3231" y="1478"/>
                </a:lnTo>
                <a:lnTo>
                  <a:pt x="3231" y="1456"/>
                </a:lnTo>
                <a:lnTo>
                  <a:pt x="3343" y="1456"/>
                </a:lnTo>
                <a:lnTo>
                  <a:pt x="3343" y="1478"/>
                </a:lnTo>
                <a:moveTo>
                  <a:pt x="3164" y="1478"/>
                </a:moveTo>
                <a:lnTo>
                  <a:pt x="3052" y="1478"/>
                </a:lnTo>
                <a:lnTo>
                  <a:pt x="3052" y="1456"/>
                </a:lnTo>
                <a:lnTo>
                  <a:pt x="3164" y="1456"/>
                </a:lnTo>
                <a:lnTo>
                  <a:pt x="3164" y="1478"/>
                </a:lnTo>
                <a:moveTo>
                  <a:pt x="2985" y="1478"/>
                </a:moveTo>
                <a:lnTo>
                  <a:pt x="2874" y="1478"/>
                </a:lnTo>
                <a:lnTo>
                  <a:pt x="2874" y="1456"/>
                </a:lnTo>
                <a:lnTo>
                  <a:pt x="2985" y="1456"/>
                </a:lnTo>
                <a:lnTo>
                  <a:pt x="2985" y="1478"/>
                </a:lnTo>
                <a:moveTo>
                  <a:pt x="2807" y="1478"/>
                </a:moveTo>
                <a:lnTo>
                  <a:pt x="2695" y="1478"/>
                </a:lnTo>
                <a:lnTo>
                  <a:pt x="2695" y="1456"/>
                </a:lnTo>
                <a:lnTo>
                  <a:pt x="2807" y="1456"/>
                </a:lnTo>
                <a:lnTo>
                  <a:pt x="2807" y="1478"/>
                </a:lnTo>
                <a:moveTo>
                  <a:pt x="2628" y="1478"/>
                </a:moveTo>
                <a:lnTo>
                  <a:pt x="2516" y="1478"/>
                </a:lnTo>
                <a:lnTo>
                  <a:pt x="2516" y="1456"/>
                </a:lnTo>
                <a:lnTo>
                  <a:pt x="2628" y="1456"/>
                </a:lnTo>
                <a:lnTo>
                  <a:pt x="2628" y="1478"/>
                </a:lnTo>
                <a:moveTo>
                  <a:pt x="2449" y="1478"/>
                </a:moveTo>
                <a:lnTo>
                  <a:pt x="2337" y="1478"/>
                </a:lnTo>
                <a:lnTo>
                  <a:pt x="2337" y="1456"/>
                </a:lnTo>
                <a:lnTo>
                  <a:pt x="2449" y="1456"/>
                </a:lnTo>
                <a:lnTo>
                  <a:pt x="2449" y="1478"/>
                </a:lnTo>
                <a:moveTo>
                  <a:pt x="2270" y="1478"/>
                </a:moveTo>
                <a:lnTo>
                  <a:pt x="2158" y="1478"/>
                </a:lnTo>
                <a:lnTo>
                  <a:pt x="2158" y="1456"/>
                </a:lnTo>
                <a:lnTo>
                  <a:pt x="2270" y="1456"/>
                </a:lnTo>
                <a:lnTo>
                  <a:pt x="2270" y="1478"/>
                </a:lnTo>
                <a:moveTo>
                  <a:pt x="2091" y="1478"/>
                </a:moveTo>
                <a:lnTo>
                  <a:pt x="1979" y="1478"/>
                </a:lnTo>
                <a:lnTo>
                  <a:pt x="1979" y="1456"/>
                </a:lnTo>
                <a:lnTo>
                  <a:pt x="2091" y="1456"/>
                </a:lnTo>
                <a:lnTo>
                  <a:pt x="2091" y="1478"/>
                </a:lnTo>
                <a:moveTo>
                  <a:pt x="1912" y="1478"/>
                </a:moveTo>
                <a:lnTo>
                  <a:pt x="1800" y="1478"/>
                </a:lnTo>
                <a:lnTo>
                  <a:pt x="1800" y="1456"/>
                </a:lnTo>
                <a:lnTo>
                  <a:pt x="1912" y="1456"/>
                </a:lnTo>
                <a:lnTo>
                  <a:pt x="1912" y="1478"/>
                </a:lnTo>
                <a:moveTo>
                  <a:pt x="1733" y="1478"/>
                </a:moveTo>
                <a:lnTo>
                  <a:pt x="1621" y="1478"/>
                </a:lnTo>
                <a:lnTo>
                  <a:pt x="1621" y="1456"/>
                </a:lnTo>
                <a:lnTo>
                  <a:pt x="1733" y="1456"/>
                </a:lnTo>
                <a:lnTo>
                  <a:pt x="1733" y="1478"/>
                </a:lnTo>
                <a:moveTo>
                  <a:pt x="1554" y="1478"/>
                </a:moveTo>
                <a:lnTo>
                  <a:pt x="1443" y="1478"/>
                </a:lnTo>
                <a:lnTo>
                  <a:pt x="1443" y="1456"/>
                </a:lnTo>
                <a:lnTo>
                  <a:pt x="1554" y="1456"/>
                </a:lnTo>
                <a:lnTo>
                  <a:pt x="1554" y="1478"/>
                </a:lnTo>
                <a:moveTo>
                  <a:pt x="1376" y="1478"/>
                </a:moveTo>
                <a:lnTo>
                  <a:pt x="1264" y="1478"/>
                </a:lnTo>
                <a:lnTo>
                  <a:pt x="1264" y="1456"/>
                </a:lnTo>
                <a:lnTo>
                  <a:pt x="1376" y="1456"/>
                </a:lnTo>
                <a:lnTo>
                  <a:pt x="1376" y="1478"/>
                </a:lnTo>
                <a:moveTo>
                  <a:pt x="1197" y="1478"/>
                </a:moveTo>
                <a:lnTo>
                  <a:pt x="1085" y="1478"/>
                </a:lnTo>
                <a:lnTo>
                  <a:pt x="1085" y="1456"/>
                </a:lnTo>
                <a:lnTo>
                  <a:pt x="1197" y="1456"/>
                </a:lnTo>
                <a:lnTo>
                  <a:pt x="1197" y="1478"/>
                </a:lnTo>
                <a:moveTo>
                  <a:pt x="1018" y="1478"/>
                </a:moveTo>
                <a:lnTo>
                  <a:pt x="906" y="1478"/>
                </a:lnTo>
                <a:lnTo>
                  <a:pt x="906" y="1456"/>
                </a:lnTo>
                <a:lnTo>
                  <a:pt x="1018" y="1456"/>
                </a:lnTo>
                <a:lnTo>
                  <a:pt x="1018" y="1478"/>
                </a:lnTo>
                <a:moveTo>
                  <a:pt x="839" y="1478"/>
                </a:moveTo>
                <a:lnTo>
                  <a:pt x="727" y="1478"/>
                </a:lnTo>
                <a:lnTo>
                  <a:pt x="727" y="1456"/>
                </a:lnTo>
                <a:lnTo>
                  <a:pt x="839" y="1456"/>
                </a:lnTo>
                <a:lnTo>
                  <a:pt x="839" y="1478"/>
                </a:lnTo>
                <a:moveTo>
                  <a:pt x="660" y="1478"/>
                </a:moveTo>
                <a:lnTo>
                  <a:pt x="548" y="1478"/>
                </a:lnTo>
                <a:lnTo>
                  <a:pt x="548" y="1456"/>
                </a:lnTo>
                <a:lnTo>
                  <a:pt x="660" y="1456"/>
                </a:lnTo>
                <a:lnTo>
                  <a:pt x="660" y="1478"/>
                </a:lnTo>
                <a:moveTo>
                  <a:pt x="481" y="1478"/>
                </a:moveTo>
                <a:lnTo>
                  <a:pt x="369" y="1478"/>
                </a:lnTo>
                <a:lnTo>
                  <a:pt x="369" y="1456"/>
                </a:lnTo>
                <a:lnTo>
                  <a:pt x="481" y="1456"/>
                </a:lnTo>
                <a:lnTo>
                  <a:pt x="481" y="1478"/>
                </a:lnTo>
                <a:moveTo>
                  <a:pt x="302" y="1478"/>
                </a:moveTo>
                <a:lnTo>
                  <a:pt x="190" y="1478"/>
                </a:lnTo>
                <a:lnTo>
                  <a:pt x="190" y="1456"/>
                </a:lnTo>
                <a:lnTo>
                  <a:pt x="302" y="1456"/>
                </a:lnTo>
                <a:lnTo>
                  <a:pt x="302" y="1478"/>
                </a:lnTo>
                <a:moveTo>
                  <a:pt x="123" y="1478"/>
                </a:moveTo>
                <a:lnTo>
                  <a:pt x="12" y="1478"/>
                </a:lnTo>
                <a:lnTo>
                  <a:pt x="12" y="1456"/>
                </a:lnTo>
                <a:lnTo>
                  <a:pt x="123" y="1456"/>
                </a:lnTo>
                <a:lnTo>
                  <a:pt x="123" y="1478"/>
                </a:lnTo>
                <a:moveTo>
                  <a:pt x="0" y="1400"/>
                </a:moveTo>
                <a:lnTo>
                  <a:pt x="0" y="1288"/>
                </a:lnTo>
                <a:lnTo>
                  <a:pt x="23" y="1288"/>
                </a:lnTo>
                <a:lnTo>
                  <a:pt x="23" y="1400"/>
                </a:lnTo>
                <a:lnTo>
                  <a:pt x="0" y="1400"/>
                </a:lnTo>
                <a:moveTo>
                  <a:pt x="0" y="1221"/>
                </a:moveTo>
                <a:lnTo>
                  <a:pt x="0" y="1109"/>
                </a:lnTo>
                <a:lnTo>
                  <a:pt x="23" y="1109"/>
                </a:lnTo>
                <a:lnTo>
                  <a:pt x="23" y="1221"/>
                </a:lnTo>
                <a:lnTo>
                  <a:pt x="0" y="1221"/>
                </a:lnTo>
                <a:moveTo>
                  <a:pt x="0" y="1041"/>
                </a:moveTo>
                <a:lnTo>
                  <a:pt x="0" y="929"/>
                </a:lnTo>
                <a:lnTo>
                  <a:pt x="23" y="929"/>
                </a:lnTo>
                <a:lnTo>
                  <a:pt x="23" y="1041"/>
                </a:lnTo>
                <a:lnTo>
                  <a:pt x="0" y="1041"/>
                </a:lnTo>
                <a:moveTo>
                  <a:pt x="0" y="862"/>
                </a:moveTo>
                <a:lnTo>
                  <a:pt x="0" y="750"/>
                </a:lnTo>
                <a:lnTo>
                  <a:pt x="23" y="750"/>
                </a:lnTo>
                <a:lnTo>
                  <a:pt x="23" y="862"/>
                </a:lnTo>
                <a:lnTo>
                  <a:pt x="0" y="862"/>
                </a:lnTo>
                <a:moveTo>
                  <a:pt x="0" y="682"/>
                </a:moveTo>
                <a:lnTo>
                  <a:pt x="0" y="571"/>
                </a:lnTo>
                <a:lnTo>
                  <a:pt x="23" y="571"/>
                </a:lnTo>
                <a:lnTo>
                  <a:pt x="23" y="682"/>
                </a:lnTo>
                <a:lnTo>
                  <a:pt x="0" y="682"/>
                </a:lnTo>
                <a:moveTo>
                  <a:pt x="0" y="503"/>
                </a:moveTo>
                <a:lnTo>
                  <a:pt x="0" y="391"/>
                </a:lnTo>
                <a:lnTo>
                  <a:pt x="23" y="391"/>
                </a:lnTo>
                <a:lnTo>
                  <a:pt x="23" y="503"/>
                </a:lnTo>
                <a:lnTo>
                  <a:pt x="0" y="503"/>
                </a:lnTo>
                <a:moveTo>
                  <a:pt x="0" y="324"/>
                </a:moveTo>
                <a:lnTo>
                  <a:pt x="0" y="212"/>
                </a:lnTo>
                <a:lnTo>
                  <a:pt x="23" y="212"/>
                </a:lnTo>
                <a:lnTo>
                  <a:pt x="23" y="324"/>
                </a:lnTo>
                <a:lnTo>
                  <a:pt x="0" y="324"/>
                </a:lnTo>
                <a:moveTo>
                  <a:pt x="0" y="145"/>
                </a:moveTo>
                <a:lnTo>
                  <a:pt x="0" y="33"/>
                </a:lnTo>
                <a:lnTo>
                  <a:pt x="23" y="33"/>
                </a:lnTo>
                <a:lnTo>
                  <a:pt x="23" y="145"/>
                </a:lnTo>
                <a:lnTo>
                  <a:pt x="0" y="145"/>
                </a:lnTo>
                <a:moveTo>
                  <a:pt x="12" y="0"/>
                </a:moveTo>
                <a:lnTo>
                  <a:pt x="123" y="0"/>
                </a:lnTo>
                <a:lnTo>
                  <a:pt x="123" y="22"/>
                </a:lnTo>
                <a:lnTo>
                  <a:pt x="12" y="22"/>
                </a:lnTo>
                <a:lnTo>
                  <a:pt x="12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7" name=""/>
          <p:cNvSpPr/>
          <p:nvPr/>
        </p:nvSpPr>
        <p:spPr>
          <a:xfrm>
            <a:off x="8281080" y="3147480"/>
            <a:ext cx="97200" cy="81000"/>
          </a:xfrm>
          <a:custGeom>
            <a:avLst/>
            <a:gdLst/>
            <a:ahLst/>
            <a:rect l="0" t="0" r="r" b="b"/>
            <a:pathLst>
              <a:path w="270" h="225">
                <a:moveTo>
                  <a:pt x="0" y="0"/>
                </a:moveTo>
                <a:lnTo>
                  <a:pt x="270" y="0"/>
                </a:lnTo>
                <a:lnTo>
                  <a:pt x="270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8" name=""/>
          <p:cNvSpPr/>
          <p:nvPr/>
        </p:nvSpPr>
        <p:spPr>
          <a:xfrm>
            <a:off x="8281080" y="3175560"/>
            <a:ext cx="968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860040" y="2792880"/>
            <a:ext cx="68860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Draagt bij aan kwaliteitszorg en arbeidsomstandigheden op de eigen werkplek (kerntaakniveau, keuzedeel)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972720" y="3138480"/>
            <a:ext cx="6346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972720" y="3268440"/>
            <a:ext cx="63817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Levert een bijdrage aan de inrichting van het kwaliteitszorgsysteem (werkprocesniveau, keuzedeel)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972720" y="3420720"/>
            <a:ext cx="54522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Werkproces Wordt vertaald naar: D1-K1-W1 Levert een bijdrage aan de inrichting van het kwaliteitszorgsysteem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860040" y="2945160"/>
            <a:ext cx="4569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Kerntaak Wordt vertaald naar: D1-K1 Draagt bij aan kwaliteitszorg en arbeidsomstandigheden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1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2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22" name=""/>
          <p:cNvSpPr/>
          <p:nvPr/>
        </p:nvSpPr>
        <p:spPr>
          <a:xfrm>
            <a:off x="461160" y="-1207080"/>
            <a:ext cx="8412120" cy="9185760"/>
          </a:xfrm>
          <a:custGeom>
            <a:avLst/>
            <a:gdLst/>
            <a:ahLst/>
            <a:rect l="0" t="0" r="r" b="b"/>
            <a:pathLst>
              <a:path w="23367" h="25516">
                <a:moveTo>
                  <a:pt x="224" y="0"/>
                </a:moveTo>
                <a:lnTo>
                  <a:pt x="23143" y="0"/>
                </a:lnTo>
                <a:cubicBezTo>
                  <a:pt x="23158" y="0"/>
                  <a:pt x="23173" y="1"/>
                  <a:pt x="23187" y="4"/>
                </a:cubicBezTo>
                <a:cubicBezTo>
                  <a:pt x="23202" y="7"/>
                  <a:pt x="23215" y="11"/>
                  <a:pt x="23229" y="17"/>
                </a:cubicBezTo>
                <a:cubicBezTo>
                  <a:pt x="23243" y="23"/>
                  <a:pt x="23256" y="30"/>
                  <a:pt x="23268" y="38"/>
                </a:cubicBezTo>
                <a:cubicBezTo>
                  <a:pt x="23280" y="46"/>
                  <a:pt x="23291" y="55"/>
                  <a:pt x="23302" y="66"/>
                </a:cubicBezTo>
                <a:cubicBezTo>
                  <a:pt x="23312" y="76"/>
                  <a:pt x="23321" y="87"/>
                  <a:pt x="23329" y="100"/>
                </a:cubicBezTo>
                <a:cubicBezTo>
                  <a:pt x="23338" y="112"/>
                  <a:pt x="23344" y="125"/>
                  <a:pt x="23350" y="138"/>
                </a:cubicBezTo>
                <a:cubicBezTo>
                  <a:pt x="23356" y="152"/>
                  <a:pt x="23360" y="166"/>
                  <a:pt x="23363" y="180"/>
                </a:cubicBezTo>
                <a:cubicBezTo>
                  <a:pt x="23366" y="195"/>
                  <a:pt x="23367" y="209"/>
                  <a:pt x="23367" y="224"/>
                </a:cubicBezTo>
                <a:lnTo>
                  <a:pt x="23367" y="25292"/>
                </a:lnTo>
                <a:cubicBezTo>
                  <a:pt x="23367" y="25307"/>
                  <a:pt x="23366" y="25321"/>
                  <a:pt x="23363" y="25335"/>
                </a:cubicBezTo>
                <a:cubicBezTo>
                  <a:pt x="23360" y="25350"/>
                  <a:pt x="23356" y="25364"/>
                  <a:pt x="23350" y="25378"/>
                </a:cubicBezTo>
                <a:cubicBezTo>
                  <a:pt x="23344" y="25391"/>
                  <a:pt x="23338" y="25404"/>
                  <a:pt x="23329" y="25416"/>
                </a:cubicBezTo>
                <a:cubicBezTo>
                  <a:pt x="23321" y="25428"/>
                  <a:pt x="23312" y="25440"/>
                  <a:pt x="23302" y="25450"/>
                </a:cubicBezTo>
                <a:cubicBezTo>
                  <a:pt x="23291" y="25461"/>
                  <a:pt x="23280" y="25470"/>
                  <a:pt x="23268" y="25478"/>
                </a:cubicBezTo>
                <a:cubicBezTo>
                  <a:pt x="23256" y="25486"/>
                  <a:pt x="23243" y="25493"/>
                  <a:pt x="23229" y="25499"/>
                </a:cubicBezTo>
                <a:cubicBezTo>
                  <a:pt x="23215" y="25504"/>
                  <a:pt x="23202" y="25509"/>
                  <a:pt x="23187" y="25512"/>
                </a:cubicBezTo>
                <a:cubicBezTo>
                  <a:pt x="23173" y="25514"/>
                  <a:pt x="23158" y="25516"/>
                  <a:pt x="23143" y="25516"/>
                </a:cubicBezTo>
                <a:lnTo>
                  <a:pt x="224" y="25516"/>
                </a:lnTo>
                <a:cubicBezTo>
                  <a:pt x="209" y="25516"/>
                  <a:pt x="194" y="25514"/>
                  <a:pt x="180" y="25512"/>
                </a:cubicBezTo>
                <a:cubicBezTo>
                  <a:pt x="166" y="25509"/>
                  <a:pt x="152" y="25504"/>
                  <a:pt x="138" y="25499"/>
                </a:cubicBezTo>
                <a:cubicBezTo>
                  <a:pt x="125" y="25493"/>
                  <a:pt x="112" y="25486"/>
                  <a:pt x="99" y="25478"/>
                </a:cubicBezTo>
                <a:cubicBezTo>
                  <a:pt x="87" y="25470"/>
                  <a:pt x="76" y="25461"/>
                  <a:pt x="66" y="25450"/>
                </a:cubicBezTo>
                <a:cubicBezTo>
                  <a:pt x="55" y="25440"/>
                  <a:pt x="46" y="25428"/>
                  <a:pt x="38" y="25416"/>
                </a:cubicBezTo>
                <a:cubicBezTo>
                  <a:pt x="30" y="25404"/>
                  <a:pt x="23" y="25391"/>
                  <a:pt x="17" y="25378"/>
                </a:cubicBezTo>
                <a:cubicBezTo>
                  <a:pt x="11" y="25364"/>
                  <a:pt x="7" y="25350"/>
                  <a:pt x="4" y="25335"/>
                </a:cubicBezTo>
                <a:cubicBezTo>
                  <a:pt x="2" y="25321"/>
                  <a:pt x="0" y="25307"/>
                  <a:pt x="0" y="25292"/>
                </a:cubicBezTo>
                <a:lnTo>
                  <a:pt x="0" y="224"/>
                </a:lnTo>
                <a:cubicBezTo>
                  <a:pt x="0" y="209"/>
                  <a:pt x="2" y="195"/>
                  <a:pt x="4" y="180"/>
                </a:cubicBezTo>
                <a:cubicBezTo>
                  <a:pt x="7" y="166"/>
                  <a:pt x="11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6"/>
                </a:cubicBezTo>
                <a:cubicBezTo>
                  <a:pt x="76" y="55"/>
                  <a:pt x="87" y="46"/>
                  <a:pt x="99" y="38"/>
                </a:cubicBezTo>
                <a:cubicBezTo>
                  <a:pt x="112" y="30"/>
                  <a:pt x="125" y="23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3" name=""/>
          <p:cNvSpPr/>
          <p:nvPr/>
        </p:nvSpPr>
        <p:spPr>
          <a:xfrm>
            <a:off x="461160" y="-1207080"/>
            <a:ext cx="8412120" cy="9185760"/>
          </a:xfrm>
          <a:custGeom>
            <a:avLst/>
            <a:gdLst/>
            <a:ahLst/>
            <a:rect l="0" t="0" r="r" b="b"/>
            <a:pathLst>
              <a:path w="23367" h="25516">
                <a:moveTo>
                  <a:pt x="224" y="0"/>
                </a:moveTo>
                <a:lnTo>
                  <a:pt x="23143" y="0"/>
                </a:lnTo>
                <a:cubicBezTo>
                  <a:pt x="23158" y="0"/>
                  <a:pt x="23173" y="1"/>
                  <a:pt x="23187" y="4"/>
                </a:cubicBezTo>
                <a:cubicBezTo>
                  <a:pt x="23202" y="7"/>
                  <a:pt x="23215" y="11"/>
                  <a:pt x="23229" y="17"/>
                </a:cubicBezTo>
                <a:cubicBezTo>
                  <a:pt x="23243" y="23"/>
                  <a:pt x="23256" y="30"/>
                  <a:pt x="23268" y="38"/>
                </a:cubicBezTo>
                <a:cubicBezTo>
                  <a:pt x="23280" y="46"/>
                  <a:pt x="23291" y="55"/>
                  <a:pt x="23302" y="66"/>
                </a:cubicBezTo>
                <a:cubicBezTo>
                  <a:pt x="23312" y="76"/>
                  <a:pt x="23321" y="87"/>
                  <a:pt x="23329" y="100"/>
                </a:cubicBezTo>
                <a:cubicBezTo>
                  <a:pt x="23338" y="112"/>
                  <a:pt x="23344" y="125"/>
                  <a:pt x="23350" y="138"/>
                </a:cubicBezTo>
                <a:cubicBezTo>
                  <a:pt x="23356" y="152"/>
                  <a:pt x="23360" y="166"/>
                  <a:pt x="23363" y="180"/>
                </a:cubicBezTo>
                <a:cubicBezTo>
                  <a:pt x="23366" y="195"/>
                  <a:pt x="23367" y="209"/>
                  <a:pt x="23367" y="224"/>
                </a:cubicBezTo>
                <a:lnTo>
                  <a:pt x="23367" y="25292"/>
                </a:lnTo>
                <a:cubicBezTo>
                  <a:pt x="23367" y="25307"/>
                  <a:pt x="23366" y="25321"/>
                  <a:pt x="23363" y="25335"/>
                </a:cubicBezTo>
                <a:cubicBezTo>
                  <a:pt x="23360" y="25350"/>
                  <a:pt x="23356" y="25364"/>
                  <a:pt x="23350" y="25378"/>
                </a:cubicBezTo>
                <a:cubicBezTo>
                  <a:pt x="23344" y="25391"/>
                  <a:pt x="23338" y="25404"/>
                  <a:pt x="23329" y="25416"/>
                </a:cubicBezTo>
                <a:cubicBezTo>
                  <a:pt x="23321" y="25428"/>
                  <a:pt x="23312" y="25440"/>
                  <a:pt x="23302" y="25450"/>
                </a:cubicBezTo>
                <a:cubicBezTo>
                  <a:pt x="23291" y="25461"/>
                  <a:pt x="23280" y="25470"/>
                  <a:pt x="23268" y="25478"/>
                </a:cubicBezTo>
                <a:cubicBezTo>
                  <a:pt x="23256" y="25486"/>
                  <a:pt x="23243" y="25493"/>
                  <a:pt x="23229" y="25499"/>
                </a:cubicBezTo>
                <a:cubicBezTo>
                  <a:pt x="23215" y="25504"/>
                  <a:pt x="23202" y="25509"/>
                  <a:pt x="23187" y="25512"/>
                </a:cubicBezTo>
                <a:cubicBezTo>
                  <a:pt x="23173" y="25514"/>
                  <a:pt x="23158" y="25516"/>
                  <a:pt x="23143" y="25516"/>
                </a:cubicBezTo>
                <a:lnTo>
                  <a:pt x="224" y="25516"/>
                </a:lnTo>
                <a:cubicBezTo>
                  <a:pt x="209" y="25516"/>
                  <a:pt x="194" y="25514"/>
                  <a:pt x="180" y="25512"/>
                </a:cubicBezTo>
                <a:cubicBezTo>
                  <a:pt x="166" y="25509"/>
                  <a:pt x="152" y="25504"/>
                  <a:pt x="138" y="25499"/>
                </a:cubicBezTo>
                <a:cubicBezTo>
                  <a:pt x="125" y="25493"/>
                  <a:pt x="112" y="25486"/>
                  <a:pt x="99" y="25478"/>
                </a:cubicBezTo>
                <a:cubicBezTo>
                  <a:pt x="87" y="25470"/>
                  <a:pt x="76" y="25461"/>
                  <a:pt x="66" y="25450"/>
                </a:cubicBezTo>
                <a:cubicBezTo>
                  <a:pt x="55" y="25440"/>
                  <a:pt x="46" y="25428"/>
                  <a:pt x="38" y="25416"/>
                </a:cubicBezTo>
                <a:cubicBezTo>
                  <a:pt x="30" y="25404"/>
                  <a:pt x="23" y="25391"/>
                  <a:pt x="17" y="25378"/>
                </a:cubicBezTo>
                <a:cubicBezTo>
                  <a:pt x="11" y="25364"/>
                  <a:pt x="7" y="25350"/>
                  <a:pt x="4" y="25335"/>
                </a:cubicBezTo>
                <a:cubicBezTo>
                  <a:pt x="2" y="25321"/>
                  <a:pt x="0" y="25307"/>
                  <a:pt x="0" y="25292"/>
                </a:cubicBezTo>
                <a:lnTo>
                  <a:pt x="0" y="224"/>
                </a:lnTo>
                <a:cubicBezTo>
                  <a:pt x="0" y="209"/>
                  <a:pt x="2" y="195"/>
                  <a:pt x="4" y="180"/>
                </a:cubicBezTo>
                <a:cubicBezTo>
                  <a:pt x="7" y="166"/>
                  <a:pt x="11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6"/>
                </a:cubicBezTo>
                <a:cubicBezTo>
                  <a:pt x="76" y="55"/>
                  <a:pt x="87" y="46"/>
                  <a:pt x="99" y="38"/>
                </a:cubicBezTo>
                <a:cubicBezTo>
                  <a:pt x="112" y="30"/>
                  <a:pt x="125" y="23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4" name=""/>
          <p:cNvSpPr/>
          <p:nvPr/>
        </p:nvSpPr>
        <p:spPr>
          <a:xfrm>
            <a:off x="779040" y="998640"/>
            <a:ext cx="7100280" cy="3508200"/>
          </a:xfrm>
          <a:custGeom>
            <a:avLst/>
            <a:gdLst/>
            <a:ahLst/>
            <a:rect l="0" t="0" r="r" b="b"/>
            <a:pathLst>
              <a:path w="19723" h="9745">
                <a:moveTo>
                  <a:pt x="0" y="0"/>
                </a:moveTo>
                <a:lnTo>
                  <a:pt x="19723" y="0"/>
                </a:lnTo>
                <a:lnTo>
                  <a:pt x="19723" y="9745"/>
                </a:lnTo>
                <a:lnTo>
                  <a:pt x="0" y="9745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5" name=""/>
          <p:cNvSpPr/>
          <p:nvPr/>
        </p:nvSpPr>
        <p:spPr>
          <a:xfrm>
            <a:off x="779040" y="998640"/>
            <a:ext cx="7100280" cy="3508200"/>
          </a:xfrm>
          <a:custGeom>
            <a:avLst/>
            <a:gdLst/>
            <a:ahLst/>
            <a:rect l="0" t="0" r="r" b="b"/>
            <a:pathLst>
              <a:path w="19723" h="9745">
                <a:moveTo>
                  <a:pt x="0" y="0"/>
                </a:moveTo>
                <a:lnTo>
                  <a:pt x="19723" y="0"/>
                </a:lnTo>
                <a:lnTo>
                  <a:pt x="19723" y="9745"/>
                </a:lnTo>
                <a:lnTo>
                  <a:pt x="0" y="9745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6" name=""/>
          <p:cNvSpPr/>
          <p:nvPr/>
        </p:nvSpPr>
        <p:spPr>
          <a:xfrm>
            <a:off x="7717680" y="1063080"/>
            <a:ext cx="97200" cy="81000"/>
          </a:xfrm>
          <a:custGeom>
            <a:avLst/>
            <a:gdLst/>
            <a:ahLst/>
            <a:rect l="0" t="0" r="r" b="b"/>
            <a:pathLst>
              <a:path w="270" h="225">
                <a:moveTo>
                  <a:pt x="0" y="0"/>
                </a:moveTo>
                <a:lnTo>
                  <a:pt x="270" y="0"/>
                </a:lnTo>
                <a:lnTo>
                  <a:pt x="270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7" name=""/>
          <p:cNvSpPr/>
          <p:nvPr/>
        </p:nvSpPr>
        <p:spPr>
          <a:xfrm>
            <a:off x="7717680" y="1091160"/>
            <a:ext cx="968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457200" y="655920"/>
            <a:ext cx="7977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F1 -08  ·  DEEL  2  VAN  3  ·  H ET  KEUZEDEEL  ALS   EIG EN  PR O G R AM M AS PECIFICATIE,  M ET  KER NTAKEN  EN  WER KPR O CES S 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859680" y="1054080"/>
            <a:ext cx="500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Keuzedeel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0" name=""/>
          <p:cNvSpPr/>
          <p:nvPr/>
        </p:nvSpPr>
        <p:spPr>
          <a:xfrm>
            <a:off x="891720" y="1611360"/>
            <a:ext cx="6906960" cy="1669680"/>
          </a:xfrm>
          <a:custGeom>
            <a:avLst/>
            <a:gdLst/>
            <a:ahLst/>
            <a:rect l="0" t="0" r="r" b="b"/>
            <a:pathLst>
              <a:path w="19186" h="4638">
                <a:moveTo>
                  <a:pt x="0" y="0"/>
                </a:moveTo>
                <a:lnTo>
                  <a:pt x="19186" y="0"/>
                </a:lnTo>
                <a:lnTo>
                  <a:pt x="19186" y="4638"/>
                </a:lnTo>
                <a:lnTo>
                  <a:pt x="0" y="463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1" name=""/>
          <p:cNvSpPr/>
          <p:nvPr/>
        </p:nvSpPr>
        <p:spPr>
          <a:xfrm>
            <a:off x="891720" y="1611360"/>
            <a:ext cx="6906960" cy="1669680"/>
          </a:xfrm>
          <a:custGeom>
            <a:avLst/>
            <a:gdLst/>
            <a:ahLst/>
            <a:rect l="0" t="0" r="r" b="b"/>
            <a:pathLst>
              <a:path w="19186" h="4638">
                <a:moveTo>
                  <a:pt x="0" y="0"/>
                </a:moveTo>
                <a:lnTo>
                  <a:pt x="19186" y="0"/>
                </a:lnTo>
                <a:lnTo>
                  <a:pt x="19186" y="4638"/>
                </a:lnTo>
                <a:lnTo>
                  <a:pt x="0" y="4638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2" name=""/>
          <p:cNvSpPr/>
          <p:nvPr/>
        </p:nvSpPr>
        <p:spPr>
          <a:xfrm>
            <a:off x="7637400" y="167580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3" name=""/>
          <p:cNvSpPr/>
          <p:nvPr/>
        </p:nvSpPr>
        <p:spPr>
          <a:xfrm>
            <a:off x="7637400" y="170424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859680" y="1184400"/>
            <a:ext cx="5045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K0262 ARBO, kwaliteitszorg en hulpverlening geschikt voor niveau 3 (240 SBU)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972360" y="1666800"/>
            <a:ext cx="1451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6" name=""/>
          <p:cNvSpPr/>
          <p:nvPr/>
        </p:nvSpPr>
        <p:spPr>
          <a:xfrm>
            <a:off x="1004400" y="2087280"/>
            <a:ext cx="6713640" cy="524520"/>
          </a:xfrm>
          <a:custGeom>
            <a:avLst/>
            <a:gdLst/>
            <a:ahLst/>
            <a:rect l="0" t="0" r="r" b="b"/>
            <a:pathLst>
              <a:path w="18649" h="1457">
                <a:moveTo>
                  <a:pt x="0" y="0"/>
                </a:moveTo>
                <a:lnTo>
                  <a:pt x="18649" y="0"/>
                </a:lnTo>
                <a:lnTo>
                  <a:pt x="18649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7" name=""/>
          <p:cNvSpPr/>
          <p:nvPr/>
        </p:nvSpPr>
        <p:spPr>
          <a:xfrm>
            <a:off x="1004400" y="2087280"/>
            <a:ext cx="6713640" cy="524520"/>
          </a:xfrm>
          <a:custGeom>
            <a:avLst/>
            <a:gdLst/>
            <a:ahLst/>
            <a:rect l="0" t="0" r="r" b="b"/>
            <a:pathLst>
              <a:path w="18649" h="1457">
                <a:moveTo>
                  <a:pt x="0" y="0"/>
                </a:moveTo>
                <a:lnTo>
                  <a:pt x="18649" y="0"/>
                </a:lnTo>
                <a:lnTo>
                  <a:pt x="18649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8" name=""/>
          <p:cNvSpPr/>
          <p:nvPr/>
        </p:nvSpPr>
        <p:spPr>
          <a:xfrm>
            <a:off x="7556760" y="2151720"/>
            <a:ext cx="97200" cy="81000"/>
          </a:xfrm>
          <a:custGeom>
            <a:avLst/>
            <a:gdLst/>
            <a:ahLst/>
            <a:rect l="0" t="0" r="r" b="b"/>
            <a:pathLst>
              <a:path w="270" h="225">
                <a:moveTo>
                  <a:pt x="0" y="0"/>
                </a:moveTo>
                <a:lnTo>
                  <a:pt x="270" y="0"/>
                </a:lnTo>
                <a:lnTo>
                  <a:pt x="270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9" name=""/>
          <p:cNvSpPr/>
          <p:nvPr/>
        </p:nvSpPr>
        <p:spPr>
          <a:xfrm>
            <a:off x="7556760" y="2179800"/>
            <a:ext cx="968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972360" y="1797120"/>
            <a:ext cx="40410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D1-K1 Draagt bij aan kwaliteitszorg en arbeidsomstandigheden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1085040" y="2142720"/>
            <a:ext cx="1280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1085040" y="2273040"/>
            <a:ext cx="43120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D1-K1-W1 Bijdrage aan de inrichting van het kwaliteitszorgsysteem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3" name=""/>
          <p:cNvSpPr/>
          <p:nvPr/>
        </p:nvSpPr>
        <p:spPr>
          <a:xfrm>
            <a:off x="1004400" y="2675880"/>
            <a:ext cx="5554800" cy="524520"/>
          </a:xfrm>
          <a:custGeom>
            <a:avLst/>
            <a:gdLst/>
            <a:ahLst/>
            <a:rect l="0" t="0" r="r" b="b"/>
            <a:pathLst>
              <a:path w="15430" h="1457">
                <a:moveTo>
                  <a:pt x="0" y="0"/>
                </a:moveTo>
                <a:lnTo>
                  <a:pt x="15430" y="0"/>
                </a:lnTo>
                <a:lnTo>
                  <a:pt x="15430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4" name=""/>
          <p:cNvSpPr/>
          <p:nvPr/>
        </p:nvSpPr>
        <p:spPr>
          <a:xfrm>
            <a:off x="1004400" y="2675880"/>
            <a:ext cx="5554800" cy="524520"/>
          </a:xfrm>
          <a:custGeom>
            <a:avLst/>
            <a:gdLst/>
            <a:ahLst/>
            <a:rect l="0" t="0" r="r" b="b"/>
            <a:pathLst>
              <a:path w="15430" h="1457">
                <a:moveTo>
                  <a:pt x="0" y="0"/>
                </a:moveTo>
                <a:lnTo>
                  <a:pt x="15430" y="0"/>
                </a:lnTo>
                <a:lnTo>
                  <a:pt x="15430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5" name=""/>
          <p:cNvSpPr/>
          <p:nvPr/>
        </p:nvSpPr>
        <p:spPr>
          <a:xfrm>
            <a:off x="6397560" y="2740320"/>
            <a:ext cx="97200" cy="81000"/>
          </a:xfrm>
          <a:custGeom>
            <a:avLst/>
            <a:gdLst/>
            <a:ahLst/>
            <a:rect l="0" t="0" r="r" b="b"/>
            <a:pathLst>
              <a:path w="270" h="225">
                <a:moveTo>
                  <a:pt x="0" y="0"/>
                </a:moveTo>
                <a:lnTo>
                  <a:pt x="270" y="0"/>
                </a:lnTo>
                <a:lnTo>
                  <a:pt x="270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6" name=""/>
          <p:cNvSpPr/>
          <p:nvPr/>
        </p:nvSpPr>
        <p:spPr>
          <a:xfrm>
            <a:off x="6397560" y="2768760"/>
            <a:ext cx="968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1085040" y="2424960"/>
            <a:ext cx="55040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Levert een bijdrage aan de inrichting van het kwaliteitszorgsysteem (werkprocesniveau)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1085040" y="2731320"/>
            <a:ext cx="1280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1085040" y="2861640"/>
            <a:ext cx="2849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D1-K1-W2 Risico-inventarisatie en -evaluatie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1085040" y="3013560"/>
            <a:ext cx="4524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Voert een RI&amp;E uit en realiseert verbeterpunten (werkprocesniveau)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1" name=""/>
          <p:cNvSpPr/>
          <p:nvPr/>
        </p:nvSpPr>
        <p:spPr>
          <a:xfrm>
            <a:off x="891720" y="3345120"/>
            <a:ext cx="5610960" cy="1081080"/>
          </a:xfrm>
          <a:custGeom>
            <a:avLst/>
            <a:gdLst/>
            <a:ahLst/>
            <a:rect l="0" t="0" r="r" b="b"/>
            <a:pathLst>
              <a:path w="15586" h="3003">
                <a:moveTo>
                  <a:pt x="0" y="0"/>
                </a:moveTo>
                <a:lnTo>
                  <a:pt x="15586" y="0"/>
                </a:lnTo>
                <a:lnTo>
                  <a:pt x="15586" y="3003"/>
                </a:lnTo>
                <a:lnTo>
                  <a:pt x="0" y="300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2" name=""/>
          <p:cNvSpPr/>
          <p:nvPr/>
        </p:nvSpPr>
        <p:spPr>
          <a:xfrm>
            <a:off x="891720" y="3345120"/>
            <a:ext cx="5610960" cy="1081080"/>
          </a:xfrm>
          <a:custGeom>
            <a:avLst/>
            <a:gdLst/>
            <a:ahLst/>
            <a:rect l="0" t="0" r="r" b="b"/>
            <a:pathLst>
              <a:path w="15586" h="3003">
                <a:moveTo>
                  <a:pt x="0" y="0"/>
                </a:moveTo>
                <a:lnTo>
                  <a:pt x="15586" y="0"/>
                </a:lnTo>
                <a:lnTo>
                  <a:pt x="15586" y="3003"/>
                </a:lnTo>
                <a:lnTo>
                  <a:pt x="0" y="3003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3" name=""/>
          <p:cNvSpPr/>
          <p:nvPr/>
        </p:nvSpPr>
        <p:spPr>
          <a:xfrm>
            <a:off x="6341400" y="340992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4" name=""/>
          <p:cNvSpPr/>
          <p:nvPr/>
        </p:nvSpPr>
        <p:spPr>
          <a:xfrm>
            <a:off x="6341400" y="343800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972360" y="1949040"/>
            <a:ext cx="53730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Draagt bij aan kwaliteitszorg en arbeidsomstandigheden (kerntaakniveau, keuzedeel)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6" name=""/>
          <p:cNvSpPr txBox="1"/>
          <p:nvPr/>
        </p:nvSpPr>
        <p:spPr>
          <a:xfrm>
            <a:off x="972360" y="3400920"/>
            <a:ext cx="1451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7" name=""/>
          <p:cNvSpPr/>
          <p:nvPr/>
        </p:nvSpPr>
        <p:spPr>
          <a:xfrm>
            <a:off x="1004400" y="3821040"/>
            <a:ext cx="4572720" cy="524520"/>
          </a:xfrm>
          <a:custGeom>
            <a:avLst/>
            <a:gdLst/>
            <a:ahLst/>
            <a:rect l="0" t="0" r="r" b="b"/>
            <a:pathLst>
              <a:path w="12702" h="1457">
                <a:moveTo>
                  <a:pt x="0" y="0"/>
                </a:moveTo>
                <a:lnTo>
                  <a:pt x="12702" y="0"/>
                </a:lnTo>
                <a:lnTo>
                  <a:pt x="12702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8" name=""/>
          <p:cNvSpPr/>
          <p:nvPr/>
        </p:nvSpPr>
        <p:spPr>
          <a:xfrm>
            <a:off x="1004400" y="3821040"/>
            <a:ext cx="4572720" cy="524520"/>
          </a:xfrm>
          <a:custGeom>
            <a:avLst/>
            <a:gdLst/>
            <a:ahLst/>
            <a:rect l="0" t="0" r="r" b="b"/>
            <a:pathLst>
              <a:path w="12702" h="1457">
                <a:moveTo>
                  <a:pt x="0" y="0"/>
                </a:moveTo>
                <a:lnTo>
                  <a:pt x="12702" y="0"/>
                </a:lnTo>
                <a:lnTo>
                  <a:pt x="12702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9" name=""/>
          <p:cNvSpPr/>
          <p:nvPr/>
        </p:nvSpPr>
        <p:spPr>
          <a:xfrm>
            <a:off x="5415840" y="388548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0" name=""/>
          <p:cNvSpPr/>
          <p:nvPr/>
        </p:nvSpPr>
        <p:spPr>
          <a:xfrm>
            <a:off x="5415840" y="391392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972360" y="3530880"/>
            <a:ext cx="1861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D1-K2 Verleent EHBO en BHV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1085040" y="3876480"/>
            <a:ext cx="1280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1085040" y="4006800"/>
            <a:ext cx="19940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D1-K2-W1 Hulp bij calamiteiten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1085040" y="4158720"/>
            <a:ext cx="36370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Verleent hulp bij calamiteiten (werkprocesniveau)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972360" y="3683160"/>
            <a:ext cx="45986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Verleent EHBO en BHV bij een calamiteit (kerntaakniveau, keuzedeel)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859680" y="1336320"/>
            <a:ext cx="19774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Opleidingsprogramma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859680" y="1473120"/>
            <a:ext cx="1641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Student keuze regelset hangt aan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7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7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76" name=""/>
          <p:cNvSpPr/>
          <p:nvPr/>
        </p:nvSpPr>
        <p:spPr>
          <a:xfrm>
            <a:off x="461160" y="-4873320"/>
            <a:ext cx="8412120" cy="9184320"/>
          </a:xfrm>
          <a:custGeom>
            <a:avLst/>
            <a:gdLst/>
            <a:ahLst/>
            <a:rect l="0" t="0" r="r" b="b"/>
            <a:pathLst>
              <a:path w="23367" h="25512">
                <a:moveTo>
                  <a:pt x="224" y="0"/>
                </a:moveTo>
                <a:lnTo>
                  <a:pt x="23143" y="0"/>
                </a:lnTo>
                <a:cubicBezTo>
                  <a:pt x="23158" y="0"/>
                  <a:pt x="23173" y="2"/>
                  <a:pt x="23187" y="4"/>
                </a:cubicBezTo>
                <a:cubicBezTo>
                  <a:pt x="23201" y="7"/>
                  <a:pt x="23215" y="12"/>
                  <a:pt x="23229" y="17"/>
                </a:cubicBezTo>
                <a:cubicBezTo>
                  <a:pt x="23243" y="23"/>
                  <a:pt x="23255" y="30"/>
                  <a:pt x="23268" y="38"/>
                </a:cubicBezTo>
                <a:cubicBezTo>
                  <a:pt x="23280" y="46"/>
                  <a:pt x="23291" y="55"/>
                  <a:pt x="23302" y="66"/>
                </a:cubicBezTo>
                <a:cubicBezTo>
                  <a:pt x="23312" y="76"/>
                  <a:pt x="23321" y="87"/>
                  <a:pt x="23329" y="100"/>
                </a:cubicBezTo>
                <a:cubicBezTo>
                  <a:pt x="23337" y="112"/>
                  <a:pt x="23344" y="125"/>
                  <a:pt x="23350" y="138"/>
                </a:cubicBezTo>
                <a:cubicBezTo>
                  <a:pt x="23356" y="152"/>
                  <a:pt x="23360" y="166"/>
                  <a:pt x="23363" y="180"/>
                </a:cubicBezTo>
                <a:cubicBezTo>
                  <a:pt x="23366" y="195"/>
                  <a:pt x="23367" y="209"/>
                  <a:pt x="23367" y="224"/>
                </a:cubicBezTo>
                <a:lnTo>
                  <a:pt x="23367" y="25288"/>
                </a:lnTo>
                <a:cubicBezTo>
                  <a:pt x="23367" y="25303"/>
                  <a:pt x="23366" y="25317"/>
                  <a:pt x="23363" y="25332"/>
                </a:cubicBezTo>
                <a:cubicBezTo>
                  <a:pt x="23360" y="25346"/>
                  <a:pt x="23356" y="25360"/>
                  <a:pt x="23350" y="25374"/>
                </a:cubicBezTo>
                <a:cubicBezTo>
                  <a:pt x="23344" y="25387"/>
                  <a:pt x="23337" y="25400"/>
                  <a:pt x="23329" y="25412"/>
                </a:cubicBezTo>
                <a:cubicBezTo>
                  <a:pt x="23321" y="25425"/>
                  <a:pt x="23312" y="25436"/>
                  <a:pt x="23302" y="25446"/>
                </a:cubicBezTo>
                <a:cubicBezTo>
                  <a:pt x="23291" y="25457"/>
                  <a:pt x="23280" y="25466"/>
                  <a:pt x="23268" y="25474"/>
                </a:cubicBezTo>
                <a:cubicBezTo>
                  <a:pt x="23255" y="25482"/>
                  <a:pt x="23243" y="25489"/>
                  <a:pt x="23229" y="25495"/>
                </a:cubicBezTo>
                <a:cubicBezTo>
                  <a:pt x="23215" y="25501"/>
                  <a:pt x="23201" y="25505"/>
                  <a:pt x="23187" y="25508"/>
                </a:cubicBezTo>
                <a:cubicBezTo>
                  <a:pt x="23173" y="25510"/>
                  <a:pt x="23158" y="25512"/>
                  <a:pt x="23143" y="25512"/>
                </a:cubicBezTo>
                <a:lnTo>
                  <a:pt x="224" y="25512"/>
                </a:lnTo>
                <a:cubicBezTo>
                  <a:pt x="209" y="25512"/>
                  <a:pt x="195" y="25510"/>
                  <a:pt x="180" y="25508"/>
                </a:cubicBezTo>
                <a:cubicBezTo>
                  <a:pt x="166" y="25505"/>
                  <a:pt x="152" y="25501"/>
                  <a:pt x="138" y="25495"/>
                </a:cubicBezTo>
                <a:cubicBezTo>
                  <a:pt x="125" y="25489"/>
                  <a:pt x="112" y="25482"/>
                  <a:pt x="100" y="25474"/>
                </a:cubicBezTo>
                <a:cubicBezTo>
                  <a:pt x="87" y="25466"/>
                  <a:pt x="76" y="25457"/>
                  <a:pt x="66" y="25446"/>
                </a:cubicBezTo>
                <a:cubicBezTo>
                  <a:pt x="55" y="25436"/>
                  <a:pt x="46" y="25425"/>
                  <a:pt x="38" y="25412"/>
                </a:cubicBezTo>
                <a:cubicBezTo>
                  <a:pt x="30" y="25400"/>
                  <a:pt x="23" y="25387"/>
                  <a:pt x="17" y="25374"/>
                </a:cubicBezTo>
                <a:cubicBezTo>
                  <a:pt x="12" y="25360"/>
                  <a:pt x="7" y="25346"/>
                  <a:pt x="4" y="25332"/>
                </a:cubicBezTo>
                <a:cubicBezTo>
                  <a:pt x="2" y="25317"/>
                  <a:pt x="0" y="25303"/>
                  <a:pt x="0" y="25288"/>
                </a:cubicBezTo>
                <a:lnTo>
                  <a:pt x="0" y="224"/>
                </a:lnTo>
                <a:cubicBezTo>
                  <a:pt x="0" y="209"/>
                  <a:pt x="2" y="195"/>
                  <a:pt x="4" y="180"/>
                </a:cubicBezTo>
                <a:cubicBezTo>
                  <a:pt x="7" y="166"/>
                  <a:pt x="12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6"/>
                </a:cubicBezTo>
                <a:cubicBezTo>
                  <a:pt x="76" y="55"/>
                  <a:pt x="87" y="46"/>
                  <a:pt x="100" y="38"/>
                </a:cubicBezTo>
                <a:cubicBezTo>
                  <a:pt x="112" y="30"/>
                  <a:pt x="125" y="23"/>
                  <a:pt x="138" y="17"/>
                </a:cubicBezTo>
                <a:cubicBezTo>
                  <a:pt x="152" y="12"/>
                  <a:pt x="166" y="7"/>
                  <a:pt x="180" y="4"/>
                </a:cubicBezTo>
                <a:cubicBezTo>
                  <a:pt x="195" y="2"/>
                  <a:pt x="209" y="0"/>
                  <a:pt x="22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7" name=""/>
          <p:cNvSpPr/>
          <p:nvPr/>
        </p:nvSpPr>
        <p:spPr>
          <a:xfrm>
            <a:off x="461160" y="-4873320"/>
            <a:ext cx="8412120" cy="9184320"/>
          </a:xfrm>
          <a:custGeom>
            <a:avLst/>
            <a:gdLst/>
            <a:ahLst/>
            <a:rect l="0" t="0" r="r" b="b"/>
            <a:pathLst>
              <a:path w="23367" h="25512">
                <a:moveTo>
                  <a:pt x="224" y="0"/>
                </a:moveTo>
                <a:lnTo>
                  <a:pt x="23143" y="0"/>
                </a:lnTo>
                <a:cubicBezTo>
                  <a:pt x="23158" y="0"/>
                  <a:pt x="23173" y="2"/>
                  <a:pt x="23187" y="4"/>
                </a:cubicBezTo>
                <a:cubicBezTo>
                  <a:pt x="23201" y="7"/>
                  <a:pt x="23215" y="12"/>
                  <a:pt x="23229" y="17"/>
                </a:cubicBezTo>
                <a:cubicBezTo>
                  <a:pt x="23243" y="23"/>
                  <a:pt x="23255" y="30"/>
                  <a:pt x="23268" y="38"/>
                </a:cubicBezTo>
                <a:cubicBezTo>
                  <a:pt x="23280" y="46"/>
                  <a:pt x="23291" y="55"/>
                  <a:pt x="23302" y="66"/>
                </a:cubicBezTo>
                <a:cubicBezTo>
                  <a:pt x="23312" y="76"/>
                  <a:pt x="23321" y="87"/>
                  <a:pt x="23329" y="100"/>
                </a:cubicBezTo>
                <a:cubicBezTo>
                  <a:pt x="23337" y="112"/>
                  <a:pt x="23344" y="125"/>
                  <a:pt x="23350" y="138"/>
                </a:cubicBezTo>
                <a:cubicBezTo>
                  <a:pt x="23356" y="152"/>
                  <a:pt x="23360" y="166"/>
                  <a:pt x="23363" y="180"/>
                </a:cubicBezTo>
                <a:cubicBezTo>
                  <a:pt x="23366" y="195"/>
                  <a:pt x="23367" y="209"/>
                  <a:pt x="23367" y="224"/>
                </a:cubicBezTo>
                <a:lnTo>
                  <a:pt x="23367" y="25288"/>
                </a:lnTo>
                <a:cubicBezTo>
                  <a:pt x="23367" y="25303"/>
                  <a:pt x="23366" y="25317"/>
                  <a:pt x="23363" y="25332"/>
                </a:cubicBezTo>
                <a:cubicBezTo>
                  <a:pt x="23360" y="25346"/>
                  <a:pt x="23356" y="25360"/>
                  <a:pt x="23350" y="25374"/>
                </a:cubicBezTo>
                <a:cubicBezTo>
                  <a:pt x="23344" y="25387"/>
                  <a:pt x="23337" y="25400"/>
                  <a:pt x="23329" y="25412"/>
                </a:cubicBezTo>
                <a:cubicBezTo>
                  <a:pt x="23321" y="25425"/>
                  <a:pt x="23312" y="25436"/>
                  <a:pt x="23302" y="25446"/>
                </a:cubicBezTo>
                <a:cubicBezTo>
                  <a:pt x="23291" y="25457"/>
                  <a:pt x="23280" y="25466"/>
                  <a:pt x="23268" y="25474"/>
                </a:cubicBezTo>
                <a:cubicBezTo>
                  <a:pt x="23255" y="25482"/>
                  <a:pt x="23243" y="25489"/>
                  <a:pt x="23229" y="25495"/>
                </a:cubicBezTo>
                <a:cubicBezTo>
                  <a:pt x="23215" y="25501"/>
                  <a:pt x="23201" y="25505"/>
                  <a:pt x="23187" y="25508"/>
                </a:cubicBezTo>
                <a:cubicBezTo>
                  <a:pt x="23173" y="25510"/>
                  <a:pt x="23158" y="25512"/>
                  <a:pt x="23143" y="25512"/>
                </a:cubicBezTo>
                <a:lnTo>
                  <a:pt x="224" y="25512"/>
                </a:lnTo>
                <a:cubicBezTo>
                  <a:pt x="209" y="25512"/>
                  <a:pt x="195" y="25510"/>
                  <a:pt x="180" y="25508"/>
                </a:cubicBezTo>
                <a:cubicBezTo>
                  <a:pt x="166" y="25505"/>
                  <a:pt x="152" y="25501"/>
                  <a:pt x="138" y="25495"/>
                </a:cubicBezTo>
                <a:cubicBezTo>
                  <a:pt x="125" y="25489"/>
                  <a:pt x="112" y="25482"/>
                  <a:pt x="100" y="25474"/>
                </a:cubicBezTo>
                <a:cubicBezTo>
                  <a:pt x="87" y="25466"/>
                  <a:pt x="76" y="25457"/>
                  <a:pt x="66" y="25446"/>
                </a:cubicBezTo>
                <a:cubicBezTo>
                  <a:pt x="55" y="25436"/>
                  <a:pt x="46" y="25425"/>
                  <a:pt x="38" y="25412"/>
                </a:cubicBezTo>
                <a:cubicBezTo>
                  <a:pt x="30" y="25400"/>
                  <a:pt x="23" y="25387"/>
                  <a:pt x="17" y="25374"/>
                </a:cubicBezTo>
                <a:cubicBezTo>
                  <a:pt x="12" y="25360"/>
                  <a:pt x="7" y="25346"/>
                  <a:pt x="4" y="25332"/>
                </a:cubicBezTo>
                <a:cubicBezTo>
                  <a:pt x="2" y="25317"/>
                  <a:pt x="0" y="25303"/>
                  <a:pt x="0" y="25288"/>
                </a:cubicBezTo>
                <a:lnTo>
                  <a:pt x="0" y="224"/>
                </a:lnTo>
                <a:cubicBezTo>
                  <a:pt x="0" y="209"/>
                  <a:pt x="2" y="195"/>
                  <a:pt x="4" y="180"/>
                </a:cubicBezTo>
                <a:cubicBezTo>
                  <a:pt x="7" y="166"/>
                  <a:pt x="12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6"/>
                </a:cubicBezTo>
                <a:cubicBezTo>
                  <a:pt x="76" y="55"/>
                  <a:pt x="87" y="46"/>
                  <a:pt x="100" y="38"/>
                </a:cubicBezTo>
                <a:cubicBezTo>
                  <a:pt x="112" y="30"/>
                  <a:pt x="125" y="23"/>
                  <a:pt x="138" y="17"/>
                </a:cubicBezTo>
                <a:cubicBezTo>
                  <a:pt x="152" y="12"/>
                  <a:pt x="166" y="7"/>
                  <a:pt x="180" y="4"/>
                </a:cubicBezTo>
                <a:cubicBezTo>
                  <a:pt x="195" y="2"/>
                  <a:pt x="209" y="0"/>
                  <a:pt x="224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8" name=""/>
          <p:cNvSpPr/>
          <p:nvPr/>
        </p:nvSpPr>
        <p:spPr>
          <a:xfrm>
            <a:off x="779040" y="1065240"/>
            <a:ext cx="7309440" cy="2362680"/>
          </a:xfrm>
          <a:custGeom>
            <a:avLst/>
            <a:gdLst/>
            <a:ahLst/>
            <a:rect l="0" t="0" r="r" b="b"/>
            <a:pathLst>
              <a:path w="20304" h="6563">
                <a:moveTo>
                  <a:pt x="0" y="0"/>
                </a:moveTo>
                <a:lnTo>
                  <a:pt x="20304" y="0"/>
                </a:lnTo>
                <a:lnTo>
                  <a:pt x="20304" y="6563"/>
                </a:lnTo>
                <a:lnTo>
                  <a:pt x="0" y="656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9" name=""/>
          <p:cNvSpPr/>
          <p:nvPr/>
        </p:nvSpPr>
        <p:spPr>
          <a:xfrm>
            <a:off x="779040" y="1065240"/>
            <a:ext cx="7309440" cy="2362680"/>
          </a:xfrm>
          <a:custGeom>
            <a:avLst/>
            <a:gdLst/>
            <a:ahLst/>
            <a:rect l="0" t="0" r="r" b="b"/>
            <a:pathLst>
              <a:path w="20304" h="6563">
                <a:moveTo>
                  <a:pt x="0" y="0"/>
                </a:moveTo>
                <a:lnTo>
                  <a:pt x="20304" y="0"/>
                </a:lnTo>
                <a:lnTo>
                  <a:pt x="20304" y="6563"/>
                </a:lnTo>
                <a:lnTo>
                  <a:pt x="0" y="6563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0" name=""/>
          <p:cNvSpPr/>
          <p:nvPr/>
        </p:nvSpPr>
        <p:spPr>
          <a:xfrm>
            <a:off x="7927200" y="112968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1" name=""/>
          <p:cNvSpPr/>
          <p:nvPr/>
        </p:nvSpPr>
        <p:spPr>
          <a:xfrm>
            <a:off x="7927200" y="115776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457200" y="722520"/>
            <a:ext cx="7977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F1 -08  ·  DEEL  3  VAN  3  ·  H ET  KEUZEDEEL  ALS   EIG EN  PR O G R AM M AS PECIFICATIE,  M ET  KER NTAKEN  EN  WER KPR O CES S 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859680" y="1120680"/>
            <a:ext cx="500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Keuzedeel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4" name=""/>
          <p:cNvSpPr/>
          <p:nvPr/>
        </p:nvSpPr>
        <p:spPr>
          <a:xfrm>
            <a:off x="891720" y="1677960"/>
            <a:ext cx="7116120" cy="1669320"/>
          </a:xfrm>
          <a:custGeom>
            <a:avLst/>
            <a:gdLst/>
            <a:ahLst/>
            <a:rect l="0" t="0" r="r" b="b"/>
            <a:pathLst>
              <a:path w="19767" h="4637">
                <a:moveTo>
                  <a:pt x="0" y="0"/>
                </a:moveTo>
                <a:lnTo>
                  <a:pt x="19767" y="0"/>
                </a:lnTo>
                <a:lnTo>
                  <a:pt x="19767" y="4637"/>
                </a:lnTo>
                <a:lnTo>
                  <a:pt x="0" y="463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5" name=""/>
          <p:cNvSpPr/>
          <p:nvPr/>
        </p:nvSpPr>
        <p:spPr>
          <a:xfrm>
            <a:off x="891720" y="1677960"/>
            <a:ext cx="7116120" cy="1669320"/>
          </a:xfrm>
          <a:custGeom>
            <a:avLst/>
            <a:gdLst/>
            <a:ahLst/>
            <a:rect l="0" t="0" r="r" b="b"/>
            <a:pathLst>
              <a:path w="19767" h="4637">
                <a:moveTo>
                  <a:pt x="0" y="0"/>
                </a:moveTo>
                <a:lnTo>
                  <a:pt x="19767" y="0"/>
                </a:lnTo>
                <a:lnTo>
                  <a:pt x="19767" y="4637"/>
                </a:lnTo>
                <a:lnTo>
                  <a:pt x="0" y="4637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6" name=""/>
          <p:cNvSpPr/>
          <p:nvPr/>
        </p:nvSpPr>
        <p:spPr>
          <a:xfrm>
            <a:off x="7846560" y="174240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7" name=""/>
          <p:cNvSpPr/>
          <p:nvPr/>
        </p:nvSpPr>
        <p:spPr>
          <a:xfrm>
            <a:off x="7846560" y="177084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859680" y="1250640"/>
            <a:ext cx="38563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K0037 Farmaceutische Patientenzorg (480 SBU, verdiepend)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972360" y="1733400"/>
            <a:ext cx="1451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0" name=""/>
          <p:cNvSpPr/>
          <p:nvPr/>
        </p:nvSpPr>
        <p:spPr>
          <a:xfrm>
            <a:off x="1004400" y="2153880"/>
            <a:ext cx="4741560" cy="524160"/>
          </a:xfrm>
          <a:custGeom>
            <a:avLst/>
            <a:gdLst/>
            <a:ahLst/>
            <a:rect l="0" t="0" r="r" b="b"/>
            <a:pathLst>
              <a:path w="13171" h="1456">
                <a:moveTo>
                  <a:pt x="0" y="0"/>
                </a:moveTo>
                <a:lnTo>
                  <a:pt x="13171" y="0"/>
                </a:lnTo>
                <a:lnTo>
                  <a:pt x="1317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1" name=""/>
          <p:cNvSpPr/>
          <p:nvPr/>
        </p:nvSpPr>
        <p:spPr>
          <a:xfrm>
            <a:off x="1004400" y="2153880"/>
            <a:ext cx="4741560" cy="524160"/>
          </a:xfrm>
          <a:custGeom>
            <a:avLst/>
            <a:gdLst/>
            <a:ahLst/>
            <a:rect l="0" t="0" r="r" b="b"/>
            <a:pathLst>
              <a:path w="13171" h="1456">
                <a:moveTo>
                  <a:pt x="0" y="0"/>
                </a:moveTo>
                <a:lnTo>
                  <a:pt x="13171" y="0"/>
                </a:lnTo>
                <a:lnTo>
                  <a:pt x="13171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2" name=""/>
          <p:cNvSpPr/>
          <p:nvPr/>
        </p:nvSpPr>
        <p:spPr>
          <a:xfrm>
            <a:off x="5584680" y="221832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3" name=""/>
          <p:cNvSpPr/>
          <p:nvPr/>
        </p:nvSpPr>
        <p:spPr>
          <a:xfrm>
            <a:off x="5584680" y="224640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972360" y="1863720"/>
            <a:ext cx="29376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D1-K1 Voert farmaceutische patientenzorg uit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1085040" y="2209320"/>
            <a:ext cx="1280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1085040" y="2339280"/>
            <a:ext cx="18781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D1-K1-W1 Medicatieoverzicht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7" name=""/>
          <p:cNvSpPr/>
          <p:nvPr/>
        </p:nvSpPr>
        <p:spPr>
          <a:xfrm>
            <a:off x="1004400" y="2742480"/>
            <a:ext cx="6367680" cy="524160"/>
          </a:xfrm>
          <a:custGeom>
            <a:avLst/>
            <a:gdLst/>
            <a:ahLst/>
            <a:rect l="0" t="0" r="r" b="b"/>
            <a:pathLst>
              <a:path w="17688" h="1456">
                <a:moveTo>
                  <a:pt x="0" y="0"/>
                </a:moveTo>
                <a:lnTo>
                  <a:pt x="17688" y="0"/>
                </a:lnTo>
                <a:lnTo>
                  <a:pt x="1768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8" name=""/>
          <p:cNvSpPr/>
          <p:nvPr/>
        </p:nvSpPr>
        <p:spPr>
          <a:xfrm>
            <a:off x="1004400" y="2742480"/>
            <a:ext cx="6367680" cy="524160"/>
          </a:xfrm>
          <a:custGeom>
            <a:avLst/>
            <a:gdLst/>
            <a:ahLst/>
            <a:rect l="0" t="0" r="r" b="b"/>
            <a:pathLst>
              <a:path w="17688" h="1456">
                <a:moveTo>
                  <a:pt x="0" y="0"/>
                </a:moveTo>
                <a:lnTo>
                  <a:pt x="17688" y="0"/>
                </a:lnTo>
                <a:lnTo>
                  <a:pt x="1768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9" name=""/>
          <p:cNvSpPr/>
          <p:nvPr/>
        </p:nvSpPr>
        <p:spPr>
          <a:xfrm>
            <a:off x="7210800" y="2806920"/>
            <a:ext cx="96840" cy="81000"/>
          </a:xfrm>
          <a:custGeom>
            <a:avLst/>
            <a:gdLst/>
            <a:ahLst/>
            <a:rect l="0" t="0" r="r" b="b"/>
            <a:pathLst>
              <a:path w="269" h="225">
                <a:moveTo>
                  <a:pt x="0" y="0"/>
                </a:moveTo>
                <a:lnTo>
                  <a:pt x="269" y="0"/>
                </a:lnTo>
                <a:lnTo>
                  <a:pt x="269" y="225"/>
                </a:lnTo>
                <a:lnTo>
                  <a:pt x="0" y="22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0" name=""/>
          <p:cNvSpPr/>
          <p:nvPr/>
        </p:nvSpPr>
        <p:spPr>
          <a:xfrm>
            <a:off x="7210800" y="2835000"/>
            <a:ext cx="9648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1085040" y="2491200"/>
            <a:ext cx="3879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Zorgt voor een medicatieoverzicht (werkprocesniveau)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1085040" y="2797920"/>
            <a:ext cx="1280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1085040" y="2927880"/>
            <a:ext cx="27608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c1c1c"/>
                </a:solidFill>
                <a:latin typeface="DejaVuSans"/>
                <a:ea typeface="DejaVuSans"/>
              </a:rPr>
              <a:t>D1-K1-W2 Zorg aan speciﬁeke doelgroepen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1085040" y="3079800"/>
            <a:ext cx="5307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patientenzorg aan speciﬁeke doelgroepen (werkprocesniveau)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972360" y="2015640"/>
            <a:ext cx="5834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Voert farmaceutische patientenzorg uit bij speciﬁeke doelgroepen (kerntaakniveau, keuzedeel)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859680" y="1402920"/>
            <a:ext cx="19774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Opleidingsprogramma speciﬁcatie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859680" y="1540080"/>
            <a:ext cx="1641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60" spc="-1" strike="noStrike">
                <a:solidFill>
                  <a:srgbClr val="5b6663"/>
                </a:solidFill>
                <a:latin typeface="DejaVuSans"/>
                <a:ea typeface="DejaVuSans"/>
              </a:rPr>
              <a:t>Student keuze regelset hangt aan</a:t>
            </a:r>
            <a:endParaRPr b="0" lang="en-US" sz="7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554040" y="3500640"/>
            <a:ext cx="67734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b6663"/>
                </a:solidFill>
                <a:latin typeface="DejaVuSans"/>
                <a:ea typeface="DejaVuSans"/>
              </a:rPr>
              <a:t>Een keuzedeel is zelf een programmaspeciﬁcatie, gelijksoortig vormgegeven maar los van Jochems opleiding. Het kent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554040" y="3653640"/>
            <a:ext cx="70048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b6663"/>
                </a:solidFill>
                <a:latin typeface="DejaVuSans"/>
                <a:ea typeface="DejaVuSans"/>
              </a:rPr>
              <a:t>dezelfde opbouw als een kwaliﬁcatie: kerntaken met werkprocessen eronder, die de instelling vertaalt naar leeruitkomsten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554040" y="3807000"/>
            <a:ext cx="72489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b6663"/>
                </a:solidFill>
                <a:latin typeface="DejaVuSans"/>
                <a:ea typeface="DejaVuSans"/>
              </a:rPr>
              <a:t>en vormgeeft als onderwijseenheid- en leeronderdeelspeciﬁcaties. Twee keuzedelen vullen samen de ruimte van 720 SBU: een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554040" y="3960000"/>
            <a:ext cx="70628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b6663"/>
                </a:solidFill>
                <a:latin typeface="DejaVuSans"/>
                <a:ea typeface="DejaVuSans"/>
              </a:rPr>
              <a:t>verdiepend van 480 SBU en een generiek van 240 SBU. Welk keuzedeel de student kiest, bepaalt het studentkeuzesysteem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554040" y="4113360"/>
            <a:ext cx="12366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b6663"/>
                </a:solidFill>
                <a:latin typeface="DejaVuSans"/>
                <a:ea typeface="DejaVuSans"/>
              </a:rPr>
              <a:t>later met de regelset.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3033720" y="4394880"/>
            <a:ext cx="3675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Keuzedeelprogramma als eigen speciﬁcatie vormgeven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1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2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22" name=""/>
          <p:cNvSpPr/>
          <p:nvPr/>
        </p:nvSpPr>
        <p:spPr>
          <a:xfrm>
            <a:off x="1003680" y="632160"/>
            <a:ext cx="7327080" cy="3993480"/>
          </a:xfrm>
          <a:custGeom>
            <a:avLst/>
            <a:gdLst/>
            <a:ahLst/>
            <a:rect l="0" t="0" r="r" b="b"/>
            <a:pathLst>
              <a:path w="20353" h="11093">
                <a:moveTo>
                  <a:pt x="199" y="0"/>
                </a:moveTo>
                <a:lnTo>
                  <a:pt x="20154" y="0"/>
                </a:lnTo>
                <a:cubicBezTo>
                  <a:pt x="20167" y="0"/>
                  <a:pt x="20180" y="1"/>
                  <a:pt x="20193" y="4"/>
                </a:cubicBezTo>
                <a:cubicBezTo>
                  <a:pt x="20206" y="6"/>
                  <a:pt x="20218" y="10"/>
                  <a:pt x="20230" y="15"/>
                </a:cubicBezTo>
                <a:cubicBezTo>
                  <a:pt x="20243" y="20"/>
                  <a:pt x="20254" y="26"/>
                  <a:pt x="20265" y="33"/>
                </a:cubicBezTo>
                <a:cubicBezTo>
                  <a:pt x="20276" y="41"/>
                  <a:pt x="20286" y="49"/>
                  <a:pt x="20295" y="58"/>
                </a:cubicBezTo>
                <a:cubicBezTo>
                  <a:pt x="20304" y="67"/>
                  <a:pt x="20312" y="77"/>
                  <a:pt x="20320" y="88"/>
                </a:cubicBezTo>
                <a:cubicBezTo>
                  <a:pt x="20327" y="99"/>
                  <a:pt x="20333" y="111"/>
                  <a:pt x="20338" y="123"/>
                </a:cubicBezTo>
                <a:cubicBezTo>
                  <a:pt x="20343" y="135"/>
                  <a:pt x="20347" y="147"/>
                  <a:pt x="20349" y="160"/>
                </a:cubicBezTo>
                <a:cubicBezTo>
                  <a:pt x="20352" y="173"/>
                  <a:pt x="20353" y="186"/>
                  <a:pt x="20353" y="199"/>
                </a:cubicBezTo>
                <a:lnTo>
                  <a:pt x="20353" y="10894"/>
                </a:lnTo>
                <a:cubicBezTo>
                  <a:pt x="20353" y="10907"/>
                  <a:pt x="20352" y="10920"/>
                  <a:pt x="20349" y="10933"/>
                </a:cubicBezTo>
                <a:cubicBezTo>
                  <a:pt x="20347" y="10946"/>
                  <a:pt x="20343" y="10958"/>
                  <a:pt x="20338" y="10970"/>
                </a:cubicBezTo>
                <a:cubicBezTo>
                  <a:pt x="20333" y="10982"/>
                  <a:pt x="20327" y="10994"/>
                  <a:pt x="20320" y="11005"/>
                </a:cubicBezTo>
                <a:cubicBezTo>
                  <a:pt x="20312" y="11016"/>
                  <a:pt x="20304" y="11026"/>
                  <a:pt x="20295" y="11035"/>
                </a:cubicBezTo>
                <a:cubicBezTo>
                  <a:pt x="20286" y="11044"/>
                  <a:pt x="20276" y="11052"/>
                  <a:pt x="20265" y="11060"/>
                </a:cubicBezTo>
                <a:cubicBezTo>
                  <a:pt x="20254" y="11067"/>
                  <a:pt x="20243" y="11073"/>
                  <a:pt x="20230" y="11078"/>
                </a:cubicBezTo>
                <a:cubicBezTo>
                  <a:pt x="20218" y="11083"/>
                  <a:pt x="20206" y="11087"/>
                  <a:pt x="20193" y="11089"/>
                </a:cubicBezTo>
                <a:cubicBezTo>
                  <a:pt x="20180" y="11092"/>
                  <a:pt x="20167" y="11093"/>
                  <a:pt x="20154" y="11093"/>
                </a:cubicBezTo>
                <a:lnTo>
                  <a:pt x="199" y="11093"/>
                </a:lnTo>
                <a:cubicBezTo>
                  <a:pt x="186" y="11093"/>
                  <a:pt x="173" y="11092"/>
                  <a:pt x="160" y="11089"/>
                </a:cubicBezTo>
                <a:cubicBezTo>
                  <a:pt x="147" y="11087"/>
                  <a:pt x="135" y="11083"/>
                  <a:pt x="123" y="11078"/>
                </a:cubicBezTo>
                <a:cubicBezTo>
                  <a:pt x="111" y="11073"/>
                  <a:pt x="99" y="11067"/>
                  <a:pt x="88" y="11060"/>
                </a:cubicBezTo>
                <a:cubicBezTo>
                  <a:pt x="77" y="11052"/>
                  <a:pt x="67" y="11044"/>
                  <a:pt x="58" y="11035"/>
                </a:cubicBezTo>
                <a:cubicBezTo>
                  <a:pt x="49" y="11026"/>
                  <a:pt x="41" y="11016"/>
                  <a:pt x="33" y="11005"/>
                </a:cubicBezTo>
                <a:cubicBezTo>
                  <a:pt x="26" y="10994"/>
                  <a:pt x="20" y="10982"/>
                  <a:pt x="15" y="10970"/>
                </a:cubicBezTo>
                <a:cubicBezTo>
                  <a:pt x="10" y="10958"/>
                  <a:pt x="6" y="10946"/>
                  <a:pt x="4" y="10933"/>
                </a:cubicBezTo>
                <a:cubicBezTo>
                  <a:pt x="1" y="10920"/>
                  <a:pt x="0" y="10907"/>
                  <a:pt x="0" y="10894"/>
                </a:cubicBez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3" name=""/>
          <p:cNvSpPr/>
          <p:nvPr/>
        </p:nvSpPr>
        <p:spPr>
          <a:xfrm>
            <a:off x="1003680" y="632160"/>
            <a:ext cx="7327080" cy="3993480"/>
          </a:xfrm>
          <a:custGeom>
            <a:avLst/>
            <a:gdLst/>
            <a:ahLst/>
            <a:rect l="0" t="0" r="r" b="b"/>
            <a:pathLst>
              <a:path w="20353" h="11093">
                <a:moveTo>
                  <a:pt x="199" y="0"/>
                </a:moveTo>
                <a:lnTo>
                  <a:pt x="20154" y="0"/>
                </a:lnTo>
                <a:cubicBezTo>
                  <a:pt x="20167" y="0"/>
                  <a:pt x="20180" y="1"/>
                  <a:pt x="20193" y="4"/>
                </a:cubicBezTo>
                <a:cubicBezTo>
                  <a:pt x="20206" y="6"/>
                  <a:pt x="20218" y="10"/>
                  <a:pt x="20230" y="15"/>
                </a:cubicBezTo>
                <a:cubicBezTo>
                  <a:pt x="20243" y="20"/>
                  <a:pt x="20254" y="26"/>
                  <a:pt x="20265" y="33"/>
                </a:cubicBezTo>
                <a:cubicBezTo>
                  <a:pt x="20276" y="41"/>
                  <a:pt x="20286" y="49"/>
                  <a:pt x="20295" y="58"/>
                </a:cubicBezTo>
                <a:cubicBezTo>
                  <a:pt x="20304" y="67"/>
                  <a:pt x="20312" y="77"/>
                  <a:pt x="20320" y="88"/>
                </a:cubicBezTo>
                <a:cubicBezTo>
                  <a:pt x="20327" y="99"/>
                  <a:pt x="20333" y="111"/>
                  <a:pt x="20338" y="123"/>
                </a:cubicBezTo>
                <a:cubicBezTo>
                  <a:pt x="20343" y="135"/>
                  <a:pt x="20347" y="147"/>
                  <a:pt x="20349" y="160"/>
                </a:cubicBezTo>
                <a:cubicBezTo>
                  <a:pt x="20352" y="173"/>
                  <a:pt x="20353" y="186"/>
                  <a:pt x="20353" y="199"/>
                </a:cubicBezTo>
                <a:lnTo>
                  <a:pt x="20353" y="10894"/>
                </a:lnTo>
                <a:cubicBezTo>
                  <a:pt x="20353" y="10907"/>
                  <a:pt x="20352" y="10920"/>
                  <a:pt x="20349" y="10933"/>
                </a:cubicBezTo>
                <a:cubicBezTo>
                  <a:pt x="20347" y="10946"/>
                  <a:pt x="20343" y="10958"/>
                  <a:pt x="20338" y="10970"/>
                </a:cubicBezTo>
                <a:cubicBezTo>
                  <a:pt x="20333" y="10982"/>
                  <a:pt x="20327" y="10994"/>
                  <a:pt x="20320" y="11005"/>
                </a:cubicBezTo>
                <a:cubicBezTo>
                  <a:pt x="20312" y="11016"/>
                  <a:pt x="20304" y="11026"/>
                  <a:pt x="20295" y="11035"/>
                </a:cubicBezTo>
                <a:cubicBezTo>
                  <a:pt x="20286" y="11044"/>
                  <a:pt x="20276" y="11052"/>
                  <a:pt x="20265" y="11060"/>
                </a:cubicBezTo>
                <a:cubicBezTo>
                  <a:pt x="20254" y="11067"/>
                  <a:pt x="20243" y="11073"/>
                  <a:pt x="20230" y="11078"/>
                </a:cubicBezTo>
                <a:cubicBezTo>
                  <a:pt x="20218" y="11083"/>
                  <a:pt x="20206" y="11087"/>
                  <a:pt x="20193" y="11089"/>
                </a:cubicBezTo>
                <a:cubicBezTo>
                  <a:pt x="20180" y="11092"/>
                  <a:pt x="20167" y="11093"/>
                  <a:pt x="20154" y="11093"/>
                </a:cubicBezTo>
                <a:lnTo>
                  <a:pt x="199" y="11093"/>
                </a:lnTo>
                <a:cubicBezTo>
                  <a:pt x="186" y="11093"/>
                  <a:pt x="173" y="11092"/>
                  <a:pt x="160" y="11089"/>
                </a:cubicBezTo>
                <a:cubicBezTo>
                  <a:pt x="147" y="11087"/>
                  <a:pt x="135" y="11083"/>
                  <a:pt x="123" y="11078"/>
                </a:cubicBezTo>
                <a:cubicBezTo>
                  <a:pt x="111" y="11073"/>
                  <a:pt x="99" y="11067"/>
                  <a:pt x="88" y="11060"/>
                </a:cubicBezTo>
                <a:cubicBezTo>
                  <a:pt x="77" y="11052"/>
                  <a:pt x="67" y="11044"/>
                  <a:pt x="58" y="11035"/>
                </a:cubicBezTo>
                <a:cubicBezTo>
                  <a:pt x="49" y="11026"/>
                  <a:pt x="41" y="11016"/>
                  <a:pt x="33" y="11005"/>
                </a:cubicBezTo>
                <a:cubicBezTo>
                  <a:pt x="26" y="10994"/>
                  <a:pt x="20" y="10982"/>
                  <a:pt x="15" y="10970"/>
                </a:cubicBezTo>
                <a:cubicBezTo>
                  <a:pt x="10" y="10958"/>
                  <a:pt x="6" y="10946"/>
                  <a:pt x="4" y="10933"/>
                </a:cubicBezTo>
                <a:cubicBezTo>
                  <a:pt x="1" y="10920"/>
                  <a:pt x="0" y="10907"/>
                  <a:pt x="0" y="10894"/>
                </a:cubicBez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close/>
              </a:path>
            </a:pathLst>
          </a:custGeom>
          <a:noFill/>
          <a:ln w="6840">
            <a:solidFill>
              <a:srgbClr val="d8ddd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457200" y="398880"/>
            <a:ext cx="55083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F1 -09   ·  O NTS TAAT  ·  TO ETS O NDER DELEN,  WEG ING EN  EN  AFR O NDING S CR ITER IUM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5" name=""/>
          <p:cNvSpPr/>
          <p:nvPr/>
        </p:nvSpPr>
        <p:spPr>
          <a:xfrm>
            <a:off x="1086120" y="915120"/>
            <a:ext cx="1296720" cy="344520"/>
          </a:xfrm>
          <a:custGeom>
            <a:avLst/>
            <a:gdLst/>
            <a:ahLst/>
            <a:rect l="0" t="0" r="r" b="b"/>
            <a:pathLst>
              <a:path w="3602" h="957">
                <a:moveTo>
                  <a:pt x="159" y="0"/>
                </a:moveTo>
                <a:lnTo>
                  <a:pt x="3442" y="0"/>
                </a:lnTo>
                <a:cubicBezTo>
                  <a:pt x="3453" y="0"/>
                  <a:pt x="3463" y="1"/>
                  <a:pt x="3474" y="3"/>
                </a:cubicBezTo>
                <a:cubicBezTo>
                  <a:pt x="3484" y="5"/>
                  <a:pt x="3494" y="8"/>
                  <a:pt x="3503" y="12"/>
                </a:cubicBezTo>
                <a:cubicBezTo>
                  <a:pt x="3513" y="16"/>
                  <a:pt x="3522" y="21"/>
                  <a:pt x="3531" y="27"/>
                </a:cubicBezTo>
                <a:cubicBezTo>
                  <a:pt x="3540" y="33"/>
                  <a:pt x="3548" y="40"/>
                  <a:pt x="3555" y="47"/>
                </a:cubicBezTo>
                <a:cubicBezTo>
                  <a:pt x="3562" y="54"/>
                  <a:pt x="3569" y="62"/>
                  <a:pt x="3575" y="71"/>
                </a:cubicBezTo>
                <a:cubicBezTo>
                  <a:pt x="3581" y="80"/>
                  <a:pt x="3586" y="89"/>
                  <a:pt x="3590" y="99"/>
                </a:cubicBezTo>
                <a:cubicBezTo>
                  <a:pt x="3594" y="108"/>
                  <a:pt x="3597" y="118"/>
                  <a:pt x="3599" y="129"/>
                </a:cubicBezTo>
                <a:cubicBezTo>
                  <a:pt x="3601" y="139"/>
                  <a:pt x="3602" y="149"/>
                  <a:pt x="3602" y="160"/>
                </a:cubicBezTo>
                <a:lnTo>
                  <a:pt x="3602" y="797"/>
                </a:lnTo>
                <a:cubicBezTo>
                  <a:pt x="3602" y="808"/>
                  <a:pt x="3601" y="819"/>
                  <a:pt x="3599" y="829"/>
                </a:cubicBezTo>
                <a:cubicBezTo>
                  <a:pt x="3597" y="839"/>
                  <a:pt x="3594" y="849"/>
                  <a:pt x="3590" y="859"/>
                </a:cubicBezTo>
                <a:cubicBezTo>
                  <a:pt x="3586" y="869"/>
                  <a:pt x="3581" y="878"/>
                  <a:pt x="3575" y="886"/>
                </a:cubicBezTo>
                <a:cubicBezTo>
                  <a:pt x="3569" y="895"/>
                  <a:pt x="3562" y="903"/>
                  <a:pt x="3555" y="911"/>
                </a:cubicBezTo>
                <a:cubicBezTo>
                  <a:pt x="3548" y="918"/>
                  <a:pt x="3540" y="925"/>
                  <a:pt x="3531" y="930"/>
                </a:cubicBezTo>
                <a:cubicBezTo>
                  <a:pt x="3522" y="936"/>
                  <a:pt x="3513" y="941"/>
                  <a:pt x="3503" y="945"/>
                </a:cubicBezTo>
                <a:cubicBezTo>
                  <a:pt x="3494" y="949"/>
                  <a:pt x="3484" y="952"/>
                  <a:pt x="3474" y="954"/>
                </a:cubicBezTo>
                <a:cubicBezTo>
                  <a:pt x="3463" y="956"/>
                  <a:pt x="3453" y="957"/>
                  <a:pt x="3442" y="957"/>
                </a:cubicBezTo>
                <a:lnTo>
                  <a:pt x="159" y="957"/>
                </a:lnTo>
                <a:cubicBezTo>
                  <a:pt x="148" y="957"/>
                  <a:pt x="138" y="956"/>
                  <a:pt x="128" y="954"/>
                </a:cubicBezTo>
                <a:cubicBezTo>
                  <a:pt x="118" y="952"/>
                  <a:pt x="108" y="949"/>
                  <a:pt x="98" y="945"/>
                </a:cubicBezTo>
                <a:cubicBezTo>
                  <a:pt x="88" y="941"/>
                  <a:pt x="79" y="936"/>
                  <a:pt x="70" y="930"/>
                </a:cubicBezTo>
                <a:cubicBezTo>
                  <a:pt x="62" y="925"/>
                  <a:pt x="54" y="918"/>
                  <a:pt x="46" y="911"/>
                </a:cubicBezTo>
                <a:cubicBezTo>
                  <a:pt x="39" y="903"/>
                  <a:pt x="32" y="895"/>
                  <a:pt x="27" y="886"/>
                </a:cubicBezTo>
                <a:cubicBezTo>
                  <a:pt x="21" y="878"/>
                  <a:pt x="16" y="869"/>
                  <a:pt x="12" y="859"/>
                </a:cubicBezTo>
                <a:cubicBezTo>
                  <a:pt x="8" y="849"/>
                  <a:pt x="5" y="839"/>
                  <a:pt x="3" y="829"/>
                </a:cubicBezTo>
                <a:cubicBezTo>
                  <a:pt x="1" y="819"/>
                  <a:pt x="0" y="808"/>
                  <a:pt x="0" y="797"/>
                </a:cubicBez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6" name=""/>
          <p:cNvSpPr/>
          <p:nvPr/>
        </p:nvSpPr>
        <p:spPr>
          <a:xfrm>
            <a:off x="1086120" y="915120"/>
            <a:ext cx="1296720" cy="344520"/>
          </a:xfrm>
          <a:custGeom>
            <a:avLst/>
            <a:gdLst/>
            <a:ahLst/>
            <a:rect l="0" t="0" r="r" b="b"/>
            <a:pathLst>
              <a:path w="3602" h="957">
                <a:moveTo>
                  <a:pt x="159" y="0"/>
                </a:moveTo>
                <a:lnTo>
                  <a:pt x="3442" y="0"/>
                </a:lnTo>
                <a:cubicBezTo>
                  <a:pt x="3453" y="0"/>
                  <a:pt x="3463" y="1"/>
                  <a:pt x="3474" y="3"/>
                </a:cubicBezTo>
                <a:cubicBezTo>
                  <a:pt x="3484" y="5"/>
                  <a:pt x="3494" y="8"/>
                  <a:pt x="3503" y="12"/>
                </a:cubicBezTo>
                <a:cubicBezTo>
                  <a:pt x="3513" y="16"/>
                  <a:pt x="3522" y="21"/>
                  <a:pt x="3531" y="27"/>
                </a:cubicBezTo>
                <a:cubicBezTo>
                  <a:pt x="3540" y="33"/>
                  <a:pt x="3548" y="40"/>
                  <a:pt x="3555" y="47"/>
                </a:cubicBezTo>
                <a:cubicBezTo>
                  <a:pt x="3562" y="54"/>
                  <a:pt x="3569" y="62"/>
                  <a:pt x="3575" y="71"/>
                </a:cubicBezTo>
                <a:cubicBezTo>
                  <a:pt x="3581" y="80"/>
                  <a:pt x="3586" y="89"/>
                  <a:pt x="3590" y="99"/>
                </a:cubicBezTo>
                <a:cubicBezTo>
                  <a:pt x="3594" y="108"/>
                  <a:pt x="3597" y="118"/>
                  <a:pt x="3599" y="129"/>
                </a:cubicBezTo>
                <a:cubicBezTo>
                  <a:pt x="3601" y="139"/>
                  <a:pt x="3602" y="149"/>
                  <a:pt x="3602" y="160"/>
                </a:cubicBezTo>
                <a:lnTo>
                  <a:pt x="3602" y="797"/>
                </a:lnTo>
                <a:cubicBezTo>
                  <a:pt x="3602" y="808"/>
                  <a:pt x="3601" y="819"/>
                  <a:pt x="3599" y="829"/>
                </a:cubicBezTo>
                <a:cubicBezTo>
                  <a:pt x="3597" y="839"/>
                  <a:pt x="3594" y="849"/>
                  <a:pt x="3590" y="859"/>
                </a:cubicBezTo>
                <a:cubicBezTo>
                  <a:pt x="3586" y="869"/>
                  <a:pt x="3581" y="878"/>
                  <a:pt x="3575" y="886"/>
                </a:cubicBezTo>
                <a:cubicBezTo>
                  <a:pt x="3569" y="895"/>
                  <a:pt x="3562" y="903"/>
                  <a:pt x="3555" y="911"/>
                </a:cubicBezTo>
                <a:cubicBezTo>
                  <a:pt x="3548" y="918"/>
                  <a:pt x="3540" y="925"/>
                  <a:pt x="3531" y="930"/>
                </a:cubicBezTo>
                <a:cubicBezTo>
                  <a:pt x="3522" y="936"/>
                  <a:pt x="3513" y="941"/>
                  <a:pt x="3503" y="945"/>
                </a:cubicBezTo>
                <a:cubicBezTo>
                  <a:pt x="3494" y="949"/>
                  <a:pt x="3484" y="952"/>
                  <a:pt x="3474" y="954"/>
                </a:cubicBezTo>
                <a:cubicBezTo>
                  <a:pt x="3463" y="956"/>
                  <a:pt x="3453" y="957"/>
                  <a:pt x="3442" y="957"/>
                </a:cubicBezTo>
                <a:lnTo>
                  <a:pt x="159" y="957"/>
                </a:lnTo>
                <a:cubicBezTo>
                  <a:pt x="148" y="957"/>
                  <a:pt x="138" y="956"/>
                  <a:pt x="128" y="954"/>
                </a:cubicBezTo>
                <a:cubicBezTo>
                  <a:pt x="118" y="952"/>
                  <a:pt x="108" y="949"/>
                  <a:pt x="98" y="945"/>
                </a:cubicBezTo>
                <a:cubicBezTo>
                  <a:pt x="88" y="941"/>
                  <a:pt x="79" y="936"/>
                  <a:pt x="70" y="930"/>
                </a:cubicBezTo>
                <a:cubicBezTo>
                  <a:pt x="62" y="925"/>
                  <a:pt x="54" y="918"/>
                  <a:pt x="46" y="911"/>
                </a:cubicBezTo>
                <a:cubicBezTo>
                  <a:pt x="39" y="903"/>
                  <a:pt x="32" y="895"/>
                  <a:pt x="27" y="886"/>
                </a:cubicBezTo>
                <a:cubicBezTo>
                  <a:pt x="21" y="878"/>
                  <a:pt x="16" y="869"/>
                  <a:pt x="12" y="859"/>
                </a:cubicBezTo>
                <a:cubicBezTo>
                  <a:pt x="8" y="849"/>
                  <a:pt x="5" y="839"/>
                  <a:pt x="3" y="829"/>
                </a:cubicBezTo>
                <a:cubicBezTo>
                  <a:pt x="1" y="819"/>
                  <a:pt x="0" y="808"/>
                  <a:pt x="0" y="797"/>
                </a:cubicBez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7" name=""/>
          <p:cNvSpPr/>
          <p:nvPr/>
        </p:nvSpPr>
        <p:spPr>
          <a:xfrm>
            <a:off x="2239200" y="986760"/>
            <a:ext cx="72000" cy="43560"/>
          </a:xfrm>
          <a:custGeom>
            <a:avLst/>
            <a:gdLst/>
            <a:ahLst/>
            <a:rect l="0" t="0" r="r" b="b"/>
            <a:pathLst>
              <a:path w="200" h="121">
                <a:moveTo>
                  <a:pt x="60" y="0"/>
                </a:moveTo>
                <a:lnTo>
                  <a:pt x="140" y="0"/>
                </a:lnTo>
                <a:cubicBezTo>
                  <a:pt x="148" y="0"/>
                  <a:pt x="156" y="2"/>
                  <a:pt x="163" y="5"/>
                </a:cubicBezTo>
                <a:cubicBezTo>
                  <a:pt x="170" y="8"/>
                  <a:pt x="177" y="12"/>
                  <a:pt x="182" y="18"/>
                </a:cubicBezTo>
                <a:cubicBezTo>
                  <a:pt x="188" y="24"/>
                  <a:pt x="192" y="30"/>
                  <a:pt x="195" y="37"/>
                </a:cubicBezTo>
                <a:cubicBezTo>
                  <a:pt x="198" y="45"/>
                  <a:pt x="200" y="52"/>
                  <a:pt x="200" y="61"/>
                </a:cubicBezTo>
                <a:cubicBezTo>
                  <a:pt x="200" y="69"/>
                  <a:pt x="198" y="77"/>
                  <a:pt x="195" y="84"/>
                </a:cubicBezTo>
                <a:cubicBezTo>
                  <a:pt x="192" y="91"/>
                  <a:pt x="188" y="98"/>
                  <a:pt x="182" y="103"/>
                </a:cubicBezTo>
                <a:cubicBezTo>
                  <a:pt x="177" y="109"/>
                  <a:pt x="170" y="113"/>
                  <a:pt x="163" y="116"/>
                </a:cubicBezTo>
                <a:cubicBezTo>
                  <a:pt x="156" y="119"/>
                  <a:pt x="148" y="121"/>
                  <a:pt x="140" y="121"/>
                </a:cubicBezTo>
                <a:lnTo>
                  <a:pt x="60" y="121"/>
                </a:lnTo>
                <a:cubicBezTo>
                  <a:pt x="53" y="121"/>
                  <a:pt x="45" y="119"/>
                  <a:pt x="38" y="116"/>
                </a:cubicBezTo>
                <a:cubicBezTo>
                  <a:pt x="30" y="113"/>
                  <a:pt x="24" y="109"/>
                  <a:pt x="17" y="103"/>
                </a:cubicBezTo>
                <a:cubicBezTo>
                  <a:pt x="12" y="98"/>
                  <a:pt x="7" y="91"/>
                  <a:pt x="4" y="84"/>
                </a:cubicBezTo>
                <a:cubicBezTo>
                  <a:pt x="1" y="77"/>
                  <a:pt x="0" y="69"/>
                  <a:pt x="0" y="61"/>
                </a:cubicBezTo>
                <a:cubicBezTo>
                  <a:pt x="0" y="52"/>
                  <a:pt x="1" y="45"/>
                  <a:pt x="4" y="37"/>
                </a:cubicBezTo>
                <a:cubicBezTo>
                  <a:pt x="7" y="30"/>
                  <a:pt x="12" y="24"/>
                  <a:pt x="17" y="18"/>
                </a:cubicBezTo>
                <a:cubicBezTo>
                  <a:pt x="24" y="12"/>
                  <a:pt x="30" y="8"/>
                  <a:pt x="38" y="5"/>
                </a:cubicBezTo>
                <a:cubicBezTo>
                  <a:pt x="45" y="2"/>
                  <a:pt x="53" y="0"/>
                  <a:pt x="60" y="0"/>
                </a:cubicBez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8" name=""/>
          <p:cNvSpPr/>
          <p:nvPr/>
        </p:nvSpPr>
        <p:spPr>
          <a:xfrm>
            <a:off x="2296440" y="986760"/>
            <a:ext cx="28800" cy="43560"/>
          </a:xfrm>
          <a:custGeom>
            <a:avLst/>
            <a:gdLst/>
            <a:ahLst/>
            <a:rect l="0" t="0" r="r" b="b"/>
            <a:pathLst>
              <a:path w="80" h="121">
                <a:moveTo>
                  <a:pt x="80" y="61"/>
                </a:moveTo>
                <a:cubicBezTo>
                  <a:pt x="80" y="69"/>
                  <a:pt x="79" y="77"/>
                  <a:pt x="77" y="84"/>
                </a:cubicBezTo>
                <a:cubicBezTo>
                  <a:pt x="75" y="91"/>
                  <a:pt x="73" y="98"/>
                  <a:pt x="69" y="103"/>
                </a:cubicBezTo>
                <a:cubicBezTo>
                  <a:pt x="65" y="109"/>
                  <a:pt x="61" y="113"/>
                  <a:pt x="55" y="116"/>
                </a:cubicBezTo>
                <a:cubicBezTo>
                  <a:pt x="50" y="119"/>
                  <a:pt x="45" y="121"/>
                  <a:pt x="40" y="121"/>
                </a:cubicBezTo>
                <a:cubicBezTo>
                  <a:pt x="34" y="121"/>
                  <a:pt x="29" y="119"/>
                  <a:pt x="24" y="116"/>
                </a:cubicBezTo>
                <a:cubicBezTo>
                  <a:pt x="20" y="113"/>
                  <a:pt x="15" y="109"/>
                  <a:pt x="12" y="103"/>
                </a:cubicBezTo>
                <a:cubicBezTo>
                  <a:pt x="8" y="98"/>
                  <a:pt x="5" y="91"/>
                  <a:pt x="3" y="84"/>
                </a:cubicBezTo>
                <a:cubicBezTo>
                  <a:pt x="1" y="77"/>
                  <a:pt x="0" y="69"/>
                  <a:pt x="0" y="61"/>
                </a:cubicBezTo>
                <a:cubicBezTo>
                  <a:pt x="0" y="52"/>
                  <a:pt x="1" y="45"/>
                  <a:pt x="3" y="37"/>
                </a:cubicBezTo>
                <a:cubicBezTo>
                  <a:pt x="5" y="30"/>
                  <a:pt x="8" y="24"/>
                  <a:pt x="12" y="18"/>
                </a:cubicBezTo>
                <a:cubicBezTo>
                  <a:pt x="15" y="12"/>
                  <a:pt x="20" y="8"/>
                  <a:pt x="24" y="5"/>
                </a:cubicBezTo>
                <a:cubicBezTo>
                  <a:pt x="29" y="2"/>
                  <a:pt x="34" y="0"/>
                  <a:pt x="40" y="0"/>
                </a:cubicBezTo>
                <a:cubicBezTo>
                  <a:pt x="45" y="0"/>
                  <a:pt x="50" y="2"/>
                  <a:pt x="55" y="5"/>
                </a:cubicBezTo>
                <a:cubicBezTo>
                  <a:pt x="61" y="8"/>
                  <a:pt x="65" y="12"/>
                  <a:pt x="69" y="18"/>
                </a:cubicBezTo>
                <a:cubicBezTo>
                  <a:pt x="73" y="24"/>
                  <a:pt x="75" y="30"/>
                  <a:pt x="77" y="37"/>
                </a:cubicBezTo>
                <a:cubicBezTo>
                  <a:pt x="79" y="45"/>
                  <a:pt x="80" y="52"/>
                  <a:pt x="80" y="61"/>
                </a:cubicBez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1086120" y="686520"/>
            <a:ext cx="3557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c1c1c"/>
                </a:solidFill>
                <a:latin typeface="DejaVuSans"/>
                <a:ea typeface="DejaVuSans"/>
              </a:rPr>
              <a:t>F1-09 - Toetsonderdelen, wegingen en afrondingscriterium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1157760" y="964440"/>
            <a:ext cx="1119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1" name=""/>
          <p:cNvSpPr/>
          <p:nvPr/>
        </p:nvSpPr>
        <p:spPr>
          <a:xfrm>
            <a:off x="2454120" y="915120"/>
            <a:ext cx="4605480" cy="344520"/>
          </a:xfrm>
          <a:custGeom>
            <a:avLst/>
            <a:gdLst/>
            <a:ahLst/>
            <a:rect l="0" t="0" r="r" b="b"/>
            <a:pathLst>
              <a:path w="12793" h="957">
                <a:moveTo>
                  <a:pt x="159" y="0"/>
                </a:moveTo>
                <a:lnTo>
                  <a:pt x="12634" y="0"/>
                </a:lnTo>
                <a:cubicBezTo>
                  <a:pt x="12644" y="0"/>
                  <a:pt x="12655" y="1"/>
                  <a:pt x="12665" y="3"/>
                </a:cubicBezTo>
                <a:cubicBezTo>
                  <a:pt x="12675" y="5"/>
                  <a:pt x="12685" y="8"/>
                  <a:pt x="12695" y="12"/>
                </a:cubicBezTo>
                <a:cubicBezTo>
                  <a:pt x="12704" y="16"/>
                  <a:pt x="12714" y="21"/>
                  <a:pt x="12722" y="27"/>
                </a:cubicBezTo>
                <a:cubicBezTo>
                  <a:pt x="12731" y="33"/>
                  <a:pt x="12739" y="40"/>
                  <a:pt x="12746" y="47"/>
                </a:cubicBezTo>
                <a:cubicBezTo>
                  <a:pt x="12754" y="54"/>
                  <a:pt x="12760" y="62"/>
                  <a:pt x="12766" y="71"/>
                </a:cubicBezTo>
                <a:cubicBezTo>
                  <a:pt x="12772" y="80"/>
                  <a:pt x="12777" y="89"/>
                  <a:pt x="12781" y="99"/>
                </a:cubicBezTo>
                <a:cubicBezTo>
                  <a:pt x="12785" y="108"/>
                  <a:pt x="12788" y="118"/>
                  <a:pt x="12790" y="129"/>
                </a:cubicBezTo>
                <a:cubicBezTo>
                  <a:pt x="12792" y="139"/>
                  <a:pt x="12793" y="149"/>
                  <a:pt x="12793" y="160"/>
                </a:cubicBezTo>
                <a:lnTo>
                  <a:pt x="12793" y="797"/>
                </a:lnTo>
                <a:cubicBezTo>
                  <a:pt x="12793" y="808"/>
                  <a:pt x="12792" y="819"/>
                  <a:pt x="12790" y="829"/>
                </a:cubicBezTo>
                <a:cubicBezTo>
                  <a:pt x="12788" y="839"/>
                  <a:pt x="12785" y="849"/>
                  <a:pt x="12781" y="859"/>
                </a:cubicBezTo>
                <a:cubicBezTo>
                  <a:pt x="12777" y="869"/>
                  <a:pt x="12772" y="878"/>
                  <a:pt x="12766" y="886"/>
                </a:cubicBezTo>
                <a:cubicBezTo>
                  <a:pt x="12760" y="895"/>
                  <a:pt x="12754" y="903"/>
                  <a:pt x="12746" y="911"/>
                </a:cubicBezTo>
                <a:cubicBezTo>
                  <a:pt x="12739" y="918"/>
                  <a:pt x="12731" y="925"/>
                  <a:pt x="12722" y="930"/>
                </a:cubicBezTo>
                <a:cubicBezTo>
                  <a:pt x="12714" y="936"/>
                  <a:pt x="12704" y="941"/>
                  <a:pt x="12695" y="945"/>
                </a:cubicBezTo>
                <a:cubicBezTo>
                  <a:pt x="12685" y="949"/>
                  <a:pt x="12675" y="952"/>
                  <a:pt x="12665" y="954"/>
                </a:cubicBezTo>
                <a:cubicBezTo>
                  <a:pt x="12655" y="956"/>
                  <a:pt x="12644" y="957"/>
                  <a:pt x="12634" y="957"/>
                </a:cubicBezTo>
                <a:lnTo>
                  <a:pt x="159" y="957"/>
                </a:lnTo>
                <a:cubicBezTo>
                  <a:pt x="148" y="957"/>
                  <a:pt x="138" y="956"/>
                  <a:pt x="128" y="954"/>
                </a:cubicBezTo>
                <a:cubicBezTo>
                  <a:pt x="117" y="952"/>
                  <a:pt x="108" y="949"/>
                  <a:pt x="98" y="945"/>
                </a:cubicBezTo>
                <a:cubicBezTo>
                  <a:pt x="88" y="941"/>
                  <a:pt x="79" y="936"/>
                  <a:pt x="70" y="930"/>
                </a:cubicBezTo>
                <a:cubicBezTo>
                  <a:pt x="62" y="925"/>
                  <a:pt x="54" y="918"/>
                  <a:pt x="46" y="911"/>
                </a:cubicBezTo>
                <a:cubicBezTo>
                  <a:pt x="39" y="903"/>
                  <a:pt x="32" y="895"/>
                  <a:pt x="26" y="886"/>
                </a:cubicBezTo>
                <a:cubicBezTo>
                  <a:pt x="21" y="878"/>
                  <a:pt x="16" y="869"/>
                  <a:pt x="12" y="859"/>
                </a:cubicBezTo>
                <a:cubicBezTo>
                  <a:pt x="8" y="849"/>
                  <a:pt x="5" y="839"/>
                  <a:pt x="3" y="829"/>
                </a:cubicBezTo>
                <a:cubicBezTo>
                  <a:pt x="1" y="819"/>
                  <a:pt x="0" y="808"/>
                  <a:pt x="0" y="797"/>
                </a:cubicBez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2" name=""/>
          <p:cNvSpPr/>
          <p:nvPr/>
        </p:nvSpPr>
        <p:spPr>
          <a:xfrm>
            <a:off x="2454120" y="915120"/>
            <a:ext cx="4605480" cy="344520"/>
          </a:xfrm>
          <a:custGeom>
            <a:avLst/>
            <a:gdLst/>
            <a:ahLst/>
            <a:rect l="0" t="0" r="r" b="b"/>
            <a:pathLst>
              <a:path w="12793" h="957">
                <a:moveTo>
                  <a:pt x="159" y="0"/>
                </a:moveTo>
                <a:lnTo>
                  <a:pt x="12634" y="0"/>
                </a:lnTo>
                <a:cubicBezTo>
                  <a:pt x="12644" y="0"/>
                  <a:pt x="12655" y="1"/>
                  <a:pt x="12665" y="3"/>
                </a:cubicBezTo>
                <a:cubicBezTo>
                  <a:pt x="12675" y="5"/>
                  <a:pt x="12685" y="8"/>
                  <a:pt x="12695" y="12"/>
                </a:cubicBezTo>
                <a:cubicBezTo>
                  <a:pt x="12704" y="16"/>
                  <a:pt x="12714" y="21"/>
                  <a:pt x="12722" y="27"/>
                </a:cubicBezTo>
                <a:cubicBezTo>
                  <a:pt x="12731" y="33"/>
                  <a:pt x="12739" y="40"/>
                  <a:pt x="12746" y="47"/>
                </a:cubicBezTo>
                <a:cubicBezTo>
                  <a:pt x="12754" y="54"/>
                  <a:pt x="12760" y="62"/>
                  <a:pt x="12766" y="71"/>
                </a:cubicBezTo>
                <a:cubicBezTo>
                  <a:pt x="12772" y="80"/>
                  <a:pt x="12777" y="89"/>
                  <a:pt x="12781" y="99"/>
                </a:cubicBezTo>
                <a:cubicBezTo>
                  <a:pt x="12785" y="108"/>
                  <a:pt x="12788" y="118"/>
                  <a:pt x="12790" y="129"/>
                </a:cubicBezTo>
                <a:cubicBezTo>
                  <a:pt x="12792" y="139"/>
                  <a:pt x="12793" y="149"/>
                  <a:pt x="12793" y="160"/>
                </a:cubicBezTo>
                <a:lnTo>
                  <a:pt x="12793" y="797"/>
                </a:lnTo>
                <a:cubicBezTo>
                  <a:pt x="12793" y="808"/>
                  <a:pt x="12792" y="819"/>
                  <a:pt x="12790" y="829"/>
                </a:cubicBezTo>
                <a:cubicBezTo>
                  <a:pt x="12788" y="839"/>
                  <a:pt x="12785" y="849"/>
                  <a:pt x="12781" y="859"/>
                </a:cubicBezTo>
                <a:cubicBezTo>
                  <a:pt x="12777" y="869"/>
                  <a:pt x="12772" y="878"/>
                  <a:pt x="12766" y="886"/>
                </a:cubicBezTo>
                <a:cubicBezTo>
                  <a:pt x="12760" y="895"/>
                  <a:pt x="12754" y="903"/>
                  <a:pt x="12746" y="911"/>
                </a:cubicBezTo>
                <a:cubicBezTo>
                  <a:pt x="12739" y="918"/>
                  <a:pt x="12731" y="925"/>
                  <a:pt x="12722" y="930"/>
                </a:cubicBezTo>
                <a:cubicBezTo>
                  <a:pt x="12714" y="936"/>
                  <a:pt x="12704" y="941"/>
                  <a:pt x="12695" y="945"/>
                </a:cubicBezTo>
                <a:cubicBezTo>
                  <a:pt x="12685" y="949"/>
                  <a:pt x="12675" y="952"/>
                  <a:pt x="12665" y="954"/>
                </a:cubicBezTo>
                <a:cubicBezTo>
                  <a:pt x="12655" y="956"/>
                  <a:pt x="12644" y="957"/>
                  <a:pt x="12634" y="957"/>
                </a:cubicBezTo>
                <a:lnTo>
                  <a:pt x="159" y="957"/>
                </a:lnTo>
                <a:cubicBezTo>
                  <a:pt x="148" y="957"/>
                  <a:pt x="138" y="956"/>
                  <a:pt x="128" y="954"/>
                </a:cubicBezTo>
                <a:cubicBezTo>
                  <a:pt x="117" y="952"/>
                  <a:pt x="108" y="949"/>
                  <a:pt x="98" y="945"/>
                </a:cubicBezTo>
                <a:cubicBezTo>
                  <a:pt x="88" y="941"/>
                  <a:pt x="79" y="936"/>
                  <a:pt x="70" y="930"/>
                </a:cubicBezTo>
                <a:cubicBezTo>
                  <a:pt x="62" y="925"/>
                  <a:pt x="54" y="918"/>
                  <a:pt x="46" y="911"/>
                </a:cubicBezTo>
                <a:cubicBezTo>
                  <a:pt x="39" y="903"/>
                  <a:pt x="32" y="895"/>
                  <a:pt x="26" y="886"/>
                </a:cubicBezTo>
                <a:cubicBezTo>
                  <a:pt x="21" y="878"/>
                  <a:pt x="16" y="869"/>
                  <a:pt x="12" y="859"/>
                </a:cubicBezTo>
                <a:cubicBezTo>
                  <a:pt x="8" y="849"/>
                  <a:pt x="5" y="839"/>
                  <a:pt x="3" y="829"/>
                </a:cubicBezTo>
                <a:cubicBezTo>
                  <a:pt x="1" y="819"/>
                  <a:pt x="0" y="808"/>
                  <a:pt x="0" y="797"/>
                </a:cubicBez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3" name=""/>
          <p:cNvSpPr/>
          <p:nvPr/>
        </p:nvSpPr>
        <p:spPr>
          <a:xfrm>
            <a:off x="6908760" y="965520"/>
            <a:ext cx="93600" cy="86400"/>
          </a:xfrm>
          <a:custGeom>
            <a:avLst/>
            <a:gdLst/>
            <a:ahLst/>
            <a:rect l="0" t="0" r="r" b="b"/>
            <a:pathLst>
              <a:path w="260" h="240">
                <a:moveTo>
                  <a:pt x="0" y="60"/>
                </a:moveTo>
                <a:lnTo>
                  <a:pt x="160" y="60"/>
                </a:lnTo>
                <a:lnTo>
                  <a:pt x="160" y="0"/>
                </a:lnTo>
                <a:lnTo>
                  <a:pt x="260" y="120"/>
                </a:lnTo>
                <a:lnTo>
                  <a:pt x="160" y="240"/>
                </a:lnTo>
                <a:lnTo>
                  <a:pt x="160" y="180"/>
                </a:lnTo>
                <a:lnTo>
                  <a:pt x="0" y="180"/>
                </a:lnTo>
                <a:lnTo>
                  <a:pt x="0" y="6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1157760" y="1080360"/>
            <a:ext cx="10447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examencommissie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2525760" y="964440"/>
            <a:ext cx="4701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6" name=""/>
          <p:cNvSpPr/>
          <p:nvPr/>
        </p:nvSpPr>
        <p:spPr>
          <a:xfrm>
            <a:off x="1452960" y="1259280"/>
            <a:ext cx="11160" cy="144000"/>
          </a:xfrm>
          <a:custGeom>
            <a:avLst/>
            <a:gdLst/>
            <a:ahLst/>
            <a:rect l="0" t="0" r="r" b="b"/>
            <a:pathLst>
              <a:path w="31" h="400">
                <a:moveTo>
                  <a:pt x="31" y="0"/>
                </a:moveTo>
                <a:lnTo>
                  <a:pt x="31" y="60"/>
                </a:lnTo>
                <a:lnTo>
                  <a:pt x="0" y="60"/>
                </a:lnTo>
                <a:lnTo>
                  <a:pt x="0" y="0"/>
                </a:lnTo>
                <a:lnTo>
                  <a:pt x="31" y="0"/>
                </a:lnTo>
                <a:moveTo>
                  <a:pt x="31" y="120"/>
                </a:moveTo>
                <a:lnTo>
                  <a:pt x="31" y="179"/>
                </a:lnTo>
                <a:lnTo>
                  <a:pt x="0" y="179"/>
                </a:lnTo>
                <a:lnTo>
                  <a:pt x="0" y="120"/>
                </a:lnTo>
                <a:lnTo>
                  <a:pt x="31" y="120"/>
                </a:lnTo>
                <a:moveTo>
                  <a:pt x="31" y="239"/>
                </a:moveTo>
                <a:lnTo>
                  <a:pt x="31" y="300"/>
                </a:lnTo>
                <a:lnTo>
                  <a:pt x="0" y="300"/>
                </a:lnTo>
                <a:lnTo>
                  <a:pt x="0" y="239"/>
                </a:lnTo>
                <a:lnTo>
                  <a:pt x="31" y="239"/>
                </a:lnTo>
                <a:moveTo>
                  <a:pt x="31" y="360"/>
                </a:moveTo>
                <a:lnTo>
                  <a:pt x="31" y="400"/>
                </a:lnTo>
                <a:lnTo>
                  <a:pt x="0" y="400"/>
                </a:lnTo>
                <a:lnTo>
                  <a:pt x="0" y="360"/>
                </a:lnTo>
                <a:lnTo>
                  <a:pt x="31" y="36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7" name=""/>
          <p:cNvSpPr/>
          <p:nvPr/>
        </p:nvSpPr>
        <p:spPr>
          <a:xfrm>
            <a:off x="1422720" y="1359720"/>
            <a:ext cx="72000" cy="43560"/>
          </a:xfrm>
          <a:custGeom>
            <a:avLst/>
            <a:gdLst/>
            <a:ahLst/>
            <a:rect l="0" t="0" r="r" b="b"/>
            <a:pathLst>
              <a:path fill="none" w="200" h="121">
                <a:moveTo>
                  <a:pt x="0" y="0"/>
                </a:moveTo>
                <a:lnTo>
                  <a:pt x="99" y="121"/>
                </a:lnTo>
                <a:lnTo>
                  <a:pt x="200" y="0"/>
                </a:lnTo>
              </a:path>
            </a:pathLst>
          </a:custGeom>
          <a:ln w="10440">
            <a:solidFill>
              <a:srgbClr val="a8a85a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8" name=""/>
          <p:cNvSpPr/>
          <p:nvPr/>
        </p:nvSpPr>
        <p:spPr>
          <a:xfrm>
            <a:off x="1286640" y="1431360"/>
            <a:ext cx="4605480" cy="1484640"/>
          </a:xfrm>
          <a:custGeom>
            <a:avLst/>
            <a:gdLst/>
            <a:ahLst/>
            <a:rect l="0" t="0" r="r" b="b"/>
            <a:pathLst>
              <a:path w="12793" h="4124">
                <a:moveTo>
                  <a:pt x="0" y="0"/>
                </a:moveTo>
                <a:lnTo>
                  <a:pt x="12793" y="0"/>
                </a:lnTo>
                <a:lnTo>
                  <a:pt x="12793" y="4124"/>
                </a:lnTo>
                <a:lnTo>
                  <a:pt x="0" y="412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9" name=""/>
          <p:cNvSpPr/>
          <p:nvPr/>
        </p:nvSpPr>
        <p:spPr>
          <a:xfrm>
            <a:off x="1286640" y="1431360"/>
            <a:ext cx="4605480" cy="1484640"/>
          </a:xfrm>
          <a:custGeom>
            <a:avLst/>
            <a:gdLst/>
            <a:ahLst/>
            <a:rect l="0" t="0" r="r" b="b"/>
            <a:pathLst>
              <a:path w="12793" h="4124">
                <a:moveTo>
                  <a:pt x="0" y="0"/>
                </a:moveTo>
                <a:lnTo>
                  <a:pt x="12793" y="0"/>
                </a:lnTo>
                <a:lnTo>
                  <a:pt x="12793" y="4124"/>
                </a:lnTo>
                <a:lnTo>
                  <a:pt x="0" y="4124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0" name=""/>
          <p:cNvSpPr/>
          <p:nvPr/>
        </p:nvSpPr>
        <p:spPr>
          <a:xfrm>
            <a:off x="5748480" y="1488960"/>
            <a:ext cx="86400" cy="72000"/>
          </a:xfrm>
          <a:custGeom>
            <a:avLst/>
            <a:gdLst/>
            <a:ahLst/>
            <a:rect l="0" t="0" r="r" b="b"/>
            <a:pathLst>
              <a:path w="240" h="200">
                <a:moveTo>
                  <a:pt x="0" y="0"/>
                </a:moveTo>
                <a:lnTo>
                  <a:pt x="240" y="0"/>
                </a:lnTo>
                <a:lnTo>
                  <a:pt x="240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1" name=""/>
          <p:cNvSpPr/>
          <p:nvPr/>
        </p:nvSpPr>
        <p:spPr>
          <a:xfrm>
            <a:off x="5748480" y="1513800"/>
            <a:ext cx="8604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2" name=""/>
          <p:cNvSpPr txBox="1"/>
          <p:nvPr/>
        </p:nvSpPr>
        <p:spPr>
          <a:xfrm>
            <a:off x="2525760" y="1080360"/>
            <a:ext cx="38610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Toetsonderdelen en resultaatstructuur uit het examenplan aﬂeiden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3" name=""/>
          <p:cNvSpPr txBox="1"/>
          <p:nvPr/>
        </p:nvSpPr>
        <p:spPr>
          <a:xfrm>
            <a:off x="1358280" y="1480680"/>
            <a:ext cx="13633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Summatieve resultaat structuur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4" name=""/>
          <p:cNvSpPr/>
          <p:nvPr/>
        </p:nvSpPr>
        <p:spPr>
          <a:xfrm>
            <a:off x="1386720" y="1976400"/>
            <a:ext cx="4168800" cy="466200"/>
          </a:xfrm>
          <a:custGeom>
            <a:avLst/>
            <a:gdLst/>
            <a:ahLst/>
            <a:rect l="0" t="0" r="r" b="b"/>
            <a:pathLst>
              <a:path w="11580" h="1295">
                <a:moveTo>
                  <a:pt x="0" y="0"/>
                </a:moveTo>
                <a:lnTo>
                  <a:pt x="11580" y="0"/>
                </a:lnTo>
                <a:lnTo>
                  <a:pt x="11580" y="1295"/>
                </a:lnTo>
                <a:lnTo>
                  <a:pt x="0" y="1295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5" name=""/>
          <p:cNvSpPr/>
          <p:nvPr/>
        </p:nvSpPr>
        <p:spPr>
          <a:xfrm>
            <a:off x="1386720" y="1976400"/>
            <a:ext cx="4168800" cy="466200"/>
          </a:xfrm>
          <a:custGeom>
            <a:avLst/>
            <a:gdLst/>
            <a:ahLst/>
            <a:rect l="0" t="0" r="r" b="b"/>
            <a:pathLst>
              <a:path w="11580" h="1295">
                <a:moveTo>
                  <a:pt x="0" y="0"/>
                </a:moveTo>
                <a:lnTo>
                  <a:pt x="11580" y="0"/>
                </a:lnTo>
                <a:lnTo>
                  <a:pt x="11580" y="1295"/>
                </a:lnTo>
                <a:lnTo>
                  <a:pt x="0" y="1295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6" name=""/>
          <p:cNvSpPr/>
          <p:nvPr/>
        </p:nvSpPr>
        <p:spPr>
          <a:xfrm>
            <a:off x="5411880" y="2033640"/>
            <a:ext cx="86400" cy="72000"/>
          </a:xfrm>
          <a:custGeom>
            <a:avLst/>
            <a:gdLst/>
            <a:ahLst/>
            <a:rect l="0" t="0" r="r" b="b"/>
            <a:pathLst>
              <a:path w="240" h="200">
                <a:moveTo>
                  <a:pt x="0" y="0"/>
                </a:moveTo>
                <a:lnTo>
                  <a:pt x="240" y="0"/>
                </a:lnTo>
                <a:lnTo>
                  <a:pt x="240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7" name=""/>
          <p:cNvSpPr/>
          <p:nvPr/>
        </p:nvSpPr>
        <p:spPr>
          <a:xfrm>
            <a:off x="5411880" y="2058840"/>
            <a:ext cx="8604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8" name=""/>
          <p:cNvSpPr txBox="1"/>
          <p:nvPr/>
        </p:nvSpPr>
        <p:spPr>
          <a:xfrm>
            <a:off x="1358280" y="1596600"/>
            <a:ext cx="38732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Resultaatstructuur Apothekersassistent, alle onderdelen voldoende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9" name=""/>
          <p:cNvSpPr txBox="1"/>
          <p:nvPr/>
        </p:nvSpPr>
        <p:spPr>
          <a:xfrm>
            <a:off x="1458360" y="2025720"/>
            <a:ext cx="1175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Toetsonderdeel speciﬁcatie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0" name=""/>
          <p:cNvSpPr txBox="1"/>
          <p:nvPr/>
        </p:nvSpPr>
        <p:spPr>
          <a:xfrm>
            <a:off x="1458360" y="2141640"/>
            <a:ext cx="26175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Praktijktoets baliegesprek (OSCE), summatief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1" name=""/>
          <p:cNvSpPr/>
          <p:nvPr/>
        </p:nvSpPr>
        <p:spPr>
          <a:xfrm>
            <a:off x="1386720" y="2499840"/>
            <a:ext cx="2815200" cy="344160"/>
          </a:xfrm>
          <a:custGeom>
            <a:avLst/>
            <a:gdLst/>
            <a:ahLst/>
            <a:rect l="0" t="0" r="r" b="b"/>
            <a:pathLst>
              <a:path w="7820" h="956">
                <a:moveTo>
                  <a:pt x="0" y="0"/>
                </a:moveTo>
                <a:lnTo>
                  <a:pt x="7820" y="0"/>
                </a:lnTo>
                <a:lnTo>
                  <a:pt x="7820" y="956"/>
                </a:lnTo>
                <a:lnTo>
                  <a:pt x="0" y="95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2" name=""/>
          <p:cNvSpPr/>
          <p:nvPr/>
        </p:nvSpPr>
        <p:spPr>
          <a:xfrm>
            <a:off x="1383120" y="2496240"/>
            <a:ext cx="2822400" cy="351360"/>
          </a:xfrm>
          <a:custGeom>
            <a:avLst/>
            <a:gdLst/>
            <a:ahLst/>
            <a:rect l="0" t="0" r="r" b="b"/>
            <a:pathLst>
              <a:path w="7840" h="976">
                <a:moveTo>
                  <a:pt x="170" y="0"/>
                </a:moveTo>
                <a:lnTo>
                  <a:pt x="270" y="0"/>
                </a:lnTo>
                <a:lnTo>
                  <a:pt x="270" y="19"/>
                </a:lnTo>
                <a:lnTo>
                  <a:pt x="170" y="19"/>
                </a:lnTo>
                <a:lnTo>
                  <a:pt x="170" y="0"/>
                </a:lnTo>
                <a:moveTo>
                  <a:pt x="330" y="0"/>
                </a:moveTo>
                <a:lnTo>
                  <a:pt x="429" y="0"/>
                </a:lnTo>
                <a:lnTo>
                  <a:pt x="429" y="19"/>
                </a:lnTo>
                <a:lnTo>
                  <a:pt x="330" y="19"/>
                </a:lnTo>
                <a:lnTo>
                  <a:pt x="330" y="0"/>
                </a:lnTo>
                <a:moveTo>
                  <a:pt x="489" y="0"/>
                </a:moveTo>
                <a:lnTo>
                  <a:pt x="588" y="0"/>
                </a:lnTo>
                <a:lnTo>
                  <a:pt x="588" y="19"/>
                </a:lnTo>
                <a:lnTo>
                  <a:pt x="489" y="19"/>
                </a:lnTo>
                <a:lnTo>
                  <a:pt x="489" y="0"/>
                </a:lnTo>
                <a:moveTo>
                  <a:pt x="648" y="0"/>
                </a:moveTo>
                <a:lnTo>
                  <a:pt x="747" y="0"/>
                </a:lnTo>
                <a:lnTo>
                  <a:pt x="747" y="19"/>
                </a:lnTo>
                <a:lnTo>
                  <a:pt x="648" y="19"/>
                </a:lnTo>
                <a:lnTo>
                  <a:pt x="648" y="0"/>
                </a:lnTo>
                <a:moveTo>
                  <a:pt x="807" y="0"/>
                </a:moveTo>
                <a:lnTo>
                  <a:pt x="907" y="0"/>
                </a:lnTo>
                <a:lnTo>
                  <a:pt x="907" y="19"/>
                </a:lnTo>
                <a:lnTo>
                  <a:pt x="807" y="19"/>
                </a:lnTo>
                <a:lnTo>
                  <a:pt x="807" y="0"/>
                </a:lnTo>
                <a:moveTo>
                  <a:pt x="966" y="0"/>
                </a:moveTo>
                <a:lnTo>
                  <a:pt x="1066" y="0"/>
                </a:lnTo>
                <a:lnTo>
                  <a:pt x="1066" y="19"/>
                </a:lnTo>
                <a:lnTo>
                  <a:pt x="966" y="19"/>
                </a:lnTo>
                <a:lnTo>
                  <a:pt x="966" y="0"/>
                </a:lnTo>
                <a:moveTo>
                  <a:pt x="1125" y="0"/>
                </a:moveTo>
                <a:lnTo>
                  <a:pt x="1225" y="0"/>
                </a:lnTo>
                <a:lnTo>
                  <a:pt x="1225" y="19"/>
                </a:lnTo>
                <a:lnTo>
                  <a:pt x="1125" y="19"/>
                </a:lnTo>
                <a:lnTo>
                  <a:pt x="1125" y="0"/>
                </a:lnTo>
                <a:moveTo>
                  <a:pt x="1285" y="0"/>
                </a:moveTo>
                <a:lnTo>
                  <a:pt x="1384" y="0"/>
                </a:lnTo>
                <a:lnTo>
                  <a:pt x="1384" y="19"/>
                </a:lnTo>
                <a:lnTo>
                  <a:pt x="1285" y="19"/>
                </a:lnTo>
                <a:lnTo>
                  <a:pt x="1285" y="0"/>
                </a:lnTo>
                <a:moveTo>
                  <a:pt x="1444" y="0"/>
                </a:moveTo>
                <a:lnTo>
                  <a:pt x="1543" y="0"/>
                </a:lnTo>
                <a:lnTo>
                  <a:pt x="1543" y="19"/>
                </a:lnTo>
                <a:lnTo>
                  <a:pt x="1444" y="19"/>
                </a:lnTo>
                <a:lnTo>
                  <a:pt x="1444" y="0"/>
                </a:lnTo>
                <a:moveTo>
                  <a:pt x="1603" y="0"/>
                </a:moveTo>
                <a:lnTo>
                  <a:pt x="1702" y="0"/>
                </a:lnTo>
                <a:lnTo>
                  <a:pt x="1702" y="19"/>
                </a:lnTo>
                <a:lnTo>
                  <a:pt x="1603" y="19"/>
                </a:lnTo>
                <a:lnTo>
                  <a:pt x="1603" y="0"/>
                </a:lnTo>
                <a:moveTo>
                  <a:pt x="1762" y="0"/>
                </a:moveTo>
                <a:lnTo>
                  <a:pt x="1861" y="0"/>
                </a:lnTo>
                <a:lnTo>
                  <a:pt x="1861" y="19"/>
                </a:lnTo>
                <a:lnTo>
                  <a:pt x="1762" y="19"/>
                </a:lnTo>
                <a:lnTo>
                  <a:pt x="1762" y="0"/>
                </a:lnTo>
                <a:moveTo>
                  <a:pt x="1921" y="0"/>
                </a:moveTo>
                <a:lnTo>
                  <a:pt x="2021" y="0"/>
                </a:lnTo>
                <a:lnTo>
                  <a:pt x="2021" y="19"/>
                </a:lnTo>
                <a:lnTo>
                  <a:pt x="1921" y="19"/>
                </a:lnTo>
                <a:lnTo>
                  <a:pt x="1921" y="0"/>
                </a:lnTo>
                <a:moveTo>
                  <a:pt x="2080" y="0"/>
                </a:moveTo>
                <a:lnTo>
                  <a:pt x="2180" y="0"/>
                </a:lnTo>
                <a:lnTo>
                  <a:pt x="2180" y="19"/>
                </a:lnTo>
                <a:lnTo>
                  <a:pt x="2080" y="19"/>
                </a:lnTo>
                <a:lnTo>
                  <a:pt x="2080" y="0"/>
                </a:lnTo>
                <a:moveTo>
                  <a:pt x="2239" y="0"/>
                </a:moveTo>
                <a:lnTo>
                  <a:pt x="2339" y="0"/>
                </a:lnTo>
                <a:lnTo>
                  <a:pt x="2339" y="19"/>
                </a:lnTo>
                <a:lnTo>
                  <a:pt x="2239" y="19"/>
                </a:lnTo>
                <a:lnTo>
                  <a:pt x="2239" y="0"/>
                </a:lnTo>
                <a:moveTo>
                  <a:pt x="2399" y="0"/>
                </a:moveTo>
                <a:lnTo>
                  <a:pt x="2498" y="0"/>
                </a:lnTo>
                <a:lnTo>
                  <a:pt x="2498" y="19"/>
                </a:lnTo>
                <a:lnTo>
                  <a:pt x="2399" y="19"/>
                </a:lnTo>
                <a:lnTo>
                  <a:pt x="2399" y="0"/>
                </a:lnTo>
                <a:moveTo>
                  <a:pt x="2558" y="0"/>
                </a:moveTo>
                <a:lnTo>
                  <a:pt x="2657" y="0"/>
                </a:lnTo>
                <a:lnTo>
                  <a:pt x="2657" y="19"/>
                </a:lnTo>
                <a:lnTo>
                  <a:pt x="2558" y="19"/>
                </a:lnTo>
                <a:lnTo>
                  <a:pt x="2558" y="0"/>
                </a:lnTo>
                <a:moveTo>
                  <a:pt x="2717" y="0"/>
                </a:moveTo>
                <a:lnTo>
                  <a:pt x="2816" y="0"/>
                </a:lnTo>
                <a:lnTo>
                  <a:pt x="2816" y="19"/>
                </a:lnTo>
                <a:lnTo>
                  <a:pt x="2717" y="19"/>
                </a:lnTo>
                <a:lnTo>
                  <a:pt x="2717" y="0"/>
                </a:lnTo>
                <a:moveTo>
                  <a:pt x="2876" y="0"/>
                </a:moveTo>
                <a:lnTo>
                  <a:pt x="2976" y="0"/>
                </a:lnTo>
                <a:lnTo>
                  <a:pt x="2976" y="19"/>
                </a:lnTo>
                <a:lnTo>
                  <a:pt x="2876" y="19"/>
                </a:lnTo>
                <a:lnTo>
                  <a:pt x="2876" y="0"/>
                </a:lnTo>
                <a:moveTo>
                  <a:pt x="3035" y="0"/>
                </a:moveTo>
                <a:lnTo>
                  <a:pt x="3135" y="0"/>
                </a:lnTo>
                <a:lnTo>
                  <a:pt x="3135" y="19"/>
                </a:lnTo>
                <a:lnTo>
                  <a:pt x="3035" y="19"/>
                </a:lnTo>
                <a:lnTo>
                  <a:pt x="3035" y="0"/>
                </a:lnTo>
                <a:moveTo>
                  <a:pt x="3194" y="0"/>
                </a:moveTo>
                <a:lnTo>
                  <a:pt x="3294" y="0"/>
                </a:lnTo>
                <a:lnTo>
                  <a:pt x="3294" y="19"/>
                </a:lnTo>
                <a:lnTo>
                  <a:pt x="3194" y="19"/>
                </a:lnTo>
                <a:lnTo>
                  <a:pt x="3194" y="0"/>
                </a:lnTo>
                <a:moveTo>
                  <a:pt x="3354" y="0"/>
                </a:moveTo>
                <a:lnTo>
                  <a:pt x="3453" y="0"/>
                </a:lnTo>
                <a:lnTo>
                  <a:pt x="3453" y="19"/>
                </a:lnTo>
                <a:lnTo>
                  <a:pt x="3354" y="19"/>
                </a:lnTo>
                <a:lnTo>
                  <a:pt x="3354" y="0"/>
                </a:lnTo>
                <a:moveTo>
                  <a:pt x="3513" y="0"/>
                </a:moveTo>
                <a:lnTo>
                  <a:pt x="3612" y="0"/>
                </a:lnTo>
                <a:lnTo>
                  <a:pt x="3612" y="19"/>
                </a:lnTo>
                <a:lnTo>
                  <a:pt x="3513" y="19"/>
                </a:lnTo>
                <a:lnTo>
                  <a:pt x="3513" y="0"/>
                </a:lnTo>
                <a:moveTo>
                  <a:pt x="3672" y="0"/>
                </a:moveTo>
                <a:lnTo>
                  <a:pt x="3771" y="0"/>
                </a:lnTo>
                <a:lnTo>
                  <a:pt x="3771" y="19"/>
                </a:lnTo>
                <a:lnTo>
                  <a:pt x="3672" y="19"/>
                </a:lnTo>
                <a:lnTo>
                  <a:pt x="3672" y="0"/>
                </a:lnTo>
                <a:moveTo>
                  <a:pt x="3831" y="0"/>
                </a:moveTo>
                <a:lnTo>
                  <a:pt x="3931" y="0"/>
                </a:lnTo>
                <a:lnTo>
                  <a:pt x="3931" y="19"/>
                </a:lnTo>
                <a:lnTo>
                  <a:pt x="3831" y="19"/>
                </a:lnTo>
                <a:lnTo>
                  <a:pt x="3831" y="0"/>
                </a:lnTo>
                <a:moveTo>
                  <a:pt x="3990" y="0"/>
                </a:moveTo>
                <a:lnTo>
                  <a:pt x="4090" y="0"/>
                </a:lnTo>
                <a:lnTo>
                  <a:pt x="4090" y="19"/>
                </a:lnTo>
                <a:lnTo>
                  <a:pt x="3990" y="19"/>
                </a:lnTo>
                <a:lnTo>
                  <a:pt x="3990" y="0"/>
                </a:lnTo>
                <a:moveTo>
                  <a:pt x="4149" y="0"/>
                </a:moveTo>
                <a:lnTo>
                  <a:pt x="4249" y="0"/>
                </a:lnTo>
                <a:lnTo>
                  <a:pt x="4249" y="19"/>
                </a:lnTo>
                <a:lnTo>
                  <a:pt x="4149" y="19"/>
                </a:lnTo>
                <a:lnTo>
                  <a:pt x="4149" y="0"/>
                </a:lnTo>
                <a:moveTo>
                  <a:pt x="4309" y="0"/>
                </a:moveTo>
                <a:lnTo>
                  <a:pt x="4408" y="0"/>
                </a:lnTo>
                <a:lnTo>
                  <a:pt x="4408" y="19"/>
                </a:lnTo>
                <a:lnTo>
                  <a:pt x="4309" y="19"/>
                </a:lnTo>
                <a:lnTo>
                  <a:pt x="4309" y="0"/>
                </a:lnTo>
                <a:moveTo>
                  <a:pt x="4468" y="0"/>
                </a:moveTo>
                <a:lnTo>
                  <a:pt x="4567" y="0"/>
                </a:lnTo>
                <a:lnTo>
                  <a:pt x="4567" y="19"/>
                </a:lnTo>
                <a:lnTo>
                  <a:pt x="4468" y="19"/>
                </a:lnTo>
                <a:lnTo>
                  <a:pt x="4468" y="0"/>
                </a:lnTo>
                <a:moveTo>
                  <a:pt x="4627" y="0"/>
                </a:moveTo>
                <a:lnTo>
                  <a:pt x="4726" y="0"/>
                </a:lnTo>
                <a:lnTo>
                  <a:pt x="4726" y="19"/>
                </a:lnTo>
                <a:lnTo>
                  <a:pt x="4627" y="19"/>
                </a:lnTo>
                <a:lnTo>
                  <a:pt x="4627" y="0"/>
                </a:lnTo>
                <a:moveTo>
                  <a:pt x="4786" y="0"/>
                </a:moveTo>
                <a:lnTo>
                  <a:pt x="4886" y="0"/>
                </a:lnTo>
                <a:lnTo>
                  <a:pt x="4886" y="19"/>
                </a:lnTo>
                <a:lnTo>
                  <a:pt x="4786" y="19"/>
                </a:lnTo>
                <a:lnTo>
                  <a:pt x="4786" y="0"/>
                </a:lnTo>
                <a:moveTo>
                  <a:pt x="4945" y="0"/>
                </a:moveTo>
                <a:lnTo>
                  <a:pt x="5045" y="0"/>
                </a:lnTo>
                <a:lnTo>
                  <a:pt x="5045" y="19"/>
                </a:lnTo>
                <a:lnTo>
                  <a:pt x="4945" y="19"/>
                </a:lnTo>
                <a:lnTo>
                  <a:pt x="4945" y="0"/>
                </a:lnTo>
                <a:moveTo>
                  <a:pt x="5104" y="0"/>
                </a:moveTo>
                <a:lnTo>
                  <a:pt x="5204" y="0"/>
                </a:lnTo>
                <a:lnTo>
                  <a:pt x="5204" y="19"/>
                </a:lnTo>
                <a:lnTo>
                  <a:pt x="5104" y="19"/>
                </a:lnTo>
                <a:lnTo>
                  <a:pt x="5104" y="0"/>
                </a:lnTo>
                <a:moveTo>
                  <a:pt x="5264" y="0"/>
                </a:moveTo>
                <a:lnTo>
                  <a:pt x="5363" y="0"/>
                </a:lnTo>
                <a:lnTo>
                  <a:pt x="5363" y="19"/>
                </a:lnTo>
                <a:lnTo>
                  <a:pt x="5264" y="19"/>
                </a:lnTo>
                <a:lnTo>
                  <a:pt x="5264" y="0"/>
                </a:lnTo>
                <a:moveTo>
                  <a:pt x="5423" y="0"/>
                </a:moveTo>
                <a:lnTo>
                  <a:pt x="5522" y="0"/>
                </a:lnTo>
                <a:lnTo>
                  <a:pt x="5522" y="19"/>
                </a:lnTo>
                <a:lnTo>
                  <a:pt x="5423" y="19"/>
                </a:lnTo>
                <a:lnTo>
                  <a:pt x="5423" y="0"/>
                </a:lnTo>
                <a:moveTo>
                  <a:pt x="5582" y="0"/>
                </a:moveTo>
                <a:lnTo>
                  <a:pt x="5681" y="0"/>
                </a:lnTo>
                <a:lnTo>
                  <a:pt x="5681" y="19"/>
                </a:lnTo>
                <a:lnTo>
                  <a:pt x="5582" y="19"/>
                </a:lnTo>
                <a:lnTo>
                  <a:pt x="5582" y="0"/>
                </a:lnTo>
                <a:moveTo>
                  <a:pt x="5741" y="0"/>
                </a:moveTo>
                <a:lnTo>
                  <a:pt x="5840" y="0"/>
                </a:lnTo>
                <a:lnTo>
                  <a:pt x="5840" y="19"/>
                </a:lnTo>
                <a:lnTo>
                  <a:pt x="5741" y="19"/>
                </a:lnTo>
                <a:lnTo>
                  <a:pt x="5741" y="0"/>
                </a:lnTo>
                <a:moveTo>
                  <a:pt x="5900" y="0"/>
                </a:moveTo>
                <a:lnTo>
                  <a:pt x="6000" y="0"/>
                </a:lnTo>
                <a:lnTo>
                  <a:pt x="6000" y="19"/>
                </a:lnTo>
                <a:lnTo>
                  <a:pt x="5900" y="19"/>
                </a:lnTo>
                <a:lnTo>
                  <a:pt x="5900" y="0"/>
                </a:lnTo>
                <a:moveTo>
                  <a:pt x="6059" y="0"/>
                </a:moveTo>
                <a:lnTo>
                  <a:pt x="6159" y="0"/>
                </a:lnTo>
                <a:lnTo>
                  <a:pt x="6159" y="19"/>
                </a:lnTo>
                <a:lnTo>
                  <a:pt x="6059" y="19"/>
                </a:lnTo>
                <a:lnTo>
                  <a:pt x="6059" y="0"/>
                </a:lnTo>
                <a:moveTo>
                  <a:pt x="6218" y="0"/>
                </a:moveTo>
                <a:lnTo>
                  <a:pt x="6318" y="0"/>
                </a:lnTo>
                <a:lnTo>
                  <a:pt x="6318" y="19"/>
                </a:lnTo>
                <a:lnTo>
                  <a:pt x="6218" y="19"/>
                </a:lnTo>
                <a:lnTo>
                  <a:pt x="6218" y="0"/>
                </a:lnTo>
                <a:moveTo>
                  <a:pt x="6378" y="0"/>
                </a:moveTo>
                <a:lnTo>
                  <a:pt x="6477" y="0"/>
                </a:lnTo>
                <a:lnTo>
                  <a:pt x="6477" y="19"/>
                </a:lnTo>
                <a:lnTo>
                  <a:pt x="6378" y="19"/>
                </a:lnTo>
                <a:lnTo>
                  <a:pt x="6378" y="0"/>
                </a:lnTo>
                <a:moveTo>
                  <a:pt x="6537" y="0"/>
                </a:moveTo>
                <a:lnTo>
                  <a:pt x="6636" y="0"/>
                </a:lnTo>
                <a:lnTo>
                  <a:pt x="6636" y="19"/>
                </a:lnTo>
                <a:lnTo>
                  <a:pt x="6537" y="19"/>
                </a:lnTo>
                <a:lnTo>
                  <a:pt x="6537" y="0"/>
                </a:lnTo>
                <a:moveTo>
                  <a:pt x="6696" y="0"/>
                </a:moveTo>
                <a:lnTo>
                  <a:pt x="6795" y="0"/>
                </a:lnTo>
                <a:lnTo>
                  <a:pt x="6795" y="19"/>
                </a:lnTo>
                <a:lnTo>
                  <a:pt x="6696" y="19"/>
                </a:lnTo>
                <a:lnTo>
                  <a:pt x="6696" y="0"/>
                </a:lnTo>
                <a:moveTo>
                  <a:pt x="6855" y="0"/>
                </a:moveTo>
                <a:lnTo>
                  <a:pt x="6955" y="0"/>
                </a:lnTo>
                <a:lnTo>
                  <a:pt x="6955" y="19"/>
                </a:lnTo>
                <a:lnTo>
                  <a:pt x="6855" y="19"/>
                </a:lnTo>
                <a:lnTo>
                  <a:pt x="6855" y="0"/>
                </a:lnTo>
                <a:moveTo>
                  <a:pt x="7014" y="0"/>
                </a:moveTo>
                <a:lnTo>
                  <a:pt x="7114" y="0"/>
                </a:lnTo>
                <a:lnTo>
                  <a:pt x="7114" y="19"/>
                </a:lnTo>
                <a:lnTo>
                  <a:pt x="7014" y="19"/>
                </a:lnTo>
                <a:lnTo>
                  <a:pt x="7014" y="0"/>
                </a:lnTo>
                <a:moveTo>
                  <a:pt x="7173" y="0"/>
                </a:moveTo>
                <a:lnTo>
                  <a:pt x="7273" y="0"/>
                </a:lnTo>
                <a:lnTo>
                  <a:pt x="7273" y="19"/>
                </a:lnTo>
                <a:lnTo>
                  <a:pt x="7173" y="19"/>
                </a:lnTo>
                <a:lnTo>
                  <a:pt x="7173" y="0"/>
                </a:lnTo>
                <a:moveTo>
                  <a:pt x="7333" y="0"/>
                </a:moveTo>
                <a:lnTo>
                  <a:pt x="7432" y="0"/>
                </a:lnTo>
                <a:lnTo>
                  <a:pt x="7432" y="19"/>
                </a:lnTo>
                <a:lnTo>
                  <a:pt x="7333" y="19"/>
                </a:lnTo>
                <a:lnTo>
                  <a:pt x="7333" y="0"/>
                </a:lnTo>
                <a:moveTo>
                  <a:pt x="7492" y="0"/>
                </a:moveTo>
                <a:lnTo>
                  <a:pt x="7591" y="0"/>
                </a:lnTo>
                <a:lnTo>
                  <a:pt x="7591" y="19"/>
                </a:lnTo>
                <a:lnTo>
                  <a:pt x="7492" y="19"/>
                </a:lnTo>
                <a:lnTo>
                  <a:pt x="7492" y="0"/>
                </a:lnTo>
                <a:moveTo>
                  <a:pt x="7651" y="0"/>
                </a:moveTo>
                <a:lnTo>
                  <a:pt x="7750" y="0"/>
                </a:lnTo>
                <a:lnTo>
                  <a:pt x="7750" y="19"/>
                </a:lnTo>
                <a:lnTo>
                  <a:pt x="7651" y="19"/>
                </a:lnTo>
                <a:lnTo>
                  <a:pt x="7651" y="0"/>
                </a:lnTo>
                <a:moveTo>
                  <a:pt x="7810" y="0"/>
                </a:moveTo>
                <a:lnTo>
                  <a:pt x="7840" y="0"/>
                </a:lnTo>
                <a:lnTo>
                  <a:pt x="7840" y="89"/>
                </a:lnTo>
                <a:lnTo>
                  <a:pt x="7820" y="89"/>
                </a:lnTo>
                <a:lnTo>
                  <a:pt x="7820" y="10"/>
                </a:lnTo>
                <a:lnTo>
                  <a:pt x="7830" y="10"/>
                </a:lnTo>
                <a:lnTo>
                  <a:pt x="7830" y="19"/>
                </a:lnTo>
                <a:lnTo>
                  <a:pt x="7810" y="19"/>
                </a:lnTo>
                <a:lnTo>
                  <a:pt x="7810" y="0"/>
                </a:lnTo>
                <a:moveTo>
                  <a:pt x="7840" y="149"/>
                </a:moveTo>
                <a:lnTo>
                  <a:pt x="7840" y="249"/>
                </a:lnTo>
                <a:lnTo>
                  <a:pt x="7820" y="249"/>
                </a:lnTo>
                <a:lnTo>
                  <a:pt x="7820" y="149"/>
                </a:lnTo>
                <a:lnTo>
                  <a:pt x="7840" y="149"/>
                </a:lnTo>
                <a:moveTo>
                  <a:pt x="7840" y="308"/>
                </a:moveTo>
                <a:lnTo>
                  <a:pt x="7840" y="409"/>
                </a:lnTo>
                <a:lnTo>
                  <a:pt x="7820" y="409"/>
                </a:lnTo>
                <a:lnTo>
                  <a:pt x="7820" y="308"/>
                </a:lnTo>
                <a:lnTo>
                  <a:pt x="7840" y="308"/>
                </a:lnTo>
                <a:moveTo>
                  <a:pt x="7840" y="469"/>
                </a:moveTo>
                <a:lnTo>
                  <a:pt x="7840" y="568"/>
                </a:lnTo>
                <a:lnTo>
                  <a:pt x="7820" y="568"/>
                </a:lnTo>
                <a:lnTo>
                  <a:pt x="7820" y="469"/>
                </a:lnTo>
                <a:lnTo>
                  <a:pt x="7840" y="469"/>
                </a:lnTo>
                <a:moveTo>
                  <a:pt x="7840" y="628"/>
                </a:moveTo>
                <a:lnTo>
                  <a:pt x="7840" y="727"/>
                </a:lnTo>
                <a:lnTo>
                  <a:pt x="7820" y="727"/>
                </a:lnTo>
                <a:lnTo>
                  <a:pt x="7820" y="628"/>
                </a:lnTo>
                <a:lnTo>
                  <a:pt x="7840" y="628"/>
                </a:lnTo>
                <a:moveTo>
                  <a:pt x="7840" y="787"/>
                </a:moveTo>
                <a:lnTo>
                  <a:pt x="7840" y="887"/>
                </a:lnTo>
                <a:lnTo>
                  <a:pt x="7820" y="887"/>
                </a:lnTo>
                <a:lnTo>
                  <a:pt x="7820" y="787"/>
                </a:lnTo>
                <a:lnTo>
                  <a:pt x="7840" y="787"/>
                </a:lnTo>
                <a:moveTo>
                  <a:pt x="7840" y="947"/>
                </a:moveTo>
                <a:lnTo>
                  <a:pt x="7840" y="976"/>
                </a:lnTo>
                <a:lnTo>
                  <a:pt x="7750" y="976"/>
                </a:lnTo>
                <a:lnTo>
                  <a:pt x="7750" y="956"/>
                </a:lnTo>
                <a:lnTo>
                  <a:pt x="7830" y="956"/>
                </a:lnTo>
                <a:lnTo>
                  <a:pt x="7830" y="966"/>
                </a:lnTo>
                <a:lnTo>
                  <a:pt x="7820" y="966"/>
                </a:lnTo>
                <a:lnTo>
                  <a:pt x="7820" y="947"/>
                </a:lnTo>
                <a:lnTo>
                  <a:pt x="7840" y="947"/>
                </a:lnTo>
                <a:moveTo>
                  <a:pt x="7691" y="976"/>
                </a:moveTo>
                <a:lnTo>
                  <a:pt x="7591" y="976"/>
                </a:lnTo>
                <a:lnTo>
                  <a:pt x="7591" y="956"/>
                </a:lnTo>
                <a:lnTo>
                  <a:pt x="7691" y="956"/>
                </a:lnTo>
                <a:lnTo>
                  <a:pt x="7691" y="976"/>
                </a:lnTo>
                <a:moveTo>
                  <a:pt x="7532" y="976"/>
                </a:moveTo>
                <a:lnTo>
                  <a:pt x="7432" y="976"/>
                </a:lnTo>
                <a:lnTo>
                  <a:pt x="7432" y="956"/>
                </a:lnTo>
                <a:lnTo>
                  <a:pt x="7532" y="956"/>
                </a:lnTo>
                <a:lnTo>
                  <a:pt x="7532" y="976"/>
                </a:lnTo>
                <a:moveTo>
                  <a:pt x="7372" y="976"/>
                </a:moveTo>
                <a:lnTo>
                  <a:pt x="7273" y="976"/>
                </a:lnTo>
                <a:lnTo>
                  <a:pt x="7273" y="956"/>
                </a:lnTo>
                <a:lnTo>
                  <a:pt x="7372" y="956"/>
                </a:lnTo>
                <a:lnTo>
                  <a:pt x="7372" y="976"/>
                </a:lnTo>
                <a:moveTo>
                  <a:pt x="7213" y="976"/>
                </a:moveTo>
                <a:lnTo>
                  <a:pt x="7114" y="976"/>
                </a:lnTo>
                <a:lnTo>
                  <a:pt x="7114" y="956"/>
                </a:lnTo>
                <a:lnTo>
                  <a:pt x="7213" y="956"/>
                </a:lnTo>
                <a:lnTo>
                  <a:pt x="7213" y="976"/>
                </a:lnTo>
                <a:moveTo>
                  <a:pt x="7054" y="976"/>
                </a:moveTo>
                <a:lnTo>
                  <a:pt x="6955" y="976"/>
                </a:lnTo>
                <a:lnTo>
                  <a:pt x="6955" y="956"/>
                </a:lnTo>
                <a:lnTo>
                  <a:pt x="7054" y="956"/>
                </a:lnTo>
                <a:lnTo>
                  <a:pt x="7054" y="976"/>
                </a:lnTo>
                <a:moveTo>
                  <a:pt x="6895" y="976"/>
                </a:moveTo>
                <a:lnTo>
                  <a:pt x="6795" y="976"/>
                </a:lnTo>
                <a:lnTo>
                  <a:pt x="6795" y="956"/>
                </a:lnTo>
                <a:lnTo>
                  <a:pt x="6895" y="956"/>
                </a:lnTo>
                <a:lnTo>
                  <a:pt x="6895" y="976"/>
                </a:lnTo>
                <a:moveTo>
                  <a:pt x="6736" y="976"/>
                </a:moveTo>
                <a:lnTo>
                  <a:pt x="6636" y="976"/>
                </a:lnTo>
                <a:lnTo>
                  <a:pt x="6636" y="956"/>
                </a:lnTo>
                <a:lnTo>
                  <a:pt x="6736" y="956"/>
                </a:lnTo>
                <a:lnTo>
                  <a:pt x="6736" y="976"/>
                </a:lnTo>
                <a:moveTo>
                  <a:pt x="6577" y="976"/>
                </a:moveTo>
                <a:lnTo>
                  <a:pt x="6477" y="976"/>
                </a:lnTo>
                <a:lnTo>
                  <a:pt x="6477" y="956"/>
                </a:lnTo>
                <a:lnTo>
                  <a:pt x="6577" y="956"/>
                </a:lnTo>
                <a:lnTo>
                  <a:pt x="6577" y="976"/>
                </a:lnTo>
                <a:moveTo>
                  <a:pt x="6417" y="976"/>
                </a:moveTo>
                <a:lnTo>
                  <a:pt x="6318" y="976"/>
                </a:lnTo>
                <a:lnTo>
                  <a:pt x="6318" y="956"/>
                </a:lnTo>
                <a:lnTo>
                  <a:pt x="6417" y="956"/>
                </a:lnTo>
                <a:lnTo>
                  <a:pt x="6417" y="976"/>
                </a:lnTo>
                <a:moveTo>
                  <a:pt x="6258" y="976"/>
                </a:moveTo>
                <a:lnTo>
                  <a:pt x="6159" y="976"/>
                </a:lnTo>
                <a:lnTo>
                  <a:pt x="6159" y="956"/>
                </a:lnTo>
                <a:lnTo>
                  <a:pt x="6258" y="956"/>
                </a:lnTo>
                <a:lnTo>
                  <a:pt x="6258" y="976"/>
                </a:lnTo>
                <a:moveTo>
                  <a:pt x="6099" y="976"/>
                </a:moveTo>
                <a:lnTo>
                  <a:pt x="6000" y="976"/>
                </a:lnTo>
                <a:lnTo>
                  <a:pt x="6000" y="956"/>
                </a:lnTo>
                <a:lnTo>
                  <a:pt x="6099" y="956"/>
                </a:lnTo>
                <a:lnTo>
                  <a:pt x="6099" y="976"/>
                </a:lnTo>
                <a:moveTo>
                  <a:pt x="5940" y="976"/>
                </a:moveTo>
                <a:lnTo>
                  <a:pt x="5840" y="976"/>
                </a:lnTo>
                <a:lnTo>
                  <a:pt x="5840" y="956"/>
                </a:lnTo>
                <a:lnTo>
                  <a:pt x="5940" y="956"/>
                </a:lnTo>
                <a:lnTo>
                  <a:pt x="5940" y="976"/>
                </a:lnTo>
                <a:moveTo>
                  <a:pt x="5781" y="976"/>
                </a:moveTo>
                <a:lnTo>
                  <a:pt x="5681" y="976"/>
                </a:lnTo>
                <a:lnTo>
                  <a:pt x="5681" y="956"/>
                </a:lnTo>
                <a:lnTo>
                  <a:pt x="5781" y="956"/>
                </a:lnTo>
                <a:lnTo>
                  <a:pt x="5781" y="976"/>
                </a:lnTo>
                <a:moveTo>
                  <a:pt x="5622" y="976"/>
                </a:moveTo>
                <a:lnTo>
                  <a:pt x="5522" y="976"/>
                </a:lnTo>
                <a:lnTo>
                  <a:pt x="5522" y="956"/>
                </a:lnTo>
                <a:lnTo>
                  <a:pt x="5622" y="956"/>
                </a:lnTo>
                <a:lnTo>
                  <a:pt x="5622" y="976"/>
                </a:lnTo>
                <a:moveTo>
                  <a:pt x="5462" y="976"/>
                </a:moveTo>
                <a:lnTo>
                  <a:pt x="5363" y="976"/>
                </a:lnTo>
                <a:lnTo>
                  <a:pt x="5363" y="956"/>
                </a:lnTo>
                <a:lnTo>
                  <a:pt x="5462" y="956"/>
                </a:lnTo>
                <a:lnTo>
                  <a:pt x="5462" y="976"/>
                </a:lnTo>
                <a:moveTo>
                  <a:pt x="5303" y="976"/>
                </a:moveTo>
                <a:lnTo>
                  <a:pt x="5204" y="976"/>
                </a:lnTo>
                <a:lnTo>
                  <a:pt x="5204" y="956"/>
                </a:lnTo>
                <a:lnTo>
                  <a:pt x="5303" y="956"/>
                </a:lnTo>
                <a:lnTo>
                  <a:pt x="5303" y="976"/>
                </a:lnTo>
                <a:moveTo>
                  <a:pt x="5144" y="976"/>
                </a:moveTo>
                <a:lnTo>
                  <a:pt x="5045" y="976"/>
                </a:lnTo>
                <a:lnTo>
                  <a:pt x="5045" y="956"/>
                </a:lnTo>
                <a:lnTo>
                  <a:pt x="5144" y="956"/>
                </a:lnTo>
                <a:lnTo>
                  <a:pt x="5144" y="976"/>
                </a:lnTo>
                <a:moveTo>
                  <a:pt x="4985" y="976"/>
                </a:moveTo>
                <a:lnTo>
                  <a:pt x="4886" y="976"/>
                </a:lnTo>
                <a:lnTo>
                  <a:pt x="4886" y="956"/>
                </a:lnTo>
                <a:lnTo>
                  <a:pt x="4985" y="956"/>
                </a:lnTo>
                <a:lnTo>
                  <a:pt x="4985" y="976"/>
                </a:lnTo>
                <a:moveTo>
                  <a:pt x="4826" y="976"/>
                </a:moveTo>
                <a:lnTo>
                  <a:pt x="4726" y="976"/>
                </a:lnTo>
                <a:lnTo>
                  <a:pt x="4726" y="956"/>
                </a:lnTo>
                <a:lnTo>
                  <a:pt x="4826" y="956"/>
                </a:lnTo>
                <a:lnTo>
                  <a:pt x="4826" y="976"/>
                </a:lnTo>
                <a:moveTo>
                  <a:pt x="4667" y="976"/>
                </a:moveTo>
                <a:lnTo>
                  <a:pt x="4567" y="976"/>
                </a:lnTo>
                <a:lnTo>
                  <a:pt x="4567" y="956"/>
                </a:lnTo>
                <a:lnTo>
                  <a:pt x="4667" y="956"/>
                </a:lnTo>
                <a:lnTo>
                  <a:pt x="4667" y="976"/>
                </a:lnTo>
                <a:moveTo>
                  <a:pt x="4507" y="976"/>
                </a:moveTo>
                <a:lnTo>
                  <a:pt x="4408" y="976"/>
                </a:lnTo>
                <a:lnTo>
                  <a:pt x="4408" y="956"/>
                </a:lnTo>
                <a:lnTo>
                  <a:pt x="4507" y="956"/>
                </a:lnTo>
                <a:lnTo>
                  <a:pt x="4507" y="976"/>
                </a:lnTo>
                <a:moveTo>
                  <a:pt x="4348" y="976"/>
                </a:moveTo>
                <a:lnTo>
                  <a:pt x="4249" y="976"/>
                </a:lnTo>
                <a:lnTo>
                  <a:pt x="4249" y="956"/>
                </a:lnTo>
                <a:lnTo>
                  <a:pt x="4348" y="956"/>
                </a:lnTo>
                <a:lnTo>
                  <a:pt x="4348" y="976"/>
                </a:lnTo>
                <a:moveTo>
                  <a:pt x="4189" y="976"/>
                </a:moveTo>
                <a:lnTo>
                  <a:pt x="4090" y="976"/>
                </a:lnTo>
                <a:lnTo>
                  <a:pt x="4090" y="956"/>
                </a:lnTo>
                <a:lnTo>
                  <a:pt x="4189" y="956"/>
                </a:lnTo>
                <a:lnTo>
                  <a:pt x="4189" y="976"/>
                </a:lnTo>
                <a:moveTo>
                  <a:pt x="4030" y="976"/>
                </a:moveTo>
                <a:lnTo>
                  <a:pt x="3931" y="976"/>
                </a:lnTo>
                <a:lnTo>
                  <a:pt x="3931" y="956"/>
                </a:lnTo>
                <a:lnTo>
                  <a:pt x="4030" y="956"/>
                </a:lnTo>
                <a:lnTo>
                  <a:pt x="4030" y="976"/>
                </a:lnTo>
                <a:moveTo>
                  <a:pt x="3871" y="976"/>
                </a:moveTo>
                <a:lnTo>
                  <a:pt x="3771" y="976"/>
                </a:lnTo>
                <a:lnTo>
                  <a:pt x="3771" y="956"/>
                </a:lnTo>
                <a:lnTo>
                  <a:pt x="3871" y="956"/>
                </a:lnTo>
                <a:lnTo>
                  <a:pt x="3871" y="976"/>
                </a:lnTo>
                <a:moveTo>
                  <a:pt x="3712" y="976"/>
                </a:moveTo>
                <a:lnTo>
                  <a:pt x="3612" y="976"/>
                </a:lnTo>
                <a:lnTo>
                  <a:pt x="3612" y="956"/>
                </a:lnTo>
                <a:lnTo>
                  <a:pt x="3712" y="956"/>
                </a:lnTo>
                <a:lnTo>
                  <a:pt x="3712" y="976"/>
                </a:lnTo>
                <a:moveTo>
                  <a:pt x="3553" y="976"/>
                </a:moveTo>
                <a:lnTo>
                  <a:pt x="3453" y="976"/>
                </a:lnTo>
                <a:lnTo>
                  <a:pt x="3453" y="956"/>
                </a:lnTo>
                <a:lnTo>
                  <a:pt x="3553" y="956"/>
                </a:lnTo>
                <a:lnTo>
                  <a:pt x="3553" y="976"/>
                </a:lnTo>
                <a:moveTo>
                  <a:pt x="3393" y="976"/>
                </a:moveTo>
                <a:lnTo>
                  <a:pt x="3294" y="976"/>
                </a:lnTo>
                <a:lnTo>
                  <a:pt x="3294" y="956"/>
                </a:lnTo>
                <a:lnTo>
                  <a:pt x="3393" y="956"/>
                </a:lnTo>
                <a:lnTo>
                  <a:pt x="3393" y="976"/>
                </a:lnTo>
                <a:moveTo>
                  <a:pt x="3234" y="976"/>
                </a:moveTo>
                <a:lnTo>
                  <a:pt x="3135" y="976"/>
                </a:lnTo>
                <a:lnTo>
                  <a:pt x="3135" y="956"/>
                </a:lnTo>
                <a:lnTo>
                  <a:pt x="3234" y="956"/>
                </a:lnTo>
                <a:lnTo>
                  <a:pt x="3234" y="976"/>
                </a:lnTo>
                <a:moveTo>
                  <a:pt x="3075" y="976"/>
                </a:moveTo>
                <a:lnTo>
                  <a:pt x="2976" y="976"/>
                </a:lnTo>
                <a:lnTo>
                  <a:pt x="2976" y="956"/>
                </a:lnTo>
                <a:lnTo>
                  <a:pt x="3075" y="956"/>
                </a:lnTo>
                <a:lnTo>
                  <a:pt x="3075" y="976"/>
                </a:lnTo>
                <a:moveTo>
                  <a:pt x="2916" y="976"/>
                </a:moveTo>
                <a:lnTo>
                  <a:pt x="2816" y="976"/>
                </a:lnTo>
                <a:lnTo>
                  <a:pt x="2816" y="956"/>
                </a:lnTo>
                <a:lnTo>
                  <a:pt x="2916" y="956"/>
                </a:lnTo>
                <a:lnTo>
                  <a:pt x="2916" y="976"/>
                </a:lnTo>
                <a:moveTo>
                  <a:pt x="2757" y="976"/>
                </a:moveTo>
                <a:lnTo>
                  <a:pt x="2657" y="976"/>
                </a:lnTo>
                <a:lnTo>
                  <a:pt x="2657" y="956"/>
                </a:lnTo>
                <a:lnTo>
                  <a:pt x="2757" y="956"/>
                </a:lnTo>
                <a:lnTo>
                  <a:pt x="2757" y="976"/>
                </a:lnTo>
                <a:moveTo>
                  <a:pt x="2598" y="976"/>
                </a:moveTo>
                <a:lnTo>
                  <a:pt x="2498" y="976"/>
                </a:lnTo>
                <a:lnTo>
                  <a:pt x="2498" y="956"/>
                </a:lnTo>
                <a:lnTo>
                  <a:pt x="2598" y="956"/>
                </a:lnTo>
                <a:lnTo>
                  <a:pt x="2598" y="976"/>
                </a:lnTo>
                <a:moveTo>
                  <a:pt x="2438" y="976"/>
                </a:moveTo>
                <a:lnTo>
                  <a:pt x="2339" y="976"/>
                </a:lnTo>
                <a:lnTo>
                  <a:pt x="2339" y="956"/>
                </a:lnTo>
                <a:lnTo>
                  <a:pt x="2438" y="956"/>
                </a:lnTo>
                <a:lnTo>
                  <a:pt x="2438" y="976"/>
                </a:lnTo>
                <a:moveTo>
                  <a:pt x="2279" y="976"/>
                </a:moveTo>
                <a:lnTo>
                  <a:pt x="2180" y="976"/>
                </a:lnTo>
                <a:lnTo>
                  <a:pt x="2180" y="956"/>
                </a:lnTo>
                <a:lnTo>
                  <a:pt x="2279" y="956"/>
                </a:lnTo>
                <a:lnTo>
                  <a:pt x="2279" y="976"/>
                </a:lnTo>
                <a:moveTo>
                  <a:pt x="2120" y="976"/>
                </a:moveTo>
                <a:lnTo>
                  <a:pt x="2021" y="976"/>
                </a:lnTo>
                <a:lnTo>
                  <a:pt x="2021" y="956"/>
                </a:lnTo>
                <a:lnTo>
                  <a:pt x="2120" y="956"/>
                </a:lnTo>
                <a:lnTo>
                  <a:pt x="2120" y="976"/>
                </a:lnTo>
                <a:moveTo>
                  <a:pt x="1961" y="976"/>
                </a:moveTo>
                <a:lnTo>
                  <a:pt x="1861" y="976"/>
                </a:lnTo>
                <a:lnTo>
                  <a:pt x="1861" y="956"/>
                </a:lnTo>
                <a:lnTo>
                  <a:pt x="1961" y="956"/>
                </a:lnTo>
                <a:lnTo>
                  <a:pt x="1961" y="976"/>
                </a:lnTo>
                <a:moveTo>
                  <a:pt x="1802" y="976"/>
                </a:moveTo>
                <a:lnTo>
                  <a:pt x="1702" y="976"/>
                </a:lnTo>
                <a:lnTo>
                  <a:pt x="1702" y="956"/>
                </a:lnTo>
                <a:lnTo>
                  <a:pt x="1802" y="956"/>
                </a:lnTo>
                <a:lnTo>
                  <a:pt x="1802" y="976"/>
                </a:lnTo>
                <a:moveTo>
                  <a:pt x="1643" y="976"/>
                </a:moveTo>
                <a:lnTo>
                  <a:pt x="1543" y="976"/>
                </a:lnTo>
                <a:lnTo>
                  <a:pt x="1543" y="956"/>
                </a:lnTo>
                <a:lnTo>
                  <a:pt x="1643" y="956"/>
                </a:lnTo>
                <a:lnTo>
                  <a:pt x="1643" y="976"/>
                </a:lnTo>
                <a:moveTo>
                  <a:pt x="1483" y="976"/>
                </a:moveTo>
                <a:lnTo>
                  <a:pt x="1384" y="976"/>
                </a:lnTo>
                <a:lnTo>
                  <a:pt x="1384" y="956"/>
                </a:lnTo>
                <a:lnTo>
                  <a:pt x="1483" y="956"/>
                </a:lnTo>
                <a:lnTo>
                  <a:pt x="1483" y="976"/>
                </a:lnTo>
                <a:moveTo>
                  <a:pt x="1324" y="976"/>
                </a:moveTo>
                <a:lnTo>
                  <a:pt x="1225" y="976"/>
                </a:lnTo>
                <a:lnTo>
                  <a:pt x="1225" y="956"/>
                </a:lnTo>
                <a:lnTo>
                  <a:pt x="1324" y="956"/>
                </a:lnTo>
                <a:lnTo>
                  <a:pt x="1324" y="976"/>
                </a:lnTo>
                <a:moveTo>
                  <a:pt x="1165" y="976"/>
                </a:moveTo>
                <a:lnTo>
                  <a:pt x="1066" y="976"/>
                </a:lnTo>
                <a:lnTo>
                  <a:pt x="1066" y="956"/>
                </a:lnTo>
                <a:lnTo>
                  <a:pt x="1165" y="956"/>
                </a:lnTo>
                <a:lnTo>
                  <a:pt x="1165" y="976"/>
                </a:lnTo>
                <a:moveTo>
                  <a:pt x="1006" y="976"/>
                </a:moveTo>
                <a:lnTo>
                  <a:pt x="907" y="976"/>
                </a:lnTo>
                <a:lnTo>
                  <a:pt x="907" y="956"/>
                </a:lnTo>
                <a:lnTo>
                  <a:pt x="1006" y="956"/>
                </a:lnTo>
                <a:lnTo>
                  <a:pt x="1006" y="976"/>
                </a:lnTo>
                <a:moveTo>
                  <a:pt x="847" y="976"/>
                </a:moveTo>
                <a:lnTo>
                  <a:pt x="747" y="976"/>
                </a:lnTo>
                <a:lnTo>
                  <a:pt x="747" y="956"/>
                </a:lnTo>
                <a:lnTo>
                  <a:pt x="847" y="956"/>
                </a:lnTo>
                <a:lnTo>
                  <a:pt x="847" y="976"/>
                </a:lnTo>
                <a:moveTo>
                  <a:pt x="688" y="976"/>
                </a:moveTo>
                <a:lnTo>
                  <a:pt x="588" y="976"/>
                </a:lnTo>
                <a:lnTo>
                  <a:pt x="588" y="956"/>
                </a:lnTo>
                <a:lnTo>
                  <a:pt x="688" y="956"/>
                </a:lnTo>
                <a:lnTo>
                  <a:pt x="688" y="976"/>
                </a:lnTo>
                <a:moveTo>
                  <a:pt x="529" y="976"/>
                </a:moveTo>
                <a:lnTo>
                  <a:pt x="429" y="976"/>
                </a:lnTo>
                <a:lnTo>
                  <a:pt x="429" y="956"/>
                </a:lnTo>
                <a:lnTo>
                  <a:pt x="529" y="956"/>
                </a:lnTo>
                <a:lnTo>
                  <a:pt x="529" y="976"/>
                </a:lnTo>
                <a:moveTo>
                  <a:pt x="369" y="976"/>
                </a:moveTo>
                <a:lnTo>
                  <a:pt x="270" y="976"/>
                </a:lnTo>
                <a:lnTo>
                  <a:pt x="270" y="956"/>
                </a:lnTo>
                <a:lnTo>
                  <a:pt x="369" y="956"/>
                </a:lnTo>
                <a:lnTo>
                  <a:pt x="369" y="976"/>
                </a:lnTo>
                <a:moveTo>
                  <a:pt x="210" y="976"/>
                </a:moveTo>
                <a:lnTo>
                  <a:pt x="111" y="976"/>
                </a:lnTo>
                <a:lnTo>
                  <a:pt x="111" y="956"/>
                </a:lnTo>
                <a:lnTo>
                  <a:pt x="210" y="956"/>
                </a:lnTo>
                <a:lnTo>
                  <a:pt x="210" y="976"/>
                </a:lnTo>
                <a:moveTo>
                  <a:pt x="50" y="976"/>
                </a:moveTo>
                <a:lnTo>
                  <a:pt x="0" y="976"/>
                </a:lnTo>
                <a:lnTo>
                  <a:pt x="0" y="907"/>
                </a:lnTo>
                <a:lnTo>
                  <a:pt x="20" y="907"/>
                </a:lnTo>
                <a:lnTo>
                  <a:pt x="20" y="966"/>
                </a:lnTo>
                <a:lnTo>
                  <a:pt x="10" y="966"/>
                </a:lnTo>
                <a:lnTo>
                  <a:pt x="10" y="956"/>
                </a:lnTo>
                <a:lnTo>
                  <a:pt x="50" y="956"/>
                </a:lnTo>
                <a:lnTo>
                  <a:pt x="50" y="976"/>
                </a:lnTo>
                <a:moveTo>
                  <a:pt x="0" y="847"/>
                </a:moveTo>
                <a:lnTo>
                  <a:pt x="0" y="747"/>
                </a:lnTo>
                <a:lnTo>
                  <a:pt x="20" y="747"/>
                </a:lnTo>
                <a:lnTo>
                  <a:pt x="20" y="847"/>
                </a:lnTo>
                <a:lnTo>
                  <a:pt x="0" y="847"/>
                </a:lnTo>
                <a:moveTo>
                  <a:pt x="0" y="688"/>
                </a:moveTo>
                <a:lnTo>
                  <a:pt x="0" y="588"/>
                </a:lnTo>
                <a:lnTo>
                  <a:pt x="20" y="588"/>
                </a:lnTo>
                <a:lnTo>
                  <a:pt x="20" y="688"/>
                </a:lnTo>
                <a:lnTo>
                  <a:pt x="0" y="688"/>
                </a:lnTo>
                <a:moveTo>
                  <a:pt x="0" y="528"/>
                </a:moveTo>
                <a:lnTo>
                  <a:pt x="0" y="429"/>
                </a:lnTo>
                <a:lnTo>
                  <a:pt x="20" y="429"/>
                </a:lnTo>
                <a:lnTo>
                  <a:pt x="20" y="528"/>
                </a:lnTo>
                <a:lnTo>
                  <a:pt x="0" y="528"/>
                </a:lnTo>
                <a:moveTo>
                  <a:pt x="0" y="368"/>
                </a:moveTo>
                <a:lnTo>
                  <a:pt x="0" y="268"/>
                </a:lnTo>
                <a:lnTo>
                  <a:pt x="20" y="268"/>
                </a:lnTo>
                <a:lnTo>
                  <a:pt x="20" y="368"/>
                </a:lnTo>
                <a:lnTo>
                  <a:pt x="0" y="368"/>
                </a:lnTo>
                <a:moveTo>
                  <a:pt x="0" y="209"/>
                </a:moveTo>
                <a:lnTo>
                  <a:pt x="0" y="109"/>
                </a:lnTo>
                <a:lnTo>
                  <a:pt x="20" y="109"/>
                </a:lnTo>
                <a:lnTo>
                  <a:pt x="20" y="209"/>
                </a:lnTo>
                <a:lnTo>
                  <a:pt x="0" y="209"/>
                </a:lnTo>
                <a:moveTo>
                  <a:pt x="0" y="49"/>
                </a:moveTo>
                <a:lnTo>
                  <a:pt x="0" y="0"/>
                </a:lnTo>
                <a:lnTo>
                  <a:pt x="111" y="0"/>
                </a:lnTo>
                <a:lnTo>
                  <a:pt x="111" y="19"/>
                </a:lnTo>
                <a:lnTo>
                  <a:pt x="10" y="19"/>
                </a:lnTo>
                <a:lnTo>
                  <a:pt x="10" y="10"/>
                </a:lnTo>
                <a:lnTo>
                  <a:pt x="20" y="10"/>
                </a:lnTo>
                <a:lnTo>
                  <a:pt x="20" y="49"/>
                </a:lnTo>
                <a:lnTo>
                  <a:pt x="0" y="49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3" name=""/>
          <p:cNvSpPr/>
          <p:nvPr/>
        </p:nvSpPr>
        <p:spPr>
          <a:xfrm>
            <a:off x="4058280" y="2557080"/>
            <a:ext cx="86400" cy="72000"/>
          </a:xfrm>
          <a:custGeom>
            <a:avLst/>
            <a:gdLst/>
            <a:ahLst/>
            <a:rect l="0" t="0" r="r" b="b"/>
            <a:pathLst>
              <a:path w="240" h="200">
                <a:moveTo>
                  <a:pt x="0" y="0"/>
                </a:moveTo>
                <a:lnTo>
                  <a:pt x="240" y="0"/>
                </a:lnTo>
                <a:lnTo>
                  <a:pt x="240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4" name=""/>
          <p:cNvSpPr/>
          <p:nvPr/>
        </p:nvSpPr>
        <p:spPr>
          <a:xfrm>
            <a:off x="4058280" y="2582280"/>
            <a:ext cx="8604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5" name=""/>
          <p:cNvSpPr txBox="1"/>
          <p:nvPr/>
        </p:nvSpPr>
        <p:spPr>
          <a:xfrm>
            <a:off x="1458360" y="2276640"/>
            <a:ext cx="33015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Voert baliegesprek en triage uit (werkprocesniveau)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6" name=""/>
          <p:cNvSpPr txBox="1"/>
          <p:nvPr/>
        </p:nvSpPr>
        <p:spPr>
          <a:xfrm>
            <a:off x="1458360" y="2549160"/>
            <a:ext cx="1111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Examenonderdeel weging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7" name=""/>
          <p:cNvSpPr txBox="1"/>
          <p:nvPr/>
        </p:nvSpPr>
        <p:spPr>
          <a:xfrm>
            <a:off x="1458360" y="2664720"/>
            <a:ext cx="24224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Proeve van bekwaamheid B1-K1: weging 2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1358280" y="1731600"/>
            <a:ext cx="8892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uitgewerkt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9" name=""/>
          <p:cNvSpPr/>
          <p:nvPr/>
        </p:nvSpPr>
        <p:spPr>
          <a:xfrm>
            <a:off x="1286640" y="3116160"/>
            <a:ext cx="4168800" cy="466560"/>
          </a:xfrm>
          <a:custGeom>
            <a:avLst/>
            <a:gdLst/>
            <a:ahLst/>
            <a:rect l="0" t="0" r="r" b="b"/>
            <a:pathLst>
              <a:path w="11580" h="1296">
                <a:moveTo>
                  <a:pt x="0" y="0"/>
                </a:moveTo>
                <a:lnTo>
                  <a:pt x="11580" y="0"/>
                </a:lnTo>
                <a:lnTo>
                  <a:pt x="11580" y="1296"/>
                </a:lnTo>
                <a:lnTo>
                  <a:pt x="0" y="129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0" name=""/>
          <p:cNvSpPr/>
          <p:nvPr/>
        </p:nvSpPr>
        <p:spPr>
          <a:xfrm>
            <a:off x="1283040" y="3112560"/>
            <a:ext cx="4175640" cy="473760"/>
          </a:xfrm>
          <a:custGeom>
            <a:avLst/>
            <a:gdLst/>
            <a:ahLst/>
            <a:rect l="0" t="0" r="r" b="b"/>
            <a:pathLst>
              <a:path w="11599" h="1316">
                <a:moveTo>
                  <a:pt x="169" y="0"/>
                </a:moveTo>
                <a:lnTo>
                  <a:pt x="268" y="0"/>
                </a:lnTo>
                <a:lnTo>
                  <a:pt x="268" y="20"/>
                </a:lnTo>
                <a:lnTo>
                  <a:pt x="169" y="20"/>
                </a:lnTo>
                <a:lnTo>
                  <a:pt x="169" y="0"/>
                </a:lnTo>
                <a:moveTo>
                  <a:pt x="328" y="0"/>
                </a:moveTo>
                <a:lnTo>
                  <a:pt x="428" y="0"/>
                </a:lnTo>
                <a:lnTo>
                  <a:pt x="428" y="20"/>
                </a:lnTo>
                <a:lnTo>
                  <a:pt x="328" y="20"/>
                </a:lnTo>
                <a:lnTo>
                  <a:pt x="328" y="0"/>
                </a:lnTo>
                <a:moveTo>
                  <a:pt x="487" y="0"/>
                </a:moveTo>
                <a:lnTo>
                  <a:pt x="587" y="0"/>
                </a:lnTo>
                <a:lnTo>
                  <a:pt x="587" y="20"/>
                </a:lnTo>
                <a:lnTo>
                  <a:pt x="487" y="20"/>
                </a:lnTo>
                <a:lnTo>
                  <a:pt x="487" y="0"/>
                </a:lnTo>
                <a:moveTo>
                  <a:pt x="646" y="0"/>
                </a:moveTo>
                <a:lnTo>
                  <a:pt x="746" y="0"/>
                </a:lnTo>
                <a:lnTo>
                  <a:pt x="746" y="20"/>
                </a:lnTo>
                <a:lnTo>
                  <a:pt x="646" y="20"/>
                </a:lnTo>
                <a:lnTo>
                  <a:pt x="646" y="0"/>
                </a:lnTo>
                <a:moveTo>
                  <a:pt x="806" y="0"/>
                </a:moveTo>
                <a:lnTo>
                  <a:pt x="905" y="0"/>
                </a:lnTo>
                <a:lnTo>
                  <a:pt x="905" y="20"/>
                </a:lnTo>
                <a:lnTo>
                  <a:pt x="806" y="20"/>
                </a:lnTo>
                <a:lnTo>
                  <a:pt x="806" y="0"/>
                </a:lnTo>
                <a:moveTo>
                  <a:pt x="965" y="0"/>
                </a:moveTo>
                <a:lnTo>
                  <a:pt x="1064" y="0"/>
                </a:lnTo>
                <a:lnTo>
                  <a:pt x="1064" y="20"/>
                </a:lnTo>
                <a:lnTo>
                  <a:pt x="965" y="20"/>
                </a:lnTo>
                <a:lnTo>
                  <a:pt x="965" y="0"/>
                </a:lnTo>
                <a:moveTo>
                  <a:pt x="1124" y="0"/>
                </a:moveTo>
                <a:lnTo>
                  <a:pt x="1223" y="0"/>
                </a:lnTo>
                <a:lnTo>
                  <a:pt x="1223" y="20"/>
                </a:lnTo>
                <a:lnTo>
                  <a:pt x="1124" y="20"/>
                </a:lnTo>
                <a:lnTo>
                  <a:pt x="1124" y="0"/>
                </a:lnTo>
                <a:moveTo>
                  <a:pt x="1283" y="0"/>
                </a:moveTo>
                <a:lnTo>
                  <a:pt x="1382" y="0"/>
                </a:lnTo>
                <a:lnTo>
                  <a:pt x="1382" y="20"/>
                </a:lnTo>
                <a:lnTo>
                  <a:pt x="1283" y="20"/>
                </a:lnTo>
                <a:lnTo>
                  <a:pt x="1283" y="0"/>
                </a:lnTo>
                <a:moveTo>
                  <a:pt x="1442" y="0"/>
                </a:moveTo>
                <a:lnTo>
                  <a:pt x="1542" y="0"/>
                </a:lnTo>
                <a:lnTo>
                  <a:pt x="1542" y="20"/>
                </a:lnTo>
                <a:lnTo>
                  <a:pt x="1442" y="20"/>
                </a:lnTo>
                <a:lnTo>
                  <a:pt x="1442" y="0"/>
                </a:lnTo>
                <a:moveTo>
                  <a:pt x="1601" y="0"/>
                </a:moveTo>
                <a:lnTo>
                  <a:pt x="1701" y="0"/>
                </a:lnTo>
                <a:lnTo>
                  <a:pt x="1701" y="20"/>
                </a:lnTo>
                <a:lnTo>
                  <a:pt x="1601" y="20"/>
                </a:lnTo>
                <a:lnTo>
                  <a:pt x="1601" y="0"/>
                </a:lnTo>
                <a:moveTo>
                  <a:pt x="1760" y="0"/>
                </a:moveTo>
                <a:lnTo>
                  <a:pt x="1860" y="0"/>
                </a:lnTo>
                <a:lnTo>
                  <a:pt x="1860" y="20"/>
                </a:lnTo>
                <a:lnTo>
                  <a:pt x="1760" y="20"/>
                </a:lnTo>
                <a:lnTo>
                  <a:pt x="1760" y="0"/>
                </a:lnTo>
                <a:moveTo>
                  <a:pt x="1920" y="0"/>
                </a:moveTo>
                <a:lnTo>
                  <a:pt x="2019" y="0"/>
                </a:lnTo>
                <a:lnTo>
                  <a:pt x="2019" y="20"/>
                </a:lnTo>
                <a:lnTo>
                  <a:pt x="1920" y="20"/>
                </a:lnTo>
                <a:lnTo>
                  <a:pt x="1920" y="0"/>
                </a:lnTo>
                <a:moveTo>
                  <a:pt x="2079" y="0"/>
                </a:moveTo>
                <a:lnTo>
                  <a:pt x="2178" y="0"/>
                </a:lnTo>
                <a:lnTo>
                  <a:pt x="2178" y="20"/>
                </a:lnTo>
                <a:lnTo>
                  <a:pt x="2079" y="20"/>
                </a:lnTo>
                <a:lnTo>
                  <a:pt x="2079" y="0"/>
                </a:lnTo>
                <a:moveTo>
                  <a:pt x="2239" y="0"/>
                </a:moveTo>
                <a:lnTo>
                  <a:pt x="2338" y="0"/>
                </a:lnTo>
                <a:lnTo>
                  <a:pt x="2338" y="20"/>
                </a:lnTo>
                <a:lnTo>
                  <a:pt x="2239" y="20"/>
                </a:lnTo>
                <a:lnTo>
                  <a:pt x="2239" y="0"/>
                </a:lnTo>
                <a:moveTo>
                  <a:pt x="2398" y="0"/>
                </a:moveTo>
                <a:lnTo>
                  <a:pt x="2498" y="0"/>
                </a:lnTo>
                <a:lnTo>
                  <a:pt x="2498" y="20"/>
                </a:lnTo>
                <a:lnTo>
                  <a:pt x="2398" y="20"/>
                </a:lnTo>
                <a:lnTo>
                  <a:pt x="2398" y="0"/>
                </a:lnTo>
                <a:moveTo>
                  <a:pt x="2557" y="0"/>
                </a:moveTo>
                <a:lnTo>
                  <a:pt x="2657" y="0"/>
                </a:lnTo>
                <a:lnTo>
                  <a:pt x="2657" y="20"/>
                </a:lnTo>
                <a:lnTo>
                  <a:pt x="2557" y="20"/>
                </a:lnTo>
                <a:lnTo>
                  <a:pt x="2557" y="0"/>
                </a:lnTo>
                <a:moveTo>
                  <a:pt x="2716" y="0"/>
                </a:moveTo>
                <a:lnTo>
                  <a:pt x="2816" y="0"/>
                </a:lnTo>
                <a:lnTo>
                  <a:pt x="2816" y="20"/>
                </a:lnTo>
                <a:lnTo>
                  <a:pt x="2716" y="20"/>
                </a:lnTo>
                <a:lnTo>
                  <a:pt x="2716" y="0"/>
                </a:lnTo>
                <a:moveTo>
                  <a:pt x="2876" y="0"/>
                </a:moveTo>
                <a:lnTo>
                  <a:pt x="2975" y="0"/>
                </a:lnTo>
                <a:lnTo>
                  <a:pt x="2975" y="20"/>
                </a:lnTo>
                <a:lnTo>
                  <a:pt x="2876" y="20"/>
                </a:lnTo>
                <a:lnTo>
                  <a:pt x="2876" y="0"/>
                </a:lnTo>
                <a:moveTo>
                  <a:pt x="3035" y="0"/>
                </a:moveTo>
                <a:lnTo>
                  <a:pt x="3134" y="0"/>
                </a:lnTo>
                <a:lnTo>
                  <a:pt x="3134" y="20"/>
                </a:lnTo>
                <a:lnTo>
                  <a:pt x="3035" y="20"/>
                </a:lnTo>
                <a:lnTo>
                  <a:pt x="3035" y="0"/>
                </a:lnTo>
                <a:moveTo>
                  <a:pt x="3194" y="0"/>
                </a:moveTo>
                <a:lnTo>
                  <a:pt x="3293" y="0"/>
                </a:lnTo>
                <a:lnTo>
                  <a:pt x="3293" y="20"/>
                </a:lnTo>
                <a:lnTo>
                  <a:pt x="3194" y="20"/>
                </a:lnTo>
                <a:lnTo>
                  <a:pt x="3194" y="0"/>
                </a:lnTo>
                <a:moveTo>
                  <a:pt x="3353" y="0"/>
                </a:moveTo>
                <a:lnTo>
                  <a:pt x="3453" y="0"/>
                </a:lnTo>
                <a:lnTo>
                  <a:pt x="3453" y="20"/>
                </a:lnTo>
                <a:lnTo>
                  <a:pt x="3353" y="20"/>
                </a:lnTo>
                <a:lnTo>
                  <a:pt x="3353" y="0"/>
                </a:lnTo>
                <a:moveTo>
                  <a:pt x="3512" y="0"/>
                </a:moveTo>
                <a:lnTo>
                  <a:pt x="3612" y="0"/>
                </a:lnTo>
                <a:lnTo>
                  <a:pt x="3612" y="20"/>
                </a:lnTo>
                <a:lnTo>
                  <a:pt x="3512" y="20"/>
                </a:lnTo>
                <a:lnTo>
                  <a:pt x="3512" y="0"/>
                </a:lnTo>
                <a:moveTo>
                  <a:pt x="3671" y="0"/>
                </a:moveTo>
                <a:lnTo>
                  <a:pt x="3771" y="0"/>
                </a:lnTo>
                <a:lnTo>
                  <a:pt x="3771" y="20"/>
                </a:lnTo>
                <a:lnTo>
                  <a:pt x="3671" y="20"/>
                </a:lnTo>
                <a:lnTo>
                  <a:pt x="3671" y="0"/>
                </a:lnTo>
                <a:moveTo>
                  <a:pt x="3831" y="0"/>
                </a:moveTo>
                <a:lnTo>
                  <a:pt x="3930" y="0"/>
                </a:lnTo>
                <a:lnTo>
                  <a:pt x="3930" y="20"/>
                </a:lnTo>
                <a:lnTo>
                  <a:pt x="3831" y="20"/>
                </a:lnTo>
                <a:lnTo>
                  <a:pt x="3831" y="0"/>
                </a:lnTo>
                <a:moveTo>
                  <a:pt x="3990" y="0"/>
                </a:moveTo>
                <a:lnTo>
                  <a:pt x="4089" y="0"/>
                </a:lnTo>
                <a:lnTo>
                  <a:pt x="4089" y="20"/>
                </a:lnTo>
                <a:lnTo>
                  <a:pt x="3990" y="20"/>
                </a:lnTo>
                <a:lnTo>
                  <a:pt x="3990" y="0"/>
                </a:lnTo>
                <a:moveTo>
                  <a:pt x="4149" y="0"/>
                </a:moveTo>
                <a:lnTo>
                  <a:pt x="4248" y="0"/>
                </a:lnTo>
                <a:lnTo>
                  <a:pt x="4248" y="20"/>
                </a:lnTo>
                <a:lnTo>
                  <a:pt x="4149" y="20"/>
                </a:lnTo>
                <a:lnTo>
                  <a:pt x="4149" y="0"/>
                </a:lnTo>
                <a:moveTo>
                  <a:pt x="4308" y="0"/>
                </a:moveTo>
                <a:lnTo>
                  <a:pt x="4407" y="0"/>
                </a:lnTo>
                <a:lnTo>
                  <a:pt x="4407" y="20"/>
                </a:lnTo>
                <a:lnTo>
                  <a:pt x="4308" y="20"/>
                </a:lnTo>
                <a:lnTo>
                  <a:pt x="4308" y="0"/>
                </a:lnTo>
                <a:moveTo>
                  <a:pt x="4467" y="0"/>
                </a:moveTo>
                <a:lnTo>
                  <a:pt x="4567" y="0"/>
                </a:lnTo>
                <a:lnTo>
                  <a:pt x="4567" y="20"/>
                </a:lnTo>
                <a:lnTo>
                  <a:pt x="4467" y="20"/>
                </a:lnTo>
                <a:lnTo>
                  <a:pt x="4467" y="0"/>
                </a:lnTo>
                <a:moveTo>
                  <a:pt x="4626" y="0"/>
                </a:moveTo>
                <a:lnTo>
                  <a:pt x="4726" y="0"/>
                </a:lnTo>
                <a:lnTo>
                  <a:pt x="4726" y="20"/>
                </a:lnTo>
                <a:lnTo>
                  <a:pt x="4626" y="20"/>
                </a:lnTo>
                <a:lnTo>
                  <a:pt x="4626" y="0"/>
                </a:lnTo>
                <a:moveTo>
                  <a:pt x="4785" y="0"/>
                </a:moveTo>
                <a:lnTo>
                  <a:pt x="4885" y="0"/>
                </a:lnTo>
                <a:lnTo>
                  <a:pt x="4885" y="20"/>
                </a:lnTo>
                <a:lnTo>
                  <a:pt x="4785" y="20"/>
                </a:lnTo>
                <a:lnTo>
                  <a:pt x="4785" y="0"/>
                </a:lnTo>
                <a:moveTo>
                  <a:pt x="4945" y="0"/>
                </a:moveTo>
                <a:lnTo>
                  <a:pt x="5044" y="0"/>
                </a:lnTo>
                <a:lnTo>
                  <a:pt x="5044" y="20"/>
                </a:lnTo>
                <a:lnTo>
                  <a:pt x="4945" y="20"/>
                </a:lnTo>
                <a:lnTo>
                  <a:pt x="4945" y="0"/>
                </a:lnTo>
                <a:moveTo>
                  <a:pt x="5104" y="0"/>
                </a:moveTo>
                <a:lnTo>
                  <a:pt x="5203" y="0"/>
                </a:lnTo>
                <a:lnTo>
                  <a:pt x="5203" y="20"/>
                </a:lnTo>
                <a:lnTo>
                  <a:pt x="5104" y="20"/>
                </a:lnTo>
                <a:lnTo>
                  <a:pt x="5104" y="0"/>
                </a:lnTo>
                <a:moveTo>
                  <a:pt x="5263" y="0"/>
                </a:moveTo>
                <a:lnTo>
                  <a:pt x="5362" y="0"/>
                </a:lnTo>
                <a:lnTo>
                  <a:pt x="5362" y="20"/>
                </a:lnTo>
                <a:lnTo>
                  <a:pt x="5263" y="20"/>
                </a:lnTo>
                <a:lnTo>
                  <a:pt x="5263" y="0"/>
                </a:lnTo>
                <a:moveTo>
                  <a:pt x="5422" y="0"/>
                </a:moveTo>
                <a:lnTo>
                  <a:pt x="5522" y="0"/>
                </a:lnTo>
                <a:lnTo>
                  <a:pt x="5522" y="20"/>
                </a:lnTo>
                <a:lnTo>
                  <a:pt x="5422" y="20"/>
                </a:lnTo>
                <a:lnTo>
                  <a:pt x="5422" y="0"/>
                </a:lnTo>
                <a:moveTo>
                  <a:pt x="5581" y="0"/>
                </a:moveTo>
                <a:lnTo>
                  <a:pt x="5681" y="0"/>
                </a:lnTo>
                <a:lnTo>
                  <a:pt x="5681" y="20"/>
                </a:lnTo>
                <a:lnTo>
                  <a:pt x="5581" y="20"/>
                </a:lnTo>
                <a:lnTo>
                  <a:pt x="5581" y="0"/>
                </a:lnTo>
                <a:moveTo>
                  <a:pt x="5740" y="0"/>
                </a:moveTo>
                <a:lnTo>
                  <a:pt x="5840" y="0"/>
                </a:lnTo>
                <a:lnTo>
                  <a:pt x="5840" y="20"/>
                </a:lnTo>
                <a:lnTo>
                  <a:pt x="5740" y="20"/>
                </a:lnTo>
                <a:lnTo>
                  <a:pt x="5740" y="0"/>
                </a:lnTo>
                <a:moveTo>
                  <a:pt x="5900" y="0"/>
                </a:moveTo>
                <a:lnTo>
                  <a:pt x="5999" y="0"/>
                </a:lnTo>
                <a:lnTo>
                  <a:pt x="5999" y="20"/>
                </a:lnTo>
                <a:lnTo>
                  <a:pt x="5900" y="20"/>
                </a:lnTo>
                <a:lnTo>
                  <a:pt x="5900" y="0"/>
                </a:lnTo>
                <a:moveTo>
                  <a:pt x="6059" y="0"/>
                </a:moveTo>
                <a:lnTo>
                  <a:pt x="6158" y="0"/>
                </a:lnTo>
                <a:lnTo>
                  <a:pt x="6158" y="20"/>
                </a:lnTo>
                <a:lnTo>
                  <a:pt x="6059" y="20"/>
                </a:lnTo>
                <a:lnTo>
                  <a:pt x="6059" y="0"/>
                </a:lnTo>
                <a:moveTo>
                  <a:pt x="6218" y="0"/>
                </a:moveTo>
                <a:lnTo>
                  <a:pt x="6317" y="0"/>
                </a:lnTo>
                <a:lnTo>
                  <a:pt x="6317" y="20"/>
                </a:lnTo>
                <a:lnTo>
                  <a:pt x="6218" y="20"/>
                </a:lnTo>
                <a:lnTo>
                  <a:pt x="6218" y="0"/>
                </a:lnTo>
                <a:moveTo>
                  <a:pt x="6377" y="0"/>
                </a:moveTo>
                <a:lnTo>
                  <a:pt x="6477" y="0"/>
                </a:lnTo>
                <a:lnTo>
                  <a:pt x="6477" y="20"/>
                </a:lnTo>
                <a:lnTo>
                  <a:pt x="6377" y="20"/>
                </a:lnTo>
                <a:lnTo>
                  <a:pt x="6377" y="0"/>
                </a:lnTo>
                <a:moveTo>
                  <a:pt x="6536" y="0"/>
                </a:moveTo>
                <a:lnTo>
                  <a:pt x="6636" y="0"/>
                </a:lnTo>
                <a:lnTo>
                  <a:pt x="6636" y="20"/>
                </a:lnTo>
                <a:lnTo>
                  <a:pt x="6536" y="20"/>
                </a:lnTo>
                <a:lnTo>
                  <a:pt x="6536" y="0"/>
                </a:lnTo>
                <a:moveTo>
                  <a:pt x="6695" y="0"/>
                </a:moveTo>
                <a:lnTo>
                  <a:pt x="6795" y="0"/>
                </a:lnTo>
                <a:lnTo>
                  <a:pt x="6795" y="20"/>
                </a:lnTo>
                <a:lnTo>
                  <a:pt x="6695" y="20"/>
                </a:lnTo>
                <a:lnTo>
                  <a:pt x="6695" y="0"/>
                </a:lnTo>
                <a:moveTo>
                  <a:pt x="6855" y="0"/>
                </a:moveTo>
                <a:lnTo>
                  <a:pt x="6954" y="0"/>
                </a:lnTo>
                <a:lnTo>
                  <a:pt x="6954" y="20"/>
                </a:lnTo>
                <a:lnTo>
                  <a:pt x="6855" y="20"/>
                </a:lnTo>
                <a:lnTo>
                  <a:pt x="6855" y="0"/>
                </a:lnTo>
                <a:moveTo>
                  <a:pt x="7014" y="0"/>
                </a:moveTo>
                <a:lnTo>
                  <a:pt x="7113" y="0"/>
                </a:lnTo>
                <a:lnTo>
                  <a:pt x="7113" y="20"/>
                </a:lnTo>
                <a:lnTo>
                  <a:pt x="7014" y="20"/>
                </a:lnTo>
                <a:lnTo>
                  <a:pt x="7014" y="0"/>
                </a:lnTo>
                <a:moveTo>
                  <a:pt x="7173" y="0"/>
                </a:moveTo>
                <a:lnTo>
                  <a:pt x="7272" y="0"/>
                </a:lnTo>
                <a:lnTo>
                  <a:pt x="7272" y="20"/>
                </a:lnTo>
                <a:lnTo>
                  <a:pt x="7173" y="20"/>
                </a:lnTo>
                <a:lnTo>
                  <a:pt x="7173" y="0"/>
                </a:lnTo>
                <a:moveTo>
                  <a:pt x="7332" y="0"/>
                </a:moveTo>
                <a:lnTo>
                  <a:pt x="7432" y="0"/>
                </a:lnTo>
                <a:lnTo>
                  <a:pt x="7432" y="20"/>
                </a:lnTo>
                <a:lnTo>
                  <a:pt x="7332" y="20"/>
                </a:lnTo>
                <a:lnTo>
                  <a:pt x="7332" y="0"/>
                </a:lnTo>
                <a:moveTo>
                  <a:pt x="7491" y="0"/>
                </a:moveTo>
                <a:lnTo>
                  <a:pt x="7591" y="0"/>
                </a:lnTo>
                <a:lnTo>
                  <a:pt x="7591" y="20"/>
                </a:lnTo>
                <a:lnTo>
                  <a:pt x="7491" y="20"/>
                </a:lnTo>
                <a:lnTo>
                  <a:pt x="7491" y="0"/>
                </a:lnTo>
                <a:moveTo>
                  <a:pt x="7650" y="0"/>
                </a:moveTo>
                <a:lnTo>
                  <a:pt x="7750" y="0"/>
                </a:lnTo>
                <a:lnTo>
                  <a:pt x="7750" y="20"/>
                </a:lnTo>
                <a:lnTo>
                  <a:pt x="7650" y="20"/>
                </a:lnTo>
                <a:lnTo>
                  <a:pt x="7650" y="0"/>
                </a:lnTo>
                <a:moveTo>
                  <a:pt x="7810" y="0"/>
                </a:moveTo>
                <a:lnTo>
                  <a:pt x="7909" y="0"/>
                </a:lnTo>
                <a:lnTo>
                  <a:pt x="7909" y="20"/>
                </a:lnTo>
                <a:lnTo>
                  <a:pt x="7810" y="20"/>
                </a:lnTo>
                <a:lnTo>
                  <a:pt x="7810" y="0"/>
                </a:lnTo>
                <a:moveTo>
                  <a:pt x="7969" y="0"/>
                </a:moveTo>
                <a:lnTo>
                  <a:pt x="8068" y="0"/>
                </a:lnTo>
                <a:lnTo>
                  <a:pt x="8068" y="20"/>
                </a:lnTo>
                <a:lnTo>
                  <a:pt x="7969" y="20"/>
                </a:lnTo>
                <a:lnTo>
                  <a:pt x="7969" y="0"/>
                </a:lnTo>
                <a:moveTo>
                  <a:pt x="8128" y="0"/>
                </a:moveTo>
                <a:lnTo>
                  <a:pt x="8227" y="0"/>
                </a:lnTo>
                <a:lnTo>
                  <a:pt x="8227" y="20"/>
                </a:lnTo>
                <a:lnTo>
                  <a:pt x="8128" y="20"/>
                </a:lnTo>
                <a:lnTo>
                  <a:pt x="8128" y="0"/>
                </a:lnTo>
                <a:moveTo>
                  <a:pt x="8287" y="0"/>
                </a:moveTo>
                <a:lnTo>
                  <a:pt x="8386" y="0"/>
                </a:lnTo>
                <a:lnTo>
                  <a:pt x="8386" y="20"/>
                </a:lnTo>
                <a:lnTo>
                  <a:pt x="8287" y="20"/>
                </a:lnTo>
                <a:lnTo>
                  <a:pt x="8287" y="0"/>
                </a:lnTo>
                <a:moveTo>
                  <a:pt x="8446" y="0"/>
                </a:moveTo>
                <a:lnTo>
                  <a:pt x="8546" y="0"/>
                </a:lnTo>
                <a:lnTo>
                  <a:pt x="8546" y="20"/>
                </a:lnTo>
                <a:lnTo>
                  <a:pt x="8446" y="20"/>
                </a:lnTo>
                <a:lnTo>
                  <a:pt x="8446" y="0"/>
                </a:lnTo>
                <a:moveTo>
                  <a:pt x="8605" y="0"/>
                </a:moveTo>
                <a:lnTo>
                  <a:pt x="8705" y="0"/>
                </a:lnTo>
                <a:lnTo>
                  <a:pt x="8705" y="20"/>
                </a:lnTo>
                <a:lnTo>
                  <a:pt x="8605" y="20"/>
                </a:lnTo>
                <a:lnTo>
                  <a:pt x="8605" y="0"/>
                </a:lnTo>
                <a:moveTo>
                  <a:pt x="8764" y="0"/>
                </a:moveTo>
                <a:lnTo>
                  <a:pt x="8864" y="0"/>
                </a:lnTo>
                <a:lnTo>
                  <a:pt x="8864" y="20"/>
                </a:lnTo>
                <a:lnTo>
                  <a:pt x="8764" y="20"/>
                </a:lnTo>
                <a:lnTo>
                  <a:pt x="8764" y="0"/>
                </a:lnTo>
                <a:moveTo>
                  <a:pt x="8924" y="0"/>
                </a:moveTo>
                <a:lnTo>
                  <a:pt x="9023" y="0"/>
                </a:lnTo>
                <a:lnTo>
                  <a:pt x="9023" y="20"/>
                </a:lnTo>
                <a:lnTo>
                  <a:pt x="8924" y="20"/>
                </a:lnTo>
                <a:lnTo>
                  <a:pt x="8924" y="0"/>
                </a:lnTo>
                <a:moveTo>
                  <a:pt x="9083" y="0"/>
                </a:moveTo>
                <a:lnTo>
                  <a:pt x="9182" y="0"/>
                </a:lnTo>
                <a:lnTo>
                  <a:pt x="9182" y="20"/>
                </a:lnTo>
                <a:lnTo>
                  <a:pt x="9083" y="20"/>
                </a:lnTo>
                <a:lnTo>
                  <a:pt x="9083" y="0"/>
                </a:lnTo>
                <a:moveTo>
                  <a:pt x="9242" y="0"/>
                </a:moveTo>
                <a:lnTo>
                  <a:pt x="9341" y="0"/>
                </a:lnTo>
                <a:lnTo>
                  <a:pt x="9341" y="20"/>
                </a:lnTo>
                <a:lnTo>
                  <a:pt x="9242" y="20"/>
                </a:lnTo>
                <a:lnTo>
                  <a:pt x="9242" y="0"/>
                </a:lnTo>
                <a:moveTo>
                  <a:pt x="9401" y="0"/>
                </a:moveTo>
                <a:lnTo>
                  <a:pt x="9501" y="0"/>
                </a:lnTo>
                <a:lnTo>
                  <a:pt x="9501" y="20"/>
                </a:lnTo>
                <a:lnTo>
                  <a:pt x="9401" y="20"/>
                </a:lnTo>
                <a:lnTo>
                  <a:pt x="9401" y="0"/>
                </a:lnTo>
                <a:moveTo>
                  <a:pt x="9560" y="0"/>
                </a:moveTo>
                <a:lnTo>
                  <a:pt x="9660" y="0"/>
                </a:lnTo>
                <a:lnTo>
                  <a:pt x="9660" y="20"/>
                </a:lnTo>
                <a:lnTo>
                  <a:pt x="9560" y="20"/>
                </a:lnTo>
                <a:lnTo>
                  <a:pt x="9560" y="0"/>
                </a:lnTo>
                <a:moveTo>
                  <a:pt x="9719" y="0"/>
                </a:moveTo>
                <a:lnTo>
                  <a:pt x="9819" y="0"/>
                </a:lnTo>
                <a:lnTo>
                  <a:pt x="9819" y="20"/>
                </a:lnTo>
                <a:lnTo>
                  <a:pt x="9719" y="20"/>
                </a:lnTo>
                <a:lnTo>
                  <a:pt x="9719" y="0"/>
                </a:lnTo>
                <a:moveTo>
                  <a:pt x="9879" y="0"/>
                </a:moveTo>
                <a:lnTo>
                  <a:pt x="9978" y="0"/>
                </a:lnTo>
                <a:lnTo>
                  <a:pt x="9978" y="20"/>
                </a:lnTo>
                <a:lnTo>
                  <a:pt x="9879" y="20"/>
                </a:lnTo>
                <a:lnTo>
                  <a:pt x="9879" y="0"/>
                </a:lnTo>
                <a:moveTo>
                  <a:pt x="10038" y="0"/>
                </a:moveTo>
                <a:lnTo>
                  <a:pt x="10137" y="0"/>
                </a:lnTo>
                <a:lnTo>
                  <a:pt x="10137" y="20"/>
                </a:lnTo>
                <a:lnTo>
                  <a:pt x="10038" y="20"/>
                </a:lnTo>
                <a:lnTo>
                  <a:pt x="10038" y="0"/>
                </a:lnTo>
                <a:moveTo>
                  <a:pt x="10197" y="0"/>
                </a:moveTo>
                <a:lnTo>
                  <a:pt x="10296" y="0"/>
                </a:lnTo>
                <a:lnTo>
                  <a:pt x="10296" y="20"/>
                </a:lnTo>
                <a:lnTo>
                  <a:pt x="10197" y="20"/>
                </a:lnTo>
                <a:lnTo>
                  <a:pt x="10197" y="0"/>
                </a:lnTo>
                <a:moveTo>
                  <a:pt x="10356" y="0"/>
                </a:moveTo>
                <a:lnTo>
                  <a:pt x="10456" y="0"/>
                </a:lnTo>
                <a:lnTo>
                  <a:pt x="10456" y="20"/>
                </a:lnTo>
                <a:lnTo>
                  <a:pt x="10356" y="20"/>
                </a:lnTo>
                <a:lnTo>
                  <a:pt x="10356" y="0"/>
                </a:lnTo>
                <a:moveTo>
                  <a:pt x="10515" y="0"/>
                </a:moveTo>
                <a:lnTo>
                  <a:pt x="10615" y="0"/>
                </a:lnTo>
                <a:lnTo>
                  <a:pt x="10615" y="20"/>
                </a:lnTo>
                <a:lnTo>
                  <a:pt x="10515" y="20"/>
                </a:lnTo>
                <a:lnTo>
                  <a:pt x="10515" y="0"/>
                </a:lnTo>
                <a:moveTo>
                  <a:pt x="10674" y="0"/>
                </a:moveTo>
                <a:lnTo>
                  <a:pt x="10774" y="0"/>
                </a:lnTo>
                <a:lnTo>
                  <a:pt x="10774" y="20"/>
                </a:lnTo>
                <a:lnTo>
                  <a:pt x="10674" y="20"/>
                </a:lnTo>
                <a:lnTo>
                  <a:pt x="10674" y="0"/>
                </a:lnTo>
                <a:moveTo>
                  <a:pt x="10834" y="0"/>
                </a:moveTo>
                <a:lnTo>
                  <a:pt x="10933" y="0"/>
                </a:lnTo>
                <a:lnTo>
                  <a:pt x="10933" y="20"/>
                </a:lnTo>
                <a:lnTo>
                  <a:pt x="10834" y="20"/>
                </a:lnTo>
                <a:lnTo>
                  <a:pt x="10834" y="0"/>
                </a:lnTo>
                <a:moveTo>
                  <a:pt x="10993" y="0"/>
                </a:moveTo>
                <a:lnTo>
                  <a:pt x="11092" y="0"/>
                </a:lnTo>
                <a:lnTo>
                  <a:pt x="11092" y="20"/>
                </a:lnTo>
                <a:lnTo>
                  <a:pt x="10993" y="20"/>
                </a:lnTo>
                <a:lnTo>
                  <a:pt x="10993" y="0"/>
                </a:lnTo>
                <a:moveTo>
                  <a:pt x="11152" y="0"/>
                </a:moveTo>
                <a:lnTo>
                  <a:pt x="11251" y="0"/>
                </a:lnTo>
                <a:lnTo>
                  <a:pt x="11251" y="20"/>
                </a:lnTo>
                <a:lnTo>
                  <a:pt x="11152" y="20"/>
                </a:lnTo>
                <a:lnTo>
                  <a:pt x="11152" y="0"/>
                </a:lnTo>
                <a:moveTo>
                  <a:pt x="11311" y="0"/>
                </a:moveTo>
                <a:lnTo>
                  <a:pt x="11410" y="0"/>
                </a:lnTo>
                <a:lnTo>
                  <a:pt x="11410" y="20"/>
                </a:lnTo>
                <a:lnTo>
                  <a:pt x="11311" y="20"/>
                </a:lnTo>
                <a:lnTo>
                  <a:pt x="11311" y="0"/>
                </a:lnTo>
                <a:moveTo>
                  <a:pt x="11470" y="0"/>
                </a:moveTo>
                <a:lnTo>
                  <a:pt x="11570" y="0"/>
                </a:lnTo>
                <a:lnTo>
                  <a:pt x="11570" y="20"/>
                </a:lnTo>
                <a:lnTo>
                  <a:pt x="11470" y="20"/>
                </a:lnTo>
                <a:lnTo>
                  <a:pt x="11470" y="0"/>
                </a:lnTo>
                <a:moveTo>
                  <a:pt x="11599" y="50"/>
                </a:moveTo>
                <a:lnTo>
                  <a:pt x="11599" y="150"/>
                </a:lnTo>
                <a:lnTo>
                  <a:pt x="11580" y="150"/>
                </a:lnTo>
                <a:lnTo>
                  <a:pt x="11580" y="50"/>
                </a:lnTo>
                <a:lnTo>
                  <a:pt x="11599" y="50"/>
                </a:lnTo>
                <a:moveTo>
                  <a:pt x="11599" y="209"/>
                </a:moveTo>
                <a:lnTo>
                  <a:pt x="11599" y="309"/>
                </a:lnTo>
                <a:lnTo>
                  <a:pt x="11580" y="309"/>
                </a:lnTo>
                <a:lnTo>
                  <a:pt x="11580" y="209"/>
                </a:lnTo>
                <a:lnTo>
                  <a:pt x="11599" y="209"/>
                </a:lnTo>
                <a:moveTo>
                  <a:pt x="11599" y="369"/>
                </a:moveTo>
                <a:lnTo>
                  <a:pt x="11599" y="468"/>
                </a:lnTo>
                <a:lnTo>
                  <a:pt x="11580" y="468"/>
                </a:lnTo>
                <a:lnTo>
                  <a:pt x="11580" y="369"/>
                </a:lnTo>
                <a:lnTo>
                  <a:pt x="11599" y="369"/>
                </a:lnTo>
                <a:moveTo>
                  <a:pt x="11599" y="528"/>
                </a:moveTo>
                <a:lnTo>
                  <a:pt x="11599" y="628"/>
                </a:lnTo>
                <a:lnTo>
                  <a:pt x="11580" y="628"/>
                </a:lnTo>
                <a:lnTo>
                  <a:pt x="11580" y="528"/>
                </a:lnTo>
                <a:lnTo>
                  <a:pt x="11599" y="528"/>
                </a:lnTo>
                <a:moveTo>
                  <a:pt x="11599" y="687"/>
                </a:moveTo>
                <a:lnTo>
                  <a:pt x="11599" y="787"/>
                </a:lnTo>
                <a:lnTo>
                  <a:pt x="11580" y="787"/>
                </a:lnTo>
                <a:lnTo>
                  <a:pt x="11580" y="687"/>
                </a:lnTo>
                <a:lnTo>
                  <a:pt x="11599" y="687"/>
                </a:lnTo>
                <a:moveTo>
                  <a:pt x="11599" y="847"/>
                </a:moveTo>
                <a:lnTo>
                  <a:pt x="11599" y="946"/>
                </a:lnTo>
                <a:lnTo>
                  <a:pt x="11580" y="946"/>
                </a:lnTo>
                <a:lnTo>
                  <a:pt x="11580" y="847"/>
                </a:lnTo>
                <a:lnTo>
                  <a:pt x="11599" y="847"/>
                </a:lnTo>
                <a:moveTo>
                  <a:pt x="11599" y="1006"/>
                </a:moveTo>
                <a:lnTo>
                  <a:pt x="11599" y="1106"/>
                </a:lnTo>
                <a:lnTo>
                  <a:pt x="11580" y="1106"/>
                </a:lnTo>
                <a:lnTo>
                  <a:pt x="11580" y="1006"/>
                </a:lnTo>
                <a:lnTo>
                  <a:pt x="11599" y="1006"/>
                </a:lnTo>
                <a:moveTo>
                  <a:pt x="11599" y="1165"/>
                </a:moveTo>
                <a:lnTo>
                  <a:pt x="11599" y="1266"/>
                </a:lnTo>
                <a:lnTo>
                  <a:pt x="11580" y="1266"/>
                </a:lnTo>
                <a:lnTo>
                  <a:pt x="11580" y="1165"/>
                </a:lnTo>
                <a:lnTo>
                  <a:pt x="11599" y="1165"/>
                </a:lnTo>
                <a:moveTo>
                  <a:pt x="11570" y="1316"/>
                </a:moveTo>
                <a:lnTo>
                  <a:pt x="11470" y="1316"/>
                </a:lnTo>
                <a:lnTo>
                  <a:pt x="11470" y="1296"/>
                </a:lnTo>
                <a:lnTo>
                  <a:pt x="11570" y="1296"/>
                </a:lnTo>
                <a:lnTo>
                  <a:pt x="11570" y="1316"/>
                </a:lnTo>
                <a:moveTo>
                  <a:pt x="11410" y="1316"/>
                </a:moveTo>
                <a:lnTo>
                  <a:pt x="11311" y="1316"/>
                </a:lnTo>
                <a:lnTo>
                  <a:pt x="11311" y="1296"/>
                </a:lnTo>
                <a:lnTo>
                  <a:pt x="11410" y="1296"/>
                </a:lnTo>
                <a:lnTo>
                  <a:pt x="11410" y="1316"/>
                </a:lnTo>
                <a:moveTo>
                  <a:pt x="11251" y="1316"/>
                </a:moveTo>
                <a:lnTo>
                  <a:pt x="11152" y="1316"/>
                </a:lnTo>
                <a:lnTo>
                  <a:pt x="11152" y="1296"/>
                </a:lnTo>
                <a:lnTo>
                  <a:pt x="11251" y="1296"/>
                </a:lnTo>
                <a:lnTo>
                  <a:pt x="11251" y="1316"/>
                </a:lnTo>
                <a:moveTo>
                  <a:pt x="11092" y="1316"/>
                </a:moveTo>
                <a:lnTo>
                  <a:pt x="10993" y="1316"/>
                </a:lnTo>
                <a:lnTo>
                  <a:pt x="10993" y="1296"/>
                </a:lnTo>
                <a:lnTo>
                  <a:pt x="11092" y="1296"/>
                </a:lnTo>
                <a:lnTo>
                  <a:pt x="11092" y="1316"/>
                </a:lnTo>
                <a:moveTo>
                  <a:pt x="10933" y="1316"/>
                </a:moveTo>
                <a:lnTo>
                  <a:pt x="10834" y="1316"/>
                </a:lnTo>
                <a:lnTo>
                  <a:pt x="10834" y="1296"/>
                </a:lnTo>
                <a:lnTo>
                  <a:pt x="10933" y="1296"/>
                </a:lnTo>
                <a:lnTo>
                  <a:pt x="10933" y="1316"/>
                </a:lnTo>
                <a:moveTo>
                  <a:pt x="10774" y="1316"/>
                </a:moveTo>
                <a:lnTo>
                  <a:pt x="10674" y="1316"/>
                </a:lnTo>
                <a:lnTo>
                  <a:pt x="10674" y="1296"/>
                </a:lnTo>
                <a:lnTo>
                  <a:pt x="10774" y="1296"/>
                </a:lnTo>
                <a:lnTo>
                  <a:pt x="10774" y="1316"/>
                </a:lnTo>
                <a:moveTo>
                  <a:pt x="10615" y="1316"/>
                </a:moveTo>
                <a:lnTo>
                  <a:pt x="10515" y="1316"/>
                </a:lnTo>
                <a:lnTo>
                  <a:pt x="10515" y="1296"/>
                </a:lnTo>
                <a:lnTo>
                  <a:pt x="10615" y="1296"/>
                </a:lnTo>
                <a:lnTo>
                  <a:pt x="10615" y="1316"/>
                </a:lnTo>
                <a:moveTo>
                  <a:pt x="10456" y="1316"/>
                </a:moveTo>
                <a:lnTo>
                  <a:pt x="10356" y="1316"/>
                </a:lnTo>
                <a:lnTo>
                  <a:pt x="10356" y="1296"/>
                </a:lnTo>
                <a:lnTo>
                  <a:pt x="10456" y="1296"/>
                </a:lnTo>
                <a:lnTo>
                  <a:pt x="10456" y="1316"/>
                </a:lnTo>
                <a:moveTo>
                  <a:pt x="10296" y="1316"/>
                </a:moveTo>
                <a:lnTo>
                  <a:pt x="10197" y="1316"/>
                </a:lnTo>
                <a:lnTo>
                  <a:pt x="10197" y="1296"/>
                </a:lnTo>
                <a:lnTo>
                  <a:pt x="10296" y="1296"/>
                </a:lnTo>
                <a:lnTo>
                  <a:pt x="10296" y="1316"/>
                </a:lnTo>
                <a:moveTo>
                  <a:pt x="10137" y="1316"/>
                </a:moveTo>
                <a:lnTo>
                  <a:pt x="10038" y="1316"/>
                </a:lnTo>
                <a:lnTo>
                  <a:pt x="10038" y="1296"/>
                </a:lnTo>
                <a:lnTo>
                  <a:pt x="10137" y="1296"/>
                </a:lnTo>
                <a:lnTo>
                  <a:pt x="10137" y="1316"/>
                </a:lnTo>
                <a:moveTo>
                  <a:pt x="9978" y="1316"/>
                </a:moveTo>
                <a:lnTo>
                  <a:pt x="9879" y="1316"/>
                </a:lnTo>
                <a:lnTo>
                  <a:pt x="9879" y="1296"/>
                </a:lnTo>
                <a:lnTo>
                  <a:pt x="9978" y="1296"/>
                </a:lnTo>
                <a:lnTo>
                  <a:pt x="9978" y="1316"/>
                </a:lnTo>
                <a:moveTo>
                  <a:pt x="9819" y="1316"/>
                </a:moveTo>
                <a:lnTo>
                  <a:pt x="9719" y="1316"/>
                </a:lnTo>
                <a:lnTo>
                  <a:pt x="9719" y="1296"/>
                </a:lnTo>
                <a:lnTo>
                  <a:pt x="9819" y="1296"/>
                </a:lnTo>
                <a:lnTo>
                  <a:pt x="9819" y="1316"/>
                </a:lnTo>
                <a:moveTo>
                  <a:pt x="9660" y="1316"/>
                </a:moveTo>
                <a:lnTo>
                  <a:pt x="9560" y="1316"/>
                </a:lnTo>
                <a:lnTo>
                  <a:pt x="9560" y="1296"/>
                </a:lnTo>
                <a:lnTo>
                  <a:pt x="9660" y="1296"/>
                </a:lnTo>
                <a:lnTo>
                  <a:pt x="9660" y="1316"/>
                </a:lnTo>
                <a:moveTo>
                  <a:pt x="9501" y="1316"/>
                </a:moveTo>
                <a:lnTo>
                  <a:pt x="9401" y="1316"/>
                </a:lnTo>
                <a:lnTo>
                  <a:pt x="9401" y="1296"/>
                </a:lnTo>
                <a:lnTo>
                  <a:pt x="9501" y="1296"/>
                </a:lnTo>
                <a:lnTo>
                  <a:pt x="9501" y="1316"/>
                </a:lnTo>
                <a:moveTo>
                  <a:pt x="9341" y="1316"/>
                </a:moveTo>
                <a:lnTo>
                  <a:pt x="9242" y="1316"/>
                </a:lnTo>
                <a:lnTo>
                  <a:pt x="9242" y="1296"/>
                </a:lnTo>
                <a:lnTo>
                  <a:pt x="9341" y="1296"/>
                </a:lnTo>
                <a:lnTo>
                  <a:pt x="9341" y="1316"/>
                </a:lnTo>
                <a:moveTo>
                  <a:pt x="9182" y="1316"/>
                </a:moveTo>
                <a:lnTo>
                  <a:pt x="9083" y="1316"/>
                </a:lnTo>
                <a:lnTo>
                  <a:pt x="9083" y="1296"/>
                </a:lnTo>
                <a:lnTo>
                  <a:pt x="9182" y="1296"/>
                </a:lnTo>
                <a:lnTo>
                  <a:pt x="9182" y="1316"/>
                </a:lnTo>
                <a:moveTo>
                  <a:pt x="9023" y="1316"/>
                </a:moveTo>
                <a:lnTo>
                  <a:pt x="8924" y="1316"/>
                </a:lnTo>
                <a:lnTo>
                  <a:pt x="8924" y="1296"/>
                </a:lnTo>
                <a:lnTo>
                  <a:pt x="9023" y="1296"/>
                </a:lnTo>
                <a:lnTo>
                  <a:pt x="9023" y="1316"/>
                </a:lnTo>
                <a:moveTo>
                  <a:pt x="8864" y="1316"/>
                </a:moveTo>
                <a:lnTo>
                  <a:pt x="8764" y="1316"/>
                </a:lnTo>
                <a:lnTo>
                  <a:pt x="8764" y="1296"/>
                </a:lnTo>
                <a:lnTo>
                  <a:pt x="8864" y="1296"/>
                </a:lnTo>
                <a:lnTo>
                  <a:pt x="8864" y="1316"/>
                </a:lnTo>
                <a:moveTo>
                  <a:pt x="8705" y="1316"/>
                </a:moveTo>
                <a:lnTo>
                  <a:pt x="8605" y="1316"/>
                </a:lnTo>
                <a:lnTo>
                  <a:pt x="8605" y="1296"/>
                </a:lnTo>
                <a:lnTo>
                  <a:pt x="8705" y="1296"/>
                </a:lnTo>
                <a:lnTo>
                  <a:pt x="8705" y="1316"/>
                </a:lnTo>
                <a:moveTo>
                  <a:pt x="8546" y="1316"/>
                </a:moveTo>
                <a:lnTo>
                  <a:pt x="8446" y="1316"/>
                </a:lnTo>
                <a:lnTo>
                  <a:pt x="8446" y="1296"/>
                </a:lnTo>
                <a:lnTo>
                  <a:pt x="8546" y="1296"/>
                </a:lnTo>
                <a:lnTo>
                  <a:pt x="8546" y="1316"/>
                </a:lnTo>
                <a:moveTo>
                  <a:pt x="8386" y="1316"/>
                </a:moveTo>
                <a:lnTo>
                  <a:pt x="8287" y="1316"/>
                </a:lnTo>
                <a:lnTo>
                  <a:pt x="8287" y="1296"/>
                </a:lnTo>
                <a:lnTo>
                  <a:pt x="8386" y="1296"/>
                </a:lnTo>
                <a:lnTo>
                  <a:pt x="8386" y="1316"/>
                </a:lnTo>
                <a:moveTo>
                  <a:pt x="8227" y="1316"/>
                </a:moveTo>
                <a:lnTo>
                  <a:pt x="8128" y="1316"/>
                </a:lnTo>
                <a:lnTo>
                  <a:pt x="8128" y="1296"/>
                </a:lnTo>
                <a:lnTo>
                  <a:pt x="8227" y="1296"/>
                </a:lnTo>
                <a:lnTo>
                  <a:pt x="8227" y="1316"/>
                </a:lnTo>
                <a:moveTo>
                  <a:pt x="8068" y="1316"/>
                </a:moveTo>
                <a:lnTo>
                  <a:pt x="7969" y="1316"/>
                </a:lnTo>
                <a:lnTo>
                  <a:pt x="7969" y="1296"/>
                </a:lnTo>
                <a:lnTo>
                  <a:pt x="8068" y="1296"/>
                </a:lnTo>
                <a:lnTo>
                  <a:pt x="8068" y="1316"/>
                </a:lnTo>
                <a:moveTo>
                  <a:pt x="7909" y="1316"/>
                </a:moveTo>
                <a:lnTo>
                  <a:pt x="7810" y="1316"/>
                </a:lnTo>
                <a:lnTo>
                  <a:pt x="7810" y="1296"/>
                </a:lnTo>
                <a:lnTo>
                  <a:pt x="7909" y="1296"/>
                </a:lnTo>
                <a:lnTo>
                  <a:pt x="7909" y="1316"/>
                </a:lnTo>
                <a:moveTo>
                  <a:pt x="7750" y="1316"/>
                </a:moveTo>
                <a:lnTo>
                  <a:pt x="7650" y="1316"/>
                </a:lnTo>
                <a:lnTo>
                  <a:pt x="7650" y="1296"/>
                </a:lnTo>
                <a:lnTo>
                  <a:pt x="7750" y="1296"/>
                </a:lnTo>
                <a:lnTo>
                  <a:pt x="7750" y="1316"/>
                </a:lnTo>
                <a:moveTo>
                  <a:pt x="7591" y="1316"/>
                </a:moveTo>
                <a:lnTo>
                  <a:pt x="7491" y="1316"/>
                </a:lnTo>
                <a:lnTo>
                  <a:pt x="7491" y="1296"/>
                </a:lnTo>
                <a:lnTo>
                  <a:pt x="7591" y="1296"/>
                </a:lnTo>
                <a:lnTo>
                  <a:pt x="7591" y="1316"/>
                </a:lnTo>
                <a:moveTo>
                  <a:pt x="7432" y="1316"/>
                </a:moveTo>
                <a:lnTo>
                  <a:pt x="7332" y="1316"/>
                </a:lnTo>
                <a:lnTo>
                  <a:pt x="7332" y="1296"/>
                </a:lnTo>
                <a:lnTo>
                  <a:pt x="7432" y="1296"/>
                </a:lnTo>
                <a:lnTo>
                  <a:pt x="7432" y="1316"/>
                </a:lnTo>
                <a:moveTo>
                  <a:pt x="7272" y="1316"/>
                </a:moveTo>
                <a:lnTo>
                  <a:pt x="7173" y="1316"/>
                </a:lnTo>
                <a:lnTo>
                  <a:pt x="7173" y="1296"/>
                </a:lnTo>
                <a:lnTo>
                  <a:pt x="7272" y="1296"/>
                </a:lnTo>
                <a:lnTo>
                  <a:pt x="7272" y="1316"/>
                </a:lnTo>
                <a:moveTo>
                  <a:pt x="7113" y="1316"/>
                </a:moveTo>
                <a:lnTo>
                  <a:pt x="7014" y="1316"/>
                </a:lnTo>
                <a:lnTo>
                  <a:pt x="7014" y="1296"/>
                </a:lnTo>
                <a:lnTo>
                  <a:pt x="7113" y="1296"/>
                </a:lnTo>
                <a:lnTo>
                  <a:pt x="7113" y="1316"/>
                </a:lnTo>
                <a:moveTo>
                  <a:pt x="6954" y="1316"/>
                </a:moveTo>
                <a:lnTo>
                  <a:pt x="6855" y="1316"/>
                </a:lnTo>
                <a:lnTo>
                  <a:pt x="6855" y="1296"/>
                </a:lnTo>
                <a:lnTo>
                  <a:pt x="6954" y="1296"/>
                </a:lnTo>
                <a:lnTo>
                  <a:pt x="6954" y="1316"/>
                </a:lnTo>
                <a:moveTo>
                  <a:pt x="6795" y="1316"/>
                </a:moveTo>
                <a:lnTo>
                  <a:pt x="6695" y="1316"/>
                </a:lnTo>
                <a:lnTo>
                  <a:pt x="6695" y="1296"/>
                </a:lnTo>
                <a:lnTo>
                  <a:pt x="6795" y="1296"/>
                </a:lnTo>
                <a:lnTo>
                  <a:pt x="6795" y="1316"/>
                </a:lnTo>
                <a:moveTo>
                  <a:pt x="6636" y="1316"/>
                </a:moveTo>
                <a:lnTo>
                  <a:pt x="6536" y="1316"/>
                </a:lnTo>
                <a:lnTo>
                  <a:pt x="6536" y="1296"/>
                </a:lnTo>
                <a:lnTo>
                  <a:pt x="6636" y="1296"/>
                </a:lnTo>
                <a:lnTo>
                  <a:pt x="6636" y="1316"/>
                </a:lnTo>
                <a:moveTo>
                  <a:pt x="6477" y="1316"/>
                </a:moveTo>
                <a:lnTo>
                  <a:pt x="6377" y="1316"/>
                </a:lnTo>
                <a:lnTo>
                  <a:pt x="6377" y="1296"/>
                </a:lnTo>
                <a:lnTo>
                  <a:pt x="6477" y="1296"/>
                </a:lnTo>
                <a:lnTo>
                  <a:pt x="6477" y="1316"/>
                </a:lnTo>
                <a:moveTo>
                  <a:pt x="6317" y="1316"/>
                </a:moveTo>
                <a:lnTo>
                  <a:pt x="6218" y="1316"/>
                </a:lnTo>
                <a:lnTo>
                  <a:pt x="6218" y="1296"/>
                </a:lnTo>
                <a:lnTo>
                  <a:pt x="6317" y="1296"/>
                </a:lnTo>
                <a:lnTo>
                  <a:pt x="6317" y="1316"/>
                </a:lnTo>
                <a:moveTo>
                  <a:pt x="6158" y="1316"/>
                </a:moveTo>
                <a:lnTo>
                  <a:pt x="6059" y="1316"/>
                </a:lnTo>
                <a:lnTo>
                  <a:pt x="6059" y="1296"/>
                </a:lnTo>
                <a:lnTo>
                  <a:pt x="6158" y="1296"/>
                </a:lnTo>
                <a:lnTo>
                  <a:pt x="6158" y="1316"/>
                </a:lnTo>
                <a:moveTo>
                  <a:pt x="5999" y="1316"/>
                </a:moveTo>
                <a:lnTo>
                  <a:pt x="5900" y="1316"/>
                </a:lnTo>
                <a:lnTo>
                  <a:pt x="5900" y="1296"/>
                </a:lnTo>
                <a:lnTo>
                  <a:pt x="5999" y="1296"/>
                </a:lnTo>
                <a:lnTo>
                  <a:pt x="5999" y="1316"/>
                </a:lnTo>
                <a:moveTo>
                  <a:pt x="5840" y="1316"/>
                </a:moveTo>
                <a:lnTo>
                  <a:pt x="5740" y="1316"/>
                </a:lnTo>
                <a:lnTo>
                  <a:pt x="5740" y="1296"/>
                </a:lnTo>
                <a:lnTo>
                  <a:pt x="5840" y="1296"/>
                </a:lnTo>
                <a:lnTo>
                  <a:pt x="5840" y="1316"/>
                </a:lnTo>
                <a:moveTo>
                  <a:pt x="5681" y="1316"/>
                </a:moveTo>
                <a:lnTo>
                  <a:pt x="5581" y="1316"/>
                </a:lnTo>
                <a:lnTo>
                  <a:pt x="5581" y="1296"/>
                </a:lnTo>
                <a:lnTo>
                  <a:pt x="5681" y="1296"/>
                </a:lnTo>
                <a:lnTo>
                  <a:pt x="5681" y="1316"/>
                </a:lnTo>
                <a:moveTo>
                  <a:pt x="5522" y="1316"/>
                </a:moveTo>
                <a:lnTo>
                  <a:pt x="5422" y="1316"/>
                </a:lnTo>
                <a:lnTo>
                  <a:pt x="5422" y="1296"/>
                </a:lnTo>
                <a:lnTo>
                  <a:pt x="5522" y="1296"/>
                </a:lnTo>
                <a:lnTo>
                  <a:pt x="5522" y="1316"/>
                </a:lnTo>
                <a:moveTo>
                  <a:pt x="5362" y="1316"/>
                </a:moveTo>
                <a:lnTo>
                  <a:pt x="5263" y="1316"/>
                </a:lnTo>
                <a:lnTo>
                  <a:pt x="5263" y="1296"/>
                </a:lnTo>
                <a:lnTo>
                  <a:pt x="5362" y="1296"/>
                </a:lnTo>
                <a:lnTo>
                  <a:pt x="5362" y="1316"/>
                </a:lnTo>
                <a:moveTo>
                  <a:pt x="5203" y="1316"/>
                </a:moveTo>
                <a:lnTo>
                  <a:pt x="5104" y="1316"/>
                </a:lnTo>
                <a:lnTo>
                  <a:pt x="5104" y="1296"/>
                </a:lnTo>
                <a:lnTo>
                  <a:pt x="5203" y="1296"/>
                </a:lnTo>
                <a:lnTo>
                  <a:pt x="5203" y="1316"/>
                </a:lnTo>
                <a:moveTo>
                  <a:pt x="5044" y="1316"/>
                </a:moveTo>
                <a:lnTo>
                  <a:pt x="4945" y="1316"/>
                </a:lnTo>
                <a:lnTo>
                  <a:pt x="4945" y="1296"/>
                </a:lnTo>
                <a:lnTo>
                  <a:pt x="5044" y="1296"/>
                </a:lnTo>
                <a:lnTo>
                  <a:pt x="5044" y="1316"/>
                </a:lnTo>
                <a:moveTo>
                  <a:pt x="4885" y="1316"/>
                </a:moveTo>
                <a:lnTo>
                  <a:pt x="4785" y="1316"/>
                </a:lnTo>
                <a:lnTo>
                  <a:pt x="4785" y="1296"/>
                </a:lnTo>
                <a:lnTo>
                  <a:pt x="4885" y="1296"/>
                </a:lnTo>
                <a:lnTo>
                  <a:pt x="4885" y="1316"/>
                </a:lnTo>
                <a:moveTo>
                  <a:pt x="4726" y="1316"/>
                </a:moveTo>
                <a:lnTo>
                  <a:pt x="4626" y="1316"/>
                </a:lnTo>
                <a:lnTo>
                  <a:pt x="4626" y="1296"/>
                </a:lnTo>
                <a:lnTo>
                  <a:pt x="4726" y="1296"/>
                </a:lnTo>
                <a:lnTo>
                  <a:pt x="4726" y="1316"/>
                </a:lnTo>
                <a:moveTo>
                  <a:pt x="4567" y="1316"/>
                </a:moveTo>
                <a:lnTo>
                  <a:pt x="4467" y="1316"/>
                </a:lnTo>
                <a:lnTo>
                  <a:pt x="4467" y="1296"/>
                </a:lnTo>
                <a:lnTo>
                  <a:pt x="4567" y="1296"/>
                </a:lnTo>
                <a:lnTo>
                  <a:pt x="4567" y="1316"/>
                </a:lnTo>
                <a:moveTo>
                  <a:pt x="4407" y="1316"/>
                </a:moveTo>
                <a:lnTo>
                  <a:pt x="4308" y="1316"/>
                </a:lnTo>
                <a:lnTo>
                  <a:pt x="4308" y="1296"/>
                </a:lnTo>
                <a:lnTo>
                  <a:pt x="4407" y="1296"/>
                </a:lnTo>
                <a:lnTo>
                  <a:pt x="4407" y="1316"/>
                </a:lnTo>
                <a:moveTo>
                  <a:pt x="4248" y="1316"/>
                </a:moveTo>
                <a:lnTo>
                  <a:pt x="4149" y="1316"/>
                </a:lnTo>
                <a:lnTo>
                  <a:pt x="4149" y="1296"/>
                </a:lnTo>
                <a:lnTo>
                  <a:pt x="4248" y="1296"/>
                </a:lnTo>
                <a:lnTo>
                  <a:pt x="4248" y="1316"/>
                </a:lnTo>
                <a:moveTo>
                  <a:pt x="4089" y="1316"/>
                </a:moveTo>
                <a:lnTo>
                  <a:pt x="3990" y="1316"/>
                </a:lnTo>
                <a:lnTo>
                  <a:pt x="3990" y="1296"/>
                </a:lnTo>
                <a:lnTo>
                  <a:pt x="4089" y="1296"/>
                </a:lnTo>
                <a:lnTo>
                  <a:pt x="4089" y="1316"/>
                </a:lnTo>
                <a:moveTo>
                  <a:pt x="3930" y="1316"/>
                </a:moveTo>
                <a:lnTo>
                  <a:pt x="3831" y="1316"/>
                </a:lnTo>
                <a:lnTo>
                  <a:pt x="3831" y="1296"/>
                </a:lnTo>
                <a:lnTo>
                  <a:pt x="3930" y="1296"/>
                </a:lnTo>
                <a:lnTo>
                  <a:pt x="3930" y="1316"/>
                </a:lnTo>
                <a:moveTo>
                  <a:pt x="3771" y="1316"/>
                </a:moveTo>
                <a:lnTo>
                  <a:pt x="3671" y="1316"/>
                </a:lnTo>
                <a:lnTo>
                  <a:pt x="3671" y="1296"/>
                </a:lnTo>
                <a:lnTo>
                  <a:pt x="3771" y="1296"/>
                </a:lnTo>
                <a:lnTo>
                  <a:pt x="3771" y="1316"/>
                </a:lnTo>
                <a:moveTo>
                  <a:pt x="3612" y="1316"/>
                </a:moveTo>
                <a:lnTo>
                  <a:pt x="3512" y="1316"/>
                </a:lnTo>
                <a:lnTo>
                  <a:pt x="3512" y="1296"/>
                </a:lnTo>
                <a:lnTo>
                  <a:pt x="3612" y="1296"/>
                </a:lnTo>
                <a:lnTo>
                  <a:pt x="3612" y="1316"/>
                </a:lnTo>
                <a:moveTo>
                  <a:pt x="3453" y="1316"/>
                </a:moveTo>
                <a:lnTo>
                  <a:pt x="3353" y="1316"/>
                </a:lnTo>
                <a:lnTo>
                  <a:pt x="3353" y="1296"/>
                </a:lnTo>
                <a:lnTo>
                  <a:pt x="3453" y="1296"/>
                </a:lnTo>
                <a:lnTo>
                  <a:pt x="3453" y="1316"/>
                </a:lnTo>
                <a:moveTo>
                  <a:pt x="3293" y="1316"/>
                </a:moveTo>
                <a:lnTo>
                  <a:pt x="3194" y="1316"/>
                </a:lnTo>
                <a:lnTo>
                  <a:pt x="3194" y="1296"/>
                </a:lnTo>
                <a:lnTo>
                  <a:pt x="3293" y="1296"/>
                </a:lnTo>
                <a:lnTo>
                  <a:pt x="3293" y="1316"/>
                </a:lnTo>
                <a:moveTo>
                  <a:pt x="3134" y="1316"/>
                </a:moveTo>
                <a:lnTo>
                  <a:pt x="3035" y="1316"/>
                </a:lnTo>
                <a:lnTo>
                  <a:pt x="3035" y="1296"/>
                </a:lnTo>
                <a:lnTo>
                  <a:pt x="3134" y="1296"/>
                </a:lnTo>
                <a:lnTo>
                  <a:pt x="3134" y="1316"/>
                </a:lnTo>
                <a:moveTo>
                  <a:pt x="2975" y="1316"/>
                </a:moveTo>
                <a:lnTo>
                  <a:pt x="2876" y="1316"/>
                </a:lnTo>
                <a:lnTo>
                  <a:pt x="2876" y="1296"/>
                </a:lnTo>
                <a:lnTo>
                  <a:pt x="2975" y="1296"/>
                </a:lnTo>
                <a:lnTo>
                  <a:pt x="2975" y="1316"/>
                </a:lnTo>
                <a:moveTo>
                  <a:pt x="2816" y="1316"/>
                </a:moveTo>
                <a:lnTo>
                  <a:pt x="2716" y="1316"/>
                </a:lnTo>
                <a:lnTo>
                  <a:pt x="2716" y="1296"/>
                </a:lnTo>
                <a:lnTo>
                  <a:pt x="2816" y="1296"/>
                </a:lnTo>
                <a:lnTo>
                  <a:pt x="2816" y="1316"/>
                </a:lnTo>
                <a:moveTo>
                  <a:pt x="2657" y="1316"/>
                </a:moveTo>
                <a:lnTo>
                  <a:pt x="2557" y="1316"/>
                </a:lnTo>
                <a:lnTo>
                  <a:pt x="2557" y="1296"/>
                </a:lnTo>
                <a:lnTo>
                  <a:pt x="2657" y="1296"/>
                </a:lnTo>
                <a:lnTo>
                  <a:pt x="2657" y="1316"/>
                </a:lnTo>
                <a:moveTo>
                  <a:pt x="2498" y="1316"/>
                </a:moveTo>
                <a:lnTo>
                  <a:pt x="2398" y="1316"/>
                </a:lnTo>
                <a:lnTo>
                  <a:pt x="2398" y="1296"/>
                </a:lnTo>
                <a:lnTo>
                  <a:pt x="2498" y="1296"/>
                </a:lnTo>
                <a:lnTo>
                  <a:pt x="2498" y="1316"/>
                </a:lnTo>
                <a:moveTo>
                  <a:pt x="2338" y="1316"/>
                </a:moveTo>
                <a:lnTo>
                  <a:pt x="2239" y="1316"/>
                </a:lnTo>
                <a:lnTo>
                  <a:pt x="2239" y="1296"/>
                </a:lnTo>
                <a:lnTo>
                  <a:pt x="2338" y="1296"/>
                </a:lnTo>
                <a:lnTo>
                  <a:pt x="2338" y="1316"/>
                </a:lnTo>
                <a:moveTo>
                  <a:pt x="2178" y="1316"/>
                </a:moveTo>
                <a:lnTo>
                  <a:pt x="2079" y="1316"/>
                </a:lnTo>
                <a:lnTo>
                  <a:pt x="2079" y="1296"/>
                </a:lnTo>
                <a:lnTo>
                  <a:pt x="2178" y="1296"/>
                </a:lnTo>
                <a:lnTo>
                  <a:pt x="2178" y="1316"/>
                </a:lnTo>
                <a:moveTo>
                  <a:pt x="2019" y="1316"/>
                </a:moveTo>
                <a:lnTo>
                  <a:pt x="1920" y="1316"/>
                </a:lnTo>
                <a:lnTo>
                  <a:pt x="1920" y="1296"/>
                </a:lnTo>
                <a:lnTo>
                  <a:pt x="2019" y="1296"/>
                </a:lnTo>
                <a:lnTo>
                  <a:pt x="2019" y="1316"/>
                </a:lnTo>
                <a:moveTo>
                  <a:pt x="1860" y="1316"/>
                </a:moveTo>
                <a:lnTo>
                  <a:pt x="1760" y="1316"/>
                </a:lnTo>
                <a:lnTo>
                  <a:pt x="1760" y="1296"/>
                </a:lnTo>
                <a:lnTo>
                  <a:pt x="1860" y="1296"/>
                </a:lnTo>
                <a:lnTo>
                  <a:pt x="1860" y="1316"/>
                </a:lnTo>
                <a:moveTo>
                  <a:pt x="1701" y="1316"/>
                </a:moveTo>
                <a:lnTo>
                  <a:pt x="1601" y="1316"/>
                </a:lnTo>
                <a:lnTo>
                  <a:pt x="1601" y="1296"/>
                </a:lnTo>
                <a:lnTo>
                  <a:pt x="1701" y="1296"/>
                </a:lnTo>
                <a:lnTo>
                  <a:pt x="1701" y="1316"/>
                </a:lnTo>
                <a:moveTo>
                  <a:pt x="1542" y="1316"/>
                </a:moveTo>
                <a:lnTo>
                  <a:pt x="1442" y="1316"/>
                </a:lnTo>
                <a:lnTo>
                  <a:pt x="1442" y="1296"/>
                </a:lnTo>
                <a:lnTo>
                  <a:pt x="1542" y="1296"/>
                </a:lnTo>
                <a:lnTo>
                  <a:pt x="1542" y="1316"/>
                </a:lnTo>
                <a:moveTo>
                  <a:pt x="1382" y="1316"/>
                </a:moveTo>
                <a:lnTo>
                  <a:pt x="1283" y="1316"/>
                </a:lnTo>
                <a:lnTo>
                  <a:pt x="1283" y="1296"/>
                </a:lnTo>
                <a:lnTo>
                  <a:pt x="1382" y="1296"/>
                </a:lnTo>
                <a:lnTo>
                  <a:pt x="1382" y="1316"/>
                </a:lnTo>
                <a:moveTo>
                  <a:pt x="1223" y="1316"/>
                </a:moveTo>
                <a:lnTo>
                  <a:pt x="1124" y="1316"/>
                </a:lnTo>
                <a:lnTo>
                  <a:pt x="1124" y="1296"/>
                </a:lnTo>
                <a:lnTo>
                  <a:pt x="1223" y="1296"/>
                </a:lnTo>
                <a:lnTo>
                  <a:pt x="1223" y="1316"/>
                </a:lnTo>
                <a:moveTo>
                  <a:pt x="1064" y="1316"/>
                </a:moveTo>
                <a:lnTo>
                  <a:pt x="965" y="1316"/>
                </a:lnTo>
                <a:lnTo>
                  <a:pt x="965" y="1296"/>
                </a:lnTo>
                <a:lnTo>
                  <a:pt x="1064" y="1296"/>
                </a:lnTo>
                <a:lnTo>
                  <a:pt x="1064" y="1316"/>
                </a:lnTo>
                <a:moveTo>
                  <a:pt x="905" y="1316"/>
                </a:moveTo>
                <a:lnTo>
                  <a:pt x="806" y="1316"/>
                </a:lnTo>
                <a:lnTo>
                  <a:pt x="806" y="1296"/>
                </a:lnTo>
                <a:lnTo>
                  <a:pt x="905" y="1296"/>
                </a:lnTo>
                <a:lnTo>
                  <a:pt x="905" y="1316"/>
                </a:lnTo>
                <a:moveTo>
                  <a:pt x="746" y="1316"/>
                </a:moveTo>
                <a:lnTo>
                  <a:pt x="646" y="1316"/>
                </a:lnTo>
                <a:lnTo>
                  <a:pt x="646" y="1296"/>
                </a:lnTo>
                <a:lnTo>
                  <a:pt x="746" y="1296"/>
                </a:lnTo>
                <a:lnTo>
                  <a:pt x="746" y="1316"/>
                </a:lnTo>
                <a:moveTo>
                  <a:pt x="587" y="1316"/>
                </a:moveTo>
                <a:lnTo>
                  <a:pt x="487" y="1316"/>
                </a:lnTo>
                <a:lnTo>
                  <a:pt x="487" y="1296"/>
                </a:lnTo>
                <a:lnTo>
                  <a:pt x="587" y="1296"/>
                </a:lnTo>
                <a:lnTo>
                  <a:pt x="587" y="1316"/>
                </a:lnTo>
                <a:moveTo>
                  <a:pt x="428" y="1316"/>
                </a:moveTo>
                <a:lnTo>
                  <a:pt x="328" y="1316"/>
                </a:lnTo>
                <a:lnTo>
                  <a:pt x="328" y="1296"/>
                </a:lnTo>
                <a:lnTo>
                  <a:pt x="428" y="1296"/>
                </a:lnTo>
                <a:lnTo>
                  <a:pt x="428" y="1316"/>
                </a:lnTo>
                <a:moveTo>
                  <a:pt x="268" y="1316"/>
                </a:moveTo>
                <a:lnTo>
                  <a:pt x="169" y="1316"/>
                </a:lnTo>
                <a:lnTo>
                  <a:pt x="169" y="1296"/>
                </a:lnTo>
                <a:lnTo>
                  <a:pt x="268" y="1296"/>
                </a:lnTo>
                <a:lnTo>
                  <a:pt x="268" y="1316"/>
                </a:lnTo>
                <a:moveTo>
                  <a:pt x="109" y="1316"/>
                </a:moveTo>
                <a:lnTo>
                  <a:pt x="10" y="1316"/>
                </a:lnTo>
                <a:lnTo>
                  <a:pt x="10" y="1296"/>
                </a:lnTo>
                <a:lnTo>
                  <a:pt x="109" y="1296"/>
                </a:lnTo>
                <a:lnTo>
                  <a:pt x="109" y="1316"/>
                </a:lnTo>
                <a:moveTo>
                  <a:pt x="0" y="1246"/>
                </a:moveTo>
                <a:lnTo>
                  <a:pt x="0" y="1145"/>
                </a:lnTo>
                <a:lnTo>
                  <a:pt x="20" y="1145"/>
                </a:lnTo>
                <a:lnTo>
                  <a:pt x="20" y="1246"/>
                </a:lnTo>
                <a:lnTo>
                  <a:pt x="0" y="1246"/>
                </a:lnTo>
                <a:moveTo>
                  <a:pt x="0" y="1086"/>
                </a:moveTo>
                <a:lnTo>
                  <a:pt x="0" y="986"/>
                </a:lnTo>
                <a:lnTo>
                  <a:pt x="20" y="986"/>
                </a:lnTo>
                <a:lnTo>
                  <a:pt x="20" y="1086"/>
                </a:lnTo>
                <a:lnTo>
                  <a:pt x="0" y="1086"/>
                </a:lnTo>
                <a:moveTo>
                  <a:pt x="0" y="926"/>
                </a:moveTo>
                <a:lnTo>
                  <a:pt x="0" y="827"/>
                </a:lnTo>
                <a:lnTo>
                  <a:pt x="20" y="827"/>
                </a:lnTo>
                <a:lnTo>
                  <a:pt x="20" y="926"/>
                </a:lnTo>
                <a:lnTo>
                  <a:pt x="0" y="926"/>
                </a:lnTo>
                <a:moveTo>
                  <a:pt x="0" y="767"/>
                </a:moveTo>
                <a:lnTo>
                  <a:pt x="0" y="667"/>
                </a:lnTo>
                <a:lnTo>
                  <a:pt x="20" y="667"/>
                </a:lnTo>
                <a:lnTo>
                  <a:pt x="20" y="767"/>
                </a:lnTo>
                <a:lnTo>
                  <a:pt x="0" y="767"/>
                </a:lnTo>
                <a:moveTo>
                  <a:pt x="0" y="608"/>
                </a:moveTo>
                <a:lnTo>
                  <a:pt x="0" y="508"/>
                </a:lnTo>
                <a:lnTo>
                  <a:pt x="20" y="508"/>
                </a:lnTo>
                <a:lnTo>
                  <a:pt x="20" y="608"/>
                </a:lnTo>
                <a:lnTo>
                  <a:pt x="0" y="608"/>
                </a:lnTo>
                <a:moveTo>
                  <a:pt x="0" y="448"/>
                </a:moveTo>
                <a:lnTo>
                  <a:pt x="0" y="349"/>
                </a:lnTo>
                <a:lnTo>
                  <a:pt x="20" y="349"/>
                </a:lnTo>
                <a:lnTo>
                  <a:pt x="20" y="448"/>
                </a:lnTo>
                <a:lnTo>
                  <a:pt x="0" y="448"/>
                </a:lnTo>
                <a:moveTo>
                  <a:pt x="0" y="289"/>
                </a:moveTo>
                <a:lnTo>
                  <a:pt x="0" y="189"/>
                </a:lnTo>
                <a:lnTo>
                  <a:pt x="20" y="189"/>
                </a:lnTo>
                <a:lnTo>
                  <a:pt x="20" y="289"/>
                </a:lnTo>
                <a:lnTo>
                  <a:pt x="0" y="289"/>
                </a:lnTo>
                <a:moveTo>
                  <a:pt x="0" y="130"/>
                </a:moveTo>
                <a:lnTo>
                  <a:pt x="0" y="30"/>
                </a:lnTo>
                <a:lnTo>
                  <a:pt x="20" y="30"/>
                </a:lnTo>
                <a:lnTo>
                  <a:pt x="20" y="130"/>
                </a:lnTo>
                <a:lnTo>
                  <a:pt x="0" y="130"/>
                </a:lnTo>
                <a:moveTo>
                  <a:pt x="10" y="0"/>
                </a:moveTo>
                <a:lnTo>
                  <a:pt x="109" y="0"/>
                </a:lnTo>
                <a:lnTo>
                  <a:pt x="109" y="20"/>
                </a:lnTo>
                <a:lnTo>
                  <a:pt x="10" y="20"/>
                </a:lnTo>
                <a:lnTo>
                  <a:pt x="10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1" name=""/>
          <p:cNvSpPr/>
          <p:nvPr/>
        </p:nvSpPr>
        <p:spPr>
          <a:xfrm>
            <a:off x="5311800" y="3173760"/>
            <a:ext cx="86040" cy="72000"/>
          </a:xfrm>
          <a:custGeom>
            <a:avLst/>
            <a:gdLst/>
            <a:ahLst/>
            <a:rect l="0" t="0" r="r" b="b"/>
            <a:pathLst>
              <a:path w="239" h="200">
                <a:moveTo>
                  <a:pt x="0" y="0"/>
                </a:moveTo>
                <a:lnTo>
                  <a:pt x="239" y="0"/>
                </a:lnTo>
                <a:lnTo>
                  <a:pt x="239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2" name=""/>
          <p:cNvSpPr/>
          <p:nvPr/>
        </p:nvSpPr>
        <p:spPr>
          <a:xfrm>
            <a:off x="5311800" y="3198600"/>
            <a:ext cx="8568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1358280" y="1853640"/>
            <a:ext cx="33613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patiëntenzorg (kerntaakniveau)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4" name=""/>
          <p:cNvSpPr txBox="1"/>
          <p:nvPr/>
        </p:nvSpPr>
        <p:spPr>
          <a:xfrm>
            <a:off x="1358280" y="3165480"/>
            <a:ext cx="12596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Examenonderdeelspeciﬁcatie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1358280" y="3281400"/>
            <a:ext cx="18309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Proeve van bekwaamheid B1-K1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6" name=""/>
          <p:cNvSpPr/>
          <p:nvPr/>
        </p:nvSpPr>
        <p:spPr>
          <a:xfrm>
            <a:off x="1286640" y="3782880"/>
            <a:ext cx="3015360" cy="466560"/>
          </a:xfrm>
          <a:custGeom>
            <a:avLst/>
            <a:gdLst/>
            <a:ahLst/>
            <a:rect l="0" t="0" r="r" b="b"/>
            <a:pathLst>
              <a:path w="8376" h="1296">
                <a:moveTo>
                  <a:pt x="0" y="0"/>
                </a:moveTo>
                <a:lnTo>
                  <a:pt x="8376" y="0"/>
                </a:lnTo>
                <a:lnTo>
                  <a:pt x="8376" y="1296"/>
                </a:lnTo>
                <a:lnTo>
                  <a:pt x="0" y="129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7" name=""/>
          <p:cNvSpPr/>
          <p:nvPr/>
        </p:nvSpPr>
        <p:spPr>
          <a:xfrm>
            <a:off x="1286640" y="3782880"/>
            <a:ext cx="3015360" cy="466560"/>
          </a:xfrm>
          <a:custGeom>
            <a:avLst/>
            <a:gdLst/>
            <a:ahLst/>
            <a:rect l="0" t="0" r="r" b="b"/>
            <a:pathLst>
              <a:path w="8376" h="1296">
                <a:moveTo>
                  <a:pt x="0" y="0"/>
                </a:moveTo>
                <a:lnTo>
                  <a:pt x="8376" y="0"/>
                </a:lnTo>
                <a:lnTo>
                  <a:pt x="8376" y="1296"/>
                </a:lnTo>
                <a:lnTo>
                  <a:pt x="0" y="1296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a8a85a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8" name=""/>
          <p:cNvSpPr/>
          <p:nvPr/>
        </p:nvSpPr>
        <p:spPr>
          <a:xfrm>
            <a:off x="4158720" y="3840480"/>
            <a:ext cx="86040" cy="72000"/>
          </a:xfrm>
          <a:custGeom>
            <a:avLst/>
            <a:gdLst/>
            <a:ahLst/>
            <a:rect l="0" t="0" r="r" b="b"/>
            <a:pathLst>
              <a:path w="239" h="200">
                <a:moveTo>
                  <a:pt x="0" y="0"/>
                </a:moveTo>
                <a:lnTo>
                  <a:pt x="239" y="0"/>
                </a:lnTo>
                <a:lnTo>
                  <a:pt x="239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9" name=""/>
          <p:cNvSpPr/>
          <p:nvPr/>
        </p:nvSpPr>
        <p:spPr>
          <a:xfrm>
            <a:off x="4158720" y="3865320"/>
            <a:ext cx="85680" cy="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0" name=""/>
          <p:cNvSpPr txBox="1"/>
          <p:nvPr/>
        </p:nvSpPr>
        <p:spPr>
          <a:xfrm>
            <a:off x="1358280" y="3416400"/>
            <a:ext cx="33613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patiëntenzorg (kerntaakniveau)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1358280" y="3832200"/>
            <a:ext cx="13449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a5a2a"/>
                </a:solidFill>
                <a:latin typeface="DejaVuSans"/>
                <a:ea typeface="DejaVuSans"/>
              </a:rPr>
              <a:t>Summatief Afrondingscriterium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2" name=""/>
          <p:cNvSpPr txBox="1"/>
          <p:nvPr/>
        </p:nvSpPr>
        <p:spPr>
          <a:xfrm>
            <a:off x="1358280" y="3948120"/>
            <a:ext cx="24940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c1c1c"/>
                </a:solidFill>
                <a:latin typeface="DejaVuSans"/>
                <a:ea typeface="DejaVuSans"/>
              </a:rPr>
              <a:t>Alle kerntaken en de keuzedelen voldoende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3" name=""/>
          <p:cNvSpPr/>
          <p:nvPr/>
        </p:nvSpPr>
        <p:spPr>
          <a:xfrm>
            <a:off x="1716120" y="2915640"/>
            <a:ext cx="0" cy="200520"/>
          </a:xfrm>
          <a:prstGeom prst="line">
            <a:avLst/>
          </a:prstGeom>
          <a:ln w="90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4" name=""/>
          <p:cNvSpPr/>
          <p:nvPr/>
        </p:nvSpPr>
        <p:spPr>
          <a:xfrm>
            <a:off x="1673280" y="2915640"/>
            <a:ext cx="86400" cy="72000"/>
          </a:xfrm>
          <a:custGeom>
            <a:avLst/>
            <a:gdLst/>
            <a:ahLst/>
            <a:rect l="0" t="0" r="r" b="b"/>
            <a:pathLst>
              <a:path w="240" h="200">
                <a:moveTo>
                  <a:pt x="119" y="0"/>
                </a:moveTo>
                <a:lnTo>
                  <a:pt x="0" y="200"/>
                </a:lnTo>
                <a:lnTo>
                  <a:pt x="240" y="200"/>
                </a:lnTo>
                <a:lnTo>
                  <a:pt x="11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5" name=""/>
          <p:cNvSpPr/>
          <p:nvPr/>
        </p:nvSpPr>
        <p:spPr>
          <a:xfrm>
            <a:off x="1673280" y="2915640"/>
            <a:ext cx="86400" cy="72000"/>
          </a:xfrm>
          <a:custGeom>
            <a:avLst/>
            <a:gdLst/>
            <a:ahLst/>
            <a:rect l="0" t="0" r="r" b="b"/>
            <a:pathLst>
              <a:path w="240" h="200">
                <a:moveTo>
                  <a:pt x="119" y="0"/>
                </a:moveTo>
                <a:lnTo>
                  <a:pt x="0" y="200"/>
                </a:lnTo>
                <a:lnTo>
                  <a:pt x="240" y="200"/>
                </a:lnTo>
                <a:lnTo>
                  <a:pt x="119" y="0"/>
                </a:lnTo>
                <a:close/>
              </a:path>
            </a:pathLst>
          </a:custGeom>
          <a:noFill/>
          <a:ln w="9000">
            <a:solidFill>
              <a:srgbClr val="444444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1358280" y="4083120"/>
            <a:ext cx="18219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5b6663"/>
                </a:solidFill>
                <a:latin typeface="DejaVuSans"/>
                <a:ea typeface="DejaVuSans"/>
              </a:rPr>
              <a:t>Summatieve resultaat structuur hangt aan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7" name=""/>
          <p:cNvSpPr txBox="1"/>
          <p:nvPr/>
        </p:nvSpPr>
        <p:spPr>
          <a:xfrm>
            <a:off x="1086120" y="4313880"/>
            <a:ext cx="63727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De examencommissie leidt uit het examenplan de toets- en examenonderdelen af en hangt ze aan de resultaatstructuur, met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8" name=""/>
          <p:cNvSpPr txBox="1"/>
          <p:nvPr/>
        </p:nvSpPr>
        <p:spPr>
          <a:xfrm>
            <a:off x="1086120" y="4449960"/>
            <a:ext cx="48700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de weging en het afrondingscriterium. Elk onderdeel verwijst naar de leeruitkomst die het aftikt.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0" name=""/>
          <p:cNvSpPr txBox="1"/>
          <p:nvPr/>
        </p:nvSpPr>
        <p:spPr>
          <a:xfrm>
            <a:off x="2714760" y="4718880"/>
            <a:ext cx="43776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Toetsonderdelen en resultaatstructuur uit het examenplan aﬂeiden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8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8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88" name=""/>
          <p:cNvSpPr/>
          <p:nvPr/>
        </p:nvSpPr>
        <p:spPr>
          <a:xfrm>
            <a:off x="575640" y="708840"/>
            <a:ext cx="8183520" cy="8630640"/>
          </a:xfrm>
          <a:custGeom>
            <a:avLst/>
            <a:gdLst/>
            <a:ahLst/>
            <a:rect l="0" t="0" r="r" b="b"/>
            <a:pathLst>
              <a:path w="22732" h="23974">
                <a:moveTo>
                  <a:pt x="226" y="0"/>
                </a:moveTo>
                <a:lnTo>
                  <a:pt x="22506" y="0"/>
                </a:lnTo>
                <a:cubicBezTo>
                  <a:pt x="22520" y="0"/>
                  <a:pt x="22535" y="1"/>
                  <a:pt x="22550" y="4"/>
                </a:cubicBezTo>
                <a:cubicBezTo>
                  <a:pt x="22564" y="7"/>
                  <a:pt x="22578" y="11"/>
                  <a:pt x="22592" y="17"/>
                </a:cubicBezTo>
                <a:cubicBezTo>
                  <a:pt x="22606" y="23"/>
                  <a:pt x="22619" y="30"/>
                  <a:pt x="22631" y="38"/>
                </a:cubicBezTo>
                <a:cubicBezTo>
                  <a:pt x="22643" y="46"/>
                  <a:pt x="22655" y="55"/>
                  <a:pt x="22665" y="66"/>
                </a:cubicBezTo>
                <a:cubicBezTo>
                  <a:pt x="22676" y="76"/>
                  <a:pt x="22685" y="88"/>
                  <a:pt x="22693" y="100"/>
                </a:cubicBezTo>
                <a:cubicBezTo>
                  <a:pt x="22702" y="112"/>
                  <a:pt x="22709" y="125"/>
                  <a:pt x="22714" y="139"/>
                </a:cubicBezTo>
                <a:cubicBezTo>
                  <a:pt x="22720" y="153"/>
                  <a:pt x="22724" y="167"/>
                  <a:pt x="22727" y="181"/>
                </a:cubicBezTo>
                <a:cubicBezTo>
                  <a:pt x="22730" y="196"/>
                  <a:pt x="22732" y="211"/>
                  <a:pt x="22732" y="225"/>
                </a:cubicBezTo>
                <a:lnTo>
                  <a:pt x="22732" y="23748"/>
                </a:lnTo>
                <a:cubicBezTo>
                  <a:pt x="22732" y="23763"/>
                  <a:pt x="22730" y="23778"/>
                  <a:pt x="22727" y="23792"/>
                </a:cubicBezTo>
                <a:cubicBezTo>
                  <a:pt x="22724" y="23807"/>
                  <a:pt x="22720" y="23821"/>
                  <a:pt x="22714" y="23834"/>
                </a:cubicBezTo>
                <a:cubicBezTo>
                  <a:pt x="22709" y="23848"/>
                  <a:pt x="22702" y="23861"/>
                  <a:pt x="22693" y="23874"/>
                </a:cubicBezTo>
                <a:cubicBezTo>
                  <a:pt x="22685" y="23886"/>
                  <a:pt x="22676" y="23897"/>
                  <a:pt x="22665" y="23908"/>
                </a:cubicBezTo>
                <a:cubicBezTo>
                  <a:pt x="22655" y="23918"/>
                  <a:pt x="22643" y="23928"/>
                  <a:pt x="22631" y="23936"/>
                </a:cubicBezTo>
                <a:cubicBezTo>
                  <a:pt x="22619" y="23944"/>
                  <a:pt x="22606" y="23951"/>
                  <a:pt x="22592" y="23957"/>
                </a:cubicBezTo>
                <a:cubicBezTo>
                  <a:pt x="22578" y="23962"/>
                  <a:pt x="22564" y="23967"/>
                  <a:pt x="22550" y="23970"/>
                </a:cubicBezTo>
                <a:cubicBezTo>
                  <a:pt x="22535" y="23972"/>
                  <a:pt x="22520" y="23974"/>
                  <a:pt x="22506" y="23974"/>
                </a:cubicBezTo>
                <a:lnTo>
                  <a:pt x="226" y="23974"/>
                </a:lnTo>
                <a:cubicBezTo>
                  <a:pt x="211" y="23974"/>
                  <a:pt x="196" y="23972"/>
                  <a:pt x="182" y="23970"/>
                </a:cubicBezTo>
                <a:cubicBezTo>
                  <a:pt x="167" y="23967"/>
                  <a:pt x="153" y="23962"/>
                  <a:pt x="139" y="23957"/>
                </a:cubicBezTo>
                <a:cubicBezTo>
                  <a:pt x="125" y="23951"/>
                  <a:pt x="112" y="23944"/>
                  <a:pt x="100" y="23936"/>
                </a:cubicBezTo>
                <a:cubicBezTo>
                  <a:pt x="88" y="23928"/>
                  <a:pt x="76" y="23918"/>
                  <a:pt x="66" y="23908"/>
                </a:cubicBezTo>
                <a:cubicBezTo>
                  <a:pt x="55" y="23897"/>
                  <a:pt x="46" y="23886"/>
                  <a:pt x="38" y="23874"/>
                </a:cubicBezTo>
                <a:cubicBezTo>
                  <a:pt x="29" y="23861"/>
                  <a:pt x="23" y="23848"/>
                  <a:pt x="17" y="23834"/>
                </a:cubicBezTo>
                <a:cubicBezTo>
                  <a:pt x="11" y="23821"/>
                  <a:pt x="7" y="23807"/>
                  <a:pt x="4" y="23792"/>
                </a:cubicBezTo>
                <a:cubicBezTo>
                  <a:pt x="1" y="23778"/>
                  <a:pt x="0" y="23763"/>
                  <a:pt x="0" y="23748"/>
                </a:cubicBezTo>
                <a:lnTo>
                  <a:pt x="0" y="225"/>
                </a:lnTo>
                <a:cubicBezTo>
                  <a:pt x="0" y="211"/>
                  <a:pt x="1" y="196"/>
                  <a:pt x="4" y="181"/>
                </a:cubicBezTo>
                <a:cubicBezTo>
                  <a:pt x="7" y="167"/>
                  <a:pt x="11" y="153"/>
                  <a:pt x="17" y="139"/>
                </a:cubicBezTo>
                <a:cubicBezTo>
                  <a:pt x="23" y="125"/>
                  <a:pt x="29" y="112"/>
                  <a:pt x="38" y="100"/>
                </a:cubicBezTo>
                <a:cubicBezTo>
                  <a:pt x="46" y="88"/>
                  <a:pt x="55" y="76"/>
                  <a:pt x="66" y="66"/>
                </a:cubicBezTo>
                <a:cubicBezTo>
                  <a:pt x="76" y="55"/>
                  <a:pt x="88" y="46"/>
                  <a:pt x="100" y="38"/>
                </a:cubicBezTo>
                <a:cubicBezTo>
                  <a:pt x="112" y="30"/>
                  <a:pt x="125" y="23"/>
                  <a:pt x="139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6" y="1"/>
                  <a:pt x="211" y="0"/>
                  <a:pt x="2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9" name=""/>
          <p:cNvSpPr/>
          <p:nvPr/>
        </p:nvSpPr>
        <p:spPr>
          <a:xfrm>
            <a:off x="575640" y="708840"/>
            <a:ext cx="8183520" cy="8630640"/>
          </a:xfrm>
          <a:custGeom>
            <a:avLst/>
            <a:gdLst/>
            <a:ahLst/>
            <a:rect l="0" t="0" r="r" b="b"/>
            <a:pathLst>
              <a:path w="22732" h="23974">
                <a:moveTo>
                  <a:pt x="226" y="0"/>
                </a:moveTo>
                <a:lnTo>
                  <a:pt x="22506" y="0"/>
                </a:lnTo>
                <a:cubicBezTo>
                  <a:pt x="22520" y="0"/>
                  <a:pt x="22535" y="1"/>
                  <a:pt x="22550" y="4"/>
                </a:cubicBezTo>
                <a:cubicBezTo>
                  <a:pt x="22564" y="7"/>
                  <a:pt x="22578" y="11"/>
                  <a:pt x="22592" y="17"/>
                </a:cubicBezTo>
                <a:cubicBezTo>
                  <a:pt x="22606" y="23"/>
                  <a:pt x="22619" y="30"/>
                  <a:pt x="22631" y="38"/>
                </a:cubicBezTo>
                <a:cubicBezTo>
                  <a:pt x="22643" y="46"/>
                  <a:pt x="22655" y="55"/>
                  <a:pt x="22665" y="66"/>
                </a:cubicBezTo>
                <a:cubicBezTo>
                  <a:pt x="22676" y="76"/>
                  <a:pt x="22685" y="88"/>
                  <a:pt x="22693" y="100"/>
                </a:cubicBezTo>
                <a:cubicBezTo>
                  <a:pt x="22702" y="112"/>
                  <a:pt x="22709" y="125"/>
                  <a:pt x="22714" y="139"/>
                </a:cubicBezTo>
                <a:cubicBezTo>
                  <a:pt x="22720" y="153"/>
                  <a:pt x="22724" y="167"/>
                  <a:pt x="22727" y="181"/>
                </a:cubicBezTo>
                <a:cubicBezTo>
                  <a:pt x="22730" y="196"/>
                  <a:pt x="22732" y="211"/>
                  <a:pt x="22732" y="225"/>
                </a:cubicBezTo>
                <a:lnTo>
                  <a:pt x="22732" y="23748"/>
                </a:lnTo>
                <a:cubicBezTo>
                  <a:pt x="22732" y="23763"/>
                  <a:pt x="22730" y="23778"/>
                  <a:pt x="22727" y="23792"/>
                </a:cubicBezTo>
                <a:cubicBezTo>
                  <a:pt x="22724" y="23807"/>
                  <a:pt x="22720" y="23821"/>
                  <a:pt x="22714" y="23834"/>
                </a:cubicBezTo>
                <a:cubicBezTo>
                  <a:pt x="22709" y="23848"/>
                  <a:pt x="22702" y="23861"/>
                  <a:pt x="22693" y="23874"/>
                </a:cubicBezTo>
                <a:cubicBezTo>
                  <a:pt x="22685" y="23886"/>
                  <a:pt x="22676" y="23897"/>
                  <a:pt x="22665" y="23908"/>
                </a:cubicBezTo>
                <a:cubicBezTo>
                  <a:pt x="22655" y="23918"/>
                  <a:pt x="22643" y="23928"/>
                  <a:pt x="22631" y="23936"/>
                </a:cubicBezTo>
                <a:cubicBezTo>
                  <a:pt x="22619" y="23944"/>
                  <a:pt x="22606" y="23951"/>
                  <a:pt x="22592" y="23957"/>
                </a:cubicBezTo>
                <a:cubicBezTo>
                  <a:pt x="22578" y="23962"/>
                  <a:pt x="22564" y="23967"/>
                  <a:pt x="22550" y="23970"/>
                </a:cubicBezTo>
                <a:cubicBezTo>
                  <a:pt x="22535" y="23972"/>
                  <a:pt x="22520" y="23974"/>
                  <a:pt x="22506" y="23974"/>
                </a:cubicBezTo>
                <a:lnTo>
                  <a:pt x="226" y="23974"/>
                </a:lnTo>
                <a:cubicBezTo>
                  <a:pt x="211" y="23974"/>
                  <a:pt x="196" y="23972"/>
                  <a:pt x="182" y="23970"/>
                </a:cubicBezTo>
                <a:cubicBezTo>
                  <a:pt x="167" y="23967"/>
                  <a:pt x="153" y="23962"/>
                  <a:pt x="139" y="23957"/>
                </a:cubicBezTo>
                <a:cubicBezTo>
                  <a:pt x="125" y="23951"/>
                  <a:pt x="112" y="23944"/>
                  <a:pt x="100" y="23936"/>
                </a:cubicBezTo>
                <a:cubicBezTo>
                  <a:pt x="88" y="23928"/>
                  <a:pt x="76" y="23918"/>
                  <a:pt x="66" y="23908"/>
                </a:cubicBezTo>
                <a:cubicBezTo>
                  <a:pt x="55" y="23897"/>
                  <a:pt x="46" y="23886"/>
                  <a:pt x="38" y="23874"/>
                </a:cubicBezTo>
                <a:cubicBezTo>
                  <a:pt x="29" y="23861"/>
                  <a:pt x="23" y="23848"/>
                  <a:pt x="17" y="23834"/>
                </a:cubicBezTo>
                <a:cubicBezTo>
                  <a:pt x="11" y="23821"/>
                  <a:pt x="7" y="23807"/>
                  <a:pt x="4" y="23792"/>
                </a:cubicBezTo>
                <a:cubicBezTo>
                  <a:pt x="1" y="23778"/>
                  <a:pt x="0" y="23763"/>
                  <a:pt x="0" y="23748"/>
                </a:cubicBezTo>
                <a:lnTo>
                  <a:pt x="0" y="225"/>
                </a:lnTo>
                <a:cubicBezTo>
                  <a:pt x="0" y="211"/>
                  <a:pt x="1" y="196"/>
                  <a:pt x="4" y="181"/>
                </a:cubicBezTo>
                <a:cubicBezTo>
                  <a:pt x="7" y="167"/>
                  <a:pt x="11" y="153"/>
                  <a:pt x="17" y="139"/>
                </a:cubicBezTo>
                <a:cubicBezTo>
                  <a:pt x="23" y="125"/>
                  <a:pt x="29" y="112"/>
                  <a:pt x="38" y="100"/>
                </a:cubicBezTo>
                <a:cubicBezTo>
                  <a:pt x="46" y="88"/>
                  <a:pt x="55" y="76"/>
                  <a:pt x="66" y="66"/>
                </a:cubicBezTo>
                <a:cubicBezTo>
                  <a:pt x="76" y="55"/>
                  <a:pt x="88" y="46"/>
                  <a:pt x="100" y="38"/>
                </a:cubicBezTo>
                <a:cubicBezTo>
                  <a:pt x="112" y="30"/>
                  <a:pt x="125" y="23"/>
                  <a:pt x="139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6" y="1"/>
                  <a:pt x="211" y="0"/>
                  <a:pt x="226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0" name=""/>
          <p:cNvSpPr txBox="1"/>
          <p:nvPr/>
        </p:nvSpPr>
        <p:spPr>
          <a:xfrm>
            <a:off x="457200" y="474840"/>
            <a:ext cx="86403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0  ·  DEEL  1   VAN  2  ·  DE  EX AM ENO NDER DEELS PECIFICATIE  M ET  H AAR   TO ETS VO R M ,  INS TR UM ENTEN,  M ATER IAAL  EN  R UIM TE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1" name=""/>
          <p:cNvSpPr/>
          <p:nvPr/>
        </p:nvSpPr>
        <p:spPr>
          <a:xfrm>
            <a:off x="668880" y="1029600"/>
            <a:ext cx="1472760" cy="390600"/>
          </a:xfrm>
          <a:custGeom>
            <a:avLst/>
            <a:gdLst/>
            <a:ahLst/>
            <a:rect l="0" t="0" r="r" b="b"/>
            <a:pathLst>
              <a:path w="4091" h="1085">
                <a:moveTo>
                  <a:pt x="181" y="0"/>
                </a:moveTo>
                <a:lnTo>
                  <a:pt x="3910" y="0"/>
                </a:lnTo>
                <a:cubicBezTo>
                  <a:pt x="3922" y="0"/>
                  <a:pt x="3934" y="2"/>
                  <a:pt x="3946" y="4"/>
                </a:cubicBezTo>
                <a:cubicBezTo>
                  <a:pt x="3957" y="6"/>
                  <a:pt x="3969" y="10"/>
                  <a:pt x="3980" y="14"/>
                </a:cubicBezTo>
                <a:cubicBezTo>
                  <a:pt x="3991" y="19"/>
                  <a:pt x="4001" y="24"/>
                  <a:pt x="4011" y="31"/>
                </a:cubicBezTo>
                <a:cubicBezTo>
                  <a:pt x="4021" y="37"/>
                  <a:pt x="4030" y="45"/>
                  <a:pt x="4038" y="53"/>
                </a:cubicBezTo>
                <a:cubicBezTo>
                  <a:pt x="4047" y="62"/>
                  <a:pt x="4054" y="71"/>
                  <a:pt x="4061" y="81"/>
                </a:cubicBezTo>
                <a:cubicBezTo>
                  <a:pt x="4067" y="90"/>
                  <a:pt x="4073" y="101"/>
                  <a:pt x="4077" y="112"/>
                </a:cubicBezTo>
                <a:cubicBezTo>
                  <a:pt x="4082" y="123"/>
                  <a:pt x="4085" y="134"/>
                  <a:pt x="4088" y="146"/>
                </a:cubicBezTo>
                <a:cubicBezTo>
                  <a:pt x="4090" y="157"/>
                  <a:pt x="4091" y="169"/>
                  <a:pt x="4091" y="181"/>
                </a:cubicBezTo>
                <a:lnTo>
                  <a:pt x="4091" y="903"/>
                </a:lnTo>
                <a:cubicBezTo>
                  <a:pt x="4091" y="915"/>
                  <a:pt x="4090" y="927"/>
                  <a:pt x="4088" y="940"/>
                </a:cubicBezTo>
                <a:cubicBezTo>
                  <a:pt x="4085" y="951"/>
                  <a:pt x="4082" y="962"/>
                  <a:pt x="4077" y="973"/>
                </a:cubicBezTo>
                <a:cubicBezTo>
                  <a:pt x="4073" y="984"/>
                  <a:pt x="4067" y="995"/>
                  <a:pt x="4061" y="1005"/>
                </a:cubicBezTo>
                <a:cubicBezTo>
                  <a:pt x="4054" y="1014"/>
                  <a:pt x="4047" y="1024"/>
                  <a:pt x="4038" y="1032"/>
                </a:cubicBezTo>
                <a:cubicBezTo>
                  <a:pt x="4030" y="1040"/>
                  <a:pt x="4021" y="1048"/>
                  <a:pt x="4011" y="1054"/>
                </a:cubicBezTo>
                <a:cubicBezTo>
                  <a:pt x="4001" y="1061"/>
                  <a:pt x="3991" y="1067"/>
                  <a:pt x="3980" y="1071"/>
                </a:cubicBezTo>
                <a:cubicBezTo>
                  <a:pt x="3969" y="1076"/>
                  <a:pt x="3957" y="1079"/>
                  <a:pt x="3946" y="1081"/>
                </a:cubicBezTo>
                <a:cubicBezTo>
                  <a:pt x="3934" y="1084"/>
                  <a:pt x="3922" y="1085"/>
                  <a:pt x="3910" y="1085"/>
                </a:cubicBezTo>
                <a:lnTo>
                  <a:pt x="181" y="1085"/>
                </a:lnTo>
                <a:cubicBezTo>
                  <a:pt x="169" y="1085"/>
                  <a:pt x="158" y="1084"/>
                  <a:pt x="146" y="1081"/>
                </a:cubicBezTo>
                <a:cubicBezTo>
                  <a:pt x="134" y="1079"/>
                  <a:pt x="123" y="1076"/>
                  <a:pt x="112" y="1071"/>
                </a:cubicBezTo>
                <a:cubicBezTo>
                  <a:pt x="101" y="1067"/>
                  <a:pt x="91" y="1061"/>
                  <a:pt x="81" y="1054"/>
                </a:cubicBezTo>
                <a:cubicBezTo>
                  <a:pt x="71" y="1048"/>
                  <a:pt x="62" y="1040"/>
                  <a:pt x="53" y="1032"/>
                </a:cubicBezTo>
                <a:cubicBezTo>
                  <a:pt x="45" y="1024"/>
                  <a:pt x="38" y="1014"/>
                  <a:pt x="31" y="1005"/>
                </a:cubicBezTo>
                <a:cubicBezTo>
                  <a:pt x="24" y="995"/>
                  <a:pt x="19" y="984"/>
                  <a:pt x="14" y="973"/>
                </a:cubicBezTo>
                <a:cubicBezTo>
                  <a:pt x="10" y="962"/>
                  <a:pt x="6" y="951"/>
                  <a:pt x="4" y="940"/>
                </a:cubicBezTo>
                <a:cubicBezTo>
                  <a:pt x="2" y="927"/>
                  <a:pt x="0" y="915"/>
                  <a:pt x="0" y="903"/>
                </a:cubicBezTo>
                <a:lnTo>
                  <a:pt x="0" y="181"/>
                </a:lnTo>
                <a:cubicBezTo>
                  <a:pt x="0" y="169"/>
                  <a:pt x="2" y="157"/>
                  <a:pt x="4" y="146"/>
                </a:cubicBezTo>
                <a:cubicBezTo>
                  <a:pt x="6" y="134"/>
                  <a:pt x="10" y="123"/>
                  <a:pt x="14" y="112"/>
                </a:cubicBezTo>
                <a:cubicBezTo>
                  <a:pt x="19" y="101"/>
                  <a:pt x="24" y="90"/>
                  <a:pt x="31" y="81"/>
                </a:cubicBezTo>
                <a:cubicBezTo>
                  <a:pt x="38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8" y="2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2" name=""/>
          <p:cNvSpPr/>
          <p:nvPr/>
        </p:nvSpPr>
        <p:spPr>
          <a:xfrm>
            <a:off x="668880" y="1029600"/>
            <a:ext cx="1472760" cy="390600"/>
          </a:xfrm>
          <a:custGeom>
            <a:avLst/>
            <a:gdLst/>
            <a:ahLst/>
            <a:rect l="0" t="0" r="r" b="b"/>
            <a:pathLst>
              <a:path w="4091" h="1085">
                <a:moveTo>
                  <a:pt x="181" y="0"/>
                </a:moveTo>
                <a:lnTo>
                  <a:pt x="3910" y="0"/>
                </a:lnTo>
                <a:cubicBezTo>
                  <a:pt x="3922" y="0"/>
                  <a:pt x="3934" y="2"/>
                  <a:pt x="3946" y="4"/>
                </a:cubicBezTo>
                <a:cubicBezTo>
                  <a:pt x="3957" y="6"/>
                  <a:pt x="3969" y="10"/>
                  <a:pt x="3980" y="14"/>
                </a:cubicBezTo>
                <a:cubicBezTo>
                  <a:pt x="3991" y="19"/>
                  <a:pt x="4001" y="24"/>
                  <a:pt x="4011" y="31"/>
                </a:cubicBezTo>
                <a:cubicBezTo>
                  <a:pt x="4021" y="37"/>
                  <a:pt x="4030" y="45"/>
                  <a:pt x="4038" y="53"/>
                </a:cubicBezTo>
                <a:cubicBezTo>
                  <a:pt x="4047" y="62"/>
                  <a:pt x="4054" y="71"/>
                  <a:pt x="4061" y="81"/>
                </a:cubicBezTo>
                <a:cubicBezTo>
                  <a:pt x="4067" y="90"/>
                  <a:pt x="4073" y="101"/>
                  <a:pt x="4077" y="112"/>
                </a:cubicBezTo>
                <a:cubicBezTo>
                  <a:pt x="4082" y="123"/>
                  <a:pt x="4085" y="134"/>
                  <a:pt x="4088" y="146"/>
                </a:cubicBezTo>
                <a:cubicBezTo>
                  <a:pt x="4090" y="157"/>
                  <a:pt x="4091" y="169"/>
                  <a:pt x="4091" y="181"/>
                </a:cubicBezTo>
                <a:lnTo>
                  <a:pt x="4091" y="903"/>
                </a:lnTo>
                <a:cubicBezTo>
                  <a:pt x="4091" y="915"/>
                  <a:pt x="4090" y="927"/>
                  <a:pt x="4088" y="940"/>
                </a:cubicBezTo>
                <a:cubicBezTo>
                  <a:pt x="4085" y="951"/>
                  <a:pt x="4082" y="962"/>
                  <a:pt x="4077" y="973"/>
                </a:cubicBezTo>
                <a:cubicBezTo>
                  <a:pt x="4073" y="984"/>
                  <a:pt x="4067" y="995"/>
                  <a:pt x="4061" y="1005"/>
                </a:cubicBezTo>
                <a:cubicBezTo>
                  <a:pt x="4054" y="1014"/>
                  <a:pt x="4047" y="1024"/>
                  <a:pt x="4038" y="1032"/>
                </a:cubicBezTo>
                <a:cubicBezTo>
                  <a:pt x="4030" y="1040"/>
                  <a:pt x="4021" y="1048"/>
                  <a:pt x="4011" y="1054"/>
                </a:cubicBezTo>
                <a:cubicBezTo>
                  <a:pt x="4001" y="1061"/>
                  <a:pt x="3991" y="1067"/>
                  <a:pt x="3980" y="1071"/>
                </a:cubicBezTo>
                <a:cubicBezTo>
                  <a:pt x="3969" y="1076"/>
                  <a:pt x="3957" y="1079"/>
                  <a:pt x="3946" y="1081"/>
                </a:cubicBezTo>
                <a:cubicBezTo>
                  <a:pt x="3934" y="1084"/>
                  <a:pt x="3922" y="1085"/>
                  <a:pt x="3910" y="1085"/>
                </a:cubicBezTo>
                <a:lnTo>
                  <a:pt x="181" y="1085"/>
                </a:lnTo>
                <a:cubicBezTo>
                  <a:pt x="169" y="1085"/>
                  <a:pt x="158" y="1084"/>
                  <a:pt x="146" y="1081"/>
                </a:cubicBezTo>
                <a:cubicBezTo>
                  <a:pt x="134" y="1079"/>
                  <a:pt x="123" y="1076"/>
                  <a:pt x="112" y="1071"/>
                </a:cubicBezTo>
                <a:cubicBezTo>
                  <a:pt x="101" y="1067"/>
                  <a:pt x="91" y="1061"/>
                  <a:pt x="81" y="1054"/>
                </a:cubicBezTo>
                <a:cubicBezTo>
                  <a:pt x="71" y="1048"/>
                  <a:pt x="62" y="1040"/>
                  <a:pt x="53" y="1032"/>
                </a:cubicBezTo>
                <a:cubicBezTo>
                  <a:pt x="45" y="1024"/>
                  <a:pt x="38" y="1014"/>
                  <a:pt x="31" y="1005"/>
                </a:cubicBezTo>
                <a:cubicBezTo>
                  <a:pt x="24" y="995"/>
                  <a:pt x="19" y="984"/>
                  <a:pt x="14" y="973"/>
                </a:cubicBezTo>
                <a:cubicBezTo>
                  <a:pt x="10" y="962"/>
                  <a:pt x="6" y="951"/>
                  <a:pt x="4" y="940"/>
                </a:cubicBezTo>
                <a:cubicBezTo>
                  <a:pt x="2" y="927"/>
                  <a:pt x="0" y="915"/>
                  <a:pt x="0" y="903"/>
                </a:cubicBezTo>
                <a:lnTo>
                  <a:pt x="0" y="181"/>
                </a:lnTo>
                <a:cubicBezTo>
                  <a:pt x="0" y="169"/>
                  <a:pt x="2" y="157"/>
                  <a:pt x="4" y="146"/>
                </a:cubicBezTo>
                <a:cubicBezTo>
                  <a:pt x="6" y="134"/>
                  <a:pt x="10" y="123"/>
                  <a:pt x="14" y="112"/>
                </a:cubicBezTo>
                <a:cubicBezTo>
                  <a:pt x="19" y="101"/>
                  <a:pt x="24" y="90"/>
                  <a:pt x="31" y="81"/>
                </a:cubicBezTo>
                <a:cubicBezTo>
                  <a:pt x="38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8" y="2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3" name=""/>
          <p:cNvSpPr/>
          <p:nvPr/>
        </p:nvSpPr>
        <p:spPr>
          <a:xfrm>
            <a:off x="1978560" y="1110960"/>
            <a:ext cx="81720" cy="49320"/>
          </a:xfrm>
          <a:custGeom>
            <a:avLst/>
            <a:gdLst/>
            <a:ahLst/>
            <a:rect l="0" t="0" r="r" b="b"/>
            <a:pathLst>
              <a:path w="227" h="137">
                <a:moveTo>
                  <a:pt x="69" y="0"/>
                </a:moveTo>
                <a:lnTo>
                  <a:pt x="159" y="0"/>
                </a:lnTo>
                <a:cubicBezTo>
                  <a:pt x="168" y="0"/>
                  <a:pt x="177" y="2"/>
                  <a:pt x="185" y="5"/>
                </a:cubicBezTo>
                <a:cubicBezTo>
                  <a:pt x="194" y="9"/>
                  <a:pt x="201" y="14"/>
                  <a:pt x="207" y="20"/>
                </a:cubicBezTo>
                <a:cubicBezTo>
                  <a:pt x="214" y="26"/>
                  <a:pt x="219" y="34"/>
                  <a:pt x="222" y="42"/>
                </a:cubicBezTo>
                <a:cubicBezTo>
                  <a:pt x="226" y="50"/>
                  <a:pt x="227" y="59"/>
                  <a:pt x="227" y="68"/>
                </a:cubicBezTo>
                <a:cubicBezTo>
                  <a:pt x="227" y="77"/>
                  <a:pt x="226" y="85"/>
                  <a:pt x="222" y="95"/>
                </a:cubicBezTo>
                <a:cubicBezTo>
                  <a:pt x="219" y="103"/>
                  <a:pt x="214" y="110"/>
                  <a:pt x="207" y="117"/>
                </a:cubicBezTo>
                <a:cubicBezTo>
                  <a:pt x="201" y="123"/>
                  <a:pt x="194" y="128"/>
                  <a:pt x="185" y="131"/>
                </a:cubicBezTo>
                <a:cubicBezTo>
                  <a:pt x="177" y="135"/>
                  <a:pt x="168" y="137"/>
                  <a:pt x="159" y="137"/>
                </a:cubicBezTo>
                <a:lnTo>
                  <a:pt x="69" y="137"/>
                </a:lnTo>
                <a:cubicBezTo>
                  <a:pt x="60" y="137"/>
                  <a:pt x="51" y="135"/>
                  <a:pt x="43" y="131"/>
                </a:cubicBezTo>
                <a:cubicBezTo>
                  <a:pt x="35" y="128"/>
                  <a:pt x="28" y="123"/>
                  <a:pt x="21" y="117"/>
                </a:cubicBezTo>
                <a:cubicBezTo>
                  <a:pt x="14" y="110"/>
                  <a:pt x="9" y="103"/>
                  <a:pt x="5" y="95"/>
                </a:cubicBezTo>
                <a:cubicBezTo>
                  <a:pt x="2" y="85"/>
                  <a:pt x="0" y="77"/>
                  <a:pt x="0" y="68"/>
                </a:cubicBez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4" y="26"/>
                  <a:pt x="21" y="20"/>
                </a:cubicBezTo>
                <a:cubicBezTo>
                  <a:pt x="28" y="14"/>
                  <a:pt x="35" y="9"/>
                  <a:pt x="43" y="5"/>
                </a:cubicBezTo>
                <a:cubicBezTo>
                  <a:pt x="51" y="2"/>
                  <a:pt x="60" y="0"/>
                  <a:pt x="69" y="0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4" name=""/>
          <p:cNvSpPr/>
          <p:nvPr/>
        </p:nvSpPr>
        <p:spPr>
          <a:xfrm>
            <a:off x="2043720" y="1110960"/>
            <a:ext cx="32760" cy="49320"/>
          </a:xfrm>
          <a:custGeom>
            <a:avLst/>
            <a:gdLst/>
            <a:ahLst/>
            <a:rect l="0" t="0" r="r" b="b"/>
            <a:pathLst>
              <a:path w="91" h="137">
                <a:moveTo>
                  <a:pt x="91" y="68"/>
                </a:moveTo>
                <a:cubicBezTo>
                  <a:pt x="91" y="77"/>
                  <a:pt x="90" y="85"/>
                  <a:pt x="88" y="95"/>
                </a:cubicBezTo>
                <a:cubicBezTo>
                  <a:pt x="86" y="103"/>
                  <a:pt x="82" y="110"/>
                  <a:pt x="78" y="117"/>
                </a:cubicBezTo>
                <a:cubicBezTo>
                  <a:pt x="74" y="123"/>
                  <a:pt x="69" y="128"/>
                  <a:pt x="64" y="131"/>
                </a:cubicBezTo>
                <a:cubicBezTo>
                  <a:pt x="58" y="135"/>
                  <a:pt x="52" y="137"/>
                  <a:pt x="46" y="137"/>
                </a:cubicBezTo>
                <a:cubicBezTo>
                  <a:pt x="40" y="137"/>
                  <a:pt x="34" y="135"/>
                  <a:pt x="28" y="131"/>
                </a:cubicBezTo>
                <a:cubicBezTo>
                  <a:pt x="22" y="128"/>
                  <a:pt x="18" y="123"/>
                  <a:pt x="13" y="117"/>
                </a:cubicBezTo>
                <a:cubicBezTo>
                  <a:pt x="9" y="110"/>
                  <a:pt x="6" y="103"/>
                  <a:pt x="4" y="95"/>
                </a:cubicBezTo>
                <a:cubicBezTo>
                  <a:pt x="1" y="85"/>
                  <a:pt x="0" y="77"/>
                  <a:pt x="0" y="68"/>
                </a:cubicBezTo>
                <a:cubicBezTo>
                  <a:pt x="0" y="59"/>
                  <a:pt x="1" y="50"/>
                  <a:pt x="4" y="42"/>
                </a:cubicBezTo>
                <a:cubicBezTo>
                  <a:pt x="6" y="34"/>
                  <a:pt x="9" y="26"/>
                  <a:pt x="13" y="20"/>
                </a:cubicBezTo>
                <a:cubicBezTo>
                  <a:pt x="18" y="14"/>
                  <a:pt x="22" y="9"/>
                  <a:pt x="28" y="5"/>
                </a:cubicBezTo>
                <a:cubicBezTo>
                  <a:pt x="34" y="2"/>
                  <a:pt x="40" y="0"/>
                  <a:pt x="46" y="0"/>
                </a:cubicBezTo>
                <a:cubicBezTo>
                  <a:pt x="52" y="0"/>
                  <a:pt x="58" y="2"/>
                  <a:pt x="64" y="5"/>
                </a:cubicBezTo>
                <a:cubicBezTo>
                  <a:pt x="69" y="9"/>
                  <a:pt x="74" y="14"/>
                  <a:pt x="78" y="20"/>
                </a:cubicBezTo>
                <a:cubicBezTo>
                  <a:pt x="82" y="26"/>
                  <a:pt x="86" y="34"/>
                  <a:pt x="88" y="42"/>
                </a:cubicBezTo>
                <a:cubicBezTo>
                  <a:pt x="90" y="50"/>
                  <a:pt x="91" y="59"/>
                  <a:pt x="91" y="68"/>
                </a:cubicBez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5" name=""/>
          <p:cNvSpPr txBox="1"/>
          <p:nvPr/>
        </p:nvSpPr>
        <p:spPr>
          <a:xfrm>
            <a:off x="669240" y="770400"/>
            <a:ext cx="6642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c1c1c"/>
                </a:solidFill>
                <a:latin typeface="DejaVuSans"/>
                <a:ea typeface="DejaVuSans"/>
              </a:rPr>
              <a:t>F1-10 - De examenonderdeelspeciﬁcatie met haar toetsvorm, instrumenten, materiaal en ruimte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6" name=""/>
          <p:cNvSpPr txBox="1"/>
          <p:nvPr/>
        </p:nvSpPr>
        <p:spPr>
          <a:xfrm>
            <a:off x="750600" y="1085760"/>
            <a:ext cx="127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rol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7" name=""/>
          <p:cNvSpPr/>
          <p:nvPr/>
        </p:nvSpPr>
        <p:spPr>
          <a:xfrm>
            <a:off x="2222640" y="1029600"/>
            <a:ext cx="4100040" cy="528840"/>
          </a:xfrm>
          <a:custGeom>
            <a:avLst/>
            <a:gdLst/>
            <a:ahLst/>
            <a:rect l="0" t="0" r="r" b="b"/>
            <a:pathLst>
              <a:path w="11389" h="1469">
                <a:moveTo>
                  <a:pt x="181" y="0"/>
                </a:moveTo>
                <a:lnTo>
                  <a:pt x="11208" y="0"/>
                </a:lnTo>
                <a:cubicBezTo>
                  <a:pt x="11220" y="0"/>
                  <a:pt x="11232" y="2"/>
                  <a:pt x="11244" y="4"/>
                </a:cubicBezTo>
                <a:cubicBezTo>
                  <a:pt x="11255" y="6"/>
                  <a:pt x="11267" y="10"/>
                  <a:pt x="11278" y="14"/>
                </a:cubicBezTo>
                <a:cubicBezTo>
                  <a:pt x="11289" y="19"/>
                  <a:pt x="11299" y="24"/>
                  <a:pt x="11309" y="31"/>
                </a:cubicBezTo>
                <a:cubicBezTo>
                  <a:pt x="11319" y="37"/>
                  <a:pt x="11328" y="45"/>
                  <a:pt x="11336" y="53"/>
                </a:cubicBezTo>
                <a:cubicBezTo>
                  <a:pt x="11345" y="62"/>
                  <a:pt x="11352" y="71"/>
                  <a:pt x="11359" y="81"/>
                </a:cubicBezTo>
                <a:cubicBezTo>
                  <a:pt x="11365" y="90"/>
                  <a:pt x="11371" y="101"/>
                  <a:pt x="11375" y="112"/>
                </a:cubicBezTo>
                <a:cubicBezTo>
                  <a:pt x="11380" y="123"/>
                  <a:pt x="11383" y="134"/>
                  <a:pt x="11386" y="146"/>
                </a:cubicBezTo>
                <a:cubicBezTo>
                  <a:pt x="11388" y="157"/>
                  <a:pt x="11389" y="169"/>
                  <a:pt x="11389" y="181"/>
                </a:cubicBezTo>
                <a:lnTo>
                  <a:pt x="11389" y="1288"/>
                </a:lnTo>
                <a:cubicBezTo>
                  <a:pt x="11389" y="1300"/>
                  <a:pt x="11388" y="1312"/>
                  <a:pt x="11386" y="1323"/>
                </a:cubicBezTo>
                <a:cubicBezTo>
                  <a:pt x="11383" y="1335"/>
                  <a:pt x="11380" y="1346"/>
                  <a:pt x="11375" y="1357"/>
                </a:cubicBezTo>
                <a:cubicBezTo>
                  <a:pt x="11371" y="1368"/>
                  <a:pt x="11365" y="1379"/>
                  <a:pt x="11359" y="1388"/>
                </a:cubicBezTo>
                <a:cubicBezTo>
                  <a:pt x="11352" y="1398"/>
                  <a:pt x="11345" y="1407"/>
                  <a:pt x="11336" y="1416"/>
                </a:cubicBezTo>
                <a:cubicBezTo>
                  <a:pt x="11328" y="1424"/>
                  <a:pt x="11319" y="1432"/>
                  <a:pt x="11309" y="1438"/>
                </a:cubicBezTo>
                <a:cubicBezTo>
                  <a:pt x="11299" y="1445"/>
                  <a:pt x="11289" y="1450"/>
                  <a:pt x="11278" y="1455"/>
                </a:cubicBezTo>
                <a:cubicBezTo>
                  <a:pt x="11267" y="1459"/>
                  <a:pt x="11255" y="1463"/>
                  <a:pt x="11244" y="1465"/>
                </a:cubicBezTo>
                <a:cubicBezTo>
                  <a:pt x="11232" y="1467"/>
                  <a:pt x="11220" y="1469"/>
                  <a:pt x="11208" y="1469"/>
                </a:cubicBezTo>
                <a:lnTo>
                  <a:pt x="181" y="1469"/>
                </a:lnTo>
                <a:cubicBezTo>
                  <a:pt x="169" y="1469"/>
                  <a:pt x="157" y="1467"/>
                  <a:pt x="146" y="1465"/>
                </a:cubicBezTo>
                <a:cubicBezTo>
                  <a:pt x="134" y="1463"/>
                  <a:pt x="123" y="1459"/>
                  <a:pt x="112" y="1455"/>
                </a:cubicBezTo>
                <a:cubicBezTo>
                  <a:pt x="101" y="1450"/>
                  <a:pt x="90" y="1445"/>
                  <a:pt x="81" y="1438"/>
                </a:cubicBezTo>
                <a:cubicBezTo>
                  <a:pt x="71" y="1432"/>
                  <a:pt x="62" y="1424"/>
                  <a:pt x="53" y="1416"/>
                </a:cubicBezTo>
                <a:cubicBezTo>
                  <a:pt x="45" y="1407"/>
                  <a:pt x="37" y="1398"/>
                  <a:pt x="31" y="1388"/>
                </a:cubicBezTo>
                <a:cubicBezTo>
                  <a:pt x="24" y="1379"/>
                  <a:pt x="18" y="1368"/>
                  <a:pt x="14" y="1357"/>
                </a:cubicBezTo>
                <a:cubicBezTo>
                  <a:pt x="9" y="1346"/>
                  <a:pt x="6" y="1335"/>
                  <a:pt x="4" y="1323"/>
                </a:cubicBezTo>
                <a:cubicBezTo>
                  <a:pt x="1" y="1312"/>
                  <a:pt x="0" y="1300"/>
                  <a:pt x="0" y="1288"/>
                </a:cubicBezTo>
                <a:lnTo>
                  <a:pt x="0" y="181"/>
                </a:lnTo>
                <a:cubicBezTo>
                  <a:pt x="0" y="169"/>
                  <a:pt x="1" y="157"/>
                  <a:pt x="4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8" name=""/>
          <p:cNvSpPr/>
          <p:nvPr/>
        </p:nvSpPr>
        <p:spPr>
          <a:xfrm>
            <a:off x="2222640" y="1029600"/>
            <a:ext cx="4100040" cy="528840"/>
          </a:xfrm>
          <a:custGeom>
            <a:avLst/>
            <a:gdLst/>
            <a:ahLst/>
            <a:rect l="0" t="0" r="r" b="b"/>
            <a:pathLst>
              <a:path w="11389" h="1469">
                <a:moveTo>
                  <a:pt x="181" y="0"/>
                </a:moveTo>
                <a:lnTo>
                  <a:pt x="11208" y="0"/>
                </a:lnTo>
                <a:cubicBezTo>
                  <a:pt x="11220" y="0"/>
                  <a:pt x="11232" y="2"/>
                  <a:pt x="11244" y="4"/>
                </a:cubicBezTo>
                <a:cubicBezTo>
                  <a:pt x="11255" y="6"/>
                  <a:pt x="11267" y="10"/>
                  <a:pt x="11278" y="14"/>
                </a:cubicBezTo>
                <a:cubicBezTo>
                  <a:pt x="11289" y="19"/>
                  <a:pt x="11299" y="24"/>
                  <a:pt x="11309" y="31"/>
                </a:cubicBezTo>
                <a:cubicBezTo>
                  <a:pt x="11319" y="37"/>
                  <a:pt x="11328" y="45"/>
                  <a:pt x="11336" y="53"/>
                </a:cubicBezTo>
                <a:cubicBezTo>
                  <a:pt x="11345" y="62"/>
                  <a:pt x="11352" y="71"/>
                  <a:pt x="11359" y="81"/>
                </a:cubicBezTo>
                <a:cubicBezTo>
                  <a:pt x="11365" y="90"/>
                  <a:pt x="11371" y="101"/>
                  <a:pt x="11375" y="112"/>
                </a:cubicBezTo>
                <a:cubicBezTo>
                  <a:pt x="11380" y="123"/>
                  <a:pt x="11383" y="134"/>
                  <a:pt x="11386" y="146"/>
                </a:cubicBezTo>
                <a:cubicBezTo>
                  <a:pt x="11388" y="157"/>
                  <a:pt x="11389" y="169"/>
                  <a:pt x="11389" y="181"/>
                </a:cubicBezTo>
                <a:lnTo>
                  <a:pt x="11389" y="1288"/>
                </a:lnTo>
                <a:cubicBezTo>
                  <a:pt x="11389" y="1300"/>
                  <a:pt x="11388" y="1312"/>
                  <a:pt x="11386" y="1323"/>
                </a:cubicBezTo>
                <a:cubicBezTo>
                  <a:pt x="11383" y="1335"/>
                  <a:pt x="11380" y="1346"/>
                  <a:pt x="11375" y="1357"/>
                </a:cubicBezTo>
                <a:cubicBezTo>
                  <a:pt x="11371" y="1368"/>
                  <a:pt x="11365" y="1379"/>
                  <a:pt x="11359" y="1388"/>
                </a:cubicBezTo>
                <a:cubicBezTo>
                  <a:pt x="11352" y="1398"/>
                  <a:pt x="11345" y="1407"/>
                  <a:pt x="11336" y="1416"/>
                </a:cubicBezTo>
                <a:cubicBezTo>
                  <a:pt x="11328" y="1424"/>
                  <a:pt x="11319" y="1432"/>
                  <a:pt x="11309" y="1438"/>
                </a:cubicBezTo>
                <a:cubicBezTo>
                  <a:pt x="11299" y="1445"/>
                  <a:pt x="11289" y="1450"/>
                  <a:pt x="11278" y="1455"/>
                </a:cubicBezTo>
                <a:cubicBezTo>
                  <a:pt x="11267" y="1459"/>
                  <a:pt x="11255" y="1463"/>
                  <a:pt x="11244" y="1465"/>
                </a:cubicBezTo>
                <a:cubicBezTo>
                  <a:pt x="11232" y="1467"/>
                  <a:pt x="11220" y="1469"/>
                  <a:pt x="11208" y="1469"/>
                </a:cubicBezTo>
                <a:lnTo>
                  <a:pt x="181" y="1469"/>
                </a:lnTo>
                <a:cubicBezTo>
                  <a:pt x="169" y="1469"/>
                  <a:pt x="157" y="1467"/>
                  <a:pt x="146" y="1465"/>
                </a:cubicBezTo>
                <a:cubicBezTo>
                  <a:pt x="134" y="1463"/>
                  <a:pt x="123" y="1459"/>
                  <a:pt x="112" y="1455"/>
                </a:cubicBezTo>
                <a:cubicBezTo>
                  <a:pt x="101" y="1450"/>
                  <a:pt x="90" y="1445"/>
                  <a:pt x="81" y="1438"/>
                </a:cubicBezTo>
                <a:cubicBezTo>
                  <a:pt x="71" y="1432"/>
                  <a:pt x="62" y="1424"/>
                  <a:pt x="53" y="1416"/>
                </a:cubicBezTo>
                <a:cubicBezTo>
                  <a:pt x="45" y="1407"/>
                  <a:pt x="37" y="1398"/>
                  <a:pt x="31" y="1388"/>
                </a:cubicBezTo>
                <a:cubicBezTo>
                  <a:pt x="24" y="1379"/>
                  <a:pt x="18" y="1368"/>
                  <a:pt x="14" y="1357"/>
                </a:cubicBezTo>
                <a:cubicBezTo>
                  <a:pt x="9" y="1346"/>
                  <a:pt x="6" y="1335"/>
                  <a:pt x="4" y="1323"/>
                </a:cubicBezTo>
                <a:cubicBezTo>
                  <a:pt x="1" y="1312"/>
                  <a:pt x="0" y="1300"/>
                  <a:pt x="0" y="1288"/>
                </a:cubicBezTo>
                <a:lnTo>
                  <a:pt x="0" y="181"/>
                </a:lnTo>
                <a:cubicBezTo>
                  <a:pt x="0" y="169"/>
                  <a:pt x="1" y="157"/>
                  <a:pt x="4" y="146"/>
                </a:cubicBezTo>
                <a:cubicBezTo>
                  <a:pt x="6" y="134"/>
                  <a:pt x="9" y="123"/>
                  <a:pt x="14" y="112"/>
                </a:cubicBezTo>
                <a:cubicBezTo>
                  <a:pt x="18" y="101"/>
                  <a:pt x="24" y="90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7" y="2"/>
                  <a:pt x="169" y="0"/>
                  <a:pt x="181" y="0"/>
                </a:cubicBez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9" name=""/>
          <p:cNvSpPr/>
          <p:nvPr/>
        </p:nvSpPr>
        <p:spPr>
          <a:xfrm>
            <a:off x="6159600" y="1086480"/>
            <a:ext cx="106200" cy="97920"/>
          </a:xfrm>
          <a:custGeom>
            <a:avLst/>
            <a:gdLst/>
            <a:ahLst/>
            <a:rect l="0" t="0" r="r" b="b"/>
            <a:pathLst>
              <a:path w="295" h="272">
                <a:moveTo>
                  <a:pt x="0" y="68"/>
                </a:moveTo>
                <a:lnTo>
                  <a:pt x="182" y="68"/>
                </a:lnTo>
                <a:lnTo>
                  <a:pt x="182" y="0"/>
                </a:lnTo>
                <a:lnTo>
                  <a:pt x="295" y="137"/>
                </a:lnTo>
                <a:lnTo>
                  <a:pt x="182" y="272"/>
                </a:lnTo>
                <a:lnTo>
                  <a:pt x="182" y="205"/>
                </a:lnTo>
                <a:lnTo>
                  <a:pt x="0" y="205"/>
                </a:lnTo>
                <a:lnTo>
                  <a:pt x="0" y="68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0" name=""/>
          <p:cNvSpPr txBox="1"/>
          <p:nvPr/>
        </p:nvSpPr>
        <p:spPr>
          <a:xfrm>
            <a:off x="750600" y="1216800"/>
            <a:ext cx="1184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examencommissie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1" name=""/>
          <p:cNvSpPr txBox="1"/>
          <p:nvPr/>
        </p:nvSpPr>
        <p:spPr>
          <a:xfrm>
            <a:off x="2304360" y="1085760"/>
            <a:ext cx="53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processtap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2" name=""/>
          <p:cNvSpPr txBox="1"/>
          <p:nvPr/>
        </p:nvSpPr>
        <p:spPr>
          <a:xfrm>
            <a:off x="2304360" y="1216800"/>
            <a:ext cx="35240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Exameninstrumenten bepalen, inkopen of construeren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3" name=""/>
          <p:cNvSpPr/>
          <p:nvPr/>
        </p:nvSpPr>
        <p:spPr>
          <a:xfrm>
            <a:off x="1085760" y="1558080"/>
            <a:ext cx="12600" cy="162720"/>
          </a:xfrm>
          <a:custGeom>
            <a:avLst/>
            <a:gdLst/>
            <a:ahLst/>
            <a:rect l="0" t="0" r="r" b="b"/>
            <a:pathLst>
              <a:path w="35" h="452">
                <a:moveTo>
                  <a:pt x="35" y="0"/>
                </a:moveTo>
                <a:lnTo>
                  <a:pt x="35" y="67"/>
                </a:lnTo>
                <a:lnTo>
                  <a:pt x="0" y="67"/>
                </a:lnTo>
                <a:lnTo>
                  <a:pt x="0" y="0"/>
                </a:lnTo>
                <a:lnTo>
                  <a:pt x="35" y="0"/>
                </a:lnTo>
                <a:moveTo>
                  <a:pt x="35" y="135"/>
                </a:moveTo>
                <a:lnTo>
                  <a:pt x="35" y="203"/>
                </a:lnTo>
                <a:lnTo>
                  <a:pt x="0" y="203"/>
                </a:lnTo>
                <a:lnTo>
                  <a:pt x="0" y="135"/>
                </a:lnTo>
                <a:lnTo>
                  <a:pt x="35" y="135"/>
                </a:lnTo>
                <a:moveTo>
                  <a:pt x="35" y="271"/>
                </a:moveTo>
                <a:lnTo>
                  <a:pt x="35" y="338"/>
                </a:lnTo>
                <a:lnTo>
                  <a:pt x="0" y="338"/>
                </a:lnTo>
                <a:lnTo>
                  <a:pt x="0" y="271"/>
                </a:lnTo>
                <a:lnTo>
                  <a:pt x="35" y="271"/>
                </a:lnTo>
                <a:moveTo>
                  <a:pt x="35" y="406"/>
                </a:moveTo>
                <a:lnTo>
                  <a:pt x="35" y="452"/>
                </a:lnTo>
                <a:lnTo>
                  <a:pt x="0" y="452"/>
                </a:lnTo>
                <a:lnTo>
                  <a:pt x="0" y="406"/>
                </a:lnTo>
                <a:lnTo>
                  <a:pt x="35" y="406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4" name=""/>
          <p:cNvSpPr/>
          <p:nvPr/>
        </p:nvSpPr>
        <p:spPr>
          <a:xfrm>
            <a:off x="1051200" y="1671840"/>
            <a:ext cx="81720" cy="48960"/>
          </a:xfrm>
          <a:custGeom>
            <a:avLst/>
            <a:gdLst/>
            <a:ahLst/>
            <a:rect l="0" t="0" r="r" b="b"/>
            <a:pathLst>
              <a:path fill="none" w="227" h="136">
                <a:moveTo>
                  <a:pt x="0" y="0"/>
                </a:moveTo>
                <a:lnTo>
                  <a:pt x="113" y="136"/>
                </a:lnTo>
                <a:lnTo>
                  <a:pt x="227" y="0"/>
                </a:lnTo>
              </a:path>
            </a:pathLst>
          </a:custGeom>
          <a:ln w="11880">
            <a:solidFill>
              <a:srgbClr val="a8a85a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5" name=""/>
          <p:cNvSpPr/>
          <p:nvPr/>
        </p:nvSpPr>
        <p:spPr>
          <a:xfrm>
            <a:off x="896760" y="1752840"/>
            <a:ext cx="5002920" cy="804960"/>
          </a:xfrm>
          <a:custGeom>
            <a:avLst/>
            <a:gdLst/>
            <a:ahLst/>
            <a:rect l="0" t="0" r="r" b="b"/>
            <a:pathLst>
              <a:path w="13897" h="2236">
                <a:moveTo>
                  <a:pt x="0" y="0"/>
                </a:moveTo>
                <a:lnTo>
                  <a:pt x="13897" y="0"/>
                </a:lnTo>
                <a:lnTo>
                  <a:pt x="13897" y="2236"/>
                </a:lnTo>
                <a:lnTo>
                  <a:pt x="0" y="2236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6" name=""/>
          <p:cNvSpPr/>
          <p:nvPr/>
        </p:nvSpPr>
        <p:spPr>
          <a:xfrm>
            <a:off x="896760" y="1752840"/>
            <a:ext cx="5002920" cy="804960"/>
          </a:xfrm>
          <a:custGeom>
            <a:avLst/>
            <a:gdLst/>
            <a:ahLst/>
            <a:rect l="0" t="0" r="r" b="b"/>
            <a:pathLst>
              <a:path w="13897" h="2236">
                <a:moveTo>
                  <a:pt x="0" y="0"/>
                </a:moveTo>
                <a:lnTo>
                  <a:pt x="13897" y="0"/>
                </a:lnTo>
                <a:lnTo>
                  <a:pt x="13897" y="2236"/>
                </a:lnTo>
                <a:lnTo>
                  <a:pt x="0" y="2236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7" name=""/>
          <p:cNvSpPr/>
          <p:nvPr/>
        </p:nvSpPr>
        <p:spPr>
          <a:xfrm>
            <a:off x="5736600" y="1818000"/>
            <a:ext cx="98280" cy="81720"/>
          </a:xfrm>
          <a:custGeom>
            <a:avLst/>
            <a:gdLst/>
            <a:ahLst/>
            <a:rect l="0" t="0" r="r" b="b"/>
            <a:pathLst>
              <a:path w="273" h="227">
                <a:moveTo>
                  <a:pt x="0" y="0"/>
                </a:moveTo>
                <a:lnTo>
                  <a:pt x="273" y="0"/>
                </a:lnTo>
                <a:lnTo>
                  <a:pt x="273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8" name=""/>
          <p:cNvSpPr/>
          <p:nvPr/>
        </p:nvSpPr>
        <p:spPr>
          <a:xfrm>
            <a:off x="5736600" y="1846440"/>
            <a:ext cx="9792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9" name=""/>
          <p:cNvSpPr txBox="1"/>
          <p:nvPr/>
        </p:nvSpPr>
        <p:spPr>
          <a:xfrm>
            <a:off x="2304360" y="1370160"/>
            <a:ext cx="25977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verdieping: examenvorm, instrument en beoordelaar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978480" y="1809000"/>
            <a:ext cx="1439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a5a2a"/>
                </a:solidFill>
                <a:latin typeface="DejaVuSans"/>
                <a:ea typeface="DejaVuSans"/>
              </a:rPr>
              <a:t>Examenonderdeelspeciﬁcatie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978480" y="1940040"/>
            <a:ext cx="4402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Proeve van bekwaamheid B1-K1, met vorm, instrumenten en ruimte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978480" y="2093400"/>
            <a:ext cx="10173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uitgewerkt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3" name=""/>
          <p:cNvSpPr txBox="1"/>
          <p:nvPr/>
        </p:nvSpPr>
        <p:spPr>
          <a:xfrm>
            <a:off x="978480" y="2231640"/>
            <a:ext cx="3852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patientenzorg (kerntaakniveau)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4" name=""/>
          <p:cNvSpPr/>
          <p:nvPr/>
        </p:nvSpPr>
        <p:spPr>
          <a:xfrm>
            <a:off x="896760" y="2784960"/>
            <a:ext cx="5792040" cy="528840"/>
          </a:xfrm>
          <a:custGeom>
            <a:avLst/>
            <a:gdLst/>
            <a:ahLst/>
            <a:rect l="0" t="0" r="r" b="b"/>
            <a:pathLst>
              <a:path w="16089" h="1469">
                <a:moveTo>
                  <a:pt x="0" y="0"/>
                </a:moveTo>
                <a:lnTo>
                  <a:pt x="16089" y="0"/>
                </a:lnTo>
                <a:lnTo>
                  <a:pt x="16089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5" name=""/>
          <p:cNvSpPr/>
          <p:nvPr/>
        </p:nvSpPr>
        <p:spPr>
          <a:xfrm>
            <a:off x="892800" y="2781000"/>
            <a:ext cx="5799960" cy="536760"/>
          </a:xfrm>
          <a:custGeom>
            <a:avLst/>
            <a:gdLst/>
            <a:ahLst/>
            <a:rect l="0" t="0" r="r" b="b"/>
            <a:pathLst>
              <a:path w="16111" h="1491">
                <a:moveTo>
                  <a:pt x="192" y="0"/>
                </a:moveTo>
                <a:lnTo>
                  <a:pt x="305" y="0"/>
                </a:lnTo>
                <a:lnTo>
                  <a:pt x="305" y="23"/>
                </a:lnTo>
                <a:lnTo>
                  <a:pt x="192" y="23"/>
                </a:lnTo>
                <a:lnTo>
                  <a:pt x="192" y="0"/>
                </a:lnTo>
                <a:moveTo>
                  <a:pt x="373" y="0"/>
                </a:moveTo>
                <a:lnTo>
                  <a:pt x="486" y="0"/>
                </a:lnTo>
                <a:lnTo>
                  <a:pt x="486" y="23"/>
                </a:lnTo>
                <a:lnTo>
                  <a:pt x="373" y="23"/>
                </a:lnTo>
                <a:lnTo>
                  <a:pt x="373" y="0"/>
                </a:lnTo>
                <a:moveTo>
                  <a:pt x="553" y="0"/>
                </a:moveTo>
                <a:lnTo>
                  <a:pt x="666" y="0"/>
                </a:lnTo>
                <a:lnTo>
                  <a:pt x="666" y="23"/>
                </a:lnTo>
                <a:lnTo>
                  <a:pt x="553" y="23"/>
                </a:lnTo>
                <a:lnTo>
                  <a:pt x="553" y="0"/>
                </a:lnTo>
                <a:moveTo>
                  <a:pt x="734" y="0"/>
                </a:moveTo>
                <a:lnTo>
                  <a:pt x="847" y="0"/>
                </a:lnTo>
                <a:lnTo>
                  <a:pt x="847" y="23"/>
                </a:lnTo>
                <a:lnTo>
                  <a:pt x="734" y="23"/>
                </a:lnTo>
                <a:lnTo>
                  <a:pt x="734" y="0"/>
                </a:lnTo>
                <a:moveTo>
                  <a:pt x="915" y="0"/>
                </a:moveTo>
                <a:lnTo>
                  <a:pt x="1028" y="0"/>
                </a:lnTo>
                <a:lnTo>
                  <a:pt x="1028" y="23"/>
                </a:lnTo>
                <a:lnTo>
                  <a:pt x="915" y="23"/>
                </a:lnTo>
                <a:lnTo>
                  <a:pt x="915" y="0"/>
                </a:lnTo>
                <a:moveTo>
                  <a:pt x="1096" y="0"/>
                </a:moveTo>
                <a:lnTo>
                  <a:pt x="1209" y="0"/>
                </a:lnTo>
                <a:lnTo>
                  <a:pt x="1209" y="23"/>
                </a:lnTo>
                <a:lnTo>
                  <a:pt x="1096" y="23"/>
                </a:lnTo>
                <a:lnTo>
                  <a:pt x="1096" y="0"/>
                </a:lnTo>
                <a:moveTo>
                  <a:pt x="1276" y="0"/>
                </a:moveTo>
                <a:lnTo>
                  <a:pt x="1389" y="0"/>
                </a:lnTo>
                <a:lnTo>
                  <a:pt x="1389" y="23"/>
                </a:lnTo>
                <a:lnTo>
                  <a:pt x="1276" y="23"/>
                </a:lnTo>
                <a:lnTo>
                  <a:pt x="1276" y="0"/>
                </a:lnTo>
                <a:moveTo>
                  <a:pt x="1457" y="0"/>
                </a:moveTo>
                <a:lnTo>
                  <a:pt x="1570" y="0"/>
                </a:lnTo>
                <a:lnTo>
                  <a:pt x="1570" y="23"/>
                </a:lnTo>
                <a:lnTo>
                  <a:pt x="1457" y="23"/>
                </a:lnTo>
                <a:lnTo>
                  <a:pt x="1457" y="0"/>
                </a:lnTo>
                <a:moveTo>
                  <a:pt x="1638" y="0"/>
                </a:moveTo>
                <a:lnTo>
                  <a:pt x="1751" y="0"/>
                </a:lnTo>
                <a:lnTo>
                  <a:pt x="1751" y="23"/>
                </a:lnTo>
                <a:lnTo>
                  <a:pt x="1638" y="23"/>
                </a:lnTo>
                <a:lnTo>
                  <a:pt x="1638" y="0"/>
                </a:lnTo>
                <a:moveTo>
                  <a:pt x="1819" y="0"/>
                </a:moveTo>
                <a:lnTo>
                  <a:pt x="1932" y="0"/>
                </a:lnTo>
                <a:lnTo>
                  <a:pt x="1932" y="23"/>
                </a:lnTo>
                <a:lnTo>
                  <a:pt x="1819" y="23"/>
                </a:lnTo>
                <a:lnTo>
                  <a:pt x="1819" y="0"/>
                </a:lnTo>
                <a:moveTo>
                  <a:pt x="2000" y="0"/>
                </a:moveTo>
                <a:lnTo>
                  <a:pt x="2113" y="0"/>
                </a:lnTo>
                <a:lnTo>
                  <a:pt x="2113" y="23"/>
                </a:lnTo>
                <a:lnTo>
                  <a:pt x="2000" y="23"/>
                </a:lnTo>
                <a:lnTo>
                  <a:pt x="2000" y="0"/>
                </a:lnTo>
                <a:moveTo>
                  <a:pt x="2180" y="0"/>
                </a:moveTo>
                <a:lnTo>
                  <a:pt x="2293" y="0"/>
                </a:lnTo>
                <a:lnTo>
                  <a:pt x="2293" y="23"/>
                </a:lnTo>
                <a:lnTo>
                  <a:pt x="2180" y="23"/>
                </a:lnTo>
                <a:lnTo>
                  <a:pt x="2180" y="0"/>
                </a:lnTo>
                <a:moveTo>
                  <a:pt x="2361" y="0"/>
                </a:moveTo>
                <a:lnTo>
                  <a:pt x="2474" y="0"/>
                </a:lnTo>
                <a:lnTo>
                  <a:pt x="2474" y="23"/>
                </a:lnTo>
                <a:lnTo>
                  <a:pt x="2361" y="23"/>
                </a:lnTo>
                <a:lnTo>
                  <a:pt x="2361" y="0"/>
                </a:lnTo>
                <a:moveTo>
                  <a:pt x="2542" y="0"/>
                </a:moveTo>
                <a:lnTo>
                  <a:pt x="2655" y="0"/>
                </a:lnTo>
                <a:lnTo>
                  <a:pt x="2655" y="23"/>
                </a:lnTo>
                <a:lnTo>
                  <a:pt x="2542" y="23"/>
                </a:lnTo>
                <a:lnTo>
                  <a:pt x="2542" y="0"/>
                </a:lnTo>
                <a:moveTo>
                  <a:pt x="2723" y="0"/>
                </a:moveTo>
                <a:lnTo>
                  <a:pt x="2836" y="0"/>
                </a:lnTo>
                <a:lnTo>
                  <a:pt x="2836" y="23"/>
                </a:lnTo>
                <a:lnTo>
                  <a:pt x="2723" y="23"/>
                </a:lnTo>
                <a:lnTo>
                  <a:pt x="2723" y="0"/>
                </a:lnTo>
                <a:moveTo>
                  <a:pt x="2903" y="0"/>
                </a:moveTo>
                <a:lnTo>
                  <a:pt x="3016" y="0"/>
                </a:lnTo>
                <a:lnTo>
                  <a:pt x="3016" y="23"/>
                </a:lnTo>
                <a:lnTo>
                  <a:pt x="2903" y="23"/>
                </a:lnTo>
                <a:lnTo>
                  <a:pt x="2903" y="0"/>
                </a:lnTo>
                <a:moveTo>
                  <a:pt x="3084" y="0"/>
                </a:moveTo>
                <a:lnTo>
                  <a:pt x="3197" y="0"/>
                </a:lnTo>
                <a:lnTo>
                  <a:pt x="3197" y="23"/>
                </a:lnTo>
                <a:lnTo>
                  <a:pt x="3084" y="23"/>
                </a:lnTo>
                <a:lnTo>
                  <a:pt x="3084" y="0"/>
                </a:lnTo>
                <a:moveTo>
                  <a:pt x="3265" y="0"/>
                </a:moveTo>
                <a:lnTo>
                  <a:pt x="3378" y="0"/>
                </a:lnTo>
                <a:lnTo>
                  <a:pt x="3378" y="23"/>
                </a:lnTo>
                <a:lnTo>
                  <a:pt x="3265" y="23"/>
                </a:lnTo>
                <a:lnTo>
                  <a:pt x="3265" y="0"/>
                </a:lnTo>
                <a:moveTo>
                  <a:pt x="3446" y="0"/>
                </a:moveTo>
                <a:lnTo>
                  <a:pt x="3559" y="0"/>
                </a:lnTo>
                <a:lnTo>
                  <a:pt x="3559" y="23"/>
                </a:lnTo>
                <a:lnTo>
                  <a:pt x="3446" y="23"/>
                </a:lnTo>
                <a:lnTo>
                  <a:pt x="3446" y="0"/>
                </a:lnTo>
                <a:moveTo>
                  <a:pt x="3626" y="0"/>
                </a:moveTo>
                <a:lnTo>
                  <a:pt x="3739" y="0"/>
                </a:lnTo>
                <a:lnTo>
                  <a:pt x="3739" y="23"/>
                </a:lnTo>
                <a:lnTo>
                  <a:pt x="3626" y="23"/>
                </a:lnTo>
                <a:lnTo>
                  <a:pt x="3626" y="0"/>
                </a:lnTo>
                <a:moveTo>
                  <a:pt x="3807" y="0"/>
                </a:moveTo>
                <a:lnTo>
                  <a:pt x="3920" y="0"/>
                </a:lnTo>
                <a:lnTo>
                  <a:pt x="3920" y="23"/>
                </a:lnTo>
                <a:lnTo>
                  <a:pt x="3807" y="23"/>
                </a:lnTo>
                <a:lnTo>
                  <a:pt x="3807" y="0"/>
                </a:lnTo>
                <a:moveTo>
                  <a:pt x="3988" y="0"/>
                </a:moveTo>
                <a:lnTo>
                  <a:pt x="4101" y="0"/>
                </a:lnTo>
                <a:lnTo>
                  <a:pt x="4101" y="23"/>
                </a:lnTo>
                <a:lnTo>
                  <a:pt x="3988" y="23"/>
                </a:lnTo>
                <a:lnTo>
                  <a:pt x="3988" y="0"/>
                </a:lnTo>
                <a:moveTo>
                  <a:pt x="4169" y="0"/>
                </a:moveTo>
                <a:lnTo>
                  <a:pt x="4282" y="0"/>
                </a:lnTo>
                <a:lnTo>
                  <a:pt x="4282" y="23"/>
                </a:lnTo>
                <a:lnTo>
                  <a:pt x="4169" y="23"/>
                </a:lnTo>
                <a:lnTo>
                  <a:pt x="4169" y="0"/>
                </a:lnTo>
                <a:moveTo>
                  <a:pt x="4349" y="0"/>
                </a:moveTo>
                <a:lnTo>
                  <a:pt x="4462" y="0"/>
                </a:lnTo>
                <a:lnTo>
                  <a:pt x="4462" y="23"/>
                </a:lnTo>
                <a:lnTo>
                  <a:pt x="4349" y="23"/>
                </a:lnTo>
                <a:lnTo>
                  <a:pt x="4349" y="0"/>
                </a:lnTo>
                <a:moveTo>
                  <a:pt x="4530" y="0"/>
                </a:moveTo>
                <a:lnTo>
                  <a:pt x="4643" y="0"/>
                </a:lnTo>
                <a:lnTo>
                  <a:pt x="4643" y="23"/>
                </a:lnTo>
                <a:lnTo>
                  <a:pt x="4530" y="23"/>
                </a:lnTo>
                <a:lnTo>
                  <a:pt x="4530" y="0"/>
                </a:lnTo>
                <a:moveTo>
                  <a:pt x="4711" y="0"/>
                </a:moveTo>
                <a:lnTo>
                  <a:pt x="4824" y="0"/>
                </a:lnTo>
                <a:lnTo>
                  <a:pt x="4824" y="23"/>
                </a:lnTo>
                <a:lnTo>
                  <a:pt x="4711" y="23"/>
                </a:lnTo>
                <a:lnTo>
                  <a:pt x="4711" y="0"/>
                </a:lnTo>
                <a:moveTo>
                  <a:pt x="4892" y="0"/>
                </a:moveTo>
                <a:lnTo>
                  <a:pt x="5005" y="0"/>
                </a:lnTo>
                <a:lnTo>
                  <a:pt x="5005" y="23"/>
                </a:lnTo>
                <a:lnTo>
                  <a:pt x="4892" y="23"/>
                </a:lnTo>
                <a:lnTo>
                  <a:pt x="4892" y="0"/>
                </a:lnTo>
                <a:moveTo>
                  <a:pt x="5073" y="0"/>
                </a:moveTo>
                <a:lnTo>
                  <a:pt x="5185" y="0"/>
                </a:lnTo>
                <a:lnTo>
                  <a:pt x="5185" y="23"/>
                </a:lnTo>
                <a:lnTo>
                  <a:pt x="5073" y="23"/>
                </a:lnTo>
                <a:lnTo>
                  <a:pt x="5073" y="0"/>
                </a:lnTo>
                <a:moveTo>
                  <a:pt x="5253" y="0"/>
                </a:moveTo>
                <a:lnTo>
                  <a:pt x="5366" y="0"/>
                </a:lnTo>
                <a:lnTo>
                  <a:pt x="5366" y="23"/>
                </a:lnTo>
                <a:lnTo>
                  <a:pt x="5253" y="23"/>
                </a:lnTo>
                <a:lnTo>
                  <a:pt x="5253" y="0"/>
                </a:lnTo>
                <a:moveTo>
                  <a:pt x="5434" y="0"/>
                </a:moveTo>
                <a:lnTo>
                  <a:pt x="5547" y="0"/>
                </a:lnTo>
                <a:lnTo>
                  <a:pt x="5547" y="23"/>
                </a:lnTo>
                <a:lnTo>
                  <a:pt x="5434" y="23"/>
                </a:lnTo>
                <a:lnTo>
                  <a:pt x="5434" y="0"/>
                </a:lnTo>
                <a:moveTo>
                  <a:pt x="5616" y="0"/>
                </a:moveTo>
                <a:lnTo>
                  <a:pt x="5729" y="0"/>
                </a:lnTo>
                <a:lnTo>
                  <a:pt x="5729" y="23"/>
                </a:lnTo>
                <a:lnTo>
                  <a:pt x="5616" y="23"/>
                </a:lnTo>
                <a:lnTo>
                  <a:pt x="5616" y="0"/>
                </a:lnTo>
                <a:moveTo>
                  <a:pt x="5797" y="0"/>
                </a:moveTo>
                <a:lnTo>
                  <a:pt x="5910" y="0"/>
                </a:lnTo>
                <a:lnTo>
                  <a:pt x="5910" y="23"/>
                </a:lnTo>
                <a:lnTo>
                  <a:pt x="5797" y="23"/>
                </a:lnTo>
                <a:lnTo>
                  <a:pt x="5797" y="0"/>
                </a:lnTo>
                <a:moveTo>
                  <a:pt x="5977" y="0"/>
                </a:moveTo>
                <a:lnTo>
                  <a:pt x="6090" y="0"/>
                </a:lnTo>
                <a:lnTo>
                  <a:pt x="6090" y="23"/>
                </a:lnTo>
                <a:lnTo>
                  <a:pt x="5977" y="23"/>
                </a:lnTo>
                <a:lnTo>
                  <a:pt x="5977" y="0"/>
                </a:lnTo>
                <a:moveTo>
                  <a:pt x="6158" y="0"/>
                </a:moveTo>
                <a:lnTo>
                  <a:pt x="6271" y="0"/>
                </a:lnTo>
                <a:lnTo>
                  <a:pt x="6271" y="23"/>
                </a:lnTo>
                <a:lnTo>
                  <a:pt x="6158" y="23"/>
                </a:lnTo>
                <a:lnTo>
                  <a:pt x="6158" y="0"/>
                </a:lnTo>
                <a:moveTo>
                  <a:pt x="6339" y="0"/>
                </a:moveTo>
                <a:lnTo>
                  <a:pt x="6452" y="0"/>
                </a:lnTo>
                <a:lnTo>
                  <a:pt x="6452" y="23"/>
                </a:lnTo>
                <a:lnTo>
                  <a:pt x="6339" y="23"/>
                </a:lnTo>
                <a:lnTo>
                  <a:pt x="6339" y="0"/>
                </a:lnTo>
                <a:moveTo>
                  <a:pt x="6520" y="0"/>
                </a:moveTo>
                <a:lnTo>
                  <a:pt x="6633" y="0"/>
                </a:lnTo>
                <a:lnTo>
                  <a:pt x="6633" y="23"/>
                </a:lnTo>
                <a:lnTo>
                  <a:pt x="6520" y="23"/>
                </a:lnTo>
                <a:lnTo>
                  <a:pt x="6520" y="0"/>
                </a:lnTo>
                <a:moveTo>
                  <a:pt x="6700" y="0"/>
                </a:moveTo>
                <a:lnTo>
                  <a:pt x="6813" y="0"/>
                </a:lnTo>
                <a:lnTo>
                  <a:pt x="6813" y="23"/>
                </a:lnTo>
                <a:lnTo>
                  <a:pt x="6700" y="23"/>
                </a:lnTo>
                <a:lnTo>
                  <a:pt x="6700" y="0"/>
                </a:lnTo>
                <a:moveTo>
                  <a:pt x="6881" y="0"/>
                </a:moveTo>
                <a:lnTo>
                  <a:pt x="6994" y="0"/>
                </a:lnTo>
                <a:lnTo>
                  <a:pt x="6994" y="23"/>
                </a:lnTo>
                <a:lnTo>
                  <a:pt x="6881" y="23"/>
                </a:lnTo>
                <a:lnTo>
                  <a:pt x="6881" y="0"/>
                </a:lnTo>
                <a:moveTo>
                  <a:pt x="7062" y="0"/>
                </a:moveTo>
                <a:lnTo>
                  <a:pt x="7175" y="0"/>
                </a:lnTo>
                <a:lnTo>
                  <a:pt x="7175" y="23"/>
                </a:lnTo>
                <a:lnTo>
                  <a:pt x="7062" y="23"/>
                </a:lnTo>
                <a:lnTo>
                  <a:pt x="7062" y="0"/>
                </a:lnTo>
                <a:moveTo>
                  <a:pt x="7243" y="0"/>
                </a:moveTo>
                <a:lnTo>
                  <a:pt x="7356" y="0"/>
                </a:lnTo>
                <a:lnTo>
                  <a:pt x="7356" y="23"/>
                </a:lnTo>
                <a:lnTo>
                  <a:pt x="7243" y="23"/>
                </a:lnTo>
                <a:lnTo>
                  <a:pt x="7243" y="0"/>
                </a:lnTo>
                <a:moveTo>
                  <a:pt x="7423" y="0"/>
                </a:moveTo>
                <a:lnTo>
                  <a:pt x="7536" y="0"/>
                </a:lnTo>
                <a:lnTo>
                  <a:pt x="7536" y="23"/>
                </a:lnTo>
                <a:lnTo>
                  <a:pt x="7423" y="23"/>
                </a:lnTo>
                <a:lnTo>
                  <a:pt x="7423" y="0"/>
                </a:lnTo>
                <a:moveTo>
                  <a:pt x="7604" y="0"/>
                </a:moveTo>
                <a:lnTo>
                  <a:pt x="7717" y="0"/>
                </a:lnTo>
                <a:lnTo>
                  <a:pt x="7717" y="23"/>
                </a:lnTo>
                <a:lnTo>
                  <a:pt x="7604" y="23"/>
                </a:lnTo>
                <a:lnTo>
                  <a:pt x="7604" y="0"/>
                </a:lnTo>
                <a:moveTo>
                  <a:pt x="7785" y="0"/>
                </a:moveTo>
                <a:lnTo>
                  <a:pt x="7898" y="0"/>
                </a:lnTo>
                <a:lnTo>
                  <a:pt x="7898" y="23"/>
                </a:lnTo>
                <a:lnTo>
                  <a:pt x="7785" y="23"/>
                </a:lnTo>
                <a:lnTo>
                  <a:pt x="7785" y="0"/>
                </a:lnTo>
                <a:moveTo>
                  <a:pt x="7966" y="0"/>
                </a:moveTo>
                <a:lnTo>
                  <a:pt x="8079" y="0"/>
                </a:lnTo>
                <a:lnTo>
                  <a:pt x="8079" y="23"/>
                </a:lnTo>
                <a:lnTo>
                  <a:pt x="7966" y="23"/>
                </a:lnTo>
                <a:lnTo>
                  <a:pt x="7966" y="0"/>
                </a:lnTo>
                <a:moveTo>
                  <a:pt x="8146" y="0"/>
                </a:moveTo>
                <a:lnTo>
                  <a:pt x="8259" y="0"/>
                </a:lnTo>
                <a:lnTo>
                  <a:pt x="8259" y="23"/>
                </a:lnTo>
                <a:lnTo>
                  <a:pt x="8146" y="23"/>
                </a:lnTo>
                <a:lnTo>
                  <a:pt x="8146" y="0"/>
                </a:lnTo>
                <a:moveTo>
                  <a:pt x="8327" y="0"/>
                </a:moveTo>
                <a:lnTo>
                  <a:pt x="8440" y="0"/>
                </a:lnTo>
                <a:lnTo>
                  <a:pt x="8440" y="23"/>
                </a:lnTo>
                <a:lnTo>
                  <a:pt x="8327" y="23"/>
                </a:lnTo>
                <a:lnTo>
                  <a:pt x="8327" y="0"/>
                </a:lnTo>
                <a:moveTo>
                  <a:pt x="8508" y="0"/>
                </a:moveTo>
                <a:lnTo>
                  <a:pt x="8621" y="0"/>
                </a:lnTo>
                <a:lnTo>
                  <a:pt x="8621" y="23"/>
                </a:lnTo>
                <a:lnTo>
                  <a:pt x="8508" y="23"/>
                </a:lnTo>
                <a:lnTo>
                  <a:pt x="8508" y="0"/>
                </a:lnTo>
                <a:moveTo>
                  <a:pt x="8689" y="0"/>
                </a:moveTo>
                <a:lnTo>
                  <a:pt x="8802" y="0"/>
                </a:lnTo>
                <a:lnTo>
                  <a:pt x="8802" y="23"/>
                </a:lnTo>
                <a:lnTo>
                  <a:pt x="8689" y="23"/>
                </a:lnTo>
                <a:lnTo>
                  <a:pt x="8689" y="0"/>
                </a:lnTo>
                <a:moveTo>
                  <a:pt x="8870" y="0"/>
                </a:moveTo>
                <a:lnTo>
                  <a:pt x="8982" y="0"/>
                </a:lnTo>
                <a:lnTo>
                  <a:pt x="8982" y="23"/>
                </a:lnTo>
                <a:lnTo>
                  <a:pt x="8870" y="23"/>
                </a:lnTo>
                <a:lnTo>
                  <a:pt x="8870" y="0"/>
                </a:lnTo>
                <a:moveTo>
                  <a:pt x="9050" y="0"/>
                </a:moveTo>
                <a:lnTo>
                  <a:pt x="9163" y="0"/>
                </a:lnTo>
                <a:lnTo>
                  <a:pt x="9163" y="23"/>
                </a:lnTo>
                <a:lnTo>
                  <a:pt x="9050" y="23"/>
                </a:lnTo>
                <a:lnTo>
                  <a:pt x="9050" y="0"/>
                </a:lnTo>
                <a:moveTo>
                  <a:pt x="9231" y="0"/>
                </a:moveTo>
                <a:lnTo>
                  <a:pt x="9344" y="0"/>
                </a:lnTo>
                <a:lnTo>
                  <a:pt x="9344" y="23"/>
                </a:lnTo>
                <a:lnTo>
                  <a:pt x="9231" y="23"/>
                </a:lnTo>
                <a:lnTo>
                  <a:pt x="9231" y="0"/>
                </a:lnTo>
                <a:moveTo>
                  <a:pt x="9412" y="0"/>
                </a:moveTo>
                <a:lnTo>
                  <a:pt x="9525" y="0"/>
                </a:lnTo>
                <a:lnTo>
                  <a:pt x="9525" y="23"/>
                </a:lnTo>
                <a:lnTo>
                  <a:pt x="9412" y="23"/>
                </a:lnTo>
                <a:lnTo>
                  <a:pt x="9412" y="0"/>
                </a:lnTo>
                <a:moveTo>
                  <a:pt x="9593" y="0"/>
                </a:moveTo>
                <a:lnTo>
                  <a:pt x="9706" y="0"/>
                </a:lnTo>
                <a:lnTo>
                  <a:pt x="9706" y="23"/>
                </a:lnTo>
                <a:lnTo>
                  <a:pt x="9593" y="23"/>
                </a:lnTo>
                <a:lnTo>
                  <a:pt x="9593" y="0"/>
                </a:lnTo>
                <a:moveTo>
                  <a:pt x="9773" y="0"/>
                </a:moveTo>
                <a:lnTo>
                  <a:pt x="9886" y="0"/>
                </a:lnTo>
                <a:lnTo>
                  <a:pt x="9886" y="23"/>
                </a:lnTo>
                <a:lnTo>
                  <a:pt x="9773" y="23"/>
                </a:lnTo>
                <a:lnTo>
                  <a:pt x="9773" y="0"/>
                </a:lnTo>
                <a:moveTo>
                  <a:pt x="9954" y="0"/>
                </a:moveTo>
                <a:lnTo>
                  <a:pt x="10067" y="0"/>
                </a:lnTo>
                <a:lnTo>
                  <a:pt x="10067" y="23"/>
                </a:lnTo>
                <a:lnTo>
                  <a:pt x="9954" y="23"/>
                </a:lnTo>
                <a:lnTo>
                  <a:pt x="9954" y="0"/>
                </a:lnTo>
                <a:moveTo>
                  <a:pt x="10135" y="0"/>
                </a:moveTo>
                <a:lnTo>
                  <a:pt x="10248" y="0"/>
                </a:lnTo>
                <a:lnTo>
                  <a:pt x="10248" y="23"/>
                </a:lnTo>
                <a:lnTo>
                  <a:pt x="10135" y="23"/>
                </a:lnTo>
                <a:lnTo>
                  <a:pt x="10135" y="0"/>
                </a:lnTo>
                <a:moveTo>
                  <a:pt x="10316" y="0"/>
                </a:moveTo>
                <a:lnTo>
                  <a:pt x="10429" y="0"/>
                </a:lnTo>
                <a:lnTo>
                  <a:pt x="10429" y="23"/>
                </a:lnTo>
                <a:lnTo>
                  <a:pt x="10316" y="23"/>
                </a:lnTo>
                <a:lnTo>
                  <a:pt x="10316" y="0"/>
                </a:lnTo>
                <a:moveTo>
                  <a:pt x="10496" y="0"/>
                </a:moveTo>
                <a:lnTo>
                  <a:pt x="10609" y="0"/>
                </a:lnTo>
                <a:lnTo>
                  <a:pt x="10609" y="23"/>
                </a:lnTo>
                <a:lnTo>
                  <a:pt x="10496" y="23"/>
                </a:lnTo>
                <a:lnTo>
                  <a:pt x="10496" y="0"/>
                </a:lnTo>
                <a:moveTo>
                  <a:pt x="10677" y="0"/>
                </a:moveTo>
                <a:lnTo>
                  <a:pt x="10790" y="0"/>
                </a:lnTo>
                <a:lnTo>
                  <a:pt x="10790" y="23"/>
                </a:lnTo>
                <a:lnTo>
                  <a:pt x="10677" y="23"/>
                </a:lnTo>
                <a:lnTo>
                  <a:pt x="10677" y="0"/>
                </a:lnTo>
                <a:moveTo>
                  <a:pt x="10858" y="0"/>
                </a:moveTo>
                <a:lnTo>
                  <a:pt x="10971" y="0"/>
                </a:lnTo>
                <a:lnTo>
                  <a:pt x="10971" y="23"/>
                </a:lnTo>
                <a:lnTo>
                  <a:pt x="10858" y="23"/>
                </a:lnTo>
                <a:lnTo>
                  <a:pt x="10858" y="0"/>
                </a:lnTo>
                <a:moveTo>
                  <a:pt x="11039" y="0"/>
                </a:moveTo>
                <a:lnTo>
                  <a:pt x="11152" y="0"/>
                </a:lnTo>
                <a:lnTo>
                  <a:pt x="11152" y="23"/>
                </a:lnTo>
                <a:lnTo>
                  <a:pt x="11039" y="23"/>
                </a:lnTo>
                <a:lnTo>
                  <a:pt x="11039" y="0"/>
                </a:lnTo>
                <a:moveTo>
                  <a:pt x="11219" y="0"/>
                </a:moveTo>
                <a:lnTo>
                  <a:pt x="11332" y="0"/>
                </a:lnTo>
                <a:lnTo>
                  <a:pt x="11332" y="23"/>
                </a:lnTo>
                <a:lnTo>
                  <a:pt x="11219" y="23"/>
                </a:lnTo>
                <a:lnTo>
                  <a:pt x="11219" y="0"/>
                </a:lnTo>
                <a:moveTo>
                  <a:pt x="11400" y="0"/>
                </a:moveTo>
                <a:lnTo>
                  <a:pt x="11513" y="0"/>
                </a:lnTo>
                <a:lnTo>
                  <a:pt x="11513" y="23"/>
                </a:lnTo>
                <a:lnTo>
                  <a:pt x="11400" y="23"/>
                </a:lnTo>
                <a:lnTo>
                  <a:pt x="11400" y="0"/>
                </a:lnTo>
                <a:moveTo>
                  <a:pt x="11581" y="0"/>
                </a:moveTo>
                <a:lnTo>
                  <a:pt x="11694" y="0"/>
                </a:lnTo>
                <a:lnTo>
                  <a:pt x="11694" y="23"/>
                </a:lnTo>
                <a:lnTo>
                  <a:pt x="11581" y="23"/>
                </a:lnTo>
                <a:lnTo>
                  <a:pt x="11581" y="0"/>
                </a:lnTo>
                <a:moveTo>
                  <a:pt x="11762" y="0"/>
                </a:moveTo>
                <a:lnTo>
                  <a:pt x="11875" y="0"/>
                </a:lnTo>
                <a:lnTo>
                  <a:pt x="11875" y="23"/>
                </a:lnTo>
                <a:lnTo>
                  <a:pt x="11762" y="23"/>
                </a:lnTo>
                <a:lnTo>
                  <a:pt x="11762" y="0"/>
                </a:lnTo>
                <a:moveTo>
                  <a:pt x="11942" y="0"/>
                </a:moveTo>
                <a:lnTo>
                  <a:pt x="12055" y="0"/>
                </a:lnTo>
                <a:lnTo>
                  <a:pt x="12055" y="23"/>
                </a:lnTo>
                <a:lnTo>
                  <a:pt x="11942" y="23"/>
                </a:lnTo>
                <a:lnTo>
                  <a:pt x="11942" y="0"/>
                </a:lnTo>
                <a:moveTo>
                  <a:pt x="12123" y="0"/>
                </a:moveTo>
                <a:lnTo>
                  <a:pt x="12236" y="0"/>
                </a:lnTo>
                <a:lnTo>
                  <a:pt x="12236" y="23"/>
                </a:lnTo>
                <a:lnTo>
                  <a:pt x="12123" y="23"/>
                </a:lnTo>
                <a:lnTo>
                  <a:pt x="12123" y="0"/>
                </a:lnTo>
                <a:moveTo>
                  <a:pt x="12304" y="0"/>
                </a:moveTo>
                <a:lnTo>
                  <a:pt x="12417" y="0"/>
                </a:lnTo>
                <a:lnTo>
                  <a:pt x="12417" y="23"/>
                </a:lnTo>
                <a:lnTo>
                  <a:pt x="12304" y="23"/>
                </a:lnTo>
                <a:lnTo>
                  <a:pt x="12304" y="0"/>
                </a:lnTo>
                <a:moveTo>
                  <a:pt x="12485" y="0"/>
                </a:moveTo>
                <a:lnTo>
                  <a:pt x="12598" y="0"/>
                </a:lnTo>
                <a:lnTo>
                  <a:pt x="12598" y="23"/>
                </a:lnTo>
                <a:lnTo>
                  <a:pt x="12485" y="23"/>
                </a:lnTo>
                <a:lnTo>
                  <a:pt x="12485" y="0"/>
                </a:lnTo>
                <a:moveTo>
                  <a:pt x="12666" y="0"/>
                </a:moveTo>
                <a:lnTo>
                  <a:pt x="12779" y="0"/>
                </a:lnTo>
                <a:lnTo>
                  <a:pt x="12779" y="23"/>
                </a:lnTo>
                <a:lnTo>
                  <a:pt x="12666" y="23"/>
                </a:lnTo>
                <a:lnTo>
                  <a:pt x="12666" y="0"/>
                </a:lnTo>
                <a:moveTo>
                  <a:pt x="12846" y="0"/>
                </a:moveTo>
                <a:lnTo>
                  <a:pt x="12959" y="0"/>
                </a:lnTo>
                <a:lnTo>
                  <a:pt x="12959" y="23"/>
                </a:lnTo>
                <a:lnTo>
                  <a:pt x="12846" y="23"/>
                </a:lnTo>
                <a:lnTo>
                  <a:pt x="12846" y="0"/>
                </a:lnTo>
                <a:moveTo>
                  <a:pt x="13027" y="0"/>
                </a:moveTo>
                <a:lnTo>
                  <a:pt x="13140" y="0"/>
                </a:lnTo>
                <a:lnTo>
                  <a:pt x="13140" y="23"/>
                </a:lnTo>
                <a:lnTo>
                  <a:pt x="13027" y="23"/>
                </a:lnTo>
                <a:lnTo>
                  <a:pt x="13027" y="0"/>
                </a:lnTo>
                <a:moveTo>
                  <a:pt x="13208" y="0"/>
                </a:moveTo>
                <a:lnTo>
                  <a:pt x="13321" y="0"/>
                </a:lnTo>
                <a:lnTo>
                  <a:pt x="13321" y="23"/>
                </a:lnTo>
                <a:lnTo>
                  <a:pt x="13208" y="23"/>
                </a:lnTo>
                <a:lnTo>
                  <a:pt x="13208" y="0"/>
                </a:lnTo>
                <a:moveTo>
                  <a:pt x="13389" y="0"/>
                </a:moveTo>
                <a:lnTo>
                  <a:pt x="13502" y="0"/>
                </a:lnTo>
                <a:lnTo>
                  <a:pt x="13502" y="23"/>
                </a:lnTo>
                <a:lnTo>
                  <a:pt x="13389" y="23"/>
                </a:lnTo>
                <a:lnTo>
                  <a:pt x="13389" y="0"/>
                </a:lnTo>
                <a:moveTo>
                  <a:pt x="13569" y="0"/>
                </a:moveTo>
                <a:lnTo>
                  <a:pt x="13682" y="0"/>
                </a:lnTo>
                <a:lnTo>
                  <a:pt x="13682" y="23"/>
                </a:lnTo>
                <a:lnTo>
                  <a:pt x="13569" y="23"/>
                </a:lnTo>
                <a:lnTo>
                  <a:pt x="13569" y="0"/>
                </a:lnTo>
                <a:moveTo>
                  <a:pt x="13750" y="0"/>
                </a:moveTo>
                <a:lnTo>
                  <a:pt x="13863" y="0"/>
                </a:lnTo>
                <a:lnTo>
                  <a:pt x="13863" y="23"/>
                </a:lnTo>
                <a:lnTo>
                  <a:pt x="13750" y="23"/>
                </a:lnTo>
                <a:lnTo>
                  <a:pt x="13750" y="0"/>
                </a:lnTo>
                <a:moveTo>
                  <a:pt x="13931" y="0"/>
                </a:moveTo>
                <a:lnTo>
                  <a:pt x="14044" y="0"/>
                </a:lnTo>
                <a:lnTo>
                  <a:pt x="14044" y="23"/>
                </a:lnTo>
                <a:lnTo>
                  <a:pt x="13931" y="23"/>
                </a:lnTo>
                <a:lnTo>
                  <a:pt x="13931" y="0"/>
                </a:lnTo>
                <a:moveTo>
                  <a:pt x="14112" y="0"/>
                </a:moveTo>
                <a:lnTo>
                  <a:pt x="14225" y="0"/>
                </a:lnTo>
                <a:lnTo>
                  <a:pt x="14225" y="23"/>
                </a:lnTo>
                <a:lnTo>
                  <a:pt x="14112" y="23"/>
                </a:lnTo>
                <a:lnTo>
                  <a:pt x="14112" y="0"/>
                </a:lnTo>
                <a:moveTo>
                  <a:pt x="14292" y="0"/>
                </a:moveTo>
                <a:lnTo>
                  <a:pt x="14405" y="0"/>
                </a:lnTo>
                <a:lnTo>
                  <a:pt x="14405" y="23"/>
                </a:lnTo>
                <a:lnTo>
                  <a:pt x="14292" y="23"/>
                </a:lnTo>
                <a:lnTo>
                  <a:pt x="14292" y="0"/>
                </a:lnTo>
                <a:moveTo>
                  <a:pt x="14473" y="0"/>
                </a:moveTo>
                <a:lnTo>
                  <a:pt x="14586" y="0"/>
                </a:lnTo>
                <a:lnTo>
                  <a:pt x="14586" y="23"/>
                </a:lnTo>
                <a:lnTo>
                  <a:pt x="14473" y="23"/>
                </a:lnTo>
                <a:lnTo>
                  <a:pt x="14473" y="0"/>
                </a:lnTo>
                <a:moveTo>
                  <a:pt x="14654" y="0"/>
                </a:moveTo>
                <a:lnTo>
                  <a:pt x="14767" y="0"/>
                </a:lnTo>
                <a:lnTo>
                  <a:pt x="14767" y="23"/>
                </a:lnTo>
                <a:lnTo>
                  <a:pt x="14654" y="23"/>
                </a:lnTo>
                <a:lnTo>
                  <a:pt x="14654" y="0"/>
                </a:lnTo>
                <a:moveTo>
                  <a:pt x="14835" y="0"/>
                </a:moveTo>
                <a:lnTo>
                  <a:pt x="14948" y="0"/>
                </a:lnTo>
                <a:lnTo>
                  <a:pt x="14948" y="23"/>
                </a:lnTo>
                <a:lnTo>
                  <a:pt x="14835" y="23"/>
                </a:lnTo>
                <a:lnTo>
                  <a:pt x="14835" y="0"/>
                </a:lnTo>
                <a:moveTo>
                  <a:pt x="15015" y="0"/>
                </a:moveTo>
                <a:lnTo>
                  <a:pt x="15128" y="0"/>
                </a:lnTo>
                <a:lnTo>
                  <a:pt x="15128" y="23"/>
                </a:lnTo>
                <a:lnTo>
                  <a:pt x="15015" y="23"/>
                </a:lnTo>
                <a:lnTo>
                  <a:pt x="15015" y="0"/>
                </a:lnTo>
                <a:moveTo>
                  <a:pt x="15196" y="0"/>
                </a:moveTo>
                <a:lnTo>
                  <a:pt x="15309" y="0"/>
                </a:lnTo>
                <a:lnTo>
                  <a:pt x="15309" y="23"/>
                </a:lnTo>
                <a:lnTo>
                  <a:pt x="15196" y="23"/>
                </a:lnTo>
                <a:lnTo>
                  <a:pt x="15196" y="0"/>
                </a:lnTo>
                <a:moveTo>
                  <a:pt x="15377" y="0"/>
                </a:moveTo>
                <a:lnTo>
                  <a:pt x="15490" y="0"/>
                </a:lnTo>
                <a:lnTo>
                  <a:pt x="15490" y="23"/>
                </a:lnTo>
                <a:lnTo>
                  <a:pt x="15377" y="23"/>
                </a:lnTo>
                <a:lnTo>
                  <a:pt x="15377" y="0"/>
                </a:lnTo>
                <a:moveTo>
                  <a:pt x="15558" y="0"/>
                </a:moveTo>
                <a:lnTo>
                  <a:pt x="15671" y="0"/>
                </a:lnTo>
                <a:lnTo>
                  <a:pt x="15671" y="23"/>
                </a:lnTo>
                <a:lnTo>
                  <a:pt x="15558" y="23"/>
                </a:lnTo>
                <a:lnTo>
                  <a:pt x="15558" y="0"/>
                </a:lnTo>
                <a:moveTo>
                  <a:pt x="15738" y="0"/>
                </a:moveTo>
                <a:lnTo>
                  <a:pt x="15851" y="0"/>
                </a:lnTo>
                <a:lnTo>
                  <a:pt x="15851" y="23"/>
                </a:lnTo>
                <a:lnTo>
                  <a:pt x="15738" y="23"/>
                </a:lnTo>
                <a:lnTo>
                  <a:pt x="15738" y="0"/>
                </a:lnTo>
                <a:moveTo>
                  <a:pt x="15919" y="0"/>
                </a:moveTo>
                <a:lnTo>
                  <a:pt x="16032" y="0"/>
                </a:lnTo>
                <a:lnTo>
                  <a:pt x="16032" y="23"/>
                </a:lnTo>
                <a:lnTo>
                  <a:pt x="15919" y="23"/>
                </a:lnTo>
                <a:lnTo>
                  <a:pt x="15919" y="0"/>
                </a:lnTo>
                <a:moveTo>
                  <a:pt x="16111" y="11"/>
                </a:moveTo>
                <a:lnTo>
                  <a:pt x="16111" y="124"/>
                </a:lnTo>
                <a:lnTo>
                  <a:pt x="16089" y="124"/>
                </a:lnTo>
                <a:lnTo>
                  <a:pt x="16089" y="11"/>
                </a:lnTo>
                <a:lnTo>
                  <a:pt x="16111" y="11"/>
                </a:lnTo>
                <a:moveTo>
                  <a:pt x="16111" y="192"/>
                </a:moveTo>
                <a:lnTo>
                  <a:pt x="16111" y="305"/>
                </a:lnTo>
                <a:lnTo>
                  <a:pt x="16089" y="305"/>
                </a:lnTo>
                <a:lnTo>
                  <a:pt x="16089" y="192"/>
                </a:lnTo>
                <a:lnTo>
                  <a:pt x="16111" y="192"/>
                </a:lnTo>
                <a:moveTo>
                  <a:pt x="16111" y="372"/>
                </a:moveTo>
                <a:lnTo>
                  <a:pt x="16111" y="486"/>
                </a:lnTo>
                <a:lnTo>
                  <a:pt x="16089" y="486"/>
                </a:lnTo>
                <a:lnTo>
                  <a:pt x="16089" y="372"/>
                </a:lnTo>
                <a:lnTo>
                  <a:pt x="16111" y="372"/>
                </a:lnTo>
                <a:moveTo>
                  <a:pt x="16111" y="554"/>
                </a:moveTo>
                <a:lnTo>
                  <a:pt x="16111" y="667"/>
                </a:lnTo>
                <a:lnTo>
                  <a:pt x="16089" y="667"/>
                </a:lnTo>
                <a:lnTo>
                  <a:pt x="16089" y="554"/>
                </a:lnTo>
                <a:lnTo>
                  <a:pt x="16111" y="554"/>
                </a:lnTo>
                <a:moveTo>
                  <a:pt x="16111" y="735"/>
                </a:moveTo>
                <a:lnTo>
                  <a:pt x="16111" y="847"/>
                </a:lnTo>
                <a:lnTo>
                  <a:pt x="16089" y="847"/>
                </a:lnTo>
                <a:lnTo>
                  <a:pt x="16089" y="735"/>
                </a:lnTo>
                <a:lnTo>
                  <a:pt x="16111" y="735"/>
                </a:lnTo>
                <a:moveTo>
                  <a:pt x="16111" y="915"/>
                </a:moveTo>
                <a:lnTo>
                  <a:pt x="16111" y="1028"/>
                </a:lnTo>
                <a:lnTo>
                  <a:pt x="16089" y="1028"/>
                </a:lnTo>
                <a:lnTo>
                  <a:pt x="16089" y="915"/>
                </a:lnTo>
                <a:lnTo>
                  <a:pt x="16111" y="915"/>
                </a:lnTo>
                <a:moveTo>
                  <a:pt x="16111" y="1096"/>
                </a:moveTo>
                <a:lnTo>
                  <a:pt x="16111" y="1209"/>
                </a:lnTo>
                <a:lnTo>
                  <a:pt x="16089" y="1209"/>
                </a:lnTo>
                <a:lnTo>
                  <a:pt x="16089" y="1096"/>
                </a:lnTo>
                <a:lnTo>
                  <a:pt x="16111" y="1096"/>
                </a:lnTo>
                <a:moveTo>
                  <a:pt x="16111" y="1276"/>
                </a:moveTo>
                <a:lnTo>
                  <a:pt x="16111" y="1389"/>
                </a:lnTo>
                <a:lnTo>
                  <a:pt x="16089" y="1389"/>
                </a:lnTo>
                <a:lnTo>
                  <a:pt x="16089" y="1276"/>
                </a:lnTo>
                <a:lnTo>
                  <a:pt x="16111" y="1276"/>
                </a:lnTo>
                <a:moveTo>
                  <a:pt x="16111" y="1457"/>
                </a:moveTo>
                <a:lnTo>
                  <a:pt x="16111" y="1491"/>
                </a:lnTo>
                <a:lnTo>
                  <a:pt x="16010" y="1491"/>
                </a:lnTo>
                <a:lnTo>
                  <a:pt x="16010" y="1468"/>
                </a:lnTo>
                <a:lnTo>
                  <a:pt x="16100" y="1468"/>
                </a:lnTo>
                <a:lnTo>
                  <a:pt x="16100" y="1480"/>
                </a:lnTo>
                <a:lnTo>
                  <a:pt x="16089" y="1480"/>
                </a:lnTo>
                <a:lnTo>
                  <a:pt x="16089" y="1457"/>
                </a:lnTo>
                <a:lnTo>
                  <a:pt x="16111" y="1457"/>
                </a:lnTo>
                <a:moveTo>
                  <a:pt x="15942" y="1491"/>
                </a:moveTo>
                <a:lnTo>
                  <a:pt x="15829" y="1491"/>
                </a:lnTo>
                <a:lnTo>
                  <a:pt x="15829" y="1468"/>
                </a:lnTo>
                <a:lnTo>
                  <a:pt x="15942" y="1468"/>
                </a:lnTo>
                <a:lnTo>
                  <a:pt x="15942" y="1491"/>
                </a:lnTo>
                <a:moveTo>
                  <a:pt x="15761" y="1491"/>
                </a:moveTo>
                <a:lnTo>
                  <a:pt x="15648" y="1491"/>
                </a:lnTo>
                <a:lnTo>
                  <a:pt x="15648" y="1468"/>
                </a:lnTo>
                <a:lnTo>
                  <a:pt x="15761" y="1468"/>
                </a:lnTo>
                <a:lnTo>
                  <a:pt x="15761" y="1491"/>
                </a:lnTo>
                <a:moveTo>
                  <a:pt x="15580" y="1491"/>
                </a:moveTo>
                <a:lnTo>
                  <a:pt x="15467" y="1491"/>
                </a:lnTo>
                <a:lnTo>
                  <a:pt x="15467" y="1468"/>
                </a:lnTo>
                <a:lnTo>
                  <a:pt x="15580" y="1468"/>
                </a:lnTo>
                <a:lnTo>
                  <a:pt x="15580" y="1491"/>
                </a:lnTo>
                <a:moveTo>
                  <a:pt x="15400" y="1491"/>
                </a:moveTo>
                <a:lnTo>
                  <a:pt x="15287" y="1491"/>
                </a:lnTo>
                <a:lnTo>
                  <a:pt x="15287" y="1468"/>
                </a:lnTo>
                <a:lnTo>
                  <a:pt x="15400" y="1468"/>
                </a:lnTo>
                <a:lnTo>
                  <a:pt x="15400" y="1491"/>
                </a:lnTo>
                <a:moveTo>
                  <a:pt x="15219" y="1491"/>
                </a:moveTo>
                <a:lnTo>
                  <a:pt x="15106" y="1491"/>
                </a:lnTo>
                <a:lnTo>
                  <a:pt x="15106" y="1468"/>
                </a:lnTo>
                <a:lnTo>
                  <a:pt x="15219" y="1468"/>
                </a:lnTo>
                <a:lnTo>
                  <a:pt x="15219" y="1491"/>
                </a:lnTo>
                <a:moveTo>
                  <a:pt x="15038" y="1491"/>
                </a:moveTo>
                <a:lnTo>
                  <a:pt x="14925" y="1491"/>
                </a:lnTo>
                <a:lnTo>
                  <a:pt x="14925" y="1468"/>
                </a:lnTo>
                <a:lnTo>
                  <a:pt x="15038" y="1468"/>
                </a:lnTo>
                <a:lnTo>
                  <a:pt x="15038" y="1491"/>
                </a:lnTo>
                <a:moveTo>
                  <a:pt x="14857" y="1491"/>
                </a:moveTo>
                <a:lnTo>
                  <a:pt x="14744" y="1491"/>
                </a:lnTo>
                <a:lnTo>
                  <a:pt x="14744" y="1468"/>
                </a:lnTo>
                <a:lnTo>
                  <a:pt x="14857" y="1468"/>
                </a:lnTo>
                <a:lnTo>
                  <a:pt x="14857" y="1491"/>
                </a:lnTo>
                <a:moveTo>
                  <a:pt x="14677" y="1491"/>
                </a:moveTo>
                <a:lnTo>
                  <a:pt x="14564" y="1491"/>
                </a:lnTo>
                <a:lnTo>
                  <a:pt x="14564" y="1468"/>
                </a:lnTo>
                <a:lnTo>
                  <a:pt x="14677" y="1468"/>
                </a:lnTo>
                <a:lnTo>
                  <a:pt x="14677" y="1491"/>
                </a:lnTo>
                <a:moveTo>
                  <a:pt x="14496" y="1491"/>
                </a:moveTo>
                <a:lnTo>
                  <a:pt x="14383" y="1491"/>
                </a:lnTo>
                <a:lnTo>
                  <a:pt x="14383" y="1468"/>
                </a:lnTo>
                <a:lnTo>
                  <a:pt x="14496" y="1468"/>
                </a:lnTo>
                <a:lnTo>
                  <a:pt x="14496" y="1491"/>
                </a:lnTo>
                <a:moveTo>
                  <a:pt x="14315" y="1491"/>
                </a:moveTo>
                <a:lnTo>
                  <a:pt x="14202" y="1491"/>
                </a:lnTo>
                <a:lnTo>
                  <a:pt x="14202" y="1468"/>
                </a:lnTo>
                <a:lnTo>
                  <a:pt x="14315" y="1468"/>
                </a:lnTo>
                <a:lnTo>
                  <a:pt x="14315" y="1491"/>
                </a:lnTo>
                <a:moveTo>
                  <a:pt x="14134" y="1491"/>
                </a:moveTo>
                <a:lnTo>
                  <a:pt x="14021" y="1491"/>
                </a:lnTo>
                <a:lnTo>
                  <a:pt x="14021" y="1468"/>
                </a:lnTo>
                <a:lnTo>
                  <a:pt x="14134" y="1468"/>
                </a:lnTo>
                <a:lnTo>
                  <a:pt x="14134" y="1491"/>
                </a:lnTo>
                <a:moveTo>
                  <a:pt x="13953" y="1491"/>
                </a:moveTo>
                <a:lnTo>
                  <a:pt x="13840" y="1491"/>
                </a:lnTo>
                <a:lnTo>
                  <a:pt x="13840" y="1468"/>
                </a:lnTo>
                <a:lnTo>
                  <a:pt x="13953" y="1468"/>
                </a:lnTo>
                <a:lnTo>
                  <a:pt x="13953" y="1491"/>
                </a:lnTo>
                <a:moveTo>
                  <a:pt x="13773" y="1491"/>
                </a:moveTo>
                <a:lnTo>
                  <a:pt x="13660" y="1491"/>
                </a:lnTo>
                <a:lnTo>
                  <a:pt x="13660" y="1468"/>
                </a:lnTo>
                <a:lnTo>
                  <a:pt x="13773" y="1468"/>
                </a:lnTo>
                <a:lnTo>
                  <a:pt x="13773" y="1491"/>
                </a:lnTo>
                <a:moveTo>
                  <a:pt x="13592" y="1491"/>
                </a:moveTo>
                <a:lnTo>
                  <a:pt x="13479" y="1491"/>
                </a:lnTo>
                <a:lnTo>
                  <a:pt x="13479" y="1468"/>
                </a:lnTo>
                <a:lnTo>
                  <a:pt x="13592" y="1468"/>
                </a:lnTo>
                <a:lnTo>
                  <a:pt x="13592" y="1491"/>
                </a:lnTo>
                <a:moveTo>
                  <a:pt x="13411" y="1491"/>
                </a:moveTo>
                <a:lnTo>
                  <a:pt x="13298" y="1491"/>
                </a:lnTo>
                <a:lnTo>
                  <a:pt x="13298" y="1468"/>
                </a:lnTo>
                <a:lnTo>
                  <a:pt x="13411" y="1468"/>
                </a:lnTo>
                <a:lnTo>
                  <a:pt x="13411" y="1491"/>
                </a:lnTo>
                <a:moveTo>
                  <a:pt x="13230" y="1491"/>
                </a:moveTo>
                <a:lnTo>
                  <a:pt x="13117" y="1491"/>
                </a:lnTo>
                <a:lnTo>
                  <a:pt x="13117" y="1468"/>
                </a:lnTo>
                <a:lnTo>
                  <a:pt x="13230" y="1468"/>
                </a:lnTo>
                <a:lnTo>
                  <a:pt x="13230" y="1491"/>
                </a:lnTo>
                <a:moveTo>
                  <a:pt x="13050" y="1491"/>
                </a:moveTo>
                <a:lnTo>
                  <a:pt x="12937" y="1491"/>
                </a:lnTo>
                <a:lnTo>
                  <a:pt x="12937" y="1468"/>
                </a:lnTo>
                <a:lnTo>
                  <a:pt x="13050" y="1468"/>
                </a:lnTo>
                <a:lnTo>
                  <a:pt x="13050" y="1491"/>
                </a:lnTo>
                <a:moveTo>
                  <a:pt x="12869" y="1491"/>
                </a:moveTo>
                <a:lnTo>
                  <a:pt x="12756" y="1491"/>
                </a:lnTo>
                <a:lnTo>
                  <a:pt x="12756" y="1468"/>
                </a:lnTo>
                <a:lnTo>
                  <a:pt x="12869" y="1468"/>
                </a:lnTo>
                <a:lnTo>
                  <a:pt x="12869" y="1491"/>
                </a:lnTo>
                <a:moveTo>
                  <a:pt x="12688" y="1491"/>
                </a:moveTo>
                <a:lnTo>
                  <a:pt x="12575" y="1491"/>
                </a:lnTo>
                <a:lnTo>
                  <a:pt x="12575" y="1468"/>
                </a:lnTo>
                <a:lnTo>
                  <a:pt x="12688" y="1468"/>
                </a:lnTo>
                <a:lnTo>
                  <a:pt x="12688" y="1491"/>
                </a:lnTo>
                <a:moveTo>
                  <a:pt x="12507" y="1491"/>
                </a:moveTo>
                <a:lnTo>
                  <a:pt x="12394" y="1491"/>
                </a:lnTo>
                <a:lnTo>
                  <a:pt x="12394" y="1468"/>
                </a:lnTo>
                <a:lnTo>
                  <a:pt x="12507" y="1468"/>
                </a:lnTo>
                <a:lnTo>
                  <a:pt x="12507" y="1491"/>
                </a:lnTo>
                <a:moveTo>
                  <a:pt x="12327" y="1491"/>
                </a:moveTo>
                <a:lnTo>
                  <a:pt x="12214" y="1491"/>
                </a:lnTo>
                <a:lnTo>
                  <a:pt x="12214" y="1468"/>
                </a:lnTo>
                <a:lnTo>
                  <a:pt x="12327" y="1468"/>
                </a:lnTo>
                <a:lnTo>
                  <a:pt x="12327" y="1491"/>
                </a:lnTo>
                <a:moveTo>
                  <a:pt x="12146" y="1491"/>
                </a:moveTo>
                <a:lnTo>
                  <a:pt x="12033" y="1491"/>
                </a:lnTo>
                <a:lnTo>
                  <a:pt x="12033" y="1468"/>
                </a:lnTo>
                <a:lnTo>
                  <a:pt x="12146" y="1468"/>
                </a:lnTo>
                <a:lnTo>
                  <a:pt x="12146" y="1491"/>
                </a:lnTo>
                <a:moveTo>
                  <a:pt x="11965" y="1491"/>
                </a:moveTo>
                <a:lnTo>
                  <a:pt x="11852" y="1491"/>
                </a:lnTo>
                <a:lnTo>
                  <a:pt x="11852" y="1468"/>
                </a:lnTo>
                <a:lnTo>
                  <a:pt x="11965" y="1468"/>
                </a:lnTo>
                <a:lnTo>
                  <a:pt x="11965" y="1491"/>
                </a:lnTo>
                <a:moveTo>
                  <a:pt x="11784" y="1491"/>
                </a:moveTo>
                <a:lnTo>
                  <a:pt x="11671" y="1491"/>
                </a:lnTo>
                <a:lnTo>
                  <a:pt x="11671" y="1468"/>
                </a:lnTo>
                <a:lnTo>
                  <a:pt x="11784" y="1468"/>
                </a:lnTo>
                <a:lnTo>
                  <a:pt x="11784" y="1491"/>
                </a:lnTo>
                <a:moveTo>
                  <a:pt x="11604" y="1491"/>
                </a:moveTo>
                <a:lnTo>
                  <a:pt x="11491" y="1491"/>
                </a:lnTo>
                <a:lnTo>
                  <a:pt x="11491" y="1468"/>
                </a:lnTo>
                <a:lnTo>
                  <a:pt x="11604" y="1468"/>
                </a:lnTo>
                <a:lnTo>
                  <a:pt x="11604" y="1491"/>
                </a:lnTo>
                <a:moveTo>
                  <a:pt x="11423" y="1491"/>
                </a:moveTo>
                <a:lnTo>
                  <a:pt x="11310" y="1491"/>
                </a:lnTo>
                <a:lnTo>
                  <a:pt x="11310" y="1468"/>
                </a:lnTo>
                <a:lnTo>
                  <a:pt x="11423" y="1468"/>
                </a:lnTo>
                <a:lnTo>
                  <a:pt x="11423" y="1491"/>
                </a:lnTo>
                <a:moveTo>
                  <a:pt x="11242" y="1491"/>
                </a:moveTo>
                <a:lnTo>
                  <a:pt x="11129" y="1491"/>
                </a:lnTo>
                <a:lnTo>
                  <a:pt x="11129" y="1468"/>
                </a:lnTo>
                <a:lnTo>
                  <a:pt x="11242" y="1468"/>
                </a:lnTo>
                <a:lnTo>
                  <a:pt x="11242" y="1491"/>
                </a:lnTo>
                <a:moveTo>
                  <a:pt x="11061" y="1491"/>
                </a:moveTo>
                <a:lnTo>
                  <a:pt x="10948" y="1491"/>
                </a:lnTo>
                <a:lnTo>
                  <a:pt x="10948" y="1468"/>
                </a:lnTo>
                <a:lnTo>
                  <a:pt x="11061" y="1468"/>
                </a:lnTo>
                <a:lnTo>
                  <a:pt x="11061" y="1491"/>
                </a:lnTo>
                <a:moveTo>
                  <a:pt x="10881" y="1491"/>
                </a:moveTo>
                <a:lnTo>
                  <a:pt x="10768" y="1491"/>
                </a:lnTo>
                <a:lnTo>
                  <a:pt x="10768" y="1468"/>
                </a:lnTo>
                <a:lnTo>
                  <a:pt x="10881" y="1468"/>
                </a:lnTo>
                <a:lnTo>
                  <a:pt x="10881" y="1491"/>
                </a:lnTo>
                <a:moveTo>
                  <a:pt x="10700" y="1491"/>
                </a:moveTo>
                <a:lnTo>
                  <a:pt x="10587" y="1491"/>
                </a:lnTo>
                <a:lnTo>
                  <a:pt x="10587" y="1468"/>
                </a:lnTo>
                <a:lnTo>
                  <a:pt x="10700" y="1468"/>
                </a:lnTo>
                <a:lnTo>
                  <a:pt x="10700" y="1491"/>
                </a:lnTo>
                <a:moveTo>
                  <a:pt x="10519" y="1491"/>
                </a:moveTo>
                <a:lnTo>
                  <a:pt x="10406" y="1491"/>
                </a:lnTo>
                <a:lnTo>
                  <a:pt x="10406" y="1468"/>
                </a:lnTo>
                <a:lnTo>
                  <a:pt x="10519" y="1468"/>
                </a:lnTo>
                <a:lnTo>
                  <a:pt x="10519" y="1491"/>
                </a:lnTo>
                <a:moveTo>
                  <a:pt x="10338" y="1491"/>
                </a:moveTo>
                <a:lnTo>
                  <a:pt x="10225" y="1491"/>
                </a:lnTo>
                <a:lnTo>
                  <a:pt x="10225" y="1468"/>
                </a:lnTo>
                <a:lnTo>
                  <a:pt x="10338" y="1468"/>
                </a:lnTo>
                <a:lnTo>
                  <a:pt x="10338" y="1491"/>
                </a:lnTo>
                <a:moveTo>
                  <a:pt x="10157" y="1491"/>
                </a:moveTo>
                <a:lnTo>
                  <a:pt x="10044" y="1491"/>
                </a:lnTo>
                <a:lnTo>
                  <a:pt x="10044" y="1468"/>
                </a:lnTo>
                <a:lnTo>
                  <a:pt x="10157" y="1468"/>
                </a:lnTo>
                <a:lnTo>
                  <a:pt x="10157" y="1491"/>
                </a:lnTo>
                <a:moveTo>
                  <a:pt x="9977" y="1491"/>
                </a:moveTo>
                <a:lnTo>
                  <a:pt x="9864" y="1491"/>
                </a:lnTo>
                <a:lnTo>
                  <a:pt x="9864" y="1468"/>
                </a:lnTo>
                <a:lnTo>
                  <a:pt x="9977" y="1468"/>
                </a:lnTo>
                <a:lnTo>
                  <a:pt x="9977" y="1491"/>
                </a:lnTo>
                <a:moveTo>
                  <a:pt x="9796" y="1491"/>
                </a:moveTo>
                <a:lnTo>
                  <a:pt x="9683" y="1491"/>
                </a:lnTo>
                <a:lnTo>
                  <a:pt x="9683" y="1468"/>
                </a:lnTo>
                <a:lnTo>
                  <a:pt x="9796" y="1468"/>
                </a:lnTo>
                <a:lnTo>
                  <a:pt x="9796" y="1491"/>
                </a:lnTo>
                <a:moveTo>
                  <a:pt x="9615" y="1491"/>
                </a:moveTo>
                <a:lnTo>
                  <a:pt x="9502" y="1491"/>
                </a:lnTo>
                <a:lnTo>
                  <a:pt x="9502" y="1468"/>
                </a:lnTo>
                <a:lnTo>
                  <a:pt x="9615" y="1468"/>
                </a:lnTo>
                <a:lnTo>
                  <a:pt x="9615" y="1491"/>
                </a:lnTo>
                <a:moveTo>
                  <a:pt x="9434" y="1491"/>
                </a:moveTo>
                <a:lnTo>
                  <a:pt x="9321" y="1491"/>
                </a:lnTo>
                <a:lnTo>
                  <a:pt x="9321" y="1468"/>
                </a:lnTo>
                <a:lnTo>
                  <a:pt x="9434" y="1468"/>
                </a:lnTo>
                <a:lnTo>
                  <a:pt x="9434" y="1491"/>
                </a:lnTo>
                <a:moveTo>
                  <a:pt x="9254" y="1491"/>
                </a:moveTo>
                <a:lnTo>
                  <a:pt x="9141" y="1491"/>
                </a:lnTo>
                <a:lnTo>
                  <a:pt x="9141" y="1468"/>
                </a:lnTo>
                <a:lnTo>
                  <a:pt x="9254" y="1468"/>
                </a:lnTo>
                <a:lnTo>
                  <a:pt x="9254" y="1491"/>
                </a:lnTo>
                <a:moveTo>
                  <a:pt x="9073" y="1491"/>
                </a:moveTo>
                <a:lnTo>
                  <a:pt x="8960" y="1491"/>
                </a:lnTo>
                <a:lnTo>
                  <a:pt x="8960" y="1468"/>
                </a:lnTo>
                <a:lnTo>
                  <a:pt x="9073" y="1468"/>
                </a:lnTo>
                <a:lnTo>
                  <a:pt x="9073" y="1491"/>
                </a:lnTo>
                <a:moveTo>
                  <a:pt x="8892" y="1491"/>
                </a:moveTo>
                <a:lnTo>
                  <a:pt x="8779" y="1491"/>
                </a:lnTo>
                <a:lnTo>
                  <a:pt x="8779" y="1468"/>
                </a:lnTo>
                <a:lnTo>
                  <a:pt x="8892" y="1468"/>
                </a:lnTo>
                <a:lnTo>
                  <a:pt x="8892" y="1491"/>
                </a:lnTo>
                <a:moveTo>
                  <a:pt x="8711" y="1491"/>
                </a:moveTo>
                <a:lnTo>
                  <a:pt x="8598" y="1491"/>
                </a:lnTo>
                <a:lnTo>
                  <a:pt x="8598" y="1468"/>
                </a:lnTo>
                <a:lnTo>
                  <a:pt x="8711" y="1468"/>
                </a:lnTo>
                <a:lnTo>
                  <a:pt x="8711" y="1491"/>
                </a:lnTo>
                <a:moveTo>
                  <a:pt x="8531" y="1491"/>
                </a:moveTo>
                <a:lnTo>
                  <a:pt x="8418" y="1491"/>
                </a:lnTo>
                <a:lnTo>
                  <a:pt x="8418" y="1468"/>
                </a:lnTo>
                <a:lnTo>
                  <a:pt x="8531" y="1468"/>
                </a:lnTo>
                <a:lnTo>
                  <a:pt x="8531" y="1491"/>
                </a:lnTo>
                <a:moveTo>
                  <a:pt x="8350" y="1491"/>
                </a:moveTo>
                <a:lnTo>
                  <a:pt x="8237" y="1491"/>
                </a:lnTo>
                <a:lnTo>
                  <a:pt x="8237" y="1468"/>
                </a:lnTo>
                <a:lnTo>
                  <a:pt x="8350" y="1468"/>
                </a:lnTo>
                <a:lnTo>
                  <a:pt x="8350" y="1491"/>
                </a:lnTo>
                <a:moveTo>
                  <a:pt x="8169" y="1491"/>
                </a:moveTo>
                <a:lnTo>
                  <a:pt x="8056" y="1491"/>
                </a:lnTo>
                <a:lnTo>
                  <a:pt x="8056" y="1468"/>
                </a:lnTo>
                <a:lnTo>
                  <a:pt x="8169" y="1468"/>
                </a:lnTo>
                <a:lnTo>
                  <a:pt x="8169" y="1491"/>
                </a:lnTo>
                <a:moveTo>
                  <a:pt x="7988" y="1491"/>
                </a:moveTo>
                <a:lnTo>
                  <a:pt x="7875" y="1491"/>
                </a:lnTo>
                <a:lnTo>
                  <a:pt x="7875" y="1468"/>
                </a:lnTo>
                <a:lnTo>
                  <a:pt x="7988" y="1468"/>
                </a:lnTo>
                <a:lnTo>
                  <a:pt x="7988" y="1491"/>
                </a:lnTo>
                <a:moveTo>
                  <a:pt x="7808" y="1491"/>
                </a:moveTo>
                <a:lnTo>
                  <a:pt x="7695" y="1491"/>
                </a:lnTo>
                <a:lnTo>
                  <a:pt x="7695" y="1468"/>
                </a:lnTo>
                <a:lnTo>
                  <a:pt x="7808" y="1468"/>
                </a:lnTo>
                <a:lnTo>
                  <a:pt x="7808" y="1491"/>
                </a:lnTo>
                <a:moveTo>
                  <a:pt x="7627" y="1491"/>
                </a:moveTo>
                <a:lnTo>
                  <a:pt x="7514" y="1491"/>
                </a:lnTo>
                <a:lnTo>
                  <a:pt x="7514" y="1468"/>
                </a:lnTo>
                <a:lnTo>
                  <a:pt x="7627" y="1468"/>
                </a:lnTo>
                <a:lnTo>
                  <a:pt x="7627" y="1491"/>
                </a:lnTo>
                <a:moveTo>
                  <a:pt x="7446" y="1491"/>
                </a:moveTo>
                <a:lnTo>
                  <a:pt x="7333" y="1491"/>
                </a:lnTo>
                <a:lnTo>
                  <a:pt x="7333" y="1468"/>
                </a:lnTo>
                <a:lnTo>
                  <a:pt x="7446" y="1468"/>
                </a:lnTo>
                <a:lnTo>
                  <a:pt x="7446" y="1491"/>
                </a:lnTo>
                <a:moveTo>
                  <a:pt x="7265" y="1491"/>
                </a:moveTo>
                <a:lnTo>
                  <a:pt x="7152" y="1491"/>
                </a:lnTo>
                <a:lnTo>
                  <a:pt x="7152" y="1468"/>
                </a:lnTo>
                <a:lnTo>
                  <a:pt x="7265" y="1468"/>
                </a:lnTo>
                <a:lnTo>
                  <a:pt x="7265" y="1491"/>
                </a:lnTo>
                <a:moveTo>
                  <a:pt x="7084" y="1491"/>
                </a:moveTo>
                <a:lnTo>
                  <a:pt x="6972" y="1491"/>
                </a:lnTo>
                <a:lnTo>
                  <a:pt x="6972" y="1468"/>
                </a:lnTo>
                <a:lnTo>
                  <a:pt x="7084" y="1468"/>
                </a:lnTo>
                <a:lnTo>
                  <a:pt x="7084" y="1491"/>
                </a:lnTo>
                <a:moveTo>
                  <a:pt x="6904" y="1491"/>
                </a:moveTo>
                <a:lnTo>
                  <a:pt x="6791" y="1491"/>
                </a:lnTo>
                <a:lnTo>
                  <a:pt x="6791" y="1468"/>
                </a:lnTo>
                <a:lnTo>
                  <a:pt x="6904" y="1468"/>
                </a:lnTo>
                <a:lnTo>
                  <a:pt x="6904" y="1491"/>
                </a:lnTo>
                <a:moveTo>
                  <a:pt x="6723" y="1491"/>
                </a:moveTo>
                <a:lnTo>
                  <a:pt x="6610" y="1491"/>
                </a:lnTo>
                <a:lnTo>
                  <a:pt x="6610" y="1468"/>
                </a:lnTo>
                <a:lnTo>
                  <a:pt x="6723" y="1468"/>
                </a:lnTo>
                <a:lnTo>
                  <a:pt x="6723" y="1491"/>
                </a:lnTo>
                <a:moveTo>
                  <a:pt x="6542" y="1491"/>
                </a:moveTo>
                <a:lnTo>
                  <a:pt x="6429" y="1491"/>
                </a:lnTo>
                <a:lnTo>
                  <a:pt x="6429" y="1468"/>
                </a:lnTo>
                <a:lnTo>
                  <a:pt x="6542" y="1468"/>
                </a:lnTo>
                <a:lnTo>
                  <a:pt x="6542" y="1491"/>
                </a:lnTo>
                <a:moveTo>
                  <a:pt x="6361" y="1491"/>
                </a:moveTo>
                <a:lnTo>
                  <a:pt x="6248" y="1491"/>
                </a:lnTo>
                <a:lnTo>
                  <a:pt x="6248" y="1468"/>
                </a:lnTo>
                <a:lnTo>
                  <a:pt x="6361" y="1468"/>
                </a:lnTo>
                <a:lnTo>
                  <a:pt x="6361" y="1491"/>
                </a:lnTo>
                <a:moveTo>
                  <a:pt x="6181" y="1491"/>
                </a:moveTo>
                <a:lnTo>
                  <a:pt x="6068" y="1491"/>
                </a:lnTo>
                <a:lnTo>
                  <a:pt x="6068" y="1468"/>
                </a:lnTo>
                <a:lnTo>
                  <a:pt x="6181" y="1468"/>
                </a:lnTo>
                <a:lnTo>
                  <a:pt x="6181" y="1491"/>
                </a:lnTo>
                <a:moveTo>
                  <a:pt x="6000" y="1491"/>
                </a:moveTo>
                <a:lnTo>
                  <a:pt x="5887" y="1491"/>
                </a:lnTo>
                <a:lnTo>
                  <a:pt x="5887" y="1468"/>
                </a:lnTo>
                <a:lnTo>
                  <a:pt x="6000" y="1468"/>
                </a:lnTo>
                <a:lnTo>
                  <a:pt x="6000" y="1491"/>
                </a:lnTo>
                <a:moveTo>
                  <a:pt x="5819" y="1491"/>
                </a:moveTo>
                <a:lnTo>
                  <a:pt x="5706" y="1491"/>
                </a:lnTo>
                <a:lnTo>
                  <a:pt x="5706" y="1468"/>
                </a:lnTo>
                <a:lnTo>
                  <a:pt x="5819" y="1468"/>
                </a:lnTo>
                <a:lnTo>
                  <a:pt x="5819" y="1491"/>
                </a:lnTo>
                <a:moveTo>
                  <a:pt x="5638" y="1491"/>
                </a:moveTo>
                <a:lnTo>
                  <a:pt x="5524" y="1491"/>
                </a:lnTo>
                <a:lnTo>
                  <a:pt x="5524" y="1468"/>
                </a:lnTo>
                <a:lnTo>
                  <a:pt x="5638" y="1468"/>
                </a:lnTo>
                <a:lnTo>
                  <a:pt x="5638" y="1491"/>
                </a:lnTo>
                <a:moveTo>
                  <a:pt x="5457" y="1491"/>
                </a:moveTo>
                <a:lnTo>
                  <a:pt x="5344" y="1491"/>
                </a:lnTo>
                <a:lnTo>
                  <a:pt x="5344" y="1468"/>
                </a:lnTo>
                <a:lnTo>
                  <a:pt x="5457" y="1468"/>
                </a:lnTo>
                <a:lnTo>
                  <a:pt x="5457" y="1491"/>
                </a:lnTo>
                <a:moveTo>
                  <a:pt x="5276" y="1491"/>
                </a:moveTo>
                <a:lnTo>
                  <a:pt x="5163" y="1491"/>
                </a:lnTo>
                <a:lnTo>
                  <a:pt x="5163" y="1468"/>
                </a:lnTo>
                <a:lnTo>
                  <a:pt x="5276" y="1468"/>
                </a:lnTo>
                <a:lnTo>
                  <a:pt x="5276" y="1491"/>
                </a:lnTo>
                <a:moveTo>
                  <a:pt x="5095" y="1491"/>
                </a:moveTo>
                <a:lnTo>
                  <a:pt x="4982" y="1491"/>
                </a:lnTo>
                <a:lnTo>
                  <a:pt x="4982" y="1468"/>
                </a:lnTo>
                <a:lnTo>
                  <a:pt x="5095" y="1468"/>
                </a:lnTo>
                <a:lnTo>
                  <a:pt x="5095" y="1491"/>
                </a:lnTo>
                <a:moveTo>
                  <a:pt x="4914" y="1491"/>
                </a:moveTo>
                <a:lnTo>
                  <a:pt x="4801" y="1491"/>
                </a:lnTo>
                <a:lnTo>
                  <a:pt x="4801" y="1468"/>
                </a:lnTo>
                <a:lnTo>
                  <a:pt x="4914" y="1468"/>
                </a:lnTo>
                <a:lnTo>
                  <a:pt x="4914" y="1491"/>
                </a:lnTo>
                <a:moveTo>
                  <a:pt x="4734" y="1491"/>
                </a:moveTo>
                <a:lnTo>
                  <a:pt x="4621" y="1491"/>
                </a:lnTo>
                <a:lnTo>
                  <a:pt x="4621" y="1468"/>
                </a:lnTo>
                <a:lnTo>
                  <a:pt x="4734" y="1468"/>
                </a:lnTo>
                <a:lnTo>
                  <a:pt x="4734" y="1491"/>
                </a:lnTo>
                <a:moveTo>
                  <a:pt x="4553" y="1491"/>
                </a:moveTo>
                <a:lnTo>
                  <a:pt x="4440" y="1491"/>
                </a:lnTo>
                <a:lnTo>
                  <a:pt x="4440" y="1468"/>
                </a:lnTo>
                <a:lnTo>
                  <a:pt x="4553" y="1468"/>
                </a:lnTo>
                <a:lnTo>
                  <a:pt x="4553" y="1491"/>
                </a:lnTo>
                <a:moveTo>
                  <a:pt x="4372" y="1491"/>
                </a:moveTo>
                <a:lnTo>
                  <a:pt x="4259" y="1491"/>
                </a:lnTo>
                <a:lnTo>
                  <a:pt x="4259" y="1468"/>
                </a:lnTo>
                <a:lnTo>
                  <a:pt x="4372" y="1468"/>
                </a:lnTo>
                <a:lnTo>
                  <a:pt x="4372" y="1491"/>
                </a:lnTo>
                <a:moveTo>
                  <a:pt x="4191" y="1491"/>
                </a:moveTo>
                <a:lnTo>
                  <a:pt x="4078" y="1491"/>
                </a:lnTo>
                <a:lnTo>
                  <a:pt x="4078" y="1468"/>
                </a:lnTo>
                <a:lnTo>
                  <a:pt x="4191" y="1468"/>
                </a:lnTo>
                <a:lnTo>
                  <a:pt x="4191" y="1491"/>
                </a:lnTo>
                <a:moveTo>
                  <a:pt x="4011" y="1491"/>
                </a:moveTo>
                <a:lnTo>
                  <a:pt x="3898" y="1491"/>
                </a:lnTo>
                <a:lnTo>
                  <a:pt x="3898" y="1468"/>
                </a:lnTo>
                <a:lnTo>
                  <a:pt x="4011" y="1468"/>
                </a:lnTo>
                <a:lnTo>
                  <a:pt x="4011" y="1491"/>
                </a:lnTo>
                <a:moveTo>
                  <a:pt x="3830" y="1491"/>
                </a:moveTo>
                <a:lnTo>
                  <a:pt x="3717" y="1491"/>
                </a:lnTo>
                <a:lnTo>
                  <a:pt x="3717" y="1468"/>
                </a:lnTo>
                <a:lnTo>
                  <a:pt x="3830" y="1468"/>
                </a:lnTo>
                <a:lnTo>
                  <a:pt x="3830" y="1491"/>
                </a:lnTo>
                <a:moveTo>
                  <a:pt x="3649" y="1491"/>
                </a:moveTo>
                <a:lnTo>
                  <a:pt x="3536" y="1491"/>
                </a:lnTo>
                <a:lnTo>
                  <a:pt x="3536" y="1468"/>
                </a:lnTo>
                <a:lnTo>
                  <a:pt x="3649" y="1468"/>
                </a:lnTo>
                <a:lnTo>
                  <a:pt x="3649" y="1491"/>
                </a:lnTo>
                <a:moveTo>
                  <a:pt x="3468" y="1491"/>
                </a:moveTo>
                <a:lnTo>
                  <a:pt x="3355" y="1491"/>
                </a:lnTo>
                <a:lnTo>
                  <a:pt x="3355" y="1468"/>
                </a:lnTo>
                <a:lnTo>
                  <a:pt x="3468" y="1468"/>
                </a:lnTo>
                <a:lnTo>
                  <a:pt x="3468" y="1491"/>
                </a:lnTo>
                <a:moveTo>
                  <a:pt x="3287" y="1491"/>
                </a:moveTo>
                <a:lnTo>
                  <a:pt x="3174" y="1491"/>
                </a:lnTo>
                <a:lnTo>
                  <a:pt x="3174" y="1468"/>
                </a:lnTo>
                <a:lnTo>
                  <a:pt x="3287" y="1468"/>
                </a:lnTo>
                <a:lnTo>
                  <a:pt x="3287" y="1491"/>
                </a:lnTo>
                <a:moveTo>
                  <a:pt x="3107" y="1491"/>
                </a:moveTo>
                <a:lnTo>
                  <a:pt x="2994" y="1491"/>
                </a:lnTo>
                <a:lnTo>
                  <a:pt x="2994" y="1468"/>
                </a:lnTo>
                <a:lnTo>
                  <a:pt x="3107" y="1468"/>
                </a:lnTo>
                <a:lnTo>
                  <a:pt x="3107" y="1491"/>
                </a:lnTo>
                <a:moveTo>
                  <a:pt x="2926" y="1491"/>
                </a:moveTo>
                <a:lnTo>
                  <a:pt x="2813" y="1491"/>
                </a:lnTo>
                <a:lnTo>
                  <a:pt x="2813" y="1468"/>
                </a:lnTo>
                <a:lnTo>
                  <a:pt x="2926" y="1468"/>
                </a:lnTo>
                <a:lnTo>
                  <a:pt x="2926" y="1491"/>
                </a:lnTo>
                <a:moveTo>
                  <a:pt x="2745" y="1491"/>
                </a:moveTo>
                <a:lnTo>
                  <a:pt x="2632" y="1491"/>
                </a:lnTo>
                <a:lnTo>
                  <a:pt x="2632" y="1468"/>
                </a:lnTo>
                <a:lnTo>
                  <a:pt x="2745" y="1468"/>
                </a:lnTo>
                <a:lnTo>
                  <a:pt x="2745" y="1491"/>
                </a:lnTo>
                <a:moveTo>
                  <a:pt x="2564" y="1491"/>
                </a:moveTo>
                <a:lnTo>
                  <a:pt x="2451" y="1491"/>
                </a:lnTo>
                <a:lnTo>
                  <a:pt x="2451" y="1468"/>
                </a:lnTo>
                <a:lnTo>
                  <a:pt x="2564" y="1468"/>
                </a:lnTo>
                <a:lnTo>
                  <a:pt x="2564" y="1491"/>
                </a:lnTo>
                <a:moveTo>
                  <a:pt x="2384" y="1491"/>
                </a:moveTo>
                <a:lnTo>
                  <a:pt x="2271" y="1491"/>
                </a:lnTo>
                <a:lnTo>
                  <a:pt x="2271" y="1468"/>
                </a:lnTo>
                <a:lnTo>
                  <a:pt x="2384" y="1468"/>
                </a:lnTo>
                <a:lnTo>
                  <a:pt x="2384" y="1491"/>
                </a:lnTo>
                <a:moveTo>
                  <a:pt x="2203" y="1491"/>
                </a:moveTo>
                <a:lnTo>
                  <a:pt x="2090" y="1491"/>
                </a:lnTo>
                <a:lnTo>
                  <a:pt x="2090" y="1468"/>
                </a:lnTo>
                <a:lnTo>
                  <a:pt x="2203" y="1468"/>
                </a:lnTo>
                <a:lnTo>
                  <a:pt x="2203" y="1491"/>
                </a:lnTo>
                <a:moveTo>
                  <a:pt x="2022" y="1491"/>
                </a:moveTo>
                <a:lnTo>
                  <a:pt x="1909" y="1491"/>
                </a:lnTo>
                <a:lnTo>
                  <a:pt x="1909" y="1468"/>
                </a:lnTo>
                <a:lnTo>
                  <a:pt x="2022" y="1468"/>
                </a:lnTo>
                <a:lnTo>
                  <a:pt x="2022" y="1491"/>
                </a:lnTo>
                <a:moveTo>
                  <a:pt x="1841" y="1491"/>
                </a:moveTo>
                <a:lnTo>
                  <a:pt x="1728" y="1491"/>
                </a:lnTo>
                <a:lnTo>
                  <a:pt x="1728" y="1468"/>
                </a:lnTo>
                <a:lnTo>
                  <a:pt x="1841" y="1468"/>
                </a:lnTo>
                <a:lnTo>
                  <a:pt x="1841" y="1491"/>
                </a:lnTo>
                <a:moveTo>
                  <a:pt x="1661" y="1491"/>
                </a:moveTo>
                <a:lnTo>
                  <a:pt x="1548" y="1491"/>
                </a:lnTo>
                <a:lnTo>
                  <a:pt x="1548" y="1468"/>
                </a:lnTo>
                <a:lnTo>
                  <a:pt x="1661" y="1468"/>
                </a:lnTo>
                <a:lnTo>
                  <a:pt x="1661" y="1491"/>
                </a:lnTo>
                <a:moveTo>
                  <a:pt x="1480" y="1491"/>
                </a:moveTo>
                <a:lnTo>
                  <a:pt x="1367" y="1491"/>
                </a:lnTo>
                <a:lnTo>
                  <a:pt x="1367" y="1468"/>
                </a:lnTo>
                <a:lnTo>
                  <a:pt x="1480" y="1468"/>
                </a:lnTo>
                <a:lnTo>
                  <a:pt x="1480" y="1491"/>
                </a:lnTo>
                <a:moveTo>
                  <a:pt x="1299" y="1491"/>
                </a:moveTo>
                <a:lnTo>
                  <a:pt x="1186" y="1491"/>
                </a:lnTo>
                <a:lnTo>
                  <a:pt x="1186" y="1468"/>
                </a:lnTo>
                <a:lnTo>
                  <a:pt x="1299" y="1468"/>
                </a:lnTo>
                <a:lnTo>
                  <a:pt x="1299" y="1491"/>
                </a:lnTo>
                <a:moveTo>
                  <a:pt x="1118" y="1491"/>
                </a:moveTo>
                <a:lnTo>
                  <a:pt x="1005" y="1491"/>
                </a:lnTo>
                <a:lnTo>
                  <a:pt x="1005" y="1468"/>
                </a:lnTo>
                <a:lnTo>
                  <a:pt x="1118" y="1468"/>
                </a:lnTo>
                <a:lnTo>
                  <a:pt x="1118" y="1491"/>
                </a:lnTo>
                <a:moveTo>
                  <a:pt x="938" y="1491"/>
                </a:moveTo>
                <a:lnTo>
                  <a:pt x="825" y="1491"/>
                </a:lnTo>
                <a:lnTo>
                  <a:pt x="825" y="1468"/>
                </a:lnTo>
                <a:lnTo>
                  <a:pt x="938" y="1468"/>
                </a:lnTo>
                <a:lnTo>
                  <a:pt x="938" y="1491"/>
                </a:lnTo>
                <a:moveTo>
                  <a:pt x="757" y="1491"/>
                </a:moveTo>
                <a:lnTo>
                  <a:pt x="644" y="1491"/>
                </a:lnTo>
                <a:lnTo>
                  <a:pt x="644" y="1468"/>
                </a:lnTo>
                <a:lnTo>
                  <a:pt x="757" y="1468"/>
                </a:lnTo>
                <a:lnTo>
                  <a:pt x="757" y="1491"/>
                </a:lnTo>
                <a:moveTo>
                  <a:pt x="576" y="1491"/>
                </a:moveTo>
                <a:lnTo>
                  <a:pt x="463" y="1491"/>
                </a:lnTo>
                <a:lnTo>
                  <a:pt x="463" y="1468"/>
                </a:lnTo>
                <a:lnTo>
                  <a:pt x="576" y="1468"/>
                </a:lnTo>
                <a:lnTo>
                  <a:pt x="576" y="1491"/>
                </a:lnTo>
                <a:moveTo>
                  <a:pt x="395" y="1491"/>
                </a:moveTo>
                <a:lnTo>
                  <a:pt x="282" y="1491"/>
                </a:lnTo>
                <a:lnTo>
                  <a:pt x="282" y="1468"/>
                </a:lnTo>
                <a:lnTo>
                  <a:pt x="395" y="1468"/>
                </a:lnTo>
                <a:lnTo>
                  <a:pt x="395" y="1491"/>
                </a:lnTo>
                <a:moveTo>
                  <a:pt x="215" y="1491"/>
                </a:moveTo>
                <a:lnTo>
                  <a:pt x="102" y="1491"/>
                </a:lnTo>
                <a:lnTo>
                  <a:pt x="102" y="1468"/>
                </a:lnTo>
                <a:lnTo>
                  <a:pt x="215" y="1468"/>
                </a:lnTo>
                <a:lnTo>
                  <a:pt x="215" y="1491"/>
                </a:lnTo>
                <a:moveTo>
                  <a:pt x="34" y="1491"/>
                </a:moveTo>
                <a:lnTo>
                  <a:pt x="0" y="1491"/>
                </a:lnTo>
                <a:lnTo>
                  <a:pt x="0" y="1389"/>
                </a:lnTo>
                <a:lnTo>
                  <a:pt x="22" y="1389"/>
                </a:lnTo>
                <a:lnTo>
                  <a:pt x="22" y="1480"/>
                </a:lnTo>
                <a:lnTo>
                  <a:pt x="11" y="1480"/>
                </a:lnTo>
                <a:lnTo>
                  <a:pt x="11" y="1468"/>
                </a:lnTo>
                <a:lnTo>
                  <a:pt x="34" y="1468"/>
                </a:lnTo>
                <a:lnTo>
                  <a:pt x="34" y="1491"/>
                </a:lnTo>
                <a:moveTo>
                  <a:pt x="0" y="1322"/>
                </a:moveTo>
                <a:lnTo>
                  <a:pt x="0" y="1209"/>
                </a:lnTo>
                <a:lnTo>
                  <a:pt x="22" y="1209"/>
                </a:lnTo>
                <a:lnTo>
                  <a:pt x="22" y="1322"/>
                </a:lnTo>
                <a:lnTo>
                  <a:pt x="0" y="1322"/>
                </a:lnTo>
                <a:moveTo>
                  <a:pt x="0" y="1141"/>
                </a:moveTo>
                <a:lnTo>
                  <a:pt x="0" y="1028"/>
                </a:lnTo>
                <a:lnTo>
                  <a:pt x="22" y="1028"/>
                </a:lnTo>
                <a:lnTo>
                  <a:pt x="22" y="1141"/>
                </a:lnTo>
                <a:lnTo>
                  <a:pt x="0" y="1141"/>
                </a:lnTo>
                <a:moveTo>
                  <a:pt x="0" y="960"/>
                </a:moveTo>
                <a:lnTo>
                  <a:pt x="0" y="847"/>
                </a:lnTo>
                <a:lnTo>
                  <a:pt x="22" y="847"/>
                </a:lnTo>
                <a:lnTo>
                  <a:pt x="22" y="960"/>
                </a:lnTo>
                <a:lnTo>
                  <a:pt x="0" y="960"/>
                </a:lnTo>
                <a:moveTo>
                  <a:pt x="0" y="780"/>
                </a:moveTo>
                <a:lnTo>
                  <a:pt x="0" y="667"/>
                </a:lnTo>
                <a:lnTo>
                  <a:pt x="22" y="667"/>
                </a:lnTo>
                <a:lnTo>
                  <a:pt x="22" y="780"/>
                </a:lnTo>
                <a:lnTo>
                  <a:pt x="0" y="780"/>
                </a:lnTo>
                <a:moveTo>
                  <a:pt x="0" y="599"/>
                </a:moveTo>
                <a:lnTo>
                  <a:pt x="0" y="486"/>
                </a:lnTo>
                <a:lnTo>
                  <a:pt x="22" y="486"/>
                </a:lnTo>
                <a:lnTo>
                  <a:pt x="22" y="599"/>
                </a:lnTo>
                <a:lnTo>
                  <a:pt x="0" y="599"/>
                </a:lnTo>
                <a:moveTo>
                  <a:pt x="0" y="418"/>
                </a:moveTo>
                <a:lnTo>
                  <a:pt x="0" y="305"/>
                </a:lnTo>
                <a:lnTo>
                  <a:pt x="22" y="305"/>
                </a:lnTo>
                <a:lnTo>
                  <a:pt x="22" y="418"/>
                </a:lnTo>
                <a:lnTo>
                  <a:pt x="0" y="418"/>
                </a:lnTo>
                <a:moveTo>
                  <a:pt x="0" y="237"/>
                </a:moveTo>
                <a:lnTo>
                  <a:pt x="0" y="124"/>
                </a:lnTo>
                <a:lnTo>
                  <a:pt x="22" y="124"/>
                </a:lnTo>
                <a:lnTo>
                  <a:pt x="22" y="237"/>
                </a:lnTo>
                <a:lnTo>
                  <a:pt x="0" y="237"/>
                </a:lnTo>
                <a:moveTo>
                  <a:pt x="0" y="56"/>
                </a:moveTo>
                <a:lnTo>
                  <a:pt x="0" y="0"/>
                </a:lnTo>
                <a:lnTo>
                  <a:pt x="124" y="0"/>
                </a:lnTo>
                <a:lnTo>
                  <a:pt x="124" y="23"/>
                </a:lnTo>
                <a:lnTo>
                  <a:pt x="11" y="23"/>
                </a:lnTo>
                <a:lnTo>
                  <a:pt x="11" y="11"/>
                </a:lnTo>
                <a:lnTo>
                  <a:pt x="22" y="11"/>
                </a:lnTo>
                <a:lnTo>
                  <a:pt x="2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6" name=""/>
          <p:cNvSpPr/>
          <p:nvPr/>
        </p:nvSpPr>
        <p:spPr>
          <a:xfrm>
            <a:off x="6525720" y="285012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7" name=""/>
          <p:cNvSpPr/>
          <p:nvPr/>
        </p:nvSpPr>
        <p:spPr>
          <a:xfrm>
            <a:off x="6525720" y="287856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978480" y="2369520"/>
            <a:ext cx="16617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Toetsonderdeel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9" name=""/>
          <p:cNvSpPr txBox="1"/>
          <p:nvPr/>
        </p:nvSpPr>
        <p:spPr>
          <a:xfrm>
            <a:off x="978480" y="2841120"/>
            <a:ext cx="1070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Toetsvormspeciﬁcatie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0" name=""/>
          <p:cNvSpPr txBox="1"/>
          <p:nvPr/>
        </p:nvSpPr>
        <p:spPr>
          <a:xfrm>
            <a:off x="978480" y="2972160"/>
            <a:ext cx="3261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Proeve van bekwaamheid in de simulatieapotheek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1" name=""/>
          <p:cNvSpPr/>
          <p:nvPr/>
        </p:nvSpPr>
        <p:spPr>
          <a:xfrm>
            <a:off x="896760" y="3540960"/>
            <a:ext cx="3652560" cy="390240"/>
          </a:xfrm>
          <a:custGeom>
            <a:avLst/>
            <a:gdLst/>
            <a:ahLst/>
            <a:rect l="0" t="0" r="r" b="b"/>
            <a:pathLst>
              <a:path w="10146" h="1084">
                <a:moveTo>
                  <a:pt x="0" y="0"/>
                </a:moveTo>
                <a:lnTo>
                  <a:pt x="10146" y="0"/>
                </a:lnTo>
                <a:lnTo>
                  <a:pt x="10146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2" name=""/>
          <p:cNvSpPr/>
          <p:nvPr/>
        </p:nvSpPr>
        <p:spPr>
          <a:xfrm>
            <a:off x="892800" y="3536640"/>
            <a:ext cx="3660840" cy="398520"/>
          </a:xfrm>
          <a:custGeom>
            <a:avLst/>
            <a:gdLst/>
            <a:ahLst/>
            <a:rect l="0" t="0" r="r" b="b"/>
            <a:pathLst>
              <a:path w="10169" h="1107">
                <a:moveTo>
                  <a:pt x="192" y="0"/>
                </a:moveTo>
                <a:lnTo>
                  <a:pt x="305" y="0"/>
                </a:lnTo>
                <a:lnTo>
                  <a:pt x="305" y="23"/>
                </a:lnTo>
                <a:lnTo>
                  <a:pt x="192" y="23"/>
                </a:lnTo>
                <a:lnTo>
                  <a:pt x="192" y="0"/>
                </a:lnTo>
                <a:moveTo>
                  <a:pt x="373" y="0"/>
                </a:moveTo>
                <a:lnTo>
                  <a:pt x="486" y="0"/>
                </a:lnTo>
                <a:lnTo>
                  <a:pt x="486" y="23"/>
                </a:lnTo>
                <a:lnTo>
                  <a:pt x="373" y="23"/>
                </a:lnTo>
                <a:lnTo>
                  <a:pt x="373" y="0"/>
                </a:lnTo>
                <a:moveTo>
                  <a:pt x="553" y="0"/>
                </a:moveTo>
                <a:lnTo>
                  <a:pt x="666" y="0"/>
                </a:lnTo>
                <a:lnTo>
                  <a:pt x="666" y="23"/>
                </a:lnTo>
                <a:lnTo>
                  <a:pt x="553" y="23"/>
                </a:lnTo>
                <a:lnTo>
                  <a:pt x="553" y="0"/>
                </a:lnTo>
                <a:moveTo>
                  <a:pt x="734" y="0"/>
                </a:moveTo>
                <a:lnTo>
                  <a:pt x="847" y="0"/>
                </a:lnTo>
                <a:lnTo>
                  <a:pt x="847" y="23"/>
                </a:lnTo>
                <a:lnTo>
                  <a:pt x="734" y="23"/>
                </a:lnTo>
                <a:lnTo>
                  <a:pt x="734" y="0"/>
                </a:lnTo>
                <a:moveTo>
                  <a:pt x="915" y="0"/>
                </a:moveTo>
                <a:lnTo>
                  <a:pt x="1028" y="0"/>
                </a:lnTo>
                <a:lnTo>
                  <a:pt x="1028" y="23"/>
                </a:lnTo>
                <a:lnTo>
                  <a:pt x="915" y="23"/>
                </a:lnTo>
                <a:lnTo>
                  <a:pt x="915" y="0"/>
                </a:lnTo>
                <a:moveTo>
                  <a:pt x="1096" y="0"/>
                </a:moveTo>
                <a:lnTo>
                  <a:pt x="1209" y="0"/>
                </a:lnTo>
                <a:lnTo>
                  <a:pt x="1209" y="23"/>
                </a:lnTo>
                <a:lnTo>
                  <a:pt x="1096" y="23"/>
                </a:lnTo>
                <a:lnTo>
                  <a:pt x="1096" y="0"/>
                </a:lnTo>
                <a:moveTo>
                  <a:pt x="1276" y="0"/>
                </a:moveTo>
                <a:lnTo>
                  <a:pt x="1389" y="0"/>
                </a:lnTo>
                <a:lnTo>
                  <a:pt x="1389" y="23"/>
                </a:lnTo>
                <a:lnTo>
                  <a:pt x="1276" y="23"/>
                </a:lnTo>
                <a:lnTo>
                  <a:pt x="1276" y="0"/>
                </a:lnTo>
                <a:moveTo>
                  <a:pt x="1457" y="0"/>
                </a:moveTo>
                <a:lnTo>
                  <a:pt x="1570" y="0"/>
                </a:lnTo>
                <a:lnTo>
                  <a:pt x="1570" y="23"/>
                </a:lnTo>
                <a:lnTo>
                  <a:pt x="1457" y="23"/>
                </a:lnTo>
                <a:lnTo>
                  <a:pt x="1457" y="0"/>
                </a:lnTo>
                <a:moveTo>
                  <a:pt x="1638" y="0"/>
                </a:moveTo>
                <a:lnTo>
                  <a:pt x="1751" y="0"/>
                </a:lnTo>
                <a:lnTo>
                  <a:pt x="1751" y="23"/>
                </a:lnTo>
                <a:lnTo>
                  <a:pt x="1638" y="23"/>
                </a:lnTo>
                <a:lnTo>
                  <a:pt x="1638" y="0"/>
                </a:lnTo>
                <a:moveTo>
                  <a:pt x="1819" y="0"/>
                </a:moveTo>
                <a:lnTo>
                  <a:pt x="1932" y="0"/>
                </a:lnTo>
                <a:lnTo>
                  <a:pt x="1932" y="23"/>
                </a:lnTo>
                <a:lnTo>
                  <a:pt x="1819" y="23"/>
                </a:lnTo>
                <a:lnTo>
                  <a:pt x="1819" y="0"/>
                </a:lnTo>
                <a:moveTo>
                  <a:pt x="2000" y="0"/>
                </a:moveTo>
                <a:lnTo>
                  <a:pt x="2113" y="0"/>
                </a:lnTo>
                <a:lnTo>
                  <a:pt x="2113" y="23"/>
                </a:lnTo>
                <a:lnTo>
                  <a:pt x="2000" y="23"/>
                </a:lnTo>
                <a:lnTo>
                  <a:pt x="2000" y="0"/>
                </a:lnTo>
                <a:moveTo>
                  <a:pt x="2180" y="0"/>
                </a:moveTo>
                <a:lnTo>
                  <a:pt x="2293" y="0"/>
                </a:lnTo>
                <a:lnTo>
                  <a:pt x="2293" y="23"/>
                </a:lnTo>
                <a:lnTo>
                  <a:pt x="2180" y="23"/>
                </a:lnTo>
                <a:lnTo>
                  <a:pt x="2180" y="0"/>
                </a:lnTo>
                <a:moveTo>
                  <a:pt x="2361" y="0"/>
                </a:moveTo>
                <a:lnTo>
                  <a:pt x="2474" y="0"/>
                </a:lnTo>
                <a:lnTo>
                  <a:pt x="2474" y="23"/>
                </a:lnTo>
                <a:lnTo>
                  <a:pt x="2361" y="23"/>
                </a:lnTo>
                <a:lnTo>
                  <a:pt x="2361" y="0"/>
                </a:lnTo>
                <a:moveTo>
                  <a:pt x="2542" y="0"/>
                </a:moveTo>
                <a:lnTo>
                  <a:pt x="2656" y="0"/>
                </a:lnTo>
                <a:lnTo>
                  <a:pt x="2656" y="23"/>
                </a:lnTo>
                <a:lnTo>
                  <a:pt x="2542" y="23"/>
                </a:lnTo>
                <a:lnTo>
                  <a:pt x="2542" y="0"/>
                </a:lnTo>
                <a:moveTo>
                  <a:pt x="2724" y="0"/>
                </a:moveTo>
                <a:lnTo>
                  <a:pt x="2837" y="0"/>
                </a:lnTo>
                <a:lnTo>
                  <a:pt x="2837" y="23"/>
                </a:lnTo>
                <a:lnTo>
                  <a:pt x="2724" y="23"/>
                </a:lnTo>
                <a:lnTo>
                  <a:pt x="2724" y="0"/>
                </a:lnTo>
                <a:moveTo>
                  <a:pt x="2904" y="0"/>
                </a:moveTo>
                <a:lnTo>
                  <a:pt x="3017" y="0"/>
                </a:lnTo>
                <a:lnTo>
                  <a:pt x="3017" y="23"/>
                </a:lnTo>
                <a:lnTo>
                  <a:pt x="2904" y="23"/>
                </a:lnTo>
                <a:lnTo>
                  <a:pt x="2904" y="0"/>
                </a:lnTo>
                <a:moveTo>
                  <a:pt x="3085" y="0"/>
                </a:moveTo>
                <a:lnTo>
                  <a:pt x="3198" y="0"/>
                </a:lnTo>
                <a:lnTo>
                  <a:pt x="3198" y="23"/>
                </a:lnTo>
                <a:lnTo>
                  <a:pt x="3085" y="23"/>
                </a:lnTo>
                <a:lnTo>
                  <a:pt x="3085" y="0"/>
                </a:lnTo>
                <a:moveTo>
                  <a:pt x="3266" y="0"/>
                </a:moveTo>
                <a:lnTo>
                  <a:pt x="3379" y="0"/>
                </a:lnTo>
                <a:lnTo>
                  <a:pt x="3379" y="23"/>
                </a:lnTo>
                <a:lnTo>
                  <a:pt x="3266" y="23"/>
                </a:lnTo>
                <a:lnTo>
                  <a:pt x="3266" y="0"/>
                </a:lnTo>
                <a:moveTo>
                  <a:pt x="3447" y="0"/>
                </a:moveTo>
                <a:lnTo>
                  <a:pt x="3560" y="0"/>
                </a:lnTo>
                <a:lnTo>
                  <a:pt x="3560" y="23"/>
                </a:lnTo>
                <a:lnTo>
                  <a:pt x="3447" y="23"/>
                </a:lnTo>
                <a:lnTo>
                  <a:pt x="3447" y="0"/>
                </a:lnTo>
                <a:moveTo>
                  <a:pt x="3627" y="0"/>
                </a:moveTo>
                <a:lnTo>
                  <a:pt x="3740" y="0"/>
                </a:lnTo>
                <a:lnTo>
                  <a:pt x="3740" y="23"/>
                </a:lnTo>
                <a:lnTo>
                  <a:pt x="3627" y="23"/>
                </a:lnTo>
                <a:lnTo>
                  <a:pt x="3627" y="0"/>
                </a:lnTo>
                <a:moveTo>
                  <a:pt x="3808" y="0"/>
                </a:moveTo>
                <a:lnTo>
                  <a:pt x="3921" y="0"/>
                </a:lnTo>
                <a:lnTo>
                  <a:pt x="3921" y="23"/>
                </a:lnTo>
                <a:lnTo>
                  <a:pt x="3808" y="23"/>
                </a:lnTo>
                <a:lnTo>
                  <a:pt x="3808" y="0"/>
                </a:lnTo>
                <a:moveTo>
                  <a:pt x="3989" y="0"/>
                </a:moveTo>
                <a:lnTo>
                  <a:pt x="4102" y="0"/>
                </a:lnTo>
                <a:lnTo>
                  <a:pt x="4102" y="23"/>
                </a:lnTo>
                <a:lnTo>
                  <a:pt x="3989" y="23"/>
                </a:lnTo>
                <a:lnTo>
                  <a:pt x="3989" y="0"/>
                </a:lnTo>
                <a:moveTo>
                  <a:pt x="4170" y="0"/>
                </a:moveTo>
                <a:lnTo>
                  <a:pt x="4283" y="0"/>
                </a:lnTo>
                <a:lnTo>
                  <a:pt x="4283" y="23"/>
                </a:lnTo>
                <a:lnTo>
                  <a:pt x="4170" y="23"/>
                </a:lnTo>
                <a:lnTo>
                  <a:pt x="4170" y="0"/>
                </a:lnTo>
                <a:moveTo>
                  <a:pt x="4350" y="0"/>
                </a:moveTo>
                <a:lnTo>
                  <a:pt x="4463" y="0"/>
                </a:lnTo>
                <a:lnTo>
                  <a:pt x="4463" y="23"/>
                </a:lnTo>
                <a:lnTo>
                  <a:pt x="4350" y="23"/>
                </a:lnTo>
                <a:lnTo>
                  <a:pt x="4350" y="0"/>
                </a:lnTo>
                <a:moveTo>
                  <a:pt x="4531" y="0"/>
                </a:moveTo>
                <a:lnTo>
                  <a:pt x="4644" y="0"/>
                </a:lnTo>
                <a:lnTo>
                  <a:pt x="4644" y="23"/>
                </a:lnTo>
                <a:lnTo>
                  <a:pt x="4531" y="23"/>
                </a:lnTo>
                <a:lnTo>
                  <a:pt x="4531" y="0"/>
                </a:lnTo>
                <a:moveTo>
                  <a:pt x="4712" y="0"/>
                </a:moveTo>
                <a:lnTo>
                  <a:pt x="4825" y="0"/>
                </a:lnTo>
                <a:lnTo>
                  <a:pt x="4825" y="23"/>
                </a:lnTo>
                <a:lnTo>
                  <a:pt x="4712" y="23"/>
                </a:lnTo>
                <a:lnTo>
                  <a:pt x="4712" y="0"/>
                </a:lnTo>
                <a:moveTo>
                  <a:pt x="4893" y="0"/>
                </a:moveTo>
                <a:lnTo>
                  <a:pt x="5006" y="0"/>
                </a:lnTo>
                <a:lnTo>
                  <a:pt x="5006" y="23"/>
                </a:lnTo>
                <a:lnTo>
                  <a:pt x="4893" y="23"/>
                </a:lnTo>
                <a:lnTo>
                  <a:pt x="4893" y="0"/>
                </a:lnTo>
                <a:moveTo>
                  <a:pt x="5074" y="0"/>
                </a:moveTo>
                <a:lnTo>
                  <a:pt x="5186" y="0"/>
                </a:lnTo>
                <a:lnTo>
                  <a:pt x="5186" y="23"/>
                </a:lnTo>
                <a:lnTo>
                  <a:pt x="5074" y="23"/>
                </a:lnTo>
                <a:lnTo>
                  <a:pt x="5074" y="0"/>
                </a:lnTo>
                <a:moveTo>
                  <a:pt x="5254" y="0"/>
                </a:moveTo>
                <a:lnTo>
                  <a:pt x="5367" y="0"/>
                </a:lnTo>
                <a:lnTo>
                  <a:pt x="5367" y="23"/>
                </a:lnTo>
                <a:lnTo>
                  <a:pt x="5254" y="23"/>
                </a:lnTo>
                <a:lnTo>
                  <a:pt x="5254" y="0"/>
                </a:lnTo>
                <a:moveTo>
                  <a:pt x="5435" y="0"/>
                </a:moveTo>
                <a:lnTo>
                  <a:pt x="5548" y="0"/>
                </a:lnTo>
                <a:lnTo>
                  <a:pt x="5548" y="23"/>
                </a:lnTo>
                <a:lnTo>
                  <a:pt x="5435" y="23"/>
                </a:lnTo>
                <a:lnTo>
                  <a:pt x="5435" y="0"/>
                </a:lnTo>
                <a:moveTo>
                  <a:pt x="5616" y="0"/>
                </a:moveTo>
                <a:lnTo>
                  <a:pt x="5729" y="0"/>
                </a:lnTo>
                <a:lnTo>
                  <a:pt x="5729" y="23"/>
                </a:lnTo>
                <a:lnTo>
                  <a:pt x="5616" y="23"/>
                </a:lnTo>
                <a:lnTo>
                  <a:pt x="5616" y="0"/>
                </a:lnTo>
                <a:moveTo>
                  <a:pt x="5797" y="0"/>
                </a:moveTo>
                <a:lnTo>
                  <a:pt x="5910" y="0"/>
                </a:lnTo>
                <a:lnTo>
                  <a:pt x="5910" y="23"/>
                </a:lnTo>
                <a:lnTo>
                  <a:pt x="5797" y="23"/>
                </a:lnTo>
                <a:lnTo>
                  <a:pt x="5797" y="0"/>
                </a:lnTo>
                <a:moveTo>
                  <a:pt x="5977" y="0"/>
                </a:moveTo>
                <a:lnTo>
                  <a:pt x="6090" y="0"/>
                </a:lnTo>
                <a:lnTo>
                  <a:pt x="6090" y="23"/>
                </a:lnTo>
                <a:lnTo>
                  <a:pt x="5977" y="23"/>
                </a:lnTo>
                <a:lnTo>
                  <a:pt x="5977" y="0"/>
                </a:lnTo>
                <a:moveTo>
                  <a:pt x="6158" y="0"/>
                </a:moveTo>
                <a:lnTo>
                  <a:pt x="6271" y="0"/>
                </a:lnTo>
                <a:lnTo>
                  <a:pt x="6271" y="23"/>
                </a:lnTo>
                <a:lnTo>
                  <a:pt x="6158" y="23"/>
                </a:lnTo>
                <a:lnTo>
                  <a:pt x="6158" y="0"/>
                </a:lnTo>
                <a:moveTo>
                  <a:pt x="6339" y="0"/>
                </a:moveTo>
                <a:lnTo>
                  <a:pt x="6452" y="0"/>
                </a:lnTo>
                <a:lnTo>
                  <a:pt x="6452" y="23"/>
                </a:lnTo>
                <a:lnTo>
                  <a:pt x="6339" y="23"/>
                </a:lnTo>
                <a:lnTo>
                  <a:pt x="6339" y="0"/>
                </a:lnTo>
                <a:moveTo>
                  <a:pt x="6520" y="0"/>
                </a:moveTo>
                <a:lnTo>
                  <a:pt x="6633" y="0"/>
                </a:lnTo>
                <a:lnTo>
                  <a:pt x="6633" y="23"/>
                </a:lnTo>
                <a:lnTo>
                  <a:pt x="6520" y="23"/>
                </a:lnTo>
                <a:lnTo>
                  <a:pt x="6520" y="0"/>
                </a:lnTo>
                <a:moveTo>
                  <a:pt x="6700" y="0"/>
                </a:moveTo>
                <a:lnTo>
                  <a:pt x="6813" y="0"/>
                </a:lnTo>
                <a:lnTo>
                  <a:pt x="6813" y="23"/>
                </a:lnTo>
                <a:lnTo>
                  <a:pt x="6700" y="23"/>
                </a:lnTo>
                <a:lnTo>
                  <a:pt x="6700" y="0"/>
                </a:lnTo>
                <a:moveTo>
                  <a:pt x="6881" y="0"/>
                </a:moveTo>
                <a:lnTo>
                  <a:pt x="6994" y="0"/>
                </a:lnTo>
                <a:lnTo>
                  <a:pt x="6994" y="23"/>
                </a:lnTo>
                <a:lnTo>
                  <a:pt x="6881" y="23"/>
                </a:lnTo>
                <a:lnTo>
                  <a:pt x="6881" y="0"/>
                </a:lnTo>
                <a:moveTo>
                  <a:pt x="7062" y="0"/>
                </a:moveTo>
                <a:lnTo>
                  <a:pt x="7175" y="0"/>
                </a:lnTo>
                <a:lnTo>
                  <a:pt x="7175" y="23"/>
                </a:lnTo>
                <a:lnTo>
                  <a:pt x="7062" y="23"/>
                </a:lnTo>
                <a:lnTo>
                  <a:pt x="7062" y="0"/>
                </a:lnTo>
                <a:moveTo>
                  <a:pt x="7243" y="0"/>
                </a:moveTo>
                <a:lnTo>
                  <a:pt x="7356" y="0"/>
                </a:lnTo>
                <a:lnTo>
                  <a:pt x="7356" y="23"/>
                </a:lnTo>
                <a:lnTo>
                  <a:pt x="7243" y="23"/>
                </a:lnTo>
                <a:lnTo>
                  <a:pt x="7243" y="0"/>
                </a:lnTo>
                <a:moveTo>
                  <a:pt x="7423" y="0"/>
                </a:moveTo>
                <a:lnTo>
                  <a:pt x="7536" y="0"/>
                </a:lnTo>
                <a:lnTo>
                  <a:pt x="7536" y="23"/>
                </a:lnTo>
                <a:lnTo>
                  <a:pt x="7423" y="23"/>
                </a:lnTo>
                <a:lnTo>
                  <a:pt x="7423" y="0"/>
                </a:lnTo>
                <a:moveTo>
                  <a:pt x="7604" y="0"/>
                </a:moveTo>
                <a:lnTo>
                  <a:pt x="7717" y="0"/>
                </a:lnTo>
                <a:lnTo>
                  <a:pt x="7717" y="23"/>
                </a:lnTo>
                <a:lnTo>
                  <a:pt x="7604" y="23"/>
                </a:lnTo>
                <a:lnTo>
                  <a:pt x="7604" y="0"/>
                </a:lnTo>
                <a:moveTo>
                  <a:pt x="7785" y="0"/>
                </a:moveTo>
                <a:lnTo>
                  <a:pt x="7898" y="0"/>
                </a:lnTo>
                <a:lnTo>
                  <a:pt x="7898" y="23"/>
                </a:lnTo>
                <a:lnTo>
                  <a:pt x="7785" y="23"/>
                </a:lnTo>
                <a:lnTo>
                  <a:pt x="7785" y="0"/>
                </a:lnTo>
                <a:moveTo>
                  <a:pt x="7966" y="0"/>
                </a:moveTo>
                <a:lnTo>
                  <a:pt x="8079" y="0"/>
                </a:lnTo>
                <a:lnTo>
                  <a:pt x="8079" y="23"/>
                </a:lnTo>
                <a:lnTo>
                  <a:pt x="7966" y="23"/>
                </a:lnTo>
                <a:lnTo>
                  <a:pt x="7966" y="0"/>
                </a:lnTo>
                <a:moveTo>
                  <a:pt x="8146" y="0"/>
                </a:moveTo>
                <a:lnTo>
                  <a:pt x="8259" y="0"/>
                </a:lnTo>
                <a:lnTo>
                  <a:pt x="8259" y="23"/>
                </a:lnTo>
                <a:lnTo>
                  <a:pt x="8146" y="23"/>
                </a:lnTo>
                <a:lnTo>
                  <a:pt x="8146" y="0"/>
                </a:lnTo>
                <a:moveTo>
                  <a:pt x="8327" y="0"/>
                </a:moveTo>
                <a:lnTo>
                  <a:pt x="8440" y="0"/>
                </a:lnTo>
                <a:lnTo>
                  <a:pt x="8440" y="23"/>
                </a:lnTo>
                <a:lnTo>
                  <a:pt x="8327" y="23"/>
                </a:lnTo>
                <a:lnTo>
                  <a:pt x="8327" y="0"/>
                </a:lnTo>
                <a:moveTo>
                  <a:pt x="8508" y="0"/>
                </a:moveTo>
                <a:lnTo>
                  <a:pt x="8621" y="0"/>
                </a:lnTo>
                <a:lnTo>
                  <a:pt x="8621" y="23"/>
                </a:lnTo>
                <a:lnTo>
                  <a:pt x="8508" y="23"/>
                </a:lnTo>
                <a:lnTo>
                  <a:pt x="8508" y="0"/>
                </a:lnTo>
                <a:moveTo>
                  <a:pt x="8689" y="0"/>
                </a:moveTo>
                <a:lnTo>
                  <a:pt x="8802" y="0"/>
                </a:lnTo>
                <a:lnTo>
                  <a:pt x="8802" y="23"/>
                </a:lnTo>
                <a:lnTo>
                  <a:pt x="8689" y="23"/>
                </a:lnTo>
                <a:lnTo>
                  <a:pt x="8689" y="0"/>
                </a:lnTo>
                <a:moveTo>
                  <a:pt x="8870" y="0"/>
                </a:moveTo>
                <a:lnTo>
                  <a:pt x="8982" y="0"/>
                </a:lnTo>
                <a:lnTo>
                  <a:pt x="8982" y="23"/>
                </a:lnTo>
                <a:lnTo>
                  <a:pt x="8870" y="23"/>
                </a:lnTo>
                <a:lnTo>
                  <a:pt x="8870" y="0"/>
                </a:lnTo>
                <a:moveTo>
                  <a:pt x="9050" y="0"/>
                </a:moveTo>
                <a:lnTo>
                  <a:pt x="9163" y="0"/>
                </a:lnTo>
                <a:lnTo>
                  <a:pt x="9163" y="23"/>
                </a:lnTo>
                <a:lnTo>
                  <a:pt x="9050" y="23"/>
                </a:lnTo>
                <a:lnTo>
                  <a:pt x="9050" y="0"/>
                </a:lnTo>
                <a:moveTo>
                  <a:pt x="9231" y="0"/>
                </a:moveTo>
                <a:lnTo>
                  <a:pt x="9344" y="0"/>
                </a:lnTo>
                <a:lnTo>
                  <a:pt x="9344" y="23"/>
                </a:lnTo>
                <a:lnTo>
                  <a:pt x="9231" y="23"/>
                </a:lnTo>
                <a:lnTo>
                  <a:pt x="9231" y="0"/>
                </a:lnTo>
                <a:moveTo>
                  <a:pt x="9412" y="0"/>
                </a:moveTo>
                <a:lnTo>
                  <a:pt x="9525" y="0"/>
                </a:lnTo>
                <a:lnTo>
                  <a:pt x="9525" y="23"/>
                </a:lnTo>
                <a:lnTo>
                  <a:pt x="9412" y="23"/>
                </a:lnTo>
                <a:lnTo>
                  <a:pt x="9412" y="0"/>
                </a:lnTo>
                <a:moveTo>
                  <a:pt x="9593" y="0"/>
                </a:moveTo>
                <a:lnTo>
                  <a:pt x="9706" y="0"/>
                </a:lnTo>
                <a:lnTo>
                  <a:pt x="9706" y="23"/>
                </a:lnTo>
                <a:lnTo>
                  <a:pt x="9593" y="23"/>
                </a:lnTo>
                <a:lnTo>
                  <a:pt x="9593" y="0"/>
                </a:lnTo>
                <a:moveTo>
                  <a:pt x="9773" y="0"/>
                </a:moveTo>
                <a:lnTo>
                  <a:pt x="9886" y="0"/>
                </a:lnTo>
                <a:lnTo>
                  <a:pt x="9886" y="23"/>
                </a:lnTo>
                <a:lnTo>
                  <a:pt x="9773" y="23"/>
                </a:lnTo>
                <a:lnTo>
                  <a:pt x="9773" y="0"/>
                </a:lnTo>
                <a:moveTo>
                  <a:pt x="9954" y="0"/>
                </a:moveTo>
                <a:lnTo>
                  <a:pt x="10067" y="0"/>
                </a:lnTo>
                <a:lnTo>
                  <a:pt x="10067" y="23"/>
                </a:lnTo>
                <a:lnTo>
                  <a:pt x="9954" y="23"/>
                </a:lnTo>
                <a:lnTo>
                  <a:pt x="9954" y="0"/>
                </a:lnTo>
                <a:moveTo>
                  <a:pt x="10135" y="0"/>
                </a:moveTo>
                <a:lnTo>
                  <a:pt x="10169" y="0"/>
                </a:lnTo>
                <a:lnTo>
                  <a:pt x="10169" y="102"/>
                </a:lnTo>
                <a:lnTo>
                  <a:pt x="10146" y="102"/>
                </a:lnTo>
                <a:lnTo>
                  <a:pt x="10146" y="12"/>
                </a:lnTo>
                <a:lnTo>
                  <a:pt x="10157" y="12"/>
                </a:lnTo>
                <a:lnTo>
                  <a:pt x="10157" y="23"/>
                </a:lnTo>
                <a:lnTo>
                  <a:pt x="10135" y="23"/>
                </a:lnTo>
                <a:lnTo>
                  <a:pt x="10135" y="0"/>
                </a:lnTo>
                <a:moveTo>
                  <a:pt x="10169" y="170"/>
                </a:moveTo>
                <a:lnTo>
                  <a:pt x="10169" y="282"/>
                </a:lnTo>
                <a:lnTo>
                  <a:pt x="10146" y="282"/>
                </a:lnTo>
                <a:lnTo>
                  <a:pt x="10146" y="170"/>
                </a:lnTo>
                <a:lnTo>
                  <a:pt x="10169" y="170"/>
                </a:lnTo>
                <a:moveTo>
                  <a:pt x="10169" y="350"/>
                </a:moveTo>
                <a:lnTo>
                  <a:pt x="10169" y="463"/>
                </a:lnTo>
                <a:lnTo>
                  <a:pt x="10146" y="463"/>
                </a:lnTo>
                <a:lnTo>
                  <a:pt x="10146" y="350"/>
                </a:lnTo>
                <a:lnTo>
                  <a:pt x="10169" y="350"/>
                </a:lnTo>
                <a:moveTo>
                  <a:pt x="10169" y="531"/>
                </a:moveTo>
                <a:lnTo>
                  <a:pt x="10169" y="644"/>
                </a:lnTo>
                <a:lnTo>
                  <a:pt x="10146" y="644"/>
                </a:lnTo>
                <a:lnTo>
                  <a:pt x="10146" y="531"/>
                </a:lnTo>
                <a:lnTo>
                  <a:pt x="10169" y="531"/>
                </a:lnTo>
                <a:moveTo>
                  <a:pt x="10169" y="712"/>
                </a:moveTo>
                <a:lnTo>
                  <a:pt x="10169" y="825"/>
                </a:lnTo>
                <a:lnTo>
                  <a:pt x="10146" y="825"/>
                </a:lnTo>
                <a:lnTo>
                  <a:pt x="10146" y="712"/>
                </a:lnTo>
                <a:lnTo>
                  <a:pt x="10169" y="712"/>
                </a:lnTo>
                <a:moveTo>
                  <a:pt x="10169" y="893"/>
                </a:moveTo>
                <a:lnTo>
                  <a:pt x="10169" y="1006"/>
                </a:lnTo>
                <a:lnTo>
                  <a:pt x="10146" y="1006"/>
                </a:lnTo>
                <a:lnTo>
                  <a:pt x="10146" y="893"/>
                </a:lnTo>
                <a:lnTo>
                  <a:pt x="10169" y="893"/>
                </a:lnTo>
                <a:moveTo>
                  <a:pt x="10169" y="1074"/>
                </a:moveTo>
                <a:lnTo>
                  <a:pt x="10169" y="1107"/>
                </a:lnTo>
                <a:lnTo>
                  <a:pt x="10067" y="1107"/>
                </a:lnTo>
                <a:lnTo>
                  <a:pt x="10067" y="1085"/>
                </a:lnTo>
                <a:lnTo>
                  <a:pt x="10157" y="1085"/>
                </a:lnTo>
                <a:lnTo>
                  <a:pt x="10157" y="1096"/>
                </a:lnTo>
                <a:lnTo>
                  <a:pt x="10146" y="1096"/>
                </a:lnTo>
                <a:lnTo>
                  <a:pt x="10146" y="1074"/>
                </a:lnTo>
                <a:lnTo>
                  <a:pt x="10169" y="1074"/>
                </a:lnTo>
                <a:moveTo>
                  <a:pt x="9999" y="1107"/>
                </a:moveTo>
                <a:lnTo>
                  <a:pt x="9886" y="1107"/>
                </a:lnTo>
                <a:lnTo>
                  <a:pt x="9886" y="1085"/>
                </a:lnTo>
                <a:lnTo>
                  <a:pt x="9999" y="1085"/>
                </a:lnTo>
                <a:lnTo>
                  <a:pt x="9999" y="1107"/>
                </a:lnTo>
                <a:moveTo>
                  <a:pt x="9819" y="1107"/>
                </a:moveTo>
                <a:lnTo>
                  <a:pt x="9706" y="1107"/>
                </a:lnTo>
                <a:lnTo>
                  <a:pt x="9706" y="1085"/>
                </a:lnTo>
                <a:lnTo>
                  <a:pt x="9819" y="1085"/>
                </a:lnTo>
                <a:lnTo>
                  <a:pt x="9819" y="1107"/>
                </a:lnTo>
                <a:moveTo>
                  <a:pt x="9638" y="1107"/>
                </a:moveTo>
                <a:lnTo>
                  <a:pt x="9525" y="1107"/>
                </a:lnTo>
                <a:lnTo>
                  <a:pt x="9525" y="1085"/>
                </a:lnTo>
                <a:lnTo>
                  <a:pt x="9638" y="1085"/>
                </a:lnTo>
                <a:lnTo>
                  <a:pt x="9638" y="1107"/>
                </a:lnTo>
                <a:moveTo>
                  <a:pt x="9457" y="1107"/>
                </a:moveTo>
                <a:lnTo>
                  <a:pt x="9344" y="1107"/>
                </a:lnTo>
                <a:lnTo>
                  <a:pt x="9344" y="1085"/>
                </a:lnTo>
                <a:lnTo>
                  <a:pt x="9457" y="1085"/>
                </a:lnTo>
                <a:lnTo>
                  <a:pt x="9457" y="1107"/>
                </a:lnTo>
                <a:moveTo>
                  <a:pt x="9276" y="1107"/>
                </a:moveTo>
                <a:lnTo>
                  <a:pt x="9163" y="1107"/>
                </a:lnTo>
                <a:lnTo>
                  <a:pt x="9163" y="1085"/>
                </a:lnTo>
                <a:lnTo>
                  <a:pt x="9276" y="1085"/>
                </a:lnTo>
                <a:lnTo>
                  <a:pt x="9276" y="1107"/>
                </a:lnTo>
                <a:moveTo>
                  <a:pt x="9095" y="1107"/>
                </a:moveTo>
                <a:lnTo>
                  <a:pt x="8982" y="1107"/>
                </a:lnTo>
                <a:lnTo>
                  <a:pt x="8982" y="1085"/>
                </a:lnTo>
                <a:lnTo>
                  <a:pt x="9095" y="1085"/>
                </a:lnTo>
                <a:lnTo>
                  <a:pt x="9095" y="1107"/>
                </a:lnTo>
                <a:moveTo>
                  <a:pt x="8915" y="1107"/>
                </a:moveTo>
                <a:lnTo>
                  <a:pt x="8802" y="1107"/>
                </a:lnTo>
                <a:lnTo>
                  <a:pt x="8802" y="1085"/>
                </a:lnTo>
                <a:lnTo>
                  <a:pt x="8915" y="1085"/>
                </a:lnTo>
                <a:lnTo>
                  <a:pt x="8915" y="1107"/>
                </a:lnTo>
                <a:moveTo>
                  <a:pt x="8734" y="1107"/>
                </a:moveTo>
                <a:lnTo>
                  <a:pt x="8621" y="1107"/>
                </a:lnTo>
                <a:lnTo>
                  <a:pt x="8621" y="1085"/>
                </a:lnTo>
                <a:lnTo>
                  <a:pt x="8734" y="1085"/>
                </a:lnTo>
                <a:lnTo>
                  <a:pt x="8734" y="1107"/>
                </a:lnTo>
                <a:moveTo>
                  <a:pt x="8553" y="1107"/>
                </a:moveTo>
                <a:lnTo>
                  <a:pt x="8440" y="1107"/>
                </a:lnTo>
                <a:lnTo>
                  <a:pt x="8440" y="1085"/>
                </a:lnTo>
                <a:lnTo>
                  <a:pt x="8553" y="1085"/>
                </a:lnTo>
                <a:lnTo>
                  <a:pt x="8553" y="1107"/>
                </a:lnTo>
                <a:moveTo>
                  <a:pt x="8372" y="1107"/>
                </a:moveTo>
                <a:lnTo>
                  <a:pt x="8259" y="1107"/>
                </a:lnTo>
                <a:lnTo>
                  <a:pt x="8259" y="1085"/>
                </a:lnTo>
                <a:lnTo>
                  <a:pt x="8372" y="1085"/>
                </a:lnTo>
                <a:lnTo>
                  <a:pt x="8372" y="1107"/>
                </a:lnTo>
                <a:moveTo>
                  <a:pt x="8192" y="1107"/>
                </a:moveTo>
                <a:lnTo>
                  <a:pt x="8079" y="1107"/>
                </a:lnTo>
                <a:lnTo>
                  <a:pt x="8079" y="1085"/>
                </a:lnTo>
                <a:lnTo>
                  <a:pt x="8192" y="1085"/>
                </a:lnTo>
                <a:lnTo>
                  <a:pt x="8192" y="1107"/>
                </a:lnTo>
                <a:moveTo>
                  <a:pt x="8011" y="1107"/>
                </a:moveTo>
                <a:lnTo>
                  <a:pt x="7898" y="1107"/>
                </a:lnTo>
                <a:lnTo>
                  <a:pt x="7898" y="1085"/>
                </a:lnTo>
                <a:lnTo>
                  <a:pt x="8011" y="1085"/>
                </a:lnTo>
                <a:lnTo>
                  <a:pt x="8011" y="1107"/>
                </a:lnTo>
                <a:moveTo>
                  <a:pt x="7830" y="1107"/>
                </a:moveTo>
                <a:lnTo>
                  <a:pt x="7717" y="1107"/>
                </a:lnTo>
                <a:lnTo>
                  <a:pt x="7717" y="1085"/>
                </a:lnTo>
                <a:lnTo>
                  <a:pt x="7830" y="1085"/>
                </a:lnTo>
                <a:lnTo>
                  <a:pt x="7830" y="1107"/>
                </a:lnTo>
                <a:moveTo>
                  <a:pt x="7649" y="1107"/>
                </a:moveTo>
                <a:lnTo>
                  <a:pt x="7536" y="1107"/>
                </a:lnTo>
                <a:lnTo>
                  <a:pt x="7536" y="1085"/>
                </a:lnTo>
                <a:lnTo>
                  <a:pt x="7649" y="1085"/>
                </a:lnTo>
                <a:lnTo>
                  <a:pt x="7649" y="1107"/>
                </a:lnTo>
                <a:moveTo>
                  <a:pt x="7469" y="1107"/>
                </a:moveTo>
                <a:lnTo>
                  <a:pt x="7356" y="1107"/>
                </a:lnTo>
                <a:lnTo>
                  <a:pt x="7356" y="1085"/>
                </a:lnTo>
                <a:lnTo>
                  <a:pt x="7469" y="1085"/>
                </a:lnTo>
                <a:lnTo>
                  <a:pt x="7469" y="1107"/>
                </a:lnTo>
                <a:moveTo>
                  <a:pt x="7288" y="1107"/>
                </a:moveTo>
                <a:lnTo>
                  <a:pt x="7175" y="1107"/>
                </a:lnTo>
                <a:lnTo>
                  <a:pt x="7175" y="1085"/>
                </a:lnTo>
                <a:lnTo>
                  <a:pt x="7288" y="1085"/>
                </a:lnTo>
                <a:lnTo>
                  <a:pt x="7288" y="1107"/>
                </a:lnTo>
                <a:moveTo>
                  <a:pt x="7107" y="1107"/>
                </a:moveTo>
                <a:lnTo>
                  <a:pt x="6994" y="1107"/>
                </a:lnTo>
                <a:lnTo>
                  <a:pt x="6994" y="1085"/>
                </a:lnTo>
                <a:lnTo>
                  <a:pt x="7107" y="1085"/>
                </a:lnTo>
                <a:lnTo>
                  <a:pt x="7107" y="1107"/>
                </a:lnTo>
                <a:moveTo>
                  <a:pt x="6926" y="1107"/>
                </a:moveTo>
                <a:lnTo>
                  <a:pt x="6813" y="1107"/>
                </a:lnTo>
                <a:lnTo>
                  <a:pt x="6813" y="1085"/>
                </a:lnTo>
                <a:lnTo>
                  <a:pt x="6926" y="1085"/>
                </a:lnTo>
                <a:lnTo>
                  <a:pt x="6926" y="1107"/>
                </a:lnTo>
                <a:moveTo>
                  <a:pt x="6746" y="1107"/>
                </a:moveTo>
                <a:lnTo>
                  <a:pt x="6633" y="1107"/>
                </a:lnTo>
                <a:lnTo>
                  <a:pt x="6633" y="1085"/>
                </a:lnTo>
                <a:lnTo>
                  <a:pt x="6746" y="1085"/>
                </a:lnTo>
                <a:lnTo>
                  <a:pt x="6746" y="1107"/>
                </a:lnTo>
                <a:moveTo>
                  <a:pt x="6565" y="1107"/>
                </a:moveTo>
                <a:lnTo>
                  <a:pt x="6452" y="1107"/>
                </a:lnTo>
                <a:lnTo>
                  <a:pt x="6452" y="1085"/>
                </a:lnTo>
                <a:lnTo>
                  <a:pt x="6565" y="1085"/>
                </a:lnTo>
                <a:lnTo>
                  <a:pt x="6565" y="1107"/>
                </a:lnTo>
                <a:moveTo>
                  <a:pt x="6384" y="1107"/>
                </a:moveTo>
                <a:lnTo>
                  <a:pt x="6271" y="1107"/>
                </a:lnTo>
                <a:lnTo>
                  <a:pt x="6271" y="1085"/>
                </a:lnTo>
                <a:lnTo>
                  <a:pt x="6384" y="1085"/>
                </a:lnTo>
                <a:lnTo>
                  <a:pt x="6384" y="1107"/>
                </a:lnTo>
                <a:moveTo>
                  <a:pt x="6203" y="1107"/>
                </a:moveTo>
                <a:lnTo>
                  <a:pt x="6090" y="1107"/>
                </a:lnTo>
                <a:lnTo>
                  <a:pt x="6090" y="1085"/>
                </a:lnTo>
                <a:lnTo>
                  <a:pt x="6203" y="1085"/>
                </a:lnTo>
                <a:lnTo>
                  <a:pt x="6203" y="1107"/>
                </a:lnTo>
                <a:moveTo>
                  <a:pt x="6023" y="1107"/>
                </a:moveTo>
                <a:lnTo>
                  <a:pt x="5910" y="1107"/>
                </a:lnTo>
                <a:lnTo>
                  <a:pt x="5910" y="1085"/>
                </a:lnTo>
                <a:lnTo>
                  <a:pt x="6023" y="1085"/>
                </a:lnTo>
                <a:lnTo>
                  <a:pt x="6023" y="1107"/>
                </a:lnTo>
                <a:moveTo>
                  <a:pt x="5842" y="1107"/>
                </a:moveTo>
                <a:lnTo>
                  <a:pt x="5729" y="1107"/>
                </a:lnTo>
                <a:lnTo>
                  <a:pt x="5729" y="1085"/>
                </a:lnTo>
                <a:lnTo>
                  <a:pt x="5842" y="1085"/>
                </a:lnTo>
                <a:lnTo>
                  <a:pt x="5842" y="1107"/>
                </a:lnTo>
                <a:moveTo>
                  <a:pt x="5661" y="1107"/>
                </a:moveTo>
                <a:lnTo>
                  <a:pt x="5548" y="1107"/>
                </a:lnTo>
                <a:lnTo>
                  <a:pt x="5548" y="1085"/>
                </a:lnTo>
                <a:lnTo>
                  <a:pt x="5661" y="1085"/>
                </a:lnTo>
                <a:lnTo>
                  <a:pt x="5661" y="1107"/>
                </a:lnTo>
                <a:moveTo>
                  <a:pt x="5480" y="1107"/>
                </a:moveTo>
                <a:lnTo>
                  <a:pt x="5367" y="1107"/>
                </a:lnTo>
                <a:lnTo>
                  <a:pt x="5367" y="1085"/>
                </a:lnTo>
                <a:lnTo>
                  <a:pt x="5480" y="1085"/>
                </a:lnTo>
                <a:lnTo>
                  <a:pt x="5480" y="1107"/>
                </a:lnTo>
                <a:moveTo>
                  <a:pt x="5299" y="1107"/>
                </a:moveTo>
                <a:lnTo>
                  <a:pt x="5186" y="1107"/>
                </a:lnTo>
                <a:lnTo>
                  <a:pt x="5186" y="1085"/>
                </a:lnTo>
                <a:lnTo>
                  <a:pt x="5299" y="1085"/>
                </a:lnTo>
                <a:lnTo>
                  <a:pt x="5299" y="1107"/>
                </a:lnTo>
                <a:moveTo>
                  <a:pt x="5119" y="1107"/>
                </a:moveTo>
                <a:lnTo>
                  <a:pt x="5006" y="1107"/>
                </a:lnTo>
                <a:lnTo>
                  <a:pt x="5006" y="1085"/>
                </a:lnTo>
                <a:lnTo>
                  <a:pt x="5119" y="1085"/>
                </a:lnTo>
                <a:lnTo>
                  <a:pt x="5119" y="1107"/>
                </a:lnTo>
                <a:moveTo>
                  <a:pt x="4938" y="1107"/>
                </a:moveTo>
                <a:lnTo>
                  <a:pt x="4825" y="1107"/>
                </a:lnTo>
                <a:lnTo>
                  <a:pt x="4825" y="1085"/>
                </a:lnTo>
                <a:lnTo>
                  <a:pt x="4938" y="1085"/>
                </a:lnTo>
                <a:lnTo>
                  <a:pt x="4938" y="1107"/>
                </a:lnTo>
                <a:moveTo>
                  <a:pt x="4757" y="1107"/>
                </a:moveTo>
                <a:lnTo>
                  <a:pt x="4644" y="1107"/>
                </a:lnTo>
                <a:lnTo>
                  <a:pt x="4644" y="1085"/>
                </a:lnTo>
                <a:lnTo>
                  <a:pt x="4757" y="1085"/>
                </a:lnTo>
                <a:lnTo>
                  <a:pt x="4757" y="1107"/>
                </a:lnTo>
                <a:moveTo>
                  <a:pt x="4576" y="1107"/>
                </a:moveTo>
                <a:lnTo>
                  <a:pt x="4463" y="1107"/>
                </a:lnTo>
                <a:lnTo>
                  <a:pt x="4463" y="1085"/>
                </a:lnTo>
                <a:lnTo>
                  <a:pt x="4576" y="1085"/>
                </a:lnTo>
                <a:lnTo>
                  <a:pt x="4576" y="1107"/>
                </a:lnTo>
                <a:moveTo>
                  <a:pt x="4396" y="1107"/>
                </a:moveTo>
                <a:lnTo>
                  <a:pt x="4283" y="1107"/>
                </a:lnTo>
                <a:lnTo>
                  <a:pt x="4283" y="1085"/>
                </a:lnTo>
                <a:lnTo>
                  <a:pt x="4396" y="1085"/>
                </a:lnTo>
                <a:lnTo>
                  <a:pt x="4396" y="1107"/>
                </a:lnTo>
                <a:moveTo>
                  <a:pt x="4215" y="1107"/>
                </a:moveTo>
                <a:lnTo>
                  <a:pt x="4102" y="1107"/>
                </a:lnTo>
                <a:lnTo>
                  <a:pt x="4102" y="1085"/>
                </a:lnTo>
                <a:lnTo>
                  <a:pt x="4215" y="1085"/>
                </a:lnTo>
                <a:lnTo>
                  <a:pt x="4215" y="1107"/>
                </a:lnTo>
                <a:moveTo>
                  <a:pt x="4034" y="1107"/>
                </a:moveTo>
                <a:lnTo>
                  <a:pt x="3921" y="1107"/>
                </a:lnTo>
                <a:lnTo>
                  <a:pt x="3921" y="1085"/>
                </a:lnTo>
                <a:lnTo>
                  <a:pt x="4034" y="1085"/>
                </a:lnTo>
                <a:lnTo>
                  <a:pt x="4034" y="1107"/>
                </a:lnTo>
                <a:moveTo>
                  <a:pt x="3853" y="1107"/>
                </a:moveTo>
                <a:lnTo>
                  <a:pt x="3740" y="1107"/>
                </a:lnTo>
                <a:lnTo>
                  <a:pt x="3740" y="1085"/>
                </a:lnTo>
                <a:lnTo>
                  <a:pt x="3853" y="1085"/>
                </a:lnTo>
                <a:lnTo>
                  <a:pt x="3853" y="1107"/>
                </a:lnTo>
                <a:moveTo>
                  <a:pt x="3673" y="1107"/>
                </a:moveTo>
                <a:lnTo>
                  <a:pt x="3560" y="1107"/>
                </a:lnTo>
                <a:lnTo>
                  <a:pt x="3560" y="1085"/>
                </a:lnTo>
                <a:lnTo>
                  <a:pt x="3673" y="1085"/>
                </a:lnTo>
                <a:lnTo>
                  <a:pt x="3673" y="1107"/>
                </a:lnTo>
                <a:moveTo>
                  <a:pt x="3492" y="1107"/>
                </a:moveTo>
                <a:lnTo>
                  <a:pt x="3379" y="1107"/>
                </a:lnTo>
                <a:lnTo>
                  <a:pt x="3379" y="1085"/>
                </a:lnTo>
                <a:lnTo>
                  <a:pt x="3492" y="1085"/>
                </a:lnTo>
                <a:lnTo>
                  <a:pt x="3492" y="1107"/>
                </a:lnTo>
                <a:moveTo>
                  <a:pt x="3311" y="1107"/>
                </a:moveTo>
                <a:lnTo>
                  <a:pt x="3198" y="1107"/>
                </a:lnTo>
                <a:lnTo>
                  <a:pt x="3198" y="1085"/>
                </a:lnTo>
                <a:lnTo>
                  <a:pt x="3311" y="1085"/>
                </a:lnTo>
                <a:lnTo>
                  <a:pt x="3311" y="1107"/>
                </a:lnTo>
                <a:moveTo>
                  <a:pt x="3130" y="1107"/>
                </a:moveTo>
                <a:lnTo>
                  <a:pt x="3017" y="1107"/>
                </a:lnTo>
                <a:lnTo>
                  <a:pt x="3017" y="1085"/>
                </a:lnTo>
                <a:lnTo>
                  <a:pt x="3130" y="1085"/>
                </a:lnTo>
                <a:lnTo>
                  <a:pt x="3130" y="1107"/>
                </a:lnTo>
                <a:moveTo>
                  <a:pt x="2950" y="1107"/>
                </a:moveTo>
                <a:lnTo>
                  <a:pt x="2837" y="1107"/>
                </a:lnTo>
                <a:lnTo>
                  <a:pt x="2837" y="1085"/>
                </a:lnTo>
                <a:lnTo>
                  <a:pt x="2950" y="1085"/>
                </a:lnTo>
                <a:lnTo>
                  <a:pt x="2950" y="1107"/>
                </a:lnTo>
                <a:moveTo>
                  <a:pt x="2769" y="1107"/>
                </a:moveTo>
                <a:lnTo>
                  <a:pt x="2656" y="1107"/>
                </a:lnTo>
                <a:lnTo>
                  <a:pt x="2656" y="1085"/>
                </a:lnTo>
                <a:lnTo>
                  <a:pt x="2769" y="1085"/>
                </a:lnTo>
                <a:lnTo>
                  <a:pt x="2769" y="1107"/>
                </a:lnTo>
                <a:moveTo>
                  <a:pt x="2587" y="1107"/>
                </a:moveTo>
                <a:lnTo>
                  <a:pt x="2474" y="1107"/>
                </a:lnTo>
                <a:lnTo>
                  <a:pt x="2474" y="1085"/>
                </a:lnTo>
                <a:lnTo>
                  <a:pt x="2587" y="1085"/>
                </a:lnTo>
                <a:lnTo>
                  <a:pt x="2587" y="1107"/>
                </a:lnTo>
                <a:moveTo>
                  <a:pt x="2406" y="1107"/>
                </a:moveTo>
                <a:lnTo>
                  <a:pt x="2293" y="1107"/>
                </a:lnTo>
                <a:lnTo>
                  <a:pt x="2293" y="1085"/>
                </a:lnTo>
                <a:lnTo>
                  <a:pt x="2406" y="1085"/>
                </a:lnTo>
                <a:lnTo>
                  <a:pt x="2406" y="1107"/>
                </a:lnTo>
                <a:moveTo>
                  <a:pt x="2225" y="1107"/>
                </a:moveTo>
                <a:lnTo>
                  <a:pt x="2113" y="1107"/>
                </a:lnTo>
                <a:lnTo>
                  <a:pt x="2113" y="1085"/>
                </a:lnTo>
                <a:lnTo>
                  <a:pt x="2225" y="1085"/>
                </a:lnTo>
                <a:lnTo>
                  <a:pt x="2225" y="1107"/>
                </a:lnTo>
                <a:moveTo>
                  <a:pt x="2045" y="1107"/>
                </a:moveTo>
                <a:lnTo>
                  <a:pt x="1932" y="1107"/>
                </a:lnTo>
                <a:lnTo>
                  <a:pt x="1932" y="1085"/>
                </a:lnTo>
                <a:lnTo>
                  <a:pt x="2045" y="1085"/>
                </a:lnTo>
                <a:lnTo>
                  <a:pt x="2045" y="1107"/>
                </a:lnTo>
                <a:moveTo>
                  <a:pt x="1864" y="1107"/>
                </a:moveTo>
                <a:lnTo>
                  <a:pt x="1751" y="1107"/>
                </a:lnTo>
                <a:lnTo>
                  <a:pt x="1751" y="1085"/>
                </a:lnTo>
                <a:lnTo>
                  <a:pt x="1864" y="1085"/>
                </a:lnTo>
                <a:lnTo>
                  <a:pt x="1864" y="1107"/>
                </a:lnTo>
                <a:moveTo>
                  <a:pt x="1683" y="1107"/>
                </a:moveTo>
                <a:lnTo>
                  <a:pt x="1570" y="1107"/>
                </a:lnTo>
                <a:lnTo>
                  <a:pt x="1570" y="1085"/>
                </a:lnTo>
                <a:lnTo>
                  <a:pt x="1683" y="1085"/>
                </a:lnTo>
                <a:lnTo>
                  <a:pt x="1683" y="1107"/>
                </a:lnTo>
                <a:moveTo>
                  <a:pt x="1502" y="1107"/>
                </a:moveTo>
                <a:lnTo>
                  <a:pt x="1389" y="1107"/>
                </a:lnTo>
                <a:lnTo>
                  <a:pt x="1389" y="1085"/>
                </a:lnTo>
                <a:lnTo>
                  <a:pt x="1502" y="1085"/>
                </a:lnTo>
                <a:lnTo>
                  <a:pt x="1502" y="1107"/>
                </a:lnTo>
                <a:moveTo>
                  <a:pt x="1322" y="1107"/>
                </a:moveTo>
                <a:lnTo>
                  <a:pt x="1209" y="1107"/>
                </a:lnTo>
                <a:lnTo>
                  <a:pt x="1209" y="1085"/>
                </a:lnTo>
                <a:lnTo>
                  <a:pt x="1322" y="1085"/>
                </a:lnTo>
                <a:lnTo>
                  <a:pt x="1322" y="1107"/>
                </a:lnTo>
                <a:moveTo>
                  <a:pt x="1141" y="1107"/>
                </a:moveTo>
                <a:lnTo>
                  <a:pt x="1028" y="1107"/>
                </a:lnTo>
                <a:lnTo>
                  <a:pt x="1028" y="1085"/>
                </a:lnTo>
                <a:lnTo>
                  <a:pt x="1141" y="1085"/>
                </a:lnTo>
                <a:lnTo>
                  <a:pt x="1141" y="1107"/>
                </a:lnTo>
                <a:moveTo>
                  <a:pt x="960" y="1107"/>
                </a:moveTo>
                <a:lnTo>
                  <a:pt x="847" y="1107"/>
                </a:lnTo>
                <a:lnTo>
                  <a:pt x="847" y="1085"/>
                </a:lnTo>
                <a:lnTo>
                  <a:pt x="960" y="1085"/>
                </a:lnTo>
                <a:lnTo>
                  <a:pt x="960" y="1107"/>
                </a:lnTo>
                <a:moveTo>
                  <a:pt x="779" y="1107"/>
                </a:moveTo>
                <a:lnTo>
                  <a:pt x="666" y="1107"/>
                </a:lnTo>
                <a:lnTo>
                  <a:pt x="666" y="1085"/>
                </a:lnTo>
                <a:lnTo>
                  <a:pt x="779" y="1085"/>
                </a:lnTo>
                <a:lnTo>
                  <a:pt x="779" y="1107"/>
                </a:lnTo>
                <a:moveTo>
                  <a:pt x="599" y="1107"/>
                </a:moveTo>
                <a:lnTo>
                  <a:pt x="486" y="1107"/>
                </a:lnTo>
                <a:lnTo>
                  <a:pt x="486" y="1085"/>
                </a:lnTo>
                <a:lnTo>
                  <a:pt x="599" y="1085"/>
                </a:lnTo>
                <a:lnTo>
                  <a:pt x="599" y="1107"/>
                </a:lnTo>
                <a:moveTo>
                  <a:pt x="418" y="1107"/>
                </a:moveTo>
                <a:lnTo>
                  <a:pt x="305" y="1107"/>
                </a:lnTo>
                <a:lnTo>
                  <a:pt x="305" y="1085"/>
                </a:lnTo>
                <a:lnTo>
                  <a:pt x="418" y="1085"/>
                </a:lnTo>
                <a:lnTo>
                  <a:pt x="418" y="1107"/>
                </a:lnTo>
                <a:moveTo>
                  <a:pt x="237" y="1107"/>
                </a:moveTo>
                <a:lnTo>
                  <a:pt x="124" y="1107"/>
                </a:lnTo>
                <a:lnTo>
                  <a:pt x="124" y="1085"/>
                </a:lnTo>
                <a:lnTo>
                  <a:pt x="237" y="1085"/>
                </a:lnTo>
                <a:lnTo>
                  <a:pt x="237" y="1107"/>
                </a:lnTo>
                <a:moveTo>
                  <a:pt x="56" y="1107"/>
                </a:moveTo>
                <a:lnTo>
                  <a:pt x="0" y="1107"/>
                </a:lnTo>
                <a:lnTo>
                  <a:pt x="0" y="1028"/>
                </a:lnTo>
                <a:lnTo>
                  <a:pt x="22" y="1028"/>
                </a:lnTo>
                <a:lnTo>
                  <a:pt x="22" y="1096"/>
                </a:lnTo>
                <a:lnTo>
                  <a:pt x="11" y="1096"/>
                </a:lnTo>
                <a:lnTo>
                  <a:pt x="11" y="1085"/>
                </a:lnTo>
                <a:lnTo>
                  <a:pt x="56" y="1085"/>
                </a:lnTo>
                <a:lnTo>
                  <a:pt x="56" y="1107"/>
                </a:lnTo>
                <a:moveTo>
                  <a:pt x="0" y="961"/>
                </a:moveTo>
                <a:lnTo>
                  <a:pt x="0" y="848"/>
                </a:lnTo>
                <a:lnTo>
                  <a:pt x="22" y="848"/>
                </a:lnTo>
                <a:lnTo>
                  <a:pt x="22" y="961"/>
                </a:lnTo>
                <a:lnTo>
                  <a:pt x="0" y="961"/>
                </a:lnTo>
                <a:moveTo>
                  <a:pt x="0" y="780"/>
                </a:moveTo>
                <a:lnTo>
                  <a:pt x="0" y="666"/>
                </a:lnTo>
                <a:lnTo>
                  <a:pt x="22" y="666"/>
                </a:lnTo>
                <a:lnTo>
                  <a:pt x="22" y="780"/>
                </a:lnTo>
                <a:lnTo>
                  <a:pt x="0" y="780"/>
                </a:lnTo>
                <a:moveTo>
                  <a:pt x="0" y="599"/>
                </a:moveTo>
                <a:lnTo>
                  <a:pt x="0" y="486"/>
                </a:lnTo>
                <a:lnTo>
                  <a:pt x="22" y="486"/>
                </a:lnTo>
                <a:lnTo>
                  <a:pt x="22" y="599"/>
                </a:lnTo>
                <a:lnTo>
                  <a:pt x="0" y="599"/>
                </a:lnTo>
                <a:moveTo>
                  <a:pt x="0" y="418"/>
                </a:moveTo>
                <a:lnTo>
                  <a:pt x="0" y="305"/>
                </a:lnTo>
                <a:lnTo>
                  <a:pt x="22" y="305"/>
                </a:lnTo>
                <a:lnTo>
                  <a:pt x="22" y="418"/>
                </a:lnTo>
                <a:lnTo>
                  <a:pt x="0" y="418"/>
                </a:lnTo>
                <a:moveTo>
                  <a:pt x="0" y="237"/>
                </a:moveTo>
                <a:lnTo>
                  <a:pt x="0" y="124"/>
                </a:lnTo>
                <a:lnTo>
                  <a:pt x="22" y="124"/>
                </a:lnTo>
                <a:lnTo>
                  <a:pt x="22" y="237"/>
                </a:lnTo>
                <a:lnTo>
                  <a:pt x="0" y="237"/>
                </a:lnTo>
                <a:moveTo>
                  <a:pt x="0" y="57"/>
                </a:moveTo>
                <a:lnTo>
                  <a:pt x="0" y="0"/>
                </a:lnTo>
                <a:lnTo>
                  <a:pt x="124" y="0"/>
                </a:lnTo>
                <a:lnTo>
                  <a:pt x="124" y="23"/>
                </a:lnTo>
                <a:lnTo>
                  <a:pt x="11" y="23"/>
                </a:lnTo>
                <a:lnTo>
                  <a:pt x="11" y="12"/>
                </a:lnTo>
                <a:lnTo>
                  <a:pt x="22" y="12"/>
                </a:lnTo>
                <a:lnTo>
                  <a:pt x="22" y="57"/>
                </a:lnTo>
                <a:lnTo>
                  <a:pt x="0" y="57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3" name=""/>
          <p:cNvSpPr/>
          <p:nvPr/>
        </p:nvSpPr>
        <p:spPr>
          <a:xfrm>
            <a:off x="4386600" y="360576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4" name=""/>
          <p:cNvSpPr/>
          <p:nvPr/>
        </p:nvSpPr>
        <p:spPr>
          <a:xfrm>
            <a:off x="4386600" y="363420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5" name=""/>
          <p:cNvSpPr txBox="1"/>
          <p:nvPr/>
        </p:nvSpPr>
        <p:spPr>
          <a:xfrm>
            <a:off x="978480" y="3125520"/>
            <a:ext cx="4707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Onderwijsvorm speciﬁcatie: dezelfde vorm als het onderwijsontwerp, nu voor het examen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6" name=""/>
          <p:cNvSpPr txBox="1"/>
          <p:nvPr/>
        </p:nvSpPr>
        <p:spPr>
          <a:xfrm>
            <a:off x="978480" y="3596760"/>
            <a:ext cx="5187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Toetsvorm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7" name=""/>
          <p:cNvSpPr/>
          <p:nvPr/>
        </p:nvSpPr>
        <p:spPr>
          <a:xfrm>
            <a:off x="896760" y="4158360"/>
            <a:ext cx="6141960" cy="528480"/>
          </a:xfrm>
          <a:custGeom>
            <a:avLst/>
            <a:gdLst/>
            <a:ahLst/>
            <a:rect l="0" t="0" r="r" b="b"/>
            <a:pathLst>
              <a:path w="17061" h="1468">
                <a:moveTo>
                  <a:pt x="0" y="0"/>
                </a:moveTo>
                <a:lnTo>
                  <a:pt x="17061" y="0"/>
                </a:lnTo>
                <a:lnTo>
                  <a:pt x="17061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8" name=""/>
          <p:cNvSpPr/>
          <p:nvPr/>
        </p:nvSpPr>
        <p:spPr>
          <a:xfrm>
            <a:off x="892800" y="4154400"/>
            <a:ext cx="6149880" cy="536760"/>
          </a:xfrm>
          <a:custGeom>
            <a:avLst/>
            <a:gdLst/>
            <a:ahLst/>
            <a:rect l="0" t="0" r="r" b="b"/>
            <a:pathLst>
              <a:path w="17083" h="1491">
                <a:moveTo>
                  <a:pt x="192" y="0"/>
                </a:moveTo>
                <a:lnTo>
                  <a:pt x="305" y="0"/>
                </a:lnTo>
                <a:lnTo>
                  <a:pt x="305" y="22"/>
                </a:lnTo>
                <a:lnTo>
                  <a:pt x="192" y="22"/>
                </a:lnTo>
                <a:lnTo>
                  <a:pt x="192" y="0"/>
                </a:lnTo>
                <a:moveTo>
                  <a:pt x="373" y="0"/>
                </a:moveTo>
                <a:lnTo>
                  <a:pt x="486" y="0"/>
                </a:lnTo>
                <a:lnTo>
                  <a:pt x="486" y="22"/>
                </a:lnTo>
                <a:lnTo>
                  <a:pt x="373" y="22"/>
                </a:lnTo>
                <a:lnTo>
                  <a:pt x="373" y="0"/>
                </a:lnTo>
                <a:moveTo>
                  <a:pt x="553" y="0"/>
                </a:moveTo>
                <a:lnTo>
                  <a:pt x="666" y="0"/>
                </a:lnTo>
                <a:lnTo>
                  <a:pt x="666" y="22"/>
                </a:lnTo>
                <a:lnTo>
                  <a:pt x="553" y="22"/>
                </a:lnTo>
                <a:lnTo>
                  <a:pt x="553" y="0"/>
                </a:lnTo>
                <a:moveTo>
                  <a:pt x="734" y="0"/>
                </a:moveTo>
                <a:lnTo>
                  <a:pt x="847" y="0"/>
                </a:lnTo>
                <a:lnTo>
                  <a:pt x="847" y="22"/>
                </a:lnTo>
                <a:lnTo>
                  <a:pt x="734" y="22"/>
                </a:lnTo>
                <a:lnTo>
                  <a:pt x="734" y="0"/>
                </a:lnTo>
                <a:moveTo>
                  <a:pt x="915" y="0"/>
                </a:moveTo>
                <a:lnTo>
                  <a:pt x="1028" y="0"/>
                </a:lnTo>
                <a:lnTo>
                  <a:pt x="1028" y="22"/>
                </a:lnTo>
                <a:lnTo>
                  <a:pt x="915" y="22"/>
                </a:lnTo>
                <a:lnTo>
                  <a:pt x="915" y="0"/>
                </a:lnTo>
                <a:moveTo>
                  <a:pt x="1096" y="0"/>
                </a:moveTo>
                <a:lnTo>
                  <a:pt x="1209" y="0"/>
                </a:lnTo>
                <a:lnTo>
                  <a:pt x="1209" y="22"/>
                </a:lnTo>
                <a:lnTo>
                  <a:pt x="1096" y="22"/>
                </a:lnTo>
                <a:lnTo>
                  <a:pt x="1096" y="0"/>
                </a:lnTo>
                <a:moveTo>
                  <a:pt x="1276" y="0"/>
                </a:moveTo>
                <a:lnTo>
                  <a:pt x="1389" y="0"/>
                </a:lnTo>
                <a:lnTo>
                  <a:pt x="1389" y="22"/>
                </a:lnTo>
                <a:lnTo>
                  <a:pt x="1276" y="22"/>
                </a:lnTo>
                <a:lnTo>
                  <a:pt x="1276" y="0"/>
                </a:lnTo>
                <a:moveTo>
                  <a:pt x="1457" y="0"/>
                </a:moveTo>
                <a:lnTo>
                  <a:pt x="1570" y="0"/>
                </a:lnTo>
                <a:lnTo>
                  <a:pt x="1570" y="22"/>
                </a:lnTo>
                <a:lnTo>
                  <a:pt x="1457" y="22"/>
                </a:lnTo>
                <a:lnTo>
                  <a:pt x="1457" y="0"/>
                </a:lnTo>
                <a:moveTo>
                  <a:pt x="1638" y="0"/>
                </a:moveTo>
                <a:lnTo>
                  <a:pt x="1751" y="0"/>
                </a:lnTo>
                <a:lnTo>
                  <a:pt x="1751" y="22"/>
                </a:lnTo>
                <a:lnTo>
                  <a:pt x="1638" y="22"/>
                </a:lnTo>
                <a:lnTo>
                  <a:pt x="1638" y="0"/>
                </a:lnTo>
                <a:moveTo>
                  <a:pt x="1819" y="0"/>
                </a:moveTo>
                <a:lnTo>
                  <a:pt x="1932" y="0"/>
                </a:lnTo>
                <a:lnTo>
                  <a:pt x="1932" y="22"/>
                </a:lnTo>
                <a:lnTo>
                  <a:pt x="1819" y="22"/>
                </a:lnTo>
                <a:lnTo>
                  <a:pt x="1819" y="0"/>
                </a:lnTo>
                <a:moveTo>
                  <a:pt x="2000" y="0"/>
                </a:moveTo>
                <a:lnTo>
                  <a:pt x="2113" y="0"/>
                </a:lnTo>
                <a:lnTo>
                  <a:pt x="2113" y="22"/>
                </a:lnTo>
                <a:lnTo>
                  <a:pt x="2000" y="22"/>
                </a:lnTo>
                <a:lnTo>
                  <a:pt x="2000" y="0"/>
                </a:lnTo>
                <a:moveTo>
                  <a:pt x="2180" y="0"/>
                </a:moveTo>
                <a:lnTo>
                  <a:pt x="2293" y="0"/>
                </a:lnTo>
                <a:lnTo>
                  <a:pt x="2293" y="22"/>
                </a:lnTo>
                <a:lnTo>
                  <a:pt x="2180" y="22"/>
                </a:lnTo>
                <a:lnTo>
                  <a:pt x="2180" y="0"/>
                </a:lnTo>
                <a:moveTo>
                  <a:pt x="2361" y="0"/>
                </a:moveTo>
                <a:lnTo>
                  <a:pt x="2474" y="0"/>
                </a:lnTo>
                <a:lnTo>
                  <a:pt x="2474" y="22"/>
                </a:lnTo>
                <a:lnTo>
                  <a:pt x="2361" y="22"/>
                </a:lnTo>
                <a:lnTo>
                  <a:pt x="2361" y="0"/>
                </a:lnTo>
                <a:moveTo>
                  <a:pt x="2542" y="0"/>
                </a:moveTo>
                <a:lnTo>
                  <a:pt x="2655" y="0"/>
                </a:lnTo>
                <a:lnTo>
                  <a:pt x="2655" y="22"/>
                </a:lnTo>
                <a:lnTo>
                  <a:pt x="2542" y="22"/>
                </a:lnTo>
                <a:lnTo>
                  <a:pt x="2542" y="0"/>
                </a:lnTo>
                <a:moveTo>
                  <a:pt x="2723" y="0"/>
                </a:moveTo>
                <a:lnTo>
                  <a:pt x="2836" y="0"/>
                </a:lnTo>
                <a:lnTo>
                  <a:pt x="2836" y="22"/>
                </a:lnTo>
                <a:lnTo>
                  <a:pt x="2723" y="22"/>
                </a:lnTo>
                <a:lnTo>
                  <a:pt x="2723" y="0"/>
                </a:lnTo>
                <a:moveTo>
                  <a:pt x="2903" y="0"/>
                </a:moveTo>
                <a:lnTo>
                  <a:pt x="3016" y="0"/>
                </a:lnTo>
                <a:lnTo>
                  <a:pt x="3016" y="22"/>
                </a:lnTo>
                <a:lnTo>
                  <a:pt x="2903" y="22"/>
                </a:lnTo>
                <a:lnTo>
                  <a:pt x="2903" y="0"/>
                </a:lnTo>
                <a:moveTo>
                  <a:pt x="3084" y="0"/>
                </a:moveTo>
                <a:lnTo>
                  <a:pt x="3197" y="0"/>
                </a:lnTo>
                <a:lnTo>
                  <a:pt x="3197" y="22"/>
                </a:lnTo>
                <a:lnTo>
                  <a:pt x="3084" y="22"/>
                </a:lnTo>
                <a:lnTo>
                  <a:pt x="3084" y="0"/>
                </a:lnTo>
                <a:moveTo>
                  <a:pt x="3265" y="0"/>
                </a:moveTo>
                <a:lnTo>
                  <a:pt x="3378" y="0"/>
                </a:lnTo>
                <a:lnTo>
                  <a:pt x="3378" y="22"/>
                </a:lnTo>
                <a:lnTo>
                  <a:pt x="3265" y="22"/>
                </a:lnTo>
                <a:lnTo>
                  <a:pt x="3265" y="0"/>
                </a:lnTo>
                <a:moveTo>
                  <a:pt x="3446" y="0"/>
                </a:moveTo>
                <a:lnTo>
                  <a:pt x="3559" y="0"/>
                </a:lnTo>
                <a:lnTo>
                  <a:pt x="3559" y="22"/>
                </a:lnTo>
                <a:lnTo>
                  <a:pt x="3446" y="22"/>
                </a:lnTo>
                <a:lnTo>
                  <a:pt x="3446" y="0"/>
                </a:lnTo>
                <a:moveTo>
                  <a:pt x="3626" y="0"/>
                </a:moveTo>
                <a:lnTo>
                  <a:pt x="3739" y="0"/>
                </a:lnTo>
                <a:lnTo>
                  <a:pt x="3739" y="22"/>
                </a:lnTo>
                <a:lnTo>
                  <a:pt x="3626" y="22"/>
                </a:lnTo>
                <a:lnTo>
                  <a:pt x="3626" y="0"/>
                </a:lnTo>
                <a:moveTo>
                  <a:pt x="3807" y="0"/>
                </a:moveTo>
                <a:lnTo>
                  <a:pt x="3920" y="0"/>
                </a:lnTo>
                <a:lnTo>
                  <a:pt x="3920" y="22"/>
                </a:lnTo>
                <a:lnTo>
                  <a:pt x="3807" y="22"/>
                </a:lnTo>
                <a:lnTo>
                  <a:pt x="3807" y="0"/>
                </a:lnTo>
                <a:moveTo>
                  <a:pt x="3988" y="0"/>
                </a:moveTo>
                <a:lnTo>
                  <a:pt x="4101" y="0"/>
                </a:lnTo>
                <a:lnTo>
                  <a:pt x="4101" y="22"/>
                </a:lnTo>
                <a:lnTo>
                  <a:pt x="3988" y="22"/>
                </a:lnTo>
                <a:lnTo>
                  <a:pt x="3988" y="0"/>
                </a:lnTo>
                <a:moveTo>
                  <a:pt x="4169" y="0"/>
                </a:moveTo>
                <a:lnTo>
                  <a:pt x="4282" y="0"/>
                </a:lnTo>
                <a:lnTo>
                  <a:pt x="4282" y="22"/>
                </a:lnTo>
                <a:lnTo>
                  <a:pt x="4169" y="22"/>
                </a:lnTo>
                <a:lnTo>
                  <a:pt x="4169" y="0"/>
                </a:lnTo>
                <a:moveTo>
                  <a:pt x="4349" y="0"/>
                </a:moveTo>
                <a:lnTo>
                  <a:pt x="4462" y="0"/>
                </a:lnTo>
                <a:lnTo>
                  <a:pt x="4462" y="22"/>
                </a:lnTo>
                <a:lnTo>
                  <a:pt x="4349" y="22"/>
                </a:lnTo>
                <a:lnTo>
                  <a:pt x="4349" y="0"/>
                </a:lnTo>
                <a:moveTo>
                  <a:pt x="4530" y="0"/>
                </a:moveTo>
                <a:lnTo>
                  <a:pt x="4643" y="0"/>
                </a:lnTo>
                <a:lnTo>
                  <a:pt x="4643" y="22"/>
                </a:lnTo>
                <a:lnTo>
                  <a:pt x="4530" y="22"/>
                </a:lnTo>
                <a:lnTo>
                  <a:pt x="4530" y="0"/>
                </a:lnTo>
                <a:moveTo>
                  <a:pt x="4711" y="0"/>
                </a:moveTo>
                <a:lnTo>
                  <a:pt x="4824" y="0"/>
                </a:lnTo>
                <a:lnTo>
                  <a:pt x="4824" y="22"/>
                </a:lnTo>
                <a:lnTo>
                  <a:pt x="4711" y="22"/>
                </a:lnTo>
                <a:lnTo>
                  <a:pt x="4711" y="0"/>
                </a:lnTo>
                <a:moveTo>
                  <a:pt x="4892" y="0"/>
                </a:moveTo>
                <a:lnTo>
                  <a:pt x="5005" y="0"/>
                </a:lnTo>
                <a:lnTo>
                  <a:pt x="5005" y="22"/>
                </a:lnTo>
                <a:lnTo>
                  <a:pt x="4892" y="22"/>
                </a:lnTo>
                <a:lnTo>
                  <a:pt x="4892" y="0"/>
                </a:lnTo>
                <a:moveTo>
                  <a:pt x="5073" y="0"/>
                </a:moveTo>
                <a:lnTo>
                  <a:pt x="5185" y="0"/>
                </a:lnTo>
                <a:lnTo>
                  <a:pt x="5185" y="22"/>
                </a:lnTo>
                <a:lnTo>
                  <a:pt x="5073" y="22"/>
                </a:lnTo>
                <a:lnTo>
                  <a:pt x="5073" y="0"/>
                </a:lnTo>
                <a:moveTo>
                  <a:pt x="5253" y="0"/>
                </a:moveTo>
                <a:lnTo>
                  <a:pt x="5366" y="0"/>
                </a:lnTo>
                <a:lnTo>
                  <a:pt x="5366" y="22"/>
                </a:lnTo>
                <a:lnTo>
                  <a:pt x="5253" y="22"/>
                </a:lnTo>
                <a:lnTo>
                  <a:pt x="5253" y="0"/>
                </a:lnTo>
                <a:moveTo>
                  <a:pt x="5434" y="0"/>
                </a:moveTo>
                <a:lnTo>
                  <a:pt x="5547" y="0"/>
                </a:lnTo>
                <a:lnTo>
                  <a:pt x="5547" y="22"/>
                </a:lnTo>
                <a:lnTo>
                  <a:pt x="5434" y="22"/>
                </a:lnTo>
                <a:lnTo>
                  <a:pt x="5434" y="0"/>
                </a:lnTo>
                <a:moveTo>
                  <a:pt x="5615" y="0"/>
                </a:moveTo>
                <a:lnTo>
                  <a:pt x="5728" y="0"/>
                </a:lnTo>
                <a:lnTo>
                  <a:pt x="5728" y="22"/>
                </a:lnTo>
                <a:lnTo>
                  <a:pt x="5615" y="22"/>
                </a:lnTo>
                <a:lnTo>
                  <a:pt x="5615" y="0"/>
                </a:lnTo>
                <a:moveTo>
                  <a:pt x="5796" y="0"/>
                </a:moveTo>
                <a:lnTo>
                  <a:pt x="5909" y="0"/>
                </a:lnTo>
                <a:lnTo>
                  <a:pt x="5909" y="22"/>
                </a:lnTo>
                <a:lnTo>
                  <a:pt x="5796" y="22"/>
                </a:lnTo>
                <a:lnTo>
                  <a:pt x="5796" y="0"/>
                </a:lnTo>
                <a:moveTo>
                  <a:pt x="5976" y="0"/>
                </a:moveTo>
                <a:lnTo>
                  <a:pt x="6090" y="0"/>
                </a:lnTo>
                <a:lnTo>
                  <a:pt x="6090" y="22"/>
                </a:lnTo>
                <a:lnTo>
                  <a:pt x="5976" y="22"/>
                </a:lnTo>
                <a:lnTo>
                  <a:pt x="5976" y="0"/>
                </a:lnTo>
                <a:moveTo>
                  <a:pt x="6158" y="0"/>
                </a:moveTo>
                <a:lnTo>
                  <a:pt x="6271" y="0"/>
                </a:lnTo>
                <a:lnTo>
                  <a:pt x="6271" y="22"/>
                </a:lnTo>
                <a:lnTo>
                  <a:pt x="6158" y="22"/>
                </a:lnTo>
                <a:lnTo>
                  <a:pt x="6158" y="0"/>
                </a:lnTo>
                <a:moveTo>
                  <a:pt x="6339" y="0"/>
                </a:moveTo>
                <a:lnTo>
                  <a:pt x="6452" y="0"/>
                </a:lnTo>
                <a:lnTo>
                  <a:pt x="6452" y="22"/>
                </a:lnTo>
                <a:lnTo>
                  <a:pt x="6339" y="22"/>
                </a:lnTo>
                <a:lnTo>
                  <a:pt x="6339" y="0"/>
                </a:lnTo>
                <a:moveTo>
                  <a:pt x="6520" y="0"/>
                </a:moveTo>
                <a:lnTo>
                  <a:pt x="6633" y="0"/>
                </a:lnTo>
                <a:lnTo>
                  <a:pt x="6633" y="22"/>
                </a:lnTo>
                <a:lnTo>
                  <a:pt x="6520" y="22"/>
                </a:lnTo>
                <a:lnTo>
                  <a:pt x="6520" y="0"/>
                </a:lnTo>
                <a:moveTo>
                  <a:pt x="6700" y="0"/>
                </a:moveTo>
                <a:lnTo>
                  <a:pt x="6813" y="0"/>
                </a:lnTo>
                <a:lnTo>
                  <a:pt x="6813" y="22"/>
                </a:lnTo>
                <a:lnTo>
                  <a:pt x="6700" y="22"/>
                </a:lnTo>
                <a:lnTo>
                  <a:pt x="6700" y="0"/>
                </a:lnTo>
                <a:moveTo>
                  <a:pt x="6881" y="0"/>
                </a:moveTo>
                <a:lnTo>
                  <a:pt x="6994" y="0"/>
                </a:lnTo>
                <a:lnTo>
                  <a:pt x="6994" y="22"/>
                </a:lnTo>
                <a:lnTo>
                  <a:pt x="6881" y="22"/>
                </a:lnTo>
                <a:lnTo>
                  <a:pt x="6881" y="0"/>
                </a:lnTo>
                <a:moveTo>
                  <a:pt x="7062" y="0"/>
                </a:moveTo>
                <a:lnTo>
                  <a:pt x="7175" y="0"/>
                </a:lnTo>
                <a:lnTo>
                  <a:pt x="7175" y="22"/>
                </a:lnTo>
                <a:lnTo>
                  <a:pt x="7062" y="22"/>
                </a:lnTo>
                <a:lnTo>
                  <a:pt x="7062" y="0"/>
                </a:lnTo>
                <a:moveTo>
                  <a:pt x="7243" y="0"/>
                </a:moveTo>
                <a:lnTo>
                  <a:pt x="7356" y="0"/>
                </a:lnTo>
                <a:lnTo>
                  <a:pt x="7356" y="22"/>
                </a:lnTo>
                <a:lnTo>
                  <a:pt x="7243" y="22"/>
                </a:lnTo>
                <a:lnTo>
                  <a:pt x="7243" y="0"/>
                </a:lnTo>
                <a:moveTo>
                  <a:pt x="7423" y="0"/>
                </a:moveTo>
                <a:lnTo>
                  <a:pt x="7536" y="0"/>
                </a:lnTo>
                <a:lnTo>
                  <a:pt x="7536" y="22"/>
                </a:lnTo>
                <a:lnTo>
                  <a:pt x="7423" y="22"/>
                </a:lnTo>
                <a:lnTo>
                  <a:pt x="7423" y="0"/>
                </a:lnTo>
                <a:moveTo>
                  <a:pt x="7604" y="0"/>
                </a:moveTo>
                <a:lnTo>
                  <a:pt x="7717" y="0"/>
                </a:lnTo>
                <a:lnTo>
                  <a:pt x="7717" y="22"/>
                </a:lnTo>
                <a:lnTo>
                  <a:pt x="7604" y="22"/>
                </a:lnTo>
                <a:lnTo>
                  <a:pt x="7604" y="0"/>
                </a:lnTo>
                <a:moveTo>
                  <a:pt x="7785" y="0"/>
                </a:moveTo>
                <a:lnTo>
                  <a:pt x="7898" y="0"/>
                </a:lnTo>
                <a:lnTo>
                  <a:pt x="7898" y="22"/>
                </a:lnTo>
                <a:lnTo>
                  <a:pt x="7785" y="22"/>
                </a:lnTo>
                <a:lnTo>
                  <a:pt x="7785" y="0"/>
                </a:lnTo>
                <a:moveTo>
                  <a:pt x="7966" y="0"/>
                </a:moveTo>
                <a:lnTo>
                  <a:pt x="8079" y="0"/>
                </a:lnTo>
                <a:lnTo>
                  <a:pt x="8079" y="22"/>
                </a:lnTo>
                <a:lnTo>
                  <a:pt x="7966" y="22"/>
                </a:lnTo>
                <a:lnTo>
                  <a:pt x="7966" y="0"/>
                </a:lnTo>
                <a:moveTo>
                  <a:pt x="8146" y="0"/>
                </a:moveTo>
                <a:lnTo>
                  <a:pt x="8259" y="0"/>
                </a:lnTo>
                <a:lnTo>
                  <a:pt x="8259" y="22"/>
                </a:lnTo>
                <a:lnTo>
                  <a:pt x="8146" y="22"/>
                </a:lnTo>
                <a:lnTo>
                  <a:pt x="8146" y="0"/>
                </a:lnTo>
                <a:moveTo>
                  <a:pt x="8327" y="0"/>
                </a:moveTo>
                <a:lnTo>
                  <a:pt x="8440" y="0"/>
                </a:lnTo>
                <a:lnTo>
                  <a:pt x="8440" y="22"/>
                </a:lnTo>
                <a:lnTo>
                  <a:pt x="8327" y="22"/>
                </a:lnTo>
                <a:lnTo>
                  <a:pt x="8327" y="0"/>
                </a:lnTo>
                <a:moveTo>
                  <a:pt x="8508" y="0"/>
                </a:moveTo>
                <a:lnTo>
                  <a:pt x="8621" y="0"/>
                </a:lnTo>
                <a:lnTo>
                  <a:pt x="8621" y="22"/>
                </a:lnTo>
                <a:lnTo>
                  <a:pt x="8508" y="22"/>
                </a:lnTo>
                <a:lnTo>
                  <a:pt x="8508" y="0"/>
                </a:lnTo>
                <a:moveTo>
                  <a:pt x="8689" y="0"/>
                </a:moveTo>
                <a:lnTo>
                  <a:pt x="8802" y="0"/>
                </a:lnTo>
                <a:lnTo>
                  <a:pt x="8802" y="22"/>
                </a:lnTo>
                <a:lnTo>
                  <a:pt x="8689" y="22"/>
                </a:lnTo>
                <a:lnTo>
                  <a:pt x="8689" y="0"/>
                </a:lnTo>
                <a:moveTo>
                  <a:pt x="8870" y="0"/>
                </a:moveTo>
                <a:lnTo>
                  <a:pt x="8982" y="0"/>
                </a:lnTo>
                <a:lnTo>
                  <a:pt x="8982" y="22"/>
                </a:lnTo>
                <a:lnTo>
                  <a:pt x="8870" y="22"/>
                </a:lnTo>
                <a:lnTo>
                  <a:pt x="8870" y="0"/>
                </a:lnTo>
                <a:moveTo>
                  <a:pt x="9050" y="0"/>
                </a:moveTo>
                <a:lnTo>
                  <a:pt x="9163" y="0"/>
                </a:lnTo>
                <a:lnTo>
                  <a:pt x="9163" y="22"/>
                </a:lnTo>
                <a:lnTo>
                  <a:pt x="9050" y="22"/>
                </a:lnTo>
                <a:lnTo>
                  <a:pt x="9050" y="0"/>
                </a:lnTo>
                <a:moveTo>
                  <a:pt x="9231" y="0"/>
                </a:moveTo>
                <a:lnTo>
                  <a:pt x="9344" y="0"/>
                </a:lnTo>
                <a:lnTo>
                  <a:pt x="9344" y="22"/>
                </a:lnTo>
                <a:lnTo>
                  <a:pt x="9231" y="22"/>
                </a:lnTo>
                <a:lnTo>
                  <a:pt x="9231" y="0"/>
                </a:lnTo>
                <a:moveTo>
                  <a:pt x="9412" y="0"/>
                </a:moveTo>
                <a:lnTo>
                  <a:pt x="9525" y="0"/>
                </a:lnTo>
                <a:lnTo>
                  <a:pt x="9525" y="22"/>
                </a:lnTo>
                <a:lnTo>
                  <a:pt x="9412" y="22"/>
                </a:lnTo>
                <a:lnTo>
                  <a:pt x="9412" y="0"/>
                </a:lnTo>
                <a:moveTo>
                  <a:pt x="9593" y="0"/>
                </a:moveTo>
                <a:lnTo>
                  <a:pt x="9706" y="0"/>
                </a:lnTo>
                <a:lnTo>
                  <a:pt x="9706" y="22"/>
                </a:lnTo>
                <a:lnTo>
                  <a:pt x="9593" y="22"/>
                </a:lnTo>
                <a:lnTo>
                  <a:pt x="9593" y="0"/>
                </a:lnTo>
                <a:moveTo>
                  <a:pt x="9773" y="0"/>
                </a:moveTo>
                <a:lnTo>
                  <a:pt x="9886" y="0"/>
                </a:lnTo>
                <a:lnTo>
                  <a:pt x="9886" y="22"/>
                </a:lnTo>
                <a:lnTo>
                  <a:pt x="9773" y="22"/>
                </a:lnTo>
                <a:lnTo>
                  <a:pt x="9773" y="0"/>
                </a:lnTo>
                <a:moveTo>
                  <a:pt x="9954" y="0"/>
                </a:moveTo>
                <a:lnTo>
                  <a:pt x="10067" y="0"/>
                </a:lnTo>
                <a:lnTo>
                  <a:pt x="10067" y="22"/>
                </a:lnTo>
                <a:lnTo>
                  <a:pt x="9954" y="22"/>
                </a:lnTo>
                <a:lnTo>
                  <a:pt x="9954" y="0"/>
                </a:lnTo>
                <a:moveTo>
                  <a:pt x="10135" y="0"/>
                </a:moveTo>
                <a:lnTo>
                  <a:pt x="10248" y="0"/>
                </a:lnTo>
                <a:lnTo>
                  <a:pt x="10248" y="22"/>
                </a:lnTo>
                <a:lnTo>
                  <a:pt x="10135" y="22"/>
                </a:lnTo>
                <a:lnTo>
                  <a:pt x="10135" y="0"/>
                </a:lnTo>
                <a:moveTo>
                  <a:pt x="10316" y="0"/>
                </a:moveTo>
                <a:lnTo>
                  <a:pt x="10429" y="0"/>
                </a:lnTo>
                <a:lnTo>
                  <a:pt x="10429" y="22"/>
                </a:lnTo>
                <a:lnTo>
                  <a:pt x="10316" y="22"/>
                </a:lnTo>
                <a:lnTo>
                  <a:pt x="10316" y="0"/>
                </a:lnTo>
                <a:moveTo>
                  <a:pt x="10496" y="0"/>
                </a:moveTo>
                <a:lnTo>
                  <a:pt x="10609" y="0"/>
                </a:lnTo>
                <a:lnTo>
                  <a:pt x="10609" y="22"/>
                </a:lnTo>
                <a:lnTo>
                  <a:pt x="10496" y="22"/>
                </a:lnTo>
                <a:lnTo>
                  <a:pt x="10496" y="0"/>
                </a:lnTo>
                <a:moveTo>
                  <a:pt x="10677" y="0"/>
                </a:moveTo>
                <a:lnTo>
                  <a:pt x="10790" y="0"/>
                </a:lnTo>
                <a:lnTo>
                  <a:pt x="10790" y="22"/>
                </a:lnTo>
                <a:lnTo>
                  <a:pt x="10677" y="22"/>
                </a:lnTo>
                <a:lnTo>
                  <a:pt x="10677" y="0"/>
                </a:lnTo>
                <a:moveTo>
                  <a:pt x="10858" y="0"/>
                </a:moveTo>
                <a:lnTo>
                  <a:pt x="10971" y="0"/>
                </a:lnTo>
                <a:lnTo>
                  <a:pt x="10971" y="22"/>
                </a:lnTo>
                <a:lnTo>
                  <a:pt x="10858" y="22"/>
                </a:lnTo>
                <a:lnTo>
                  <a:pt x="10858" y="0"/>
                </a:lnTo>
                <a:moveTo>
                  <a:pt x="11039" y="0"/>
                </a:moveTo>
                <a:lnTo>
                  <a:pt x="11152" y="0"/>
                </a:lnTo>
                <a:lnTo>
                  <a:pt x="11152" y="22"/>
                </a:lnTo>
                <a:lnTo>
                  <a:pt x="11039" y="22"/>
                </a:lnTo>
                <a:lnTo>
                  <a:pt x="11039" y="0"/>
                </a:lnTo>
                <a:moveTo>
                  <a:pt x="11219" y="0"/>
                </a:moveTo>
                <a:lnTo>
                  <a:pt x="11332" y="0"/>
                </a:lnTo>
                <a:lnTo>
                  <a:pt x="11332" y="22"/>
                </a:lnTo>
                <a:lnTo>
                  <a:pt x="11219" y="22"/>
                </a:lnTo>
                <a:lnTo>
                  <a:pt x="11219" y="0"/>
                </a:lnTo>
                <a:moveTo>
                  <a:pt x="11400" y="0"/>
                </a:moveTo>
                <a:lnTo>
                  <a:pt x="11513" y="0"/>
                </a:lnTo>
                <a:lnTo>
                  <a:pt x="11513" y="22"/>
                </a:lnTo>
                <a:lnTo>
                  <a:pt x="11400" y="22"/>
                </a:lnTo>
                <a:lnTo>
                  <a:pt x="11400" y="0"/>
                </a:lnTo>
                <a:moveTo>
                  <a:pt x="11581" y="0"/>
                </a:moveTo>
                <a:lnTo>
                  <a:pt x="11694" y="0"/>
                </a:lnTo>
                <a:lnTo>
                  <a:pt x="11694" y="22"/>
                </a:lnTo>
                <a:lnTo>
                  <a:pt x="11581" y="22"/>
                </a:lnTo>
                <a:lnTo>
                  <a:pt x="11581" y="0"/>
                </a:lnTo>
                <a:moveTo>
                  <a:pt x="11762" y="0"/>
                </a:moveTo>
                <a:lnTo>
                  <a:pt x="11875" y="0"/>
                </a:lnTo>
                <a:lnTo>
                  <a:pt x="11875" y="22"/>
                </a:lnTo>
                <a:lnTo>
                  <a:pt x="11762" y="22"/>
                </a:lnTo>
                <a:lnTo>
                  <a:pt x="11762" y="0"/>
                </a:lnTo>
                <a:moveTo>
                  <a:pt x="11942" y="0"/>
                </a:moveTo>
                <a:lnTo>
                  <a:pt x="12055" y="0"/>
                </a:lnTo>
                <a:lnTo>
                  <a:pt x="12055" y="22"/>
                </a:lnTo>
                <a:lnTo>
                  <a:pt x="11942" y="22"/>
                </a:lnTo>
                <a:lnTo>
                  <a:pt x="11942" y="0"/>
                </a:lnTo>
                <a:moveTo>
                  <a:pt x="12123" y="0"/>
                </a:moveTo>
                <a:lnTo>
                  <a:pt x="12236" y="0"/>
                </a:lnTo>
                <a:lnTo>
                  <a:pt x="12236" y="22"/>
                </a:lnTo>
                <a:lnTo>
                  <a:pt x="12123" y="22"/>
                </a:lnTo>
                <a:lnTo>
                  <a:pt x="12123" y="0"/>
                </a:lnTo>
                <a:moveTo>
                  <a:pt x="12304" y="0"/>
                </a:moveTo>
                <a:lnTo>
                  <a:pt x="12417" y="0"/>
                </a:lnTo>
                <a:lnTo>
                  <a:pt x="12417" y="22"/>
                </a:lnTo>
                <a:lnTo>
                  <a:pt x="12304" y="22"/>
                </a:lnTo>
                <a:lnTo>
                  <a:pt x="12304" y="0"/>
                </a:lnTo>
                <a:moveTo>
                  <a:pt x="12485" y="0"/>
                </a:moveTo>
                <a:lnTo>
                  <a:pt x="12598" y="0"/>
                </a:lnTo>
                <a:lnTo>
                  <a:pt x="12598" y="22"/>
                </a:lnTo>
                <a:lnTo>
                  <a:pt x="12485" y="22"/>
                </a:lnTo>
                <a:lnTo>
                  <a:pt x="12485" y="0"/>
                </a:lnTo>
                <a:moveTo>
                  <a:pt x="12666" y="0"/>
                </a:moveTo>
                <a:lnTo>
                  <a:pt x="12779" y="0"/>
                </a:lnTo>
                <a:lnTo>
                  <a:pt x="12779" y="22"/>
                </a:lnTo>
                <a:lnTo>
                  <a:pt x="12666" y="22"/>
                </a:lnTo>
                <a:lnTo>
                  <a:pt x="12666" y="0"/>
                </a:lnTo>
                <a:moveTo>
                  <a:pt x="12846" y="0"/>
                </a:moveTo>
                <a:lnTo>
                  <a:pt x="12959" y="0"/>
                </a:lnTo>
                <a:lnTo>
                  <a:pt x="12959" y="22"/>
                </a:lnTo>
                <a:lnTo>
                  <a:pt x="12846" y="22"/>
                </a:lnTo>
                <a:lnTo>
                  <a:pt x="12846" y="0"/>
                </a:lnTo>
                <a:moveTo>
                  <a:pt x="13027" y="0"/>
                </a:moveTo>
                <a:lnTo>
                  <a:pt x="13140" y="0"/>
                </a:lnTo>
                <a:lnTo>
                  <a:pt x="13140" y="22"/>
                </a:lnTo>
                <a:lnTo>
                  <a:pt x="13027" y="22"/>
                </a:lnTo>
                <a:lnTo>
                  <a:pt x="13027" y="0"/>
                </a:lnTo>
                <a:moveTo>
                  <a:pt x="13208" y="0"/>
                </a:moveTo>
                <a:lnTo>
                  <a:pt x="13321" y="0"/>
                </a:lnTo>
                <a:lnTo>
                  <a:pt x="13321" y="22"/>
                </a:lnTo>
                <a:lnTo>
                  <a:pt x="13208" y="22"/>
                </a:lnTo>
                <a:lnTo>
                  <a:pt x="13208" y="0"/>
                </a:lnTo>
                <a:moveTo>
                  <a:pt x="13389" y="0"/>
                </a:moveTo>
                <a:lnTo>
                  <a:pt x="13502" y="0"/>
                </a:lnTo>
                <a:lnTo>
                  <a:pt x="13502" y="22"/>
                </a:lnTo>
                <a:lnTo>
                  <a:pt x="13389" y="22"/>
                </a:lnTo>
                <a:lnTo>
                  <a:pt x="13389" y="0"/>
                </a:lnTo>
                <a:moveTo>
                  <a:pt x="13569" y="0"/>
                </a:moveTo>
                <a:lnTo>
                  <a:pt x="13682" y="0"/>
                </a:lnTo>
                <a:lnTo>
                  <a:pt x="13682" y="22"/>
                </a:lnTo>
                <a:lnTo>
                  <a:pt x="13569" y="22"/>
                </a:lnTo>
                <a:lnTo>
                  <a:pt x="13569" y="0"/>
                </a:lnTo>
                <a:moveTo>
                  <a:pt x="13750" y="0"/>
                </a:moveTo>
                <a:lnTo>
                  <a:pt x="13863" y="0"/>
                </a:lnTo>
                <a:lnTo>
                  <a:pt x="13863" y="22"/>
                </a:lnTo>
                <a:lnTo>
                  <a:pt x="13750" y="22"/>
                </a:lnTo>
                <a:lnTo>
                  <a:pt x="13750" y="0"/>
                </a:lnTo>
                <a:moveTo>
                  <a:pt x="13931" y="0"/>
                </a:moveTo>
                <a:lnTo>
                  <a:pt x="14044" y="0"/>
                </a:lnTo>
                <a:lnTo>
                  <a:pt x="14044" y="22"/>
                </a:lnTo>
                <a:lnTo>
                  <a:pt x="13931" y="22"/>
                </a:lnTo>
                <a:lnTo>
                  <a:pt x="13931" y="0"/>
                </a:lnTo>
                <a:moveTo>
                  <a:pt x="14112" y="0"/>
                </a:moveTo>
                <a:lnTo>
                  <a:pt x="14225" y="0"/>
                </a:lnTo>
                <a:lnTo>
                  <a:pt x="14225" y="22"/>
                </a:lnTo>
                <a:lnTo>
                  <a:pt x="14112" y="22"/>
                </a:lnTo>
                <a:lnTo>
                  <a:pt x="14112" y="0"/>
                </a:lnTo>
                <a:moveTo>
                  <a:pt x="14292" y="0"/>
                </a:moveTo>
                <a:lnTo>
                  <a:pt x="14405" y="0"/>
                </a:lnTo>
                <a:lnTo>
                  <a:pt x="14405" y="22"/>
                </a:lnTo>
                <a:lnTo>
                  <a:pt x="14292" y="22"/>
                </a:lnTo>
                <a:lnTo>
                  <a:pt x="14292" y="0"/>
                </a:lnTo>
                <a:moveTo>
                  <a:pt x="14473" y="0"/>
                </a:moveTo>
                <a:lnTo>
                  <a:pt x="14586" y="0"/>
                </a:lnTo>
                <a:lnTo>
                  <a:pt x="14586" y="22"/>
                </a:lnTo>
                <a:lnTo>
                  <a:pt x="14473" y="22"/>
                </a:lnTo>
                <a:lnTo>
                  <a:pt x="14473" y="0"/>
                </a:lnTo>
                <a:moveTo>
                  <a:pt x="14654" y="0"/>
                </a:moveTo>
                <a:lnTo>
                  <a:pt x="14767" y="0"/>
                </a:lnTo>
                <a:lnTo>
                  <a:pt x="14767" y="22"/>
                </a:lnTo>
                <a:lnTo>
                  <a:pt x="14654" y="22"/>
                </a:lnTo>
                <a:lnTo>
                  <a:pt x="14654" y="0"/>
                </a:lnTo>
                <a:moveTo>
                  <a:pt x="14835" y="0"/>
                </a:moveTo>
                <a:lnTo>
                  <a:pt x="14948" y="0"/>
                </a:lnTo>
                <a:lnTo>
                  <a:pt x="14948" y="22"/>
                </a:lnTo>
                <a:lnTo>
                  <a:pt x="14835" y="22"/>
                </a:lnTo>
                <a:lnTo>
                  <a:pt x="14835" y="0"/>
                </a:lnTo>
                <a:moveTo>
                  <a:pt x="15015" y="0"/>
                </a:moveTo>
                <a:lnTo>
                  <a:pt x="15128" y="0"/>
                </a:lnTo>
                <a:lnTo>
                  <a:pt x="15128" y="22"/>
                </a:lnTo>
                <a:lnTo>
                  <a:pt x="15015" y="22"/>
                </a:lnTo>
                <a:lnTo>
                  <a:pt x="15015" y="0"/>
                </a:lnTo>
                <a:moveTo>
                  <a:pt x="15196" y="0"/>
                </a:moveTo>
                <a:lnTo>
                  <a:pt x="15309" y="0"/>
                </a:lnTo>
                <a:lnTo>
                  <a:pt x="15309" y="22"/>
                </a:lnTo>
                <a:lnTo>
                  <a:pt x="15196" y="22"/>
                </a:lnTo>
                <a:lnTo>
                  <a:pt x="15196" y="0"/>
                </a:lnTo>
                <a:moveTo>
                  <a:pt x="15377" y="0"/>
                </a:moveTo>
                <a:lnTo>
                  <a:pt x="15490" y="0"/>
                </a:lnTo>
                <a:lnTo>
                  <a:pt x="15490" y="22"/>
                </a:lnTo>
                <a:lnTo>
                  <a:pt x="15377" y="22"/>
                </a:lnTo>
                <a:lnTo>
                  <a:pt x="15377" y="0"/>
                </a:lnTo>
                <a:moveTo>
                  <a:pt x="15558" y="0"/>
                </a:moveTo>
                <a:lnTo>
                  <a:pt x="15671" y="0"/>
                </a:lnTo>
                <a:lnTo>
                  <a:pt x="15671" y="22"/>
                </a:lnTo>
                <a:lnTo>
                  <a:pt x="15558" y="22"/>
                </a:lnTo>
                <a:lnTo>
                  <a:pt x="15558" y="0"/>
                </a:lnTo>
                <a:moveTo>
                  <a:pt x="15738" y="0"/>
                </a:moveTo>
                <a:lnTo>
                  <a:pt x="15851" y="0"/>
                </a:lnTo>
                <a:lnTo>
                  <a:pt x="15851" y="22"/>
                </a:lnTo>
                <a:lnTo>
                  <a:pt x="15738" y="22"/>
                </a:lnTo>
                <a:lnTo>
                  <a:pt x="15738" y="0"/>
                </a:lnTo>
                <a:moveTo>
                  <a:pt x="15919" y="0"/>
                </a:moveTo>
                <a:lnTo>
                  <a:pt x="16032" y="0"/>
                </a:lnTo>
                <a:lnTo>
                  <a:pt x="16032" y="22"/>
                </a:lnTo>
                <a:lnTo>
                  <a:pt x="15919" y="22"/>
                </a:lnTo>
                <a:lnTo>
                  <a:pt x="15919" y="0"/>
                </a:lnTo>
                <a:moveTo>
                  <a:pt x="16100" y="0"/>
                </a:moveTo>
                <a:lnTo>
                  <a:pt x="16213" y="0"/>
                </a:lnTo>
                <a:lnTo>
                  <a:pt x="16213" y="22"/>
                </a:lnTo>
                <a:lnTo>
                  <a:pt x="16100" y="22"/>
                </a:lnTo>
                <a:lnTo>
                  <a:pt x="16100" y="0"/>
                </a:lnTo>
                <a:moveTo>
                  <a:pt x="16281" y="0"/>
                </a:moveTo>
                <a:lnTo>
                  <a:pt x="16394" y="0"/>
                </a:lnTo>
                <a:lnTo>
                  <a:pt x="16394" y="22"/>
                </a:lnTo>
                <a:lnTo>
                  <a:pt x="16281" y="22"/>
                </a:lnTo>
                <a:lnTo>
                  <a:pt x="16281" y="0"/>
                </a:lnTo>
                <a:moveTo>
                  <a:pt x="16462" y="0"/>
                </a:moveTo>
                <a:lnTo>
                  <a:pt x="16575" y="0"/>
                </a:lnTo>
                <a:lnTo>
                  <a:pt x="16575" y="22"/>
                </a:lnTo>
                <a:lnTo>
                  <a:pt x="16462" y="22"/>
                </a:lnTo>
                <a:lnTo>
                  <a:pt x="16462" y="0"/>
                </a:lnTo>
                <a:moveTo>
                  <a:pt x="16642" y="0"/>
                </a:moveTo>
                <a:lnTo>
                  <a:pt x="16755" y="0"/>
                </a:lnTo>
                <a:lnTo>
                  <a:pt x="16755" y="22"/>
                </a:lnTo>
                <a:lnTo>
                  <a:pt x="16642" y="22"/>
                </a:lnTo>
                <a:lnTo>
                  <a:pt x="16642" y="0"/>
                </a:lnTo>
                <a:moveTo>
                  <a:pt x="16823" y="0"/>
                </a:moveTo>
                <a:lnTo>
                  <a:pt x="16936" y="0"/>
                </a:lnTo>
                <a:lnTo>
                  <a:pt x="16936" y="22"/>
                </a:lnTo>
                <a:lnTo>
                  <a:pt x="16823" y="22"/>
                </a:lnTo>
                <a:lnTo>
                  <a:pt x="16823" y="0"/>
                </a:lnTo>
                <a:moveTo>
                  <a:pt x="17004" y="0"/>
                </a:moveTo>
                <a:lnTo>
                  <a:pt x="17083" y="0"/>
                </a:lnTo>
                <a:lnTo>
                  <a:pt x="17083" y="56"/>
                </a:lnTo>
                <a:lnTo>
                  <a:pt x="17060" y="56"/>
                </a:lnTo>
                <a:lnTo>
                  <a:pt x="17060" y="11"/>
                </a:lnTo>
                <a:lnTo>
                  <a:pt x="17072" y="11"/>
                </a:lnTo>
                <a:lnTo>
                  <a:pt x="17072" y="22"/>
                </a:lnTo>
                <a:lnTo>
                  <a:pt x="17004" y="22"/>
                </a:lnTo>
                <a:lnTo>
                  <a:pt x="17004" y="0"/>
                </a:lnTo>
                <a:moveTo>
                  <a:pt x="17083" y="124"/>
                </a:moveTo>
                <a:lnTo>
                  <a:pt x="17083" y="237"/>
                </a:lnTo>
                <a:lnTo>
                  <a:pt x="17060" y="237"/>
                </a:lnTo>
                <a:lnTo>
                  <a:pt x="17060" y="124"/>
                </a:lnTo>
                <a:lnTo>
                  <a:pt x="17083" y="124"/>
                </a:lnTo>
                <a:moveTo>
                  <a:pt x="17083" y="305"/>
                </a:moveTo>
                <a:lnTo>
                  <a:pt x="17083" y="418"/>
                </a:lnTo>
                <a:lnTo>
                  <a:pt x="17060" y="418"/>
                </a:lnTo>
                <a:lnTo>
                  <a:pt x="17060" y="305"/>
                </a:lnTo>
                <a:lnTo>
                  <a:pt x="17083" y="305"/>
                </a:lnTo>
                <a:moveTo>
                  <a:pt x="17083" y="485"/>
                </a:moveTo>
                <a:lnTo>
                  <a:pt x="17083" y="598"/>
                </a:lnTo>
                <a:lnTo>
                  <a:pt x="17060" y="598"/>
                </a:lnTo>
                <a:lnTo>
                  <a:pt x="17060" y="485"/>
                </a:lnTo>
                <a:lnTo>
                  <a:pt x="17083" y="485"/>
                </a:lnTo>
                <a:moveTo>
                  <a:pt x="17083" y="666"/>
                </a:moveTo>
                <a:lnTo>
                  <a:pt x="17083" y="779"/>
                </a:lnTo>
                <a:lnTo>
                  <a:pt x="17060" y="779"/>
                </a:lnTo>
                <a:lnTo>
                  <a:pt x="17060" y="666"/>
                </a:lnTo>
                <a:lnTo>
                  <a:pt x="17083" y="666"/>
                </a:lnTo>
                <a:moveTo>
                  <a:pt x="17083" y="846"/>
                </a:moveTo>
                <a:lnTo>
                  <a:pt x="17083" y="959"/>
                </a:lnTo>
                <a:lnTo>
                  <a:pt x="17060" y="959"/>
                </a:lnTo>
                <a:lnTo>
                  <a:pt x="17060" y="846"/>
                </a:lnTo>
                <a:lnTo>
                  <a:pt x="17083" y="846"/>
                </a:lnTo>
                <a:moveTo>
                  <a:pt x="17083" y="1027"/>
                </a:moveTo>
                <a:lnTo>
                  <a:pt x="17083" y="1141"/>
                </a:lnTo>
                <a:lnTo>
                  <a:pt x="17060" y="1141"/>
                </a:lnTo>
                <a:lnTo>
                  <a:pt x="17060" y="1027"/>
                </a:lnTo>
                <a:lnTo>
                  <a:pt x="17083" y="1027"/>
                </a:lnTo>
                <a:moveTo>
                  <a:pt x="17083" y="1209"/>
                </a:moveTo>
                <a:lnTo>
                  <a:pt x="17083" y="1321"/>
                </a:lnTo>
                <a:lnTo>
                  <a:pt x="17060" y="1321"/>
                </a:lnTo>
                <a:lnTo>
                  <a:pt x="17060" y="1209"/>
                </a:lnTo>
                <a:lnTo>
                  <a:pt x="17083" y="1209"/>
                </a:lnTo>
                <a:moveTo>
                  <a:pt x="17083" y="1389"/>
                </a:moveTo>
                <a:lnTo>
                  <a:pt x="17083" y="1491"/>
                </a:lnTo>
                <a:lnTo>
                  <a:pt x="17049" y="1491"/>
                </a:lnTo>
                <a:lnTo>
                  <a:pt x="17049" y="1468"/>
                </a:lnTo>
                <a:lnTo>
                  <a:pt x="17072" y="1468"/>
                </a:lnTo>
                <a:lnTo>
                  <a:pt x="17072" y="1479"/>
                </a:lnTo>
                <a:lnTo>
                  <a:pt x="17060" y="1479"/>
                </a:lnTo>
                <a:lnTo>
                  <a:pt x="17060" y="1389"/>
                </a:lnTo>
                <a:lnTo>
                  <a:pt x="17083" y="1389"/>
                </a:lnTo>
                <a:moveTo>
                  <a:pt x="16981" y="1491"/>
                </a:moveTo>
                <a:lnTo>
                  <a:pt x="16868" y="1491"/>
                </a:lnTo>
                <a:lnTo>
                  <a:pt x="16868" y="1468"/>
                </a:lnTo>
                <a:lnTo>
                  <a:pt x="16981" y="1468"/>
                </a:lnTo>
                <a:lnTo>
                  <a:pt x="16981" y="1491"/>
                </a:lnTo>
                <a:moveTo>
                  <a:pt x="16800" y="1491"/>
                </a:moveTo>
                <a:lnTo>
                  <a:pt x="16688" y="1491"/>
                </a:lnTo>
                <a:lnTo>
                  <a:pt x="16688" y="1468"/>
                </a:lnTo>
                <a:lnTo>
                  <a:pt x="16800" y="1468"/>
                </a:lnTo>
                <a:lnTo>
                  <a:pt x="16800" y="1491"/>
                </a:lnTo>
                <a:moveTo>
                  <a:pt x="16620" y="1491"/>
                </a:moveTo>
                <a:lnTo>
                  <a:pt x="16507" y="1491"/>
                </a:lnTo>
                <a:lnTo>
                  <a:pt x="16507" y="1468"/>
                </a:lnTo>
                <a:lnTo>
                  <a:pt x="16620" y="1468"/>
                </a:lnTo>
                <a:lnTo>
                  <a:pt x="16620" y="1491"/>
                </a:lnTo>
                <a:moveTo>
                  <a:pt x="16439" y="1491"/>
                </a:moveTo>
                <a:lnTo>
                  <a:pt x="16326" y="1491"/>
                </a:lnTo>
                <a:lnTo>
                  <a:pt x="16326" y="1468"/>
                </a:lnTo>
                <a:lnTo>
                  <a:pt x="16439" y="1468"/>
                </a:lnTo>
                <a:lnTo>
                  <a:pt x="16439" y="1491"/>
                </a:lnTo>
                <a:moveTo>
                  <a:pt x="16258" y="1491"/>
                </a:moveTo>
                <a:lnTo>
                  <a:pt x="16145" y="1491"/>
                </a:lnTo>
                <a:lnTo>
                  <a:pt x="16145" y="1468"/>
                </a:lnTo>
                <a:lnTo>
                  <a:pt x="16258" y="1468"/>
                </a:lnTo>
                <a:lnTo>
                  <a:pt x="16258" y="1491"/>
                </a:lnTo>
                <a:moveTo>
                  <a:pt x="16077" y="1491"/>
                </a:moveTo>
                <a:lnTo>
                  <a:pt x="15964" y="1491"/>
                </a:lnTo>
                <a:lnTo>
                  <a:pt x="15964" y="1468"/>
                </a:lnTo>
                <a:lnTo>
                  <a:pt x="16077" y="1468"/>
                </a:lnTo>
                <a:lnTo>
                  <a:pt x="16077" y="1491"/>
                </a:lnTo>
                <a:moveTo>
                  <a:pt x="15897" y="1491"/>
                </a:moveTo>
                <a:lnTo>
                  <a:pt x="15784" y="1491"/>
                </a:lnTo>
                <a:lnTo>
                  <a:pt x="15784" y="1468"/>
                </a:lnTo>
                <a:lnTo>
                  <a:pt x="15897" y="1468"/>
                </a:lnTo>
                <a:lnTo>
                  <a:pt x="15897" y="1491"/>
                </a:lnTo>
                <a:moveTo>
                  <a:pt x="15716" y="1491"/>
                </a:moveTo>
                <a:lnTo>
                  <a:pt x="15603" y="1491"/>
                </a:lnTo>
                <a:lnTo>
                  <a:pt x="15603" y="1468"/>
                </a:lnTo>
                <a:lnTo>
                  <a:pt x="15716" y="1468"/>
                </a:lnTo>
                <a:lnTo>
                  <a:pt x="15716" y="1491"/>
                </a:lnTo>
                <a:moveTo>
                  <a:pt x="15535" y="1491"/>
                </a:moveTo>
                <a:lnTo>
                  <a:pt x="15422" y="1491"/>
                </a:lnTo>
                <a:lnTo>
                  <a:pt x="15422" y="1468"/>
                </a:lnTo>
                <a:lnTo>
                  <a:pt x="15535" y="1468"/>
                </a:lnTo>
                <a:lnTo>
                  <a:pt x="15535" y="1491"/>
                </a:lnTo>
                <a:moveTo>
                  <a:pt x="15354" y="1491"/>
                </a:moveTo>
                <a:lnTo>
                  <a:pt x="15241" y="1491"/>
                </a:lnTo>
                <a:lnTo>
                  <a:pt x="15241" y="1468"/>
                </a:lnTo>
                <a:lnTo>
                  <a:pt x="15354" y="1468"/>
                </a:lnTo>
                <a:lnTo>
                  <a:pt x="15354" y="1491"/>
                </a:lnTo>
                <a:moveTo>
                  <a:pt x="15174" y="1491"/>
                </a:moveTo>
                <a:lnTo>
                  <a:pt x="15061" y="1491"/>
                </a:lnTo>
                <a:lnTo>
                  <a:pt x="15061" y="1468"/>
                </a:lnTo>
                <a:lnTo>
                  <a:pt x="15174" y="1468"/>
                </a:lnTo>
                <a:lnTo>
                  <a:pt x="15174" y="1491"/>
                </a:lnTo>
                <a:moveTo>
                  <a:pt x="14993" y="1491"/>
                </a:moveTo>
                <a:lnTo>
                  <a:pt x="14880" y="1491"/>
                </a:lnTo>
                <a:lnTo>
                  <a:pt x="14880" y="1468"/>
                </a:lnTo>
                <a:lnTo>
                  <a:pt x="14993" y="1468"/>
                </a:lnTo>
                <a:lnTo>
                  <a:pt x="14993" y="1491"/>
                </a:lnTo>
                <a:moveTo>
                  <a:pt x="14812" y="1491"/>
                </a:moveTo>
                <a:lnTo>
                  <a:pt x="14699" y="1491"/>
                </a:lnTo>
                <a:lnTo>
                  <a:pt x="14699" y="1468"/>
                </a:lnTo>
                <a:lnTo>
                  <a:pt x="14812" y="1468"/>
                </a:lnTo>
                <a:lnTo>
                  <a:pt x="14812" y="1491"/>
                </a:lnTo>
                <a:moveTo>
                  <a:pt x="14631" y="1491"/>
                </a:moveTo>
                <a:lnTo>
                  <a:pt x="14518" y="1491"/>
                </a:lnTo>
                <a:lnTo>
                  <a:pt x="14518" y="1468"/>
                </a:lnTo>
                <a:lnTo>
                  <a:pt x="14631" y="1468"/>
                </a:lnTo>
                <a:lnTo>
                  <a:pt x="14631" y="1491"/>
                </a:lnTo>
                <a:moveTo>
                  <a:pt x="14451" y="1491"/>
                </a:moveTo>
                <a:lnTo>
                  <a:pt x="14338" y="1491"/>
                </a:lnTo>
                <a:lnTo>
                  <a:pt x="14338" y="1468"/>
                </a:lnTo>
                <a:lnTo>
                  <a:pt x="14451" y="1468"/>
                </a:lnTo>
                <a:lnTo>
                  <a:pt x="14451" y="1491"/>
                </a:lnTo>
                <a:moveTo>
                  <a:pt x="14270" y="1491"/>
                </a:moveTo>
                <a:lnTo>
                  <a:pt x="14157" y="1491"/>
                </a:lnTo>
                <a:lnTo>
                  <a:pt x="14157" y="1468"/>
                </a:lnTo>
                <a:lnTo>
                  <a:pt x="14270" y="1468"/>
                </a:lnTo>
                <a:lnTo>
                  <a:pt x="14270" y="1491"/>
                </a:lnTo>
                <a:moveTo>
                  <a:pt x="14089" y="1491"/>
                </a:moveTo>
                <a:lnTo>
                  <a:pt x="13976" y="1491"/>
                </a:lnTo>
                <a:lnTo>
                  <a:pt x="13976" y="1468"/>
                </a:lnTo>
                <a:lnTo>
                  <a:pt x="14089" y="1468"/>
                </a:lnTo>
                <a:lnTo>
                  <a:pt x="14089" y="1491"/>
                </a:lnTo>
                <a:moveTo>
                  <a:pt x="13908" y="1491"/>
                </a:moveTo>
                <a:lnTo>
                  <a:pt x="13795" y="1491"/>
                </a:lnTo>
                <a:lnTo>
                  <a:pt x="13795" y="1468"/>
                </a:lnTo>
                <a:lnTo>
                  <a:pt x="13908" y="1468"/>
                </a:lnTo>
                <a:lnTo>
                  <a:pt x="13908" y="1491"/>
                </a:lnTo>
                <a:moveTo>
                  <a:pt x="13728" y="1491"/>
                </a:moveTo>
                <a:lnTo>
                  <a:pt x="13615" y="1491"/>
                </a:lnTo>
                <a:lnTo>
                  <a:pt x="13615" y="1468"/>
                </a:lnTo>
                <a:lnTo>
                  <a:pt x="13728" y="1468"/>
                </a:lnTo>
                <a:lnTo>
                  <a:pt x="13728" y="1491"/>
                </a:lnTo>
                <a:moveTo>
                  <a:pt x="13547" y="1491"/>
                </a:moveTo>
                <a:lnTo>
                  <a:pt x="13434" y="1491"/>
                </a:lnTo>
                <a:lnTo>
                  <a:pt x="13434" y="1468"/>
                </a:lnTo>
                <a:lnTo>
                  <a:pt x="13547" y="1468"/>
                </a:lnTo>
                <a:lnTo>
                  <a:pt x="13547" y="1491"/>
                </a:lnTo>
                <a:moveTo>
                  <a:pt x="13366" y="1491"/>
                </a:moveTo>
                <a:lnTo>
                  <a:pt x="13253" y="1491"/>
                </a:lnTo>
                <a:lnTo>
                  <a:pt x="13253" y="1468"/>
                </a:lnTo>
                <a:lnTo>
                  <a:pt x="13366" y="1468"/>
                </a:lnTo>
                <a:lnTo>
                  <a:pt x="13366" y="1491"/>
                </a:lnTo>
                <a:moveTo>
                  <a:pt x="13185" y="1491"/>
                </a:moveTo>
                <a:lnTo>
                  <a:pt x="13072" y="1491"/>
                </a:lnTo>
                <a:lnTo>
                  <a:pt x="13072" y="1468"/>
                </a:lnTo>
                <a:lnTo>
                  <a:pt x="13185" y="1468"/>
                </a:lnTo>
                <a:lnTo>
                  <a:pt x="13185" y="1491"/>
                </a:lnTo>
                <a:moveTo>
                  <a:pt x="13004" y="1491"/>
                </a:moveTo>
                <a:lnTo>
                  <a:pt x="12891" y="1491"/>
                </a:lnTo>
                <a:lnTo>
                  <a:pt x="12891" y="1468"/>
                </a:lnTo>
                <a:lnTo>
                  <a:pt x="13004" y="1468"/>
                </a:lnTo>
                <a:lnTo>
                  <a:pt x="13004" y="1491"/>
                </a:lnTo>
                <a:moveTo>
                  <a:pt x="12824" y="1491"/>
                </a:moveTo>
                <a:lnTo>
                  <a:pt x="12711" y="1491"/>
                </a:lnTo>
                <a:lnTo>
                  <a:pt x="12711" y="1468"/>
                </a:lnTo>
                <a:lnTo>
                  <a:pt x="12824" y="1468"/>
                </a:lnTo>
                <a:lnTo>
                  <a:pt x="12824" y="1491"/>
                </a:lnTo>
                <a:moveTo>
                  <a:pt x="12643" y="1491"/>
                </a:moveTo>
                <a:lnTo>
                  <a:pt x="12530" y="1491"/>
                </a:lnTo>
                <a:lnTo>
                  <a:pt x="12530" y="1468"/>
                </a:lnTo>
                <a:lnTo>
                  <a:pt x="12643" y="1468"/>
                </a:lnTo>
                <a:lnTo>
                  <a:pt x="12643" y="1491"/>
                </a:lnTo>
                <a:moveTo>
                  <a:pt x="12462" y="1491"/>
                </a:moveTo>
                <a:lnTo>
                  <a:pt x="12349" y="1491"/>
                </a:lnTo>
                <a:lnTo>
                  <a:pt x="12349" y="1468"/>
                </a:lnTo>
                <a:lnTo>
                  <a:pt x="12462" y="1468"/>
                </a:lnTo>
                <a:lnTo>
                  <a:pt x="12462" y="1491"/>
                </a:lnTo>
                <a:moveTo>
                  <a:pt x="12281" y="1491"/>
                </a:moveTo>
                <a:lnTo>
                  <a:pt x="12168" y="1491"/>
                </a:lnTo>
                <a:lnTo>
                  <a:pt x="12168" y="1468"/>
                </a:lnTo>
                <a:lnTo>
                  <a:pt x="12281" y="1468"/>
                </a:lnTo>
                <a:lnTo>
                  <a:pt x="12281" y="1491"/>
                </a:lnTo>
                <a:moveTo>
                  <a:pt x="12101" y="1491"/>
                </a:moveTo>
                <a:lnTo>
                  <a:pt x="11988" y="1491"/>
                </a:lnTo>
                <a:lnTo>
                  <a:pt x="11988" y="1468"/>
                </a:lnTo>
                <a:lnTo>
                  <a:pt x="12101" y="1468"/>
                </a:lnTo>
                <a:lnTo>
                  <a:pt x="12101" y="1491"/>
                </a:lnTo>
                <a:moveTo>
                  <a:pt x="11920" y="1491"/>
                </a:moveTo>
                <a:lnTo>
                  <a:pt x="11807" y="1491"/>
                </a:lnTo>
                <a:lnTo>
                  <a:pt x="11807" y="1468"/>
                </a:lnTo>
                <a:lnTo>
                  <a:pt x="11920" y="1468"/>
                </a:lnTo>
                <a:lnTo>
                  <a:pt x="11920" y="1491"/>
                </a:lnTo>
                <a:moveTo>
                  <a:pt x="11739" y="1491"/>
                </a:moveTo>
                <a:lnTo>
                  <a:pt x="11626" y="1491"/>
                </a:lnTo>
                <a:lnTo>
                  <a:pt x="11626" y="1468"/>
                </a:lnTo>
                <a:lnTo>
                  <a:pt x="11739" y="1468"/>
                </a:lnTo>
                <a:lnTo>
                  <a:pt x="11739" y="1491"/>
                </a:lnTo>
                <a:moveTo>
                  <a:pt x="11558" y="1491"/>
                </a:moveTo>
                <a:lnTo>
                  <a:pt x="11445" y="1491"/>
                </a:lnTo>
                <a:lnTo>
                  <a:pt x="11445" y="1468"/>
                </a:lnTo>
                <a:lnTo>
                  <a:pt x="11558" y="1468"/>
                </a:lnTo>
                <a:lnTo>
                  <a:pt x="11558" y="1491"/>
                </a:lnTo>
                <a:moveTo>
                  <a:pt x="11378" y="1491"/>
                </a:moveTo>
                <a:lnTo>
                  <a:pt x="11265" y="1491"/>
                </a:lnTo>
                <a:lnTo>
                  <a:pt x="11265" y="1468"/>
                </a:lnTo>
                <a:lnTo>
                  <a:pt x="11378" y="1468"/>
                </a:lnTo>
                <a:lnTo>
                  <a:pt x="11378" y="1491"/>
                </a:lnTo>
                <a:moveTo>
                  <a:pt x="11197" y="1491"/>
                </a:moveTo>
                <a:lnTo>
                  <a:pt x="11084" y="1491"/>
                </a:lnTo>
                <a:lnTo>
                  <a:pt x="11084" y="1468"/>
                </a:lnTo>
                <a:lnTo>
                  <a:pt x="11197" y="1468"/>
                </a:lnTo>
                <a:lnTo>
                  <a:pt x="11197" y="1491"/>
                </a:lnTo>
                <a:moveTo>
                  <a:pt x="11016" y="1491"/>
                </a:moveTo>
                <a:lnTo>
                  <a:pt x="10903" y="1491"/>
                </a:lnTo>
                <a:lnTo>
                  <a:pt x="10903" y="1468"/>
                </a:lnTo>
                <a:lnTo>
                  <a:pt x="11016" y="1468"/>
                </a:lnTo>
                <a:lnTo>
                  <a:pt x="11016" y="1491"/>
                </a:lnTo>
                <a:moveTo>
                  <a:pt x="10835" y="1491"/>
                </a:moveTo>
                <a:lnTo>
                  <a:pt x="10722" y="1491"/>
                </a:lnTo>
                <a:lnTo>
                  <a:pt x="10722" y="1468"/>
                </a:lnTo>
                <a:lnTo>
                  <a:pt x="10835" y="1468"/>
                </a:lnTo>
                <a:lnTo>
                  <a:pt x="10835" y="1491"/>
                </a:lnTo>
                <a:moveTo>
                  <a:pt x="10655" y="1491"/>
                </a:moveTo>
                <a:lnTo>
                  <a:pt x="10542" y="1491"/>
                </a:lnTo>
                <a:lnTo>
                  <a:pt x="10542" y="1468"/>
                </a:lnTo>
                <a:lnTo>
                  <a:pt x="10655" y="1468"/>
                </a:lnTo>
                <a:lnTo>
                  <a:pt x="10655" y="1491"/>
                </a:lnTo>
                <a:moveTo>
                  <a:pt x="10474" y="1491"/>
                </a:moveTo>
                <a:lnTo>
                  <a:pt x="10361" y="1491"/>
                </a:lnTo>
                <a:lnTo>
                  <a:pt x="10361" y="1468"/>
                </a:lnTo>
                <a:lnTo>
                  <a:pt x="10474" y="1468"/>
                </a:lnTo>
                <a:lnTo>
                  <a:pt x="10474" y="1491"/>
                </a:lnTo>
                <a:moveTo>
                  <a:pt x="10293" y="1491"/>
                </a:moveTo>
                <a:lnTo>
                  <a:pt x="10180" y="1491"/>
                </a:lnTo>
                <a:lnTo>
                  <a:pt x="10180" y="1468"/>
                </a:lnTo>
                <a:lnTo>
                  <a:pt x="10293" y="1468"/>
                </a:lnTo>
                <a:lnTo>
                  <a:pt x="10293" y="1491"/>
                </a:lnTo>
                <a:moveTo>
                  <a:pt x="10112" y="1491"/>
                </a:moveTo>
                <a:lnTo>
                  <a:pt x="9999" y="1491"/>
                </a:lnTo>
                <a:lnTo>
                  <a:pt x="9999" y="1468"/>
                </a:lnTo>
                <a:lnTo>
                  <a:pt x="10112" y="1468"/>
                </a:lnTo>
                <a:lnTo>
                  <a:pt x="10112" y="1491"/>
                </a:lnTo>
                <a:moveTo>
                  <a:pt x="9931" y="1491"/>
                </a:moveTo>
                <a:lnTo>
                  <a:pt x="9819" y="1491"/>
                </a:lnTo>
                <a:lnTo>
                  <a:pt x="9819" y="1468"/>
                </a:lnTo>
                <a:lnTo>
                  <a:pt x="9931" y="1468"/>
                </a:lnTo>
                <a:lnTo>
                  <a:pt x="9931" y="1491"/>
                </a:lnTo>
                <a:moveTo>
                  <a:pt x="9751" y="1491"/>
                </a:moveTo>
                <a:lnTo>
                  <a:pt x="9638" y="1491"/>
                </a:lnTo>
                <a:lnTo>
                  <a:pt x="9638" y="1468"/>
                </a:lnTo>
                <a:lnTo>
                  <a:pt x="9751" y="1468"/>
                </a:lnTo>
                <a:lnTo>
                  <a:pt x="9751" y="1491"/>
                </a:lnTo>
                <a:moveTo>
                  <a:pt x="9570" y="1491"/>
                </a:moveTo>
                <a:lnTo>
                  <a:pt x="9457" y="1491"/>
                </a:lnTo>
                <a:lnTo>
                  <a:pt x="9457" y="1468"/>
                </a:lnTo>
                <a:lnTo>
                  <a:pt x="9570" y="1468"/>
                </a:lnTo>
                <a:lnTo>
                  <a:pt x="9570" y="1491"/>
                </a:lnTo>
                <a:moveTo>
                  <a:pt x="9389" y="1491"/>
                </a:moveTo>
                <a:lnTo>
                  <a:pt x="9276" y="1491"/>
                </a:lnTo>
                <a:lnTo>
                  <a:pt x="9276" y="1468"/>
                </a:lnTo>
                <a:lnTo>
                  <a:pt x="9389" y="1468"/>
                </a:lnTo>
                <a:lnTo>
                  <a:pt x="9389" y="1491"/>
                </a:lnTo>
                <a:moveTo>
                  <a:pt x="9208" y="1491"/>
                </a:moveTo>
                <a:lnTo>
                  <a:pt x="9095" y="1491"/>
                </a:lnTo>
                <a:lnTo>
                  <a:pt x="9095" y="1468"/>
                </a:lnTo>
                <a:lnTo>
                  <a:pt x="9208" y="1468"/>
                </a:lnTo>
                <a:lnTo>
                  <a:pt x="9208" y="1491"/>
                </a:lnTo>
                <a:moveTo>
                  <a:pt x="9028" y="1491"/>
                </a:moveTo>
                <a:lnTo>
                  <a:pt x="8915" y="1491"/>
                </a:lnTo>
                <a:lnTo>
                  <a:pt x="8915" y="1468"/>
                </a:lnTo>
                <a:lnTo>
                  <a:pt x="9028" y="1468"/>
                </a:lnTo>
                <a:lnTo>
                  <a:pt x="9028" y="1491"/>
                </a:lnTo>
                <a:moveTo>
                  <a:pt x="8847" y="1491"/>
                </a:moveTo>
                <a:lnTo>
                  <a:pt x="8734" y="1491"/>
                </a:lnTo>
                <a:lnTo>
                  <a:pt x="8734" y="1468"/>
                </a:lnTo>
                <a:lnTo>
                  <a:pt x="8847" y="1468"/>
                </a:lnTo>
                <a:lnTo>
                  <a:pt x="8847" y="1491"/>
                </a:lnTo>
                <a:moveTo>
                  <a:pt x="8666" y="1491"/>
                </a:moveTo>
                <a:lnTo>
                  <a:pt x="8553" y="1491"/>
                </a:lnTo>
                <a:lnTo>
                  <a:pt x="8553" y="1468"/>
                </a:lnTo>
                <a:lnTo>
                  <a:pt x="8666" y="1468"/>
                </a:lnTo>
                <a:lnTo>
                  <a:pt x="8666" y="1491"/>
                </a:lnTo>
                <a:moveTo>
                  <a:pt x="8485" y="1491"/>
                </a:moveTo>
                <a:lnTo>
                  <a:pt x="8372" y="1491"/>
                </a:lnTo>
                <a:lnTo>
                  <a:pt x="8372" y="1468"/>
                </a:lnTo>
                <a:lnTo>
                  <a:pt x="8485" y="1468"/>
                </a:lnTo>
                <a:lnTo>
                  <a:pt x="8485" y="1491"/>
                </a:lnTo>
                <a:moveTo>
                  <a:pt x="8305" y="1491"/>
                </a:moveTo>
                <a:lnTo>
                  <a:pt x="8192" y="1491"/>
                </a:lnTo>
                <a:lnTo>
                  <a:pt x="8192" y="1468"/>
                </a:lnTo>
                <a:lnTo>
                  <a:pt x="8305" y="1468"/>
                </a:lnTo>
                <a:lnTo>
                  <a:pt x="8305" y="1491"/>
                </a:lnTo>
                <a:moveTo>
                  <a:pt x="8124" y="1491"/>
                </a:moveTo>
                <a:lnTo>
                  <a:pt x="8011" y="1491"/>
                </a:lnTo>
                <a:lnTo>
                  <a:pt x="8011" y="1468"/>
                </a:lnTo>
                <a:lnTo>
                  <a:pt x="8124" y="1468"/>
                </a:lnTo>
                <a:lnTo>
                  <a:pt x="8124" y="1491"/>
                </a:lnTo>
                <a:moveTo>
                  <a:pt x="7943" y="1491"/>
                </a:moveTo>
                <a:lnTo>
                  <a:pt x="7830" y="1491"/>
                </a:lnTo>
                <a:lnTo>
                  <a:pt x="7830" y="1468"/>
                </a:lnTo>
                <a:lnTo>
                  <a:pt x="7943" y="1468"/>
                </a:lnTo>
                <a:lnTo>
                  <a:pt x="7943" y="1491"/>
                </a:lnTo>
                <a:moveTo>
                  <a:pt x="7762" y="1491"/>
                </a:moveTo>
                <a:lnTo>
                  <a:pt x="7649" y="1491"/>
                </a:lnTo>
                <a:lnTo>
                  <a:pt x="7649" y="1468"/>
                </a:lnTo>
                <a:lnTo>
                  <a:pt x="7762" y="1468"/>
                </a:lnTo>
                <a:lnTo>
                  <a:pt x="7762" y="1491"/>
                </a:lnTo>
                <a:moveTo>
                  <a:pt x="7582" y="1491"/>
                </a:moveTo>
                <a:lnTo>
                  <a:pt x="7469" y="1491"/>
                </a:lnTo>
                <a:lnTo>
                  <a:pt x="7469" y="1468"/>
                </a:lnTo>
                <a:lnTo>
                  <a:pt x="7582" y="1468"/>
                </a:lnTo>
                <a:lnTo>
                  <a:pt x="7582" y="1491"/>
                </a:lnTo>
                <a:moveTo>
                  <a:pt x="7401" y="1491"/>
                </a:moveTo>
                <a:lnTo>
                  <a:pt x="7288" y="1491"/>
                </a:lnTo>
                <a:lnTo>
                  <a:pt x="7288" y="1468"/>
                </a:lnTo>
                <a:lnTo>
                  <a:pt x="7401" y="1468"/>
                </a:lnTo>
                <a:lnTo>
                  <a:pt x="7401" y="1491"/>
                </a:lnTo>
                <a:moveTo>
                  <a:pt x="7220" y="1491"/>
                </a:moveTo>
                <a:lnTo>
                  <a:pt x="7107" y="1491"/>
                </a:lnTo>
                <a:lnTo>
                  <a:pt x="7107" y="1468"/>
                </a:lnTo>
                <a:lnTo>
                  <a:pt x="7220" y="1468"/>
                </a:lnTo>
                <a:lnTo>
                  <a:pt x="7220" y="1491"/>
                </a:lnTo>
                <a:moveTo>
                  <a:pt x="7039" y="1491"/>
                </a:moveTo>
                <a:lnTo>
                  <a:pt x="6926" y="1491"/>
                </a:lnTo>
                <a:lnTo>
                  <a:pt x="6926" y="1468"/>
                </a:lnTo>
                <a:lnTo>
                  <a:pt x="7039" y="1468"/>
                </a:lnTo>
                <a:lnTo>
                  <a:pt x="7039" y="1491"/>
                </a:lnTo>
                <a:moveTo>
                  <a:pt x="6859" y="1491"/>
                </a:moveTo>
                <a:lnTo>
                  <a:pt x="6746" y="1491"/>
                </a:lnTo>
                <a:lnTo>
                  <a:pt x="6746" y="1468"/>
                </a:lnTo>
                <a:lnTo>
                  <a:pt x="6859" y="1468"/>
                </a:lnTo>
                <a:lnTo>
                  <a:pt x="6859" y="1491"/>
                </a:lnTo>
                <a:moveTo>
                  <a:pt x="6678" y="1491"/>
                </a:moveTo>
                <a:lnTo>
                  <a:pt x="6565" y="1491"/>
                </a:lnTo>
                <a:lnTo>
                  <a:pt x="6565" y="1468"/>
                </a:lnTo>
                <a:lnTo>
                  <a:pt x="6678" y="1468"/>
                </a:lnTo>
                <a:lnTo>
                  <a:pt x="6678" y="1491"/>
                </a:lnTo>
                <a:moveTo>
                  <a:pt x="6497" y="1491"/>
                </a:moveTo>
                <a:lnTo>
                  <a:pt x="6384" y="1491"/>
                </a:lnTo>
                <a:lnTo>
                  <a:pt x="6384" y="1468"/>
                </a:lnTo>
                <a:lnTo>
                  <a:pt x="6497" y="1468"/>
                </a:lnTo>
                <a:lnTo>
                  <a:pt x="6497" y="1491"/>
                </a:lnTo>
                <a:moveTo>
                  <a:pt x="6316" y="1491"/>
                </a:moveTo>
                <a:lnTo>
                  <a:pt x="6203" y="1491"/>
                </a:lnTo>
                <a:lnTo>
                  <a:pt x="6203" y="1468"/>
                </a:lnTo>
                <a:lnTo>
                  <a:pt x="6316" y="1468"/>
                </a:lnTo>
                <a:lnTo>
                  <a:pt x="6316" y="1491"/>
                </a:lnTo>
                <a:moveTo>
                  <a:pt x="6135" y="1491"/>
                </a:moveTo>
                <a:lnTo>
                  <a:pt x="6022" y="1491"/>
                </a:lnTo>
                <a:lnTo>
                  <a:pt x="6022" y="1468"/>
                </a:lnTo>
                <a:lnTo>
                  <a:pt x="6135" y="1468"/>
                </a:lnTo>
                <a:lnTo>
                  <a:pt x="6135" y="1491"/>
                </a:lnTo>
                <a:moveTo>
                  <a:pt x="5954" y="1491"/>
                </a:moveTo>
                <a:lnTo>
                  <a:pt x="5841" y="1491"/>
                </a:lnTo>
                <a:lnTo>
                  <a:pt x="5841" y="1468"/>
                </a:lnTo>
                <a:lnTo>
                  <a:pt x="5954" y="1468"/>
                </a:lnTo>
                <a:lnTo>
                  <a:pt x="5954" y="1491"/>
                </a:lnTo>
                <a:moveTo>
                  <a:pt x="5773" y="1491"/>
                </a:moveTo>
                <a:lnTo>
                  <a:pt x="5660" y="1491"/>
                </a:lnTo>
                <a:lnTo>
                  <a:pt x="5660" y="1468"/>
                </a:lnTo>
                <a:lnTo>
                  <a:pt x="5773" y="1468"/>
                </a:lnTo>
                <a:lnTo>
                  <a:pt x="5773" y="1491"/>
                </a:lnTo>
                <a:moveTo>
                  <a:pt x="5592" y="1491"/>
                </a:moveTo>
                <a:lnTo>
                  <a:pt x="5479" y="1491"/>
                </a:lnTo>
                <a:lnTo>
                  <a:pt x="5479" y="1468"/>
                </a:lnTo>
                <a:lnTo>
                  <a:pt x="5592" y="1468"/>
                </a:lnTo>
                <a:lnTo>
                  <a:pt x="5592" y="1491"/>
                </a:lnTo>
                <a:moveTo>
                  <a:pt x="5411" y="1491"/>
                </a:moveTo>
                <a:lnTo>
                  <a:pt x="5298" y="1491"/>
                </a:lnTo>
                <a:lnTo>
                  <a:pt x="5298" y="1468"/>
                </a:lnTo>
                <a:lnTo>
                  <a:pt x="5411" y="1468"/>
                </a:lnTo>
                <a:lnTo>
                  <a:pt x="5411" y="1491"/>
                </a:lnTo>
                <a:moveTo>
                  <a:pt x="5231" y="1491"/>
                </a:moveTo>
                <a:lnTo>
                  <a:pt x="5118" y="1491"/>
                </a:lnTo>
                <a:lnTo>
                  <a:pt x="5118" y="1468"/>
                </a:lnTo>
                <a:lnTo>
                  <a:pt x="5231" y="1468"/>
                </a:lnTo>
                <a:lnTo>
                  <a:pt x="5231" y="1491"/>
                </a:lnTo>
                <a:moveTo>
                  <a:pt x="5050" y="1491"/>
                </a:moveTo>
                <a:lnTo>
                  <a:pt x="4937" y="1491"/>
                </a:lnTo>
                <a:lnTo>
                  <a:pt x="4937" y="1468"/>
                </a:lnTo>
                <a:lnTo>
                  <a:pt x="5050" y="1468"/>
                </a:lnTo>
                <a:lnTo>
                  <a:pt x="5050" y="1491"/>
                </a:lnTo>
                <a:moveTo>
                  <a:pt x="4869" y="1491"/>
                </a:moveTo>
                <a:lnTo>
                  <a:pt x="4756" y="1491"/>
                </a:lnTo>
                <a:lnTo>
                  <a:pt x="4756" y="1468"/>
                </a:lnTo>
                <a:lnTo>
                  <a:pt x="4869" y="1468"/>
                </a:lnTo>
                <a:lnTo>
                  <a:pt x="4869" y="1491"/>
                </a:lnTo>
                <a:moveTo>
                  <a:pt x="4688" y="1491"/>
                </a:moveTo>
                <a:lnTo>
                  <a:pt x="4575" y="1491"/>
                </a:lnTo>
                <a:lnTo>
                  <a:pt x="4575" y="1468"/>
                </a:lnTo>
                <a:lnTo>
                  <a:pt x="4688" y="1468"/>
                </a:lnTo>
                <a:lnTo>
                  <a:pt x="4688" y="1491"/>
                </a:lnTo>
                <a:moveTo>
                  <a:pt x="4508" y="1491"/>
                </a:moveTo>
                <a:lnTo>
                  <a:pt x="4395" y="1491"/>
                </a:lnTo>
                <a:lnTo>
                  <a:pt x="4395" y="1468"/>
                </a:lnTo>
                <a:lnTo>
                  <a:pt x="4508" y="1468"/>
                </a:lnTo>
                <a:lnTo>
                  <a:pt x="4508" y="1491"/>
                </a:lnTo>
                <a:moveTo>
                  <a:pt x="4327" y="1491"/>
                </a:moveTo>
                <a:lnTo>
                  <a:pt x="4214" y="1491"/>
                </a:lnTo>
                <a:lnTo>
                  <a:pt x="4214" y="1468"/>
                </a:lnTo>
                <a:lnTo>
                  <a:pt x="4327" y="1468"/>
                </a:lnTo>
                <a:lnTo>
                  <a:pt x="4327" y="1491"/>
                </a:lnTo>
                <a:moveTo>
                  <a:pt x="4146" y="1491"/>
                </a:moveTo>
                <a:lnTo>
                  <a:pt x="4033" y="1491"/>
                </a:lnTo>
                <a:lnTo>
                  <a:pt x="4033" y="1468"/>
                </a:lnTo>
                <a:lnTo>
                  <a:pt x="4146" y="1468"/>
                </a:lnTo>
                <a:lnTo>
                  <a:pt x="4146" y="1491"/>
                </a:lnTo>
                <a:moveTo>
                  <a:pt x="3965" y="1491"/>
                </a:moveTo>
                <a:lnTo>
                  <a:pt x="3852" y="1491"/>
                </a:lnTo>
                <a:lnTo>
                  <a:pt x="3852" y="1468"/>
                </a:lnTo>
                <a:lnTo>
                  <a:pt x="3965" y="1468"/>
                </a:lnTo>
                <a:lnTo>
                  <a:pt x="3965" y="1491"/>
                </a:lnTo>
                <a:moveTo>
                  <a:pt x="3785" y="1491"/>
                </a:moveTo>
                <a:lnTo>
                  <a:pt x="3672" y="1491"/>
                </a:lnTo>
                <a:lnTo>
                  <a:pt x="3672" y="1468"/>
                </a:lnTo>
                <a:lnTo>
                  <a:pt x="3785" y="1468"/>
                </a:lnTo>
                <a:lnTo>
                  <a:pt x="3785" y="1491"/>
                </a:lnTo>
                <a:moveTo>
                  <a:pt x="3604" y="1491"/>
                </a:moveTo>
                <a:lnTo>
                  <a:pt x="3491" y="1491"/>
                </a:lnTo>
                <a:lnTo>
                  <a:pt x="3491" y="1468"/>
                </a:lnTo>
                <a:lnTo>
                  <a:pt x="3604" y="1468"/>
                </a:lnTo>
                <a:lnTo>
                  <a:pt x="3604" y="1491"/>
                </a:lnTo>
                <a:moveTo>
                  <a:pt x="3423" y="1491"/>
                </a:moveTo>
                <a:lnTo>
                  <a:pt x="3310" y="1491"/>
                </a:lnTo>
                <a:lnTo>
                  <a:pt x="3310" y="1468"/>
                </a:lnTo>
                <a:lnTo>
                  <a:pt x="3423" y="1468"/>
                </a:lnTo>
                <a:lnTo>
                  <a:pt x="3423" y="1491"/>
                </a:lnTo>
                <a:moveTo>
                  <a:pt x="3242" y="1491"/>
                </a:moveTo>
                <a:lnTo>
                  <a:pt x="3129" y="1491"/>
                </a:lnTo>
                <a:lnTo>
                  <a:pt x="3129" y="1468"/>
                </a:lnTo>
                <a:lnTo>
                  <a:pt x="3242" y="1468"/>
                </a:lnTo>
                <a:lnTo>
                  <a:pt x="3242" y="1491"/>
                </a:lnTo>
                <a:moveTo>
                  <a:pt x="3062" y="1491"/>
                </a:moveTo>
                <a:lnTo>
                  <a:pt x="2949" y="1491"/>
                </a:lnTo>
                <a:lnTo>
                  <a:pt x="2949" y="1468"/>
                </a:lnTo>
                <a:lnTo>
                  <a:pt x="3062" y="1468"/>
                </a:lnTo>
                <a:lnTo>
                  <a:pt x="3062" y="1491"/>
                </a:lnTo>
                <a:moveTo>
                  <a:pt x="2881" y="1491"/>
                </a:moveTo>
                <a:lnTo>
                  <a:pt x="2768" y="1491"/>
                </a:lnTo>
                <a:lnTo>
                  <a:pt x="2768" y="1468"/>
                </a:lnTo>
                <a:lnTo>
                  <a:pt x="2881" y="1468"/>
                </a:lnTo>
                <a:lnTo>
                  <a:pt x="2881" y="1491"/>
                </a:lnTo>
                <a:moveTo>
                  <a:pt x="2700" y="1491"/>
                </a:moveTo>
                <a:lnTo>
                  <a:pt x="2587" y="1491"/>
                </a:lnTo>
                <a:lnTo>
                  <a:pt x="2587" y="1468"/>
                </a:lnTo>
                <a:lnTo>
                  <a:pt x="2700" y="1468"/>
                </a:lnTo>
                <a:lnTo>
                  <a:pt x="2700" y="1491"/>
                </a:lnTo>
                <a:moveTo>
                  <a:pt x="2519" y="1491"/>
                </a:moveTo>
                <a:lnTo>
                  <a:pt x="2406" y="1491"/>
                </a:lnTo>
                <a:lnTo>
                  <a:pt x="2406" y="1468"/>
                </a:lnTo>
                <a:lnTo>
                  <a:pt x="2519" y="1468"/>
                </a:lnTo>
                <a:lnTo>
                  <a:pt x="2519" y="1491"/>
                </a:lnTo>
                <a:moveTo>
                  <a:pt x="2338" y="1491"/>
                </a:moveTo>
                <a:lnTo>
                  <a:pt x="2225" y="1491"/>
                </a:lnTo>
                <a:lnTo>
                  <a:pt x="2225" y="1468"/>
                </a:lnTo>
                <a:lnTo>
                  <a:pt x="2338" y="1468"/>
                </a:lnTo>
                <a:lnTo>
                  <a:pt x="2338" y="1491"/>
                </a:lnTo>
                <a:moveTo>
                  <a:pt x="2158" y="1491"/>
                </a:moveTo>
                <a:lnTo>
                  <a:pt x="2045" y="1491"/>
                </a:lnTo>
                <a:lnTo>
                  <a:pt x="2045" y="1468"/>
                </a:lnTo>
                <a:lnTo>
                  <a:pt x="2158" y="1468"/>
                </a:lnTo>
                <a:lnTo>
                  <a:pt x="2158" y="1491"/>
                </a:lnTo>
                <a:moveTo>
                  <a:pt x="1977" y="1491"/>
                </a:moveTo>
                <a:lnTo>
                  <a:pt x="1864" y="1491"/>
                </a:lnTo>
                <a:lnTo>
                  <a:pt x="1864" y="1468"/>
                </a:lnTo>
                <a:lnTo>
                  <a:pt x="1977" y="1468"/>
                </a:lnTo>
                <a:lnTo>
                  <a:pt x="1977" y="1491"/>
                </a:lnTo>
                <a:moveTo>
                  <a:pt x="1796" y="1491"/>
                </a:moveTo>
                <a:lnTo>
                  <a:pt x="1683" y="1491"/>
                </a:lnTo>
                <a:lnTo>
                  <a:pt x="1683" y="1468"/>
                </a:lnTo>
                <a:lnTo>
                  <a:pt x="1796" y="1468"/>
                </a:lnTo>
                <a:lnTo>
                  <a:pt x="1796" y="1491"/>
                </a:lnTo>
                <a:moveTo>
                  <a:pt x="1615" y="1491"/>
                </a:moveTo>
                <a:lnTo>
                  <a:pt x="1502" y="1491"/>
                </a:lnTo>
                <a:lnTo>
                  <a:pt x="1502" y="1468"/>
                </a:lnTo>
                <a:lnTo>
                  <a:pt x="1615" y="1468"/>
                </a:lnTo>
                <a:lnTo>
                  <a:pt x="1615" y="1491"/>
                </a:lnTo>
                <a:moveTo>
                  <a:pt x="1435" y="1491"/>
                </a:moveTo>
                <a:lnTo>
                  <a:pt x="1322" y="1491"/>
                </a:lnTo>
                <a:lnTo>
                  <a:pt x="1322" y="1468"/>
                </a:lnTo>
                <a:lnTo>
                  <a:pt x="1435" y="1468"/>
                </a:lnTo>
                <a:lnTo>
                  <a:pt x="1435" y="1491"/>
                </a:lnTo>
                <a:moveTo>
                  <a:pt x="1254" y="1491"/>
                </a:moveTo>
                <a:lnTo>
                  <a:pt x="1141" y="1491"/>
                </a:lnTo>
                <a:lnTo>
                  <a:pt x="1141" y="1468"/>
                </a:lnTo>
                <a:lnTo>
                  <a:pt x="1254" y="1468"/>
                </a:lnTo>
                <a:lnTo>
                  <a:pt x="1254" y="1491"/>
                </a:lnTo>
                <a:moveTo>
                  <a:pt x="1073" y="1491"/>
                </a:moveTo>
                <a:lnTo>
                  <a:pt x="960" y="1491"/>
                </a:lnTo>
                <a:lnTo>
                  <a:pt x="960" y="1468"/>
                </a:lnTo>
                <a:lnTo>
                  <a:pt x="1073" y="1468"/>
                </a:lnTo>
                <a:lnTo>
                  <a:pt x="1073" y="1491"/>
                </a:lnTo>
                <a:moveTo>
                  <a:pt x="892" y="1491"/>
                </a:moveTo>
                <a:lnTo>
                  <a:pt x="779" y="1491"/>
                </a:lnTo>
                <a:lnTo>
                  <a:pt x="779" y="1468"/>
                </a:lnTo>
                <a:lnTo>
                  <a:pt x="892" y="1468"/>
                </a:lnTo>
                <a:lnTo>
                  <a:pt x="892" y="1491"/>
                </a:lnTo>
                <a:moveTo>
                  <a:pt x="712" y="1491"/>
                </a:moveTo>
                <a:lnTo>
                  <a:pt x="599" y="1491"/>
                </a:lnTo>
                <a:lnTo>
                  <a:pt x="599" y="1468"/>
                </a:lnTo>
                <a:lnTo>
                  <a:pt x="712" y="1468"/>
                </a:lnTo>
                <a:lnTo>
                  <a:pt x="712" y="1491"/>
                </a:lnTo>
                <a:moveTo>
                  <a:pt x="531" y="1491"/>
                </a:moveTo>
                <a:lnTo>
                  <a:pt x="418" y="1491"/>
                </a:lnTo>
                <a:lnTo>
                  <a:pt x="418" y="1468"/>
                </a:lnTo>
                <a:lnTo>
                  <a:pt x="531" y="1468"/>
                </a:lnTo>
                <a:lnTo>
                  <a:pt x="531" y="1491"/>
                </a:lnTo>
                <a:moveTo>
                  <a:pt x="350" y="1491"/>
                </a:moveTo>
                <a:lnTo>
                  <a:pt x="237" y="1491"/>
                </a:lnTo>
                <a:lnTo>
                  <a:pt x="237" y="1468"/>
                </a:lnTo>
                <a:lnTo>
                  <a:pt x="350" y="1468"/>
                </a:lnTo>
                <a:lnTo>
                  <a:pt x="350" y="1491"/>
                </a:lnTo>
                <a:moveTo>
                  <a:pt x="169" y="1491"/>
                </a:moveTo>
                <a:lnTo>
                  <a:pt x="56" y="1491"/>
                </a:lnTo>
                <a:lnTo>
                  <a:pt x="56" y="1468"/>
                </a:lnTo>
                <a:lnTo>
                  <a:pt x="169" y="1468"/>
                </a:lnTo>
                <a:lnTo>
                  <a:pt x="169" y="1491"/>
                </a:lnTo>
                <a:moveTo>
                  <a:pt x="0" y="1457"/>
                </a:moveTo>
                <a:lnTo>
                  <a:pt x="0" y="1344"/>
                </a:lnTo>
                <a:lnTo>
                  <a:pt x="22" y="1344"/>
                </a:lnTo>
                <a:lnTo>
                  <a:pt x="22" y="1457"/>
                </a:lnTo>
                <a:lnTo>
                  <a:pt x="0" y="1457"/>
                </a:lnTo>
                <a:moveTo>
                  <a:pt x="0" y="1276"/>
                </a:moveTo>
                <a:lnTo>
                  <a:pt x="0" y="1163"/>
                </a:lnTo>
                <a:lnTo>
                  <a:pt x="22" y="1163"/>
                </a:lnTo>
                <a:lnTo>
                  <a:pt x="22" y="1276"/>
                </a:lnTo>
                <a:lnTo>
                  <a:pt x="0" y="1276"/>
                </a:lnTo>
                <a:moveTo>
                  <a:pt x="0" y="1095"/>
                </a:moveTo>
                <a:lnTo>
                  <a:pt x="0" y="982"/>
                </a:lnTo>
                <a:lnTo>
                  <a:pt x="22" y="982"/>
                </a:lnTo>
                <a:lnTo>
                  <a:pt x="22" y="1095"/>
                </a:lnTo>
                <a:lnTo>
                  <a:pt x="0" y="1095"/>
                </a:lnTo>
                <a:moveTo>
                  <a:pt x="0" y="914"/>
                </a:moveTo>
                <a:lnTo>
                  <a:pt x="0" y="801"/>
                </a:lnTo>
                <a:lnTo>
                  <a:pt x="22" y="801"/>
                </a:lnTo>
                <a:lnTo>
                  <a:pt x="22" y="914"/>
                </a:lnTo>
                <a:lnTo>
                  <a:pt x="0" y="914"/>
                </a:lnTo>
                <a:moveTo>
                  <a:pt x="0" y="734"/>
                </a:moveTo>
                <a:lnTo>
                  <a:pt x="0" y="621"/>
                </a:lnTo>
                <a:lnTo>
                  <a:pt x="22" y="621"/>
                </a:lnTo>
                <a:lnTo>
                  <a:pt x="22" y="734"/>
                </a:lnTo>
                <a:lnTo>
                  <a:pt x="0" y="734"/>
                </a:lnTo>
                <a:moveTo>
                  <a:pt x="0" y="553"/>
                </a:moveTo>
                <a:lnTo>
                  <a:pt x="0" y="440"/>
                </a:lnTo>
                <a:lnTo>
                  <a:pt x="22" y="440"/>
                </a:lnTo>
                <a:lnTo>
                  <a:pt x="22" y="553"/>
                </a:lnTo>
                <a:lnTo>
                  <a:pt x="0" y="553"/>
                </a:lnTo>
                <a:moveTo>
                  <a:pt x="0" y="372"/>
                </a:moveTo>
                <a:lnTo>
                  <a:pt x="0" y="259"/>
                </a:lnTo>
                <a:lnTo>
                  <a:pt x="22" y="259"/>
                </a:lnTo>
                <a:lnTo>
                  <a:pt x="22" y="372"/>
                </a:lnTo>
                <a:lnTo>
                  <a:pt x="0" y="372"/>
                </a:lnTo>
                <a:moveTo>
                  <a:pt x="0" y="192"/>
                </a:moveTo>
                <a:lnTo>
                  <a:pt x="0" y="79"/>
                </a:lnTo>
                <a:lnTo>
                  <a:pt x="22" y="79"/>
                </a:lnTo>
                <a:lnTo>
                  <a:pt x="22" y="192"/>
                </a:lnTo>
                <a:lnTo>
                  <a:pt x="0" y="192"/>
                </a:lnTo>
                <a:moveTo>
                  <a:pt x="11" y="0"/>
                </a:moveTo>
                <a:lnTo>
                  <a:pt x="124" y="0"/>
                </a:lnTo>
                <a:lnTo>
                  <a:pt x="124" y="22"/>
                </a:lnTo>
                <a:lnTo>
                  <a:pt x="11" y="22"/>
                </a:lnTo>
                <a:lnTo>
                  <a:pt x="11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9" name=""/>
          <p:cNvSpPr/>
          <p:nvPr/>
        </p:nvSpPr>
        <p:spPr>
          <a:xfrm>
            <a:off x="6875640" y="422352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0" y="0"/>
                </a:moveTo>
                <a:lnTo>
                  <a:pt x="272" y="0"/>
                </a:lnTo>
                <a:lnTo>
                  <a:pt x="272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0" name=""/>
          <p:cNvSpPr/>
          <p:nvPr/>
        </p:nvSpPr>
        <p:spPr>
          <a:xfrm>
            <a:off x="6875640" y="4251960"/>
            <a:ext cx="9756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1" name=""/>
          <p:cNvSpPr txBox="1"/>
          <p:nvPr/>
        </p:nvSpPr>
        <p:spPr>
          <a:xfrm>
            <a:off x="978480" y="3727800"/>
            <a:ext cx="2928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Praktijkbeoordeling aan de balie, 45 minuten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978480" y="4214520"/>
            <a:ext cx="802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Toetsinstrument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3" name=""/>
          <p:cNvSpPr txBox="1"/>
          <p:nvPr/>
        </p:nvSpPr>
        <p:spPr>
          <a:xfrm>
            <a:off x="978480" y="4345560"/>
            <a:ext cx="38473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Beoordelingsformulier met rubric, ingekocht bij de branche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4" name=""/>
          <p:cNvSpPr/>
          <p:nvPr/>
        </p:nvSpPr>
        <p:spPr>
          <a:xfrm>
            <a:off x="1384920" y="3313440"/>
            <a:ext cx="0" cy="22752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5" name=""/>
          <p:cNvSpPr/>
          <p:nvPr/>
        </p:nvSpPr>
        <p:spPr>
          <a:xfrm>
            <a:off x="1335960" y="345960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136" y="227"/>
                </a:moveTo>
                <a:lnTo>
                  <a:pt x="0" y="0"/>
                </a:lnTo>
                <a:lnTo>
                  <a:pt x="272" y="0"/>
                </a:lnTo>
                <a:lnTo>
                  <a:pt x="136" y="2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6" name=""/>
          <p:cNvSpPr/>
          <p:nvPr/>
        </p:nvSpPr>
        <p:spPr>
          <a:xfrm>
            <a:off x="1335960" y="3459600"/>
            <a:ext cx="97920" cy="81720"/>
          </a:xfrm>
          <a:custGeom>
            <a:avLst/>
            <a:gdLst/>
            <a:ahLst/>
            <a:rect l="0" t="0" r="r" b="b"/>
            <a:pathLst>
              <a:path w="272" h="227">
                <a:moveTo>
                  <a:pt x="136" y="227"/>
                </a:moveTo>
                <a:lnTo>
                  <a:pt x="0" y="0"/>
                </a:lnTo>
                <a:lnTo>
                  <a:pt x="272" y="0"/>
                </a:lnTo>
                <a:lnTo>
                  <a:pt x="136" y="227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7" name=""/>
          <p:cNvSpPr/>
          <p:nvPr/>
        </p:nvSpPr>
        <p:spPr>
          <a:xfrm>
            <a:off x="1384920" y="3930840"/>
            <a:ext cx="0" cy="22752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9" name=""/>
          <p:cNvSpPr txBox="1"/>
          <p:nvPr/>
        </p:nvSpPr>
        <p:spPr>
          <a:xfrm>
            <a:off x="978480" y="4498920"/>
            <a:ext cx="48441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Collectie van Leermiddelgroepen: het materiaal bij de toets: ingekocht of zelf geconstrueerd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4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84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847" name=""/>
          <p:cNvSpPr/>
          <p:nvPr/>
        </p:nvSpPr>
        <p:spPr>
          <a:xfrm>
            <a:off x="984600" y="-3108240"/>
            <a:ext cx="7365240" cy="7781400"/>
          </a:xfrm>
          <a:custGeom>
            <a:avLst/>
            <a:gdLst/>
            <a:ahLst/>
            <a:rect l="0" t="0" r="r" b="b"/>
            <a:pathLst>
              <a:path w="20459" h="21615">
                <a:moveTo>
                  <a:pt x="204" y="0"/>
                </a:moveTo>
                <a:lnTo>
                  <a:pt x="20256" y="0"/>
                </a:lnTo>
                <a:cubicBezTo>
                  <a:pt x="20269" y="0"/>
                  <a:pt x="20282" y="1"/>
                  <a:pt x="20295" y="4"/>
                </a:cubicBezTo>
                <a:cubicBezTo>
                  <a:pt x="20308" y="6"/>
                  <a:pt x="20321" y="10"/>
                  <a:pt x="20333" y="15"/>
                </a:cubicBezTo>
                <a:cubicBezTo>
                  <a:pt x="20346" y="21"/>
                  <a:pt x="20358" y="27"/>
                  <a:pt x="20369" y="34"/>
                </a:cubicBezTo>
                <a:cubicBezTo>
                  <a:pt x="20380" y="42"/>
                  <a:pt x="20390" y="50"/>
                  <a:pt x="20399" y="60"/>
                </a:cubicBezTo>
                <a:cubicBezTo>
                  <a:pt x="20409" y="69"/>
                  <a:pt x="20417" y="79"/>
                  <a:pt x="20425" y="90"/>
                </a:cubicBezTo>
                <a:cubicBezTo>
                  <a:pt x="20432" y="102"/>
                  <a:pt x="20438" y="113"/>
                  <a:pt x="20444" y="126"/>
                </a:cubicBezTo>
                <a:cubicBezTo>
                  <a:pt x="20449" y="138"/>
                  <a:pt x="20452" y="151"/>
                  <a:pt x="20455" y="164"/>
                </a:cubicBezTo>
                <a:cubicBezTo>
                  <a:pt x="20458" y="177"/>
                  <a:pt x="20459" y="190"/>
                  <a:pt x="20459" y="203"/>
                </a:cubicBezTo>
                <a:lnTo>
                  <a:pt x="20459" y="21412"/>
                </a:lnTo>
                <a:cubicBezTo>
                  <a:pt x="20459" y="21425"/>
                  <a:pt x="20458" y="21438"/>
                  <a:pt x="20455" y="21452"/>
                </a:cubicBezTo>
                <a:cubicBezTo>
                  <a:pt x="20452" y="21465"/>
                  <a:pt x="20449" y="21477"/>
                  <a:pt x="20444" y="21490"/>
                </a:cubicBezTo>
                <a:cubicBezTo>
                  <a:pt x="20438" y="21502"/>
                  <a:pt x="20432" y="21514"/>
                  <a:pt x="20425" y="21525"/>
                </a:cubicBezTo>
                <a:cubicBezTo>
                  <a:pt x="20417" y="21536"/>
                  <a:pt x="20409" y="21546"/>
                  <a:pt x="20399" y="21556"/>
                </a:cubicBezTo>
                <a:cubicBezTo>
                  <a:pt x="20390" y="21565"/>
                  <a:pt x="20380" y="21574"/>
                  <a:pt x="20369" y="21581"/>
                </a:cubicBezTo>
                <a:cubicBezTo>
                  <a:pt x="20358" y="21588"/>
                  <a:pt x="20346" y="21595"/>
                  <a:pt x="20333" y="21600"/>
                </a:cubicBezTo>
                <a:cubicBezTo>
                  <a:pt x="20321" y="21605"/>
                  <a:pt x="20308" y="21609"/>
                  <a:pt x="20295" y="21611"/>
                </a:cubicBezTo>
                <a:cubicBezTo>
                  <a:pt x="20282" y="21614"/>
                  <a:pt x="20269" y="21615"/>
                  <a:pt x="20256" y="21615"/>
                </a:cubicBezTo>
                <a:lnTo>
                  <a:pt x="204" y="21615"/>
                </a:lnTo>
                <a:cubicBezTo>
                  <a:pt x="190" y="21615"/>
                  <a:pt x="177" y="21614"/>
                  <a:pt x="164" y="21611"/>
                </a:cubicBezTo>
                <a:cubicBezTo>
                  <a:pt x="151" y="21609"/>
                  <a:pt x="138" y="21605"/>
                  <a:pt x="126" y="21600"/>
                </a:cubicBezTo>
                <a:cubicBezTo>
                  <a:pt x="113" y="21595"/>
                  <a:pt x="102" y="21588"/>
                  <a:pt x="91" y="21581"/>
                </a:cubicBezTo>
                <a:cubicBezTo>
                  <a:pt x="79" y="21574"/>
                  <a:pt x="69" y="21565"/>
                  <a:pt x="60" y="21556"/>
                </a:cubicBezTo>
                <a:cubicBezTo>
                  <a:pt x="50" y="21546"/>
                  <a:pt x="42" y="21536"/>
                  <a:pt x="34" y="21525"/>
                </a:cubicBezTo>
                <a:cubicBezTo>
                  <a:pt x="27" y="21514"/>
                  <a:pt x="21" y="21502"/>
                  <a:pt x="16" y="21490"/>
                </a:cubicBezTo>
                <a:cubicBezTo>
                  <a:pt x="11" y="21477"/>
                  <a:pt x="7" y="21465"/>
                  <a:pt x="4" y="21452"/>
                </a:cubicBezTo>
                <a:cubicBezTo>
                  <a:pt x="1" y="21438"/>
                  <a:pt x="0" y="21425"/>
                  <a:pt x="0" y="21412"/>
                </a:cubicBezTo>
                <a:lnTo>
                  <a:pt x="0" y="203"/>
                </a:lnTo>
                <a:cubicBezTo>
                  <a:pt x="0" y="190"/>
                  <a:pt x="1" y="177"/>
                  <a:pt x="4" y="164"/>
                </a:cubicBezTo>
                <a:cubicBezTo>
                  <a:pt x="7" y="151"/>
                  <a:pt x="11" y="138"/>
                  <a:pt x="16" y="126"/>
                </a:cubicBezTo>
                <a:cubicBezTo>
                  <a:pt x="21" y="113"/>
                  <a:pt x="27" y="102"/>
                  <a:pt x="34" y="90"/>
                </a:cubicBezTo>
                <a:cubicBezTo>
                  <a:pt x="42" y="79"/>
                  <a:pt x="50" y="69"/>
                  <a:pt x="60" y="60"/>
                </a:cubicBezTo>
                <a:cubicBezTo>
                  <a:pt x="69" y="50"/>
                  <a:pt x="79" y="42"/>
                  <a:pt x="91" y="34"/>
                </a:cubicBezTo>
                <a:cubicBezTo>
                  <a:pt x="102" y="27"/>
                  <a:pt x="113" y="21"/>
                  <a:pt x="126" y="15"/>
                </a:cubicBezTo>
                <a:cubicBezTo>
                  <a:pt x="138" y="10"/>
                  <a:pt x="151" y="6"/>
                  <a:pt x="164" y="4"/>
                </a:cubicBezTo>
                <a:cubicBezTo>
                  <a:pt x="177" y="1"/>
                  <a:pt x="190" y="0"/>
                  <a:pt x="20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8" name=""/>
          <p:cNvSpPr/>
          <p:nvPr/>
        </p:nvSpPr>
        <p:spPr>
          <a:xfrm>
            <a:off x="984600" y="-3108240"/>
            <a:ext cx="7365240" cy="7781400"/>
          </a:xfrm>
          <a:custGeom>
            <a:avLst/>
            <a:gdLst/>
            <a:ahLst/>
            <a:rect l="0" t="0" r="r" b="b"/>
            <a:pathLst>
              <a:path w="20459" h="21615">
                <a:moveTo>
                  <a:pt x="204" y="0"/>
                </a:moveTo>
                <a:lnTo>
                  <a:pt x="20256" y="0"/>
                </a:lnTo>
                <a:cubicBezTo>
                  <a:pt x="20269" y="0"/>
                  <a:pt x="20282" y="1"/>
                  <a:pt x="20295" y="4"/>
                </a:cubicBezTo>
                <a:cubicBezTo>
                  <a:pt x="20308" y="6"/>
                  <a:pt x="20321" y="10"/>
                  <a:pt x="20333" y="15"/>
                </a:cubicBezTo>
                <a:cubicBezTo>
                  <a:pt x="20346" y="21"/>
                  <a:pt x="20358" y="27"/>
                  <a:pt x="20369" y="34"/>
                </a:cubicBezTo>
                <a:cubicBezTo>
                  <a:pt x="20380" y="42"/>
                  <a:pt x="20390" y="50"/>
                  <a:pt x="20399" y="60"/>
                </a:cubicBezTo>
                <a:cubicBezTo>
                  <a:pt x="20409" y="69"/>
                  <a:pt x="20417" y="79"/>
                  <a:pt x="20425" y="90"/>
                </a:cubicBezTo>
                <a:cubicBezTo>
                  <a:pt x="20432" y="102"/>
                  <a:pt x="20438" y="113"/>
                  <a:pt x="20444" y="126"/>
                </a:cubicBezTo>
                <a:cubicBezTo>
                  <a:pt x="20449" y="138"/>
                  <a:pt x="20452" y="151"/>
                  <a:pt x="20455" y="164"/>
                </a:cubicBezTo>
                <a:cubicBezTo>
                  <a:pt x="20458" y="177"/>
                  <a:pt x="20459" y="190"/>
                  <a:pt x="20459" y="203"/>
                </a:cubicBezTo>
                <a:lnTo>
                  <a:pt x="20459" y="21412"/>
                </a:lnTo>
                <a:cubicBezTo>
                  <a:pt x="20459" y="21425"/>
                  <a:pt x="20458" y="21438"/>
                  <a:pt x="20455" y="21452"/>
                </a:cubicBezTo>
                <a:cubicBezTo>
                  <a:pt x="20452" y="21465"/>
                  <a:pt x="20449" y="21477"/>
                  <a:pt x="20444" y="21490"/>
                </a:cubicBezTo>
                <a:cubicBezTo>
                  <a:pt x="20438" y="21502"/>
                  <a:pt x="20432" y="21514"/>
                  <a:pt x="20425" y="21525"/>
                </a:cubicBezTo>
                <a:cubicBezTo>
                  <a:pt x="20417" y="21536"/>
                  <a:pt x="20409" y="21546"/>
                  <a:pt x="20399" y="21556"/>
                </a:cubicBezTo>
                <a:cubicBezTo>
                  <a:pt x="20390" y="21565"/>
                  <a:pt x="20380" y="21574"/>
                  <a:pt x="20369" y="21581"/>
                </a:cubicBezTo>
                <a:cubicBezTo>
                  <a:pt x="20358" y="21588"/>
                  <a:pt x="20346" y="21595"/>
                  <a:pt x="20333" y="21600"/>
                </a:cubicBezTo>
                <a:cubicBezTo>
                  <a:pt x="20321" y="21605"/>
                  <a:pt x="20308" y="21609"/>
                  <a:pt x="20295" y="21611"/>
                </a:cubicBezTo>
                <a:cubicBezTo>
                  <a:pt x="20282" y="21614"/>
                  <a:pt x="20269" y="21615"/>
                  <a:pt x="20256" y="21615"/>
                </a:cubicBezTo>
                <a:lnTo>
                  <a:pt x="204" y="21615"/>
                </a:lnTo>
                <a:cubicBezTo>
                  <a:pt x="190" y="21615"/>
                  <a:pt x="177" y="21614"/>
                  <a:pt x="164" y="21611"/>
                </a:cubicBezTo>
                <a:cubicBezTo>
                  <a:pt x="151" y="21609"/>
                  <a:pt x="138" y="21605"/>
                  <a:pt x="126" y="21600"/>
                </a:cubicBezTo>
                <a:cubicBezTo>
                  <a:pt x="113" y="21595"/>
                  <a:pt x="102" y="21588"/>
                  <a:pt x="91" y="21581"/>
                </a:cubicBezTo>
                <a:cubicBezTo>
                  <a:pt x="79" y="21574"/>
                  <a:pt x="69" y="21565"/>
                  <a:pt x="60" y="21556"/>
                </a:cubicBezTo>
                <a:cubicBezTo>
                  <a:pt x="50" y="21546"/>
                  <a:pt x="42" y="21536"/>
                  <a:pt x="34" y="21525"/>
                </a:cubicBezTo>
                <a:cubicBezTo>
                  <a:pt x="27" y="21514"/>
                  <a:pt x="21" y="21502"/>
                  <a:pt x="16" y="21490"/>
                </a:cubicBezTo>
                <a:cubicBezTo>
                  <a:pt x="11" y="21477"/>
                  <a:pt x="7" y="21465"/>
                  <a:pt x="4" y="21452"/>
                </a:cubicBezTo>
                <a:cubicBezTo>
                  <a:pt x="1" y="21438"/>
                  <a:pt x="0" y="21425"/>
                  <a:pt x="0" y="21412"/>
                </a:cubicBezTo>
                <a:lnTo>
                  <a:pt x="0" y="203"/>
                </a:lnTo>
                <a:cubicBezTo>
                  <a:pt x="0" y="190"/>
                  <a:pt x="1" y="177"/>
                  <a:pt x="4" y="164"/>
                </a:cubicBezTo>
                <a:cubicBezTo>
                  <a:pt x="7" y="151"/>
                  <a:pt x="11" y="138"/>
                  <a:pt x="16" y="126"/>
                </a:cubicBezTo>
                <a:cubicBezTo>
                  <a:pt x="21" y="113"/>
                  <a:pt x="27" y="102"/>
                  <a:pt x="34" y="90"/>
                </a:cubicBezTo>
                <a:cubicBezTo>
                  <a:pt x="42" y="79"/>
                  <a:pt x="50" y="69"/>
                  <a:pt x="60" y="60"/>
                </a:cubicBezTo>
                <a:cubicBezTo>
                  <a:pt x="69" y="50"/>
                  <a:pt x="79" y="42"/>
                  <a:pt x="91" y="34"/>
                </a:cubicBezTo>
                <a:cubicBezTo>
                  <a:pt x="102" y="27"/>
                  <a:pt x="113" y="21"/>
                  <a:pt x="126" y="15"/>
                </a:cubicBezTo>
                <a:cubicBezTo>
                  <a:pt x="138" y="10"/>
                  <a:pt x="151" y="6"/>
                  <a:pt x="164" y="4"/>
                </a:cubicBezTo>
                <a:cubicBezTo>
                  <a:pt x="177" y="1"/>
                  <a:pt x="190" y="0"/>
                  <a:pt x="204" y="0"/>
                </a:cubicBezTo>
                <a:close/>
              </a:path>
            </a:pathLst>
          </a:custGeom>
          <a:noFill/>
          <a:ln w="7200">
            <a:solidFill>
              <a:srgbClr val="d8ddda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9" name=""/>
          <p:cNvSpPr/>
          <p:nvPr/>
        </p:nvSpPr>
        <p:spPr>
          <a:xfrm>
            <a:off x="1273680" y="683280"/>
            <a:ext cx="6054840" cy="476640"/>
          </a:xfrm>
          <a:custGeom>
            <a:avLst/>
            <a:gdLst/>
            <a:ahLst/>
            <a:rect l="0" t="0" r="r" b="b"/>
            <a:pathLst>
              <a:path w="16819" h="1324">
                <a:moveTo>
                  <a:pt x="0" y="0"/>
                </a:moveTo>
                <a:lnTo>
                  <a:pt x="16819" y="0"/>
                </a:lnTo>
                <a:lnTo>
                  <a:pt x="16819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0" name=""/>
          <p:cNvSpPr/>
          <p:nvPr/>
        </p:nvSpPr>
        <p:spPr>
          <a:xfrm>
            <a:off x="1270080" y="679680"/>
            <a:ext cx="6062040" cy="483840"/>
          </a:xfrm>
          <a:custGeom>
            <a:avLst/>
            <a:gdLst/>
            <a:ahLst/>
            <a:rect l="0" t="0" r="r" b="b"/>
            <a:pathLst>
              <a:path w="16839" h="1344">
                <a:moveTo>
                  <a:pt x="173" y="0"/>
                </a:moveTo>
                <a:lnTo>
                  <a:pt x="275" y="0"/>
                </a:lnTo>
                <a:lnTo>
                  <a:pt x="275" y="21"/>
                </a:lnTo>
                <a:lnTo>
                  <a:pt x="173" y="21"/>
                </a:lnTo>
                <a:lnTo>
                  <a:pt x="173" y="0"/>
                </a:lnTo>
                <a:moveTo>
                  <a:pt x="336" y="0"/>
                </a:moveTo>
                <a:lnTo>
                  <a:pt x="437" y="0"/>
                </a:lnTo>
                <a:lnTo>
                  <a:pt x="437" y="21"/>
                </a:lnTo>
                <a:lnTo>
                  <a:pt x="336" y="21"/>
                </a:lnTo>
                <a:lnTo>
                  <a:pt x="336" y="0"/>
                </a:lnTo>
                <a:moveTo>
                  <a:pt x="498" y="0"/>
                </a:moveTo>
                <a:lnTo>
                  <a:pt x="600" y="0"/>
                </a:lnTo>
                <a:lnTo>
                  <a:pt x="600" y="21"/>
                </a:lnTo>
                <a:lnTo>
                  <a:pt x="498" y="21"/>
                </a:lnTo>
                <a:lnTo>
                  <a:pt x="498" y="0"/>
                </a:lnTo>
                <a:moveTo>
                  <a:pt x="661" y="0"/>
                </a:moveTo>
                <a:lnTo>
                  <a:pt x="763" y="0"/>
                </a:lnTo>
                <a:lnTo>
                  <a:pt x="763" y="21"/>
                </a:lnTo>
                <a:lnTo>
                  <a:pt x="661" y="21"/>
                </a:lnTo>
                <a:lnTo>
                  <a:pt x="661" y="0"/>
                </a:lnTo>
                <a:moveTo>
                  <a:pt x="824" y="0"/>
                </a:moveTo>
                <a:lnTo>
                  <a:pt x="926" y="0"/>
                </a:lnTo>
                <a:lnTo>
                  <a:pt x="926" y="21"/>
                </a:lnTo>
                <a:lnTo>
                  <a:pt x="824" y="21"/>
                </a:lnTo>
                <a:lnTo>
                  <a:pt x="824" y="0"/>
                </a:lnTo>
                <a:moveTo>
                  <a:pt x="987" y="0"/>
                </a:moveTo>
                <a:lnTo>
                  <a:pt x="1088" y="0"/>
                </a:lnTo>
                <a:lnTo>
                  <a:pt x="1088" y="21"/>
                </a:lnTo>
                <a:lnTo>
                  <a:pt x="987" y="21"/>
                </a:lnTo>
                <a:lnTo>
                  <a:pt x="987" y="0"/>
                </a:lnTo>
                <a:moveTo>
                  <a:pt x="1149" y="0"/>
                </a:moveTo>
                <a:lnTo>
                  <a:pt x="1251" y="0"/>
                </a:lnTo>
                <a:lnTo>
                  <a:pt x="1251" y="21"/>
                </a:lnTo>
                <a:lnTo>
                  <a:pt x="1149" y="21"/>
                </a:lnTo>
                <a:lnTo>
                  <a:pt x="1149" y="0"/>
                </a:lnTo>
                <a:moveTo>
                  <a:pt x="1312" y="0"/>
                </a:moveTo>
                <a:lnTo>
                  <a:pt x="1414" y="0"/>
                </a:lnTo>
                <a:lnTo>
                  <a:pt x="1414" y="21"/>
                </a:lnTo>
                <a:lnTo>
                  <a:pt x="1312" y="21"/>
                </a:lnTo>
                <a:lnTo>
                  <a:pt x="1312" y="0"/>
                </a:lnTo>
                <a:moveTo>
                  <a:pt x="1475" y="0"/>
                </a:moveTo>
                <a:lnTo>
                  <a:pt x="1576" y="0"/>
                </a:lnTo>
                <a:lnTo>
                  <a:pt x="1576" y="21"/>
                </a:lnTo>
                <a:lnTo>
                  <a:pt x="1475" y="21"/>
                </a:lnTo>
                <a:lnTo>
                  <a:pt x="1475" y="0"/>
                </a:lnTo>
                <a:moveTo>
                  <a:pt x="1637" y="0"/>
                </a:moveTo>
                <a:lnTo>
                  <a:pt x="1739" y="0"/>
                </a:lnTo>
                <a:lnTo>
                  <a:pt x="1739" y="21"/>
                </a:lnTo>
                <a:lnTo>
                  <a:pt x="1637" y="21"/>
                </a:lnTo>
                <a:lnTo>
                  <a:pt x="1637" y="0"/>
                </a:lnTo>
                <a:moveTo>
                  <a:pt x="1800" y="0"/>
                </a:moveTo>
                <a:lnTo>
                  <a:pt x="1902" y="0"/>
                </a:lnTo>
                <a:lnTo>
                  <a:pt x="1902" y="21"/>
                </a:lnTo>
                <a:lnTo>
                  <a:pt x="1800" y="21"/>
                </a:lnTo>
                <a:lnTo>
                  <a:pt x="1800" y="0"/>
                </a:lnTo>
                <a:moveTo>
                  <a:pt x="1963" y="0"/>
                </a:moveTo>
                <a:lnTo>
                  <a:pt x="2064" y="0"/>
                </a:lnTo>
                <a:lnTo>
                  <a:pt x="2064" y="21"/>
                </a:lnTo>
                <a:lnTo>
                  <a:pt x="1963" y="21"/>
                </a:lnTo>
                <a:lnTo>
                  <a:pt x="1963" y="0"/>
                </a:lnTo>
                <a:moveTo>
                  <a:pt x="2125" y="0"/>
                </a:moveTo>
                <a:lnTo>
                  <a:pt x="2227" y="0"/>
                </a:lnTo>
                <a:lnTo>
                  <a:pt x="2227" y="21"/>
                </a:lnTo>
                <a:lnTo>
                  <a:pt x="2125" y="21"/>
                </a:lnTo>
                <a:lnTo>
                  <a:pt x="2125" y="0"/>
                </a:lnTo>
                <a:moveTo>
                  <a:pt x="2288" y="0"/>
                </a:moveTo>
                <a:lnTo>
                  <a:pt x="2390" y="0"/>
                </a:lnTo>
                <a:lnTo>
                  <a:pt x="2390" y="21"/>
                </a:lnTo>
                <a:lnTo>
                  <a:pt x="2288" y="21"/>
                </a:lnTo>
                <a:lnTo>
                  <a:pt x="2288" y="0"/>
                </a:lnTo>
                <a:moveTo>
                  <a:pt x="2451" y="0"/>
                </a:moveTo>
                <a:lnTo>
                  <a:pt x="2552" y="0"/>
                </a:lnTo>
                <a:lnTo>
                  <a:pt x="2552" y="21"/>
                </a:lnTo>
                <a:lnTo>
                  <a:pt x="2451" y="21"/>
                </a:lnTo>
                <a:lnTo>
                  <a:pt x="2451" y="0"/>
                </a:lnTo>
                <a:moveTo>
                  <a:pt x="2613" y="0"/>
                </a:moveTo>
                <a:lnTo>
                  <a:pt x="2715" y="0"/>
                </a:lnTo>
                <a:lnTo>
                  <a:pt x="2715" y="21"/>
                </a:lnTo>
                <a:lnTo>
                  <a:pt x="2613" y="21"/>
                </a:lnTo>
                <a:lnTo>
                  <a:pt x="2613" y="0"/>
                </a:lnTo>
                <a:moveTo>
                  <a:pt x="2776" y="0"/>
                </a:moveTo>
                <a:lnTo>
                  <a:pt x="2878" y="0"/>
                </a:lnTo>
                <a:lnTo>
                  <a:pt x="2878" y="21"/>
                </a:lnTo>
                <a:lnTo>
                  <a:pt x="2776" y="21"/>
                </a:lnTo>
                <a:lnTo>
                  <a:pt x="2776" y="0"/>
                </a:lnTo>
                <a:moveTo>
                  <a:pt x="2939" y="0"/>
                </a:moveTo>
                <a:lnTo>
                  <a:pt x="3040" y="0"/>
                </a:lnTo>
                <a:lnTo>
                  <a:pt x="3040" y="21"/>
                </a:lnTo>
                <a:lnTo>
                  <a:pt x="2939" y="21"/>
                </a:lnTo>
                <a:lnTo>
                  <a:pt x="2939" y="0"/>
                </a:lnTo>
                <a:moveTo>
                  <a:pt x="3101" y="0"/>
                </a:moveTo>
                <a:lnTo>
                  <a:pt x="3203" y="0"/>
                </a:lnTo>
                <a:lnTo>
                  <a:pt x="3203" y="21"/>
                </a:lnTo>
                <a:lnTo>
                  <a:pt x="3101" y="21"/>
                </a:lnTo>
                <a:lnTo>
                  <a:pt x="3101" y="0"/>
                </a:lnTo>
                <a:moveTo>
                  <a:pt x="3264" y="0"/>
                </a:moveTo>
                <a:lnTo>
                  <a:pt x="3366" y="0"/>
                </a:lnTo>
                <a:lnTo>
                  <a:pt x="3366" y="21"/>
                </a:lnTo>
                <a:lnTo>
                  <a:pt x="3264" y="21"/>
                </a:lnTo>
                <a:lnTo>
                  <a:pt x="3264" y="0"/>
                </a:lnTo>
                <a:moveTo>
                  <a:pt x="3427" y="0"/>
                </a:moveTo>
                <a:lnTo>
                  <a:pt x="3529" y="0"/>
                </a:lnTo>
                <a:lnTo>
                  <a:pt x="3529" y="21"/>
                </a:lnTo>
                <a:lnTo>
                  <a:pt x="3427" y="21"/>
                </a:lnTo>
                <a:lnTo>
                  <a:pt x="3427" y="0"/>
                </a:lnTo>
                <a:moveTo>
                  <a:pt x="3590" y="0"/>
                </a:moveTo>
                <a:lnTo>
                  <a:pt x="3691" y="0"/>
                </a:lnTo>
                <a:lnTo>
                  <a:pt x="3691" y="21"/>
                </a:lnTo>
                <a:lnTo>
                  <a:pt x="3590" y="21"/>
                </a:lnTo>
                <a:lnTo>
                  <a:pt x="3590" y="0"/>
                </a:lnTo>
                <a:moveTo>
                  <a:pt x="3752" y="0"/>
                </a:moveTo>
                <a:lnTo>
                  <a:pt x="3854" y="0"/>
                </a:lnTo>
                <a:lnTo>
                  <a:pt x="3854" y="21"/>
                </a:lnTo>
                <a:lnTo>
                  <a:pt x="3752" y="21"/>
                </a:lnTo>
                <a:lnTo>
                  <a:pt x="3752" y="0"/>
                </a:lnTo>
                <a:moveTo>
                  <a:pt x="3915" y="0"/>
                </a:moveTo>
                <a:lnTo>
                  <a:pt x="4017" y="0"/>
                </a:lnTo>
                <a:lnTo>
                  <a:pt x="4017" y="21"/>
                </a:lnTo>
                <a:lnTo>
                  <a:pt x="3915" y="21"/>
                </a:lnTo>
                <a:lnTo>
                  <a:pt x="3915" y="0"/>
                </a:lnTo>
                <a:moveTo>
                  <a:pt x="4078" y="0"/>
                </a:moveTo>
                <a:lnTo>
                  <a:pt x="4179" y="0"/>
                </a:lnTo>
                <a:lnTo>
                  <a:pt x="4179" y="21"/>
                </a:lnTo>
                <a:lnTo>
                  <a:pt x="4078" y="21"/>
                </a:lnTo>
                <a:lnTo>
                  <a:pt x="4078" y="0"/>
                </a:lnTo>
                <a:moveTo>
                  <a:pt x="4240" y="0"/>
                </a:moveTo>
                <a:lnTo>
                  <a:pt x="4342" y="0"/>
                </a:lnTo>
                <a:lnTo>
                  <a:pt x="4342" y="21"/>
                </a:lnTo>
                <a:lnTo>
                  <a:pt x="4240" y="21"/>
                </a:lnTo>
                <a:lnTo>
                  <a:pt x="4240" y="0"/>
                </a:lnTo>
                <a:moveTo>
                  <a:pt x="4403" y="0"/>
                </a:moveTo>
                <a:lnTo>
                  <a:pt x="4505" y="0"/>
                </a:lnTo>
                <a:lnTo>
                  <a:pt x="4505" y="21"/>
                </a:lnTo>
                <a:lnTo>
                  <a:pt x="4403" y="21"/>
                </a:lnTo>
                <a:lnTo>
                  <a:pt x="4403" y="0"/>
                </a:lnTo>
                <a:moveTo>
                  <a:pt x="4566" y="0"/>
                </a:moveTo>
                <a:lnTo>
                  <a:pt x="4667" y="0"/>
                </a:lnTo>
                <a:lnTo>
                  <a:pt x="4667" y="21"/>
                </a:lnTo>
                <a:lnTo>
                  <a:pt x="4566" y="21"/>
                </a:lnTo>
                <a:lnTo>
                  <a:pt x="4566" y="0"/>
                </a:lnTo>
                <a:moveTo>
                  <a:pt x="4728" y="0"/>
                </a:moveTo>
                <a:lnTo>
                  <a:pt x="4830" y="0"/>
                </a:lnTo>
                <a:lnTo>
                  <a:pt x="4830" y="21"/>
                </a:lnTo>
                <a:lnTo>
                  <a:pt x="4728" y="21"/>
                </a:lnTo>
                <a:lnTo>
                  <a:pt x="4728" y="0"/>
                </a:lnTo>
                <a:moveTo>
                  <a:pt x="4892" y="0"/>
                </a:moveTo>
                <a:lnTo>
                  <a:pt x="4994" y="0"/>
                </a:lnTo>
                <a:lnTo>
                  <a:pt x="4994" y="21"/>
                </a:lnTo>
                <a:lnTo>
                  <a:pt x="4892" y="21"/>
                </a:lnTo>
                <a:lnTo>
                  <a:pt x="4892" y="0"/>
                </a:lnTo>
                <a:moveTo>
                  <a:pt x="5055" y="0"/>
                </a:moveTo>
                <a:lnTo>
                  <a:pt x="5156" y="0"/>
                </a:lnTo>
                <a:lnTo>
                  <a:pt x="5156" y="21"/>
                </a:lnTo>
                <a:lnTo>
                  <a:pt x="5055" y="21"/>
                </a:lnTo>
                <a:lnTo>
                  <a:pt x="5055" y="0"/>
                </a:lnTo>
                <a:moveTo>
                  <a:pt x="5217" y="0"/>
                </a:moveTo>
                <a:lnTo>
                  <a:pt x="5319" y="0"/>
                </a:lnTo>
                <a:lnTo>
                  <a:pt x="5319" y="21"/>
                </a:lnTo>
                <a:lnTo>
                  <a:pt x="5217" y="21"/>
                </a:lnTo>
                <a:lnTo>
                  <a:pt x="5217" y="0"/>
                </a:lnTo>
                <a:moveTo>
                  <a:pt x="5380" y="0"/>
                </a:moveTo>
                <a:lnTo>
                  <a:pt x="5482" y="0"/>
                </a:lnTo>
                <a:lnTo>
                  <a:pt x="5482" y="21"/>
                </a:lnTo>
                <a:lnTo>
                  <a:pt x="5380" y="21"/>
                </a:lnTo>
                <a:lnTo>
                  <a:pt x="5380" y="0"/>
                </a:lnTo>
                <a:moveTo>
                  <a:pt x="5543" y="0"/>
                </a:moveTo>
                <a:lnTo>
                  <a:pt x="5644" y="0"/>
                </a:lnTo>
                <a:lnTo>
                  <a:pt x="5644" y="21"/>
                </a:lnTo>
                <a:lnTo>
                  <a:pt x="5543" y="21"/>
                </a:lnTo>
                <a:lnTo>
                  <a:pt x="5543" y="0"/>
                </a:lnTo>
                <a:moveTo>
                  <a:pt x="5705" y="0"/>
                </a:moveTo>
                <a:lnTo>
                  <a:pt x="5807" y="0"/>
                </a:lnTo>
                <a:lnTo>
                  <a:pt x="5807" y="21"/>
                </a:lnTo>
                <a:lnTo>
                  <a:pt x="5705" y="21"/>
                </a:lnTo>
                <a:lnTo>
                  <a:pt x="5705" y="0"/>
                </a:lnTo>
                <a:moveTo>
                  <a:pt x="5868" y="0"/>
                </a:moveTo>
                <a:lnTo>
                  <a:pt x="5970" y="0"/>
                </a:lnTo>
                <a:lnTo>
                  <a:pt x="5970" y="21"/>
                </a:lnTo>
                <a:lnTo>
                  <a:pt x="5868" y="21"/>
                </a:lnTo>
                <a:lnTo>
                  <a:pt x="5868" y="0"/>
                </a:lnTo>
                <a:moveTo>
                  <a:pt x="6031" y="0"/>
                </a:moveTo>
                <a:lnTo>
                  <a:pt x="6133" y="0"/>
                </a:lnTo>
                <a:lnTo>
                  <a:pt x="6133" y="21"/>
                </a:lnTo>
                <a:lnTo>
                  <a:pt x="6031" y="21"/>
                </a:lnTo>
                <a:lnTo>
                  <a:pt x="6031" y="0"/>
                </a:lnTo>
                <a:moveTo>
                  <a:pt x="6194" y="0"/>
                </a:moveTo>
                <a:lnTo>
                  <a:pt x="6295" y="0"/>
                </a:lnTo>
                <a:lnTo>
                  <a:pt x="6295" y="21"/>
                </a:lnTo>
                <a:lnTo>
                  <a:pt x="6194" y="21"/>
                </a:lnTo>
                <a:lnTo>
                  <a:pt x="6194" y="0"/>
                </a:lnTo>
                <a:moveTo>
                  <a:pt x="6356" y="0"/>
                </a:moveTo>
                <a:lnTo>
                  <a:pt x="6458" y="0"/>
                </a:lnTo>
                <a:lnTo>
                  <a:pt x="6458" y="21"/>
                </a:lnTo>
                <a:lnTo>
                  <a:pt x="6356" y="21"/>
                </a:lnTo>
                <a:lnTo>
                  <a:pt x="6356" y="0"/>
                </a:lnTo>
                <a:moveTo>
                  <a:pt x="6519" y="0"/>
                </a:moveTo>
                <a:lnTo>
                  <a:pt x="6621" y="0"/>
                </a:lnTo>
                <a:lnTo>
                  <a:pt x="6621" y="21"/>
                </a:lnTo>
                <a:lnTo>
                  <a:pt x="6519" y="21"/>
                </a:lnTo>
                <a:lnTo>
                  <a:pt x="6519" y="0"/>
                </a:lnTo>
                <a:moveTo>
                  <a:pt x="6682" y="0"/>
                </a:moveTo>
                <a:lnTo>
                  <a:pt x="6783" y="0"/>
                </a:lnTo>
                <a:lnTo>
                  <a:pt x="6783" y="21"/>
                </a:lnTo>
                <a:lnTo>
                  <a:pt x="6682" y="21"/>
                </a:lnTo>
                <a:lnTo>
                  <a:pt x="6682" y="0"/>
                </a:lnTo>
                <a:moveTo>
                  <a:pt x="6844" y="0"/>
                </a:moveTo>
                <a:lnTo>
                  <a:pt x="6946" y="0"/>
                </a:lnTo>
                <a:lnTo>
                  <a:pt x="6946" y="21"/>
                </a:lnTo>
                <a:lnTo>
                  <a:pt x="6844" y="21"/>
                </a:lnTo>
                <a:lnTo>
                  <a:pt x="6844" y="0"/>
                </a:lnTo>
                <a:moveTo>
                  <a:pt x="7007" y="0"/>
                </a:moveTo>
                <a:lnTo>
                  <a:pt x="7109" y="0"/>
                </a:lnTo>
                <a:lnTo>
                  <a:pt x="7109" y="21"/>
                </a:lnTo>
                <a:lnTo>
                  <a:pt x="7007" y="21"/>
                </a:lnTo>
                <a:lnTo>
                  <a:pt x="7007" y="0"/>
                </a:lnTo>
                <a:moveTo>
                  <a:pt x="7170" y="0"/>
                </a:moveTo>
                <a:lnTo>
                  <a:pt x="7271" y="0"/>
                </a:lnTo>
                <a:lnTo>
                  <a:pt x="7271" y="21"/>
                </a:lnTo>
                <a:lnTo>
                  <a:pt x="7170" y="21"/>
                </a:lnTo>
                <a:lnTo>
                  <a:pt x="7170" y="0"/>
                </a:lnTo>
                <a:moveTo>
                  <a:pt x="7332" y="0"/>
                </a:moveTo>
                <a:lnTo>
                  <a:pt x="7434" y="0"/>
                </a:lnTo>
                <a:lnTo>
                  <a:pt x="7434" y="21"/>
                </a:lnTo>
                <a:lnTo>
                  <a:pt x="7332" y="21"/>
                </a:lnTo>
                <a:lnTo>
                  <a:pt x="7332" y="0"/>
                </a:lnTo>
                <a:moveTo>
                  <a:pt x="7495" y="0"/>
                </a:moveTo>
                <a:lnTo>
                  <a:pt x="7597" y="0"/>
                </a:lnTo>
                <a:lnTo>
                  <a:pt x="7597" y="21"/>
                </a:lnTo>
                <a:lnTo>
                  <a:pt x="7495" y="21"/>
                </a:lnTo>
                <a:lnTo>
                  <a:pt x="7495" y="0"/>
                </a:lnTo>
                <a:moveTo>
                  <a:pt x="7658" y="0"/>
                </a:moveTo>
                <a:lnTo>
                  <a:pt x="7759" y="0"/>
                </a:lnTo>
                <a:lnTo>
                  <a:pt x="7759" y="21"/>
                </a:lnTo>
                <a:lnTo>
                  <a:pt x="7658" y="21"/>
                </a:lnTo>
                <a:lnTo>
                  <a:pt x="7658" y="0"/>
                </a:lnTo>
                <a:moveTo>
                  <a:pt x="7820" y="0"/>
                </a:moveTo>
                <a:lnTo>
                  <a:pt x="7922" y="0"/>
                </a:lnTo>
                <a:lnTo>
                  <a:pt x="7922" y="21"/>
                </a:lnTo>
                <a:lnTo>
                  <a:pt x="7820" y="21"/>
                </a:lnTo>
                <a:lnTo>
                  <a:pt x="7820" y="0"/>
                </a:lnTo>
                <a:moveTo>
                  <a:pt x="7983" y="0"/>
                </a:moveTo>
                <a:lnTo>
                  <a:pt x="8085" y="0"/>
                </a:lnTo>
                <a:lnTo>
                  <a:pt x="8085" y="21"/>
                </a:lnTo>
                <a:lnTo>
                  <a:pt x="7983" y="21"/>
                </a:lnTo>
                <a:lnTo>
                  <a:pt x="7983" y="0"/>
                </a:lnTo>
                <a:moveTo>
                  <a:pt x="8146" y="0"/>
                </a:moveTo>
                <a:lnTo>
                  <a:pt x="8247" y="0"/>
                </a:lnTo>
                <a:lnTo>
                  <a:pt x="8247" y="21"/>
                </a:lnTo>
                <a:lnTo>
                  <a:pt x="8146" y="21"/>
                </a:lnTo>
                <a:lnTo>
                  <a:pt x="8146" y="0"/>
                </a:lnTo>
                <a:moveTo>
                  <a:pt x="8308" y="0"/>
                </a:moveTo>
                <a:lnTo>
                  <a:pt x="8410" y="0"/>
                </a:lnTo>
                <a:lnTo>
                  <a:pt x="8410" y="21"/>
                </a:lnTo>
                <a:lnTo>
                  <a:pt x="8308" y="21"/>
                </a:lnTo>
                <a:lnTo>
                  <a:pt x="8308" y="0"/>
                </a:lnTo>
                <a:moveTo>
                  <a:pt x="8471" y="0"/>
                </a:moveTo>
                <a:lnTo>
                  <a:pt x="8573" y="0"/>
                </a:lnTo>
                <a:lnTo>
                  <a:pt x="8573" y="21"/>
                </a:lnTo>
                <a:lnTo>
                  <a:pt x="8471" y="21"/>
                </a:lnTo>
                <a:lnTo>
                  <a:pt x="8471" y="0"/>
                </a:lnTo>
                <a:moveTo>
                  <a:pt x="8634" y="0"/>
                </a:moveTo>
                <a:lnTo>
                  <a:pt x="8735" y="0"/>
                </a:lnTo>
                <a:lnTo>
                  <a:pt x="8735" y="21"/>
                </a:lnTo>
                <a:lnTo>
                  <a:pt x="8634" y="21"/>
                </a:lnTo>
                <a:lnTo>
                  <a:pt x="8634" y="0"/>
                </a:lnTo>
                <a:moveTo>
                  <a:pt x="8797" y="0"/>
                </a:moveTo>
                <a:lnTo>
                  <a:pt x="8898" y="0"/>
                </a:lnTo>
                <a:lnTo>
                  <a:pt x="8898" y="21"/>
                </a:lnTo>
                <a:lnTo>
                  <a:pt x="8797" y="21"/>
                </a:lnTo>
                <a:lnTo>
                  <a:pt x="8797" y="0"/>
                </a:lnTo>
                <a:moveTo>
                  <a:pt x="8959" y="0"/>
                </a:moveTo>
                <a:lnTo>
                  <a:pt x="9061" y="0"/>
                </a:lnTo>
                <a:lnTo>
                  <a:pt x="9061" y="21"/>
                </a:lnTo>
                <a:lnTo>
                  <a:pt x="8959" y="21"/>
                </a:lnTo>
                <a:lnTo>
                  <a:pt x="8959" y="0"/>
                </a:lnTo>
                <a:moveTo>
                  <a:pt x="9122" y="0"/>
                </a:moveTo>
                <a:lnTo>
                  <a:pt x="9224" y="0"/>
                </a:lnTo>
                <a:lnTo>
                  <a:pt x="9224" y="21"/>
                </a:lnTo>
                <a:lnTo>
                  <a:pt x="9122" y="21"/>
                </a:lnTo>
                <a:lnTo>
                  <a:pt x="9122" y="0"/>
                </a:lnTo>
                <a:moveTo>
                  <a:pt x="9285" y="0"/>
                </a:moveTo>
                <a:lnTo>
                  <a:pt x="9386" y="0"/>
                </a:lnTo>
                <a:lnTo>
                  <a:pt x="9386" y="21"/>
                </a:lnTo>
                <a:lnTo>
                  <a:pt x="9285" y="21"/>
                </a:lnTo>
                <a:lnTo>
                  <a:pt x="9285" y="0"/>
                </a:lnTo>
                <a:moveTo>
                  <a:pt x="9447" y="0"/>
                </a:moveTo>
                <a:lnTo>
                  <a:pt x="9549" y="0"/>
                </a:lnTo>
                <a:lnTo>
                  <a:pt x="9549" y="21"/>
                </a:lnTo>
                <a:lnTo>
                  <a:pt x="9447" y="21"/>
                </a:lnTo>
                <a:lnTo>
                  <a:pt x="9447" y="0"/>
                </a:lnTo>
                <a:moveTo>
                  <a:pt x="9610" y="0"/>
                </a:moveTo>
                <a:lnTo>
                  <a:pt x="9712" y="0"/>
                </a:lnTo>
                <a:lnTo>
                  <a:pt x="9712" y="21"/>
                </a:lnTo>
                <a:lnTo>
                  <a:pt x="9610" y="21"/>
                </a:lnTo>
                <a:lnTo>
                  <a:pt x="9610" y="0"/>
                </a:lnTo>
                <a:moveTo>
                  <a:pt x="9773" y="0"/>
                </a:moveTo>
                <a:lnTo>
                  <a:pt x="9874" y="0"/>
                </a:lnTo>
                <a:lnTo>
                  <a:pt x="9874" y="21"/>
                </a:lnTo>
                <a:lnTo>
                  <a:pt x="9773" y="21"/>
                </a:lnTo>
                <a:lnTo>
                  <a:pt x="9773" y="0"/>
                </a:lnTo>
                <a:moveTo>
                  <a:pt x="9935" y="0"/>
                </a:moveTo>
                <a:lnTo>
                  <a:pt x="10037" y="0"/>
                </a:lnTo>
                <a:lnTo>
                  <a:pt x="10037" y="21"/>
                </a:lnTo>
                <a:lnTo>
                  <a:pt x="9935" y="21"/>
                </a:lnTo>
                <a:lnTo>
                  <a:pt x="9935" y="0"/>
                </a:lnTo>
                <a:moveTo>
                  <a:pt x="10098" y="0"/>
                </a:moveTo>
                <a:lnTo>
                  <a:pt x="10200" y="0"/>
                </a:lnTo>
                <a:lnTo>
                  <a:pt x="10200" y="21"/>
                </a:lnTo>
                <a:lnTo>
                  <a:pt x="10098" y="21"/>
                </a:lnTo>
                <a:lnTo>
                  <a:pt x="10098" y="0"/>
                </a:lnTo>
                <a:moveTo>
                  <a:pt x="10261" y="0"/>
                </a:moveTo>
                <a:lnTo>
                  <a:pt x="10362" y="0"/>
                </a:lnTo>
                <a:lnTo>
                  <a:pt x="10362" y="21"/>
                </a:lnTo>
                <a:lnTo>
                  <a:pt x="10261" y="21"/>
                </a:lnTo>
                <a:lnTo>
                  <a:pt x="10261" y="0"/>
                </a:lnTo>
                <a:moveTo>
                  <a:pt x="10423" y="0"/>
                </a:moveTo>
                <a:lnTo>
                  <a:pt x="10525" y="0"/>
                </a:lnTo>
                <a:lnTo>
                  <a:pt x="10525" y="21"/>
                </a:lnTo>
                <a:lnTo>
                  <a:pt x="10423" y="21"/>
                </a:lnTo>
                <a:lnTo>
                  <a:pt x="10423" y="0"/>
                </a:lnTo>
                <a:moveTo>
                  <a:pt x="10586" y="0"/>
                </a:moveTo>
                <a:lnTo>
                  <a:pt x="10688" y="0"/>
                </a:lnTo>
                <a:lnTo>
                  <a:pt x="10688" y="21"/>
                </a:lnTo>
                <a:lnTo>
                  <a:pt x="10586" y="21"/>
                </a:lnTo>
                <a:lnTo>
                  <a:pt x="10586" y="0"/>
                </a:lnTo>
                <a:moveTo>
                  <a:pt x="10749" y="0"/>
                </a:moveTo>
                <a:lnTo>
                  <a:pt x="10850" y="0"/>
                </a:lnTo>
                <a:lnTo>
                  <a:pt x="10850" y="21"/>
                </a:lnTo>
                <a:lnTo>
                  <a:pt x="10749" y="21"/>
                </a:lnTo>
                <a:lnTo>
                  <a:pt x="10749" y="0"/>
                </a:lnTo>
                <a:moveTo>
                  <a:pt x="10911" y="0"/>
                </a:moveTo>
                <a:lnTo>
                  <a:pt x="11013" y="0"/>
                </a:lnTo>
                <a:lnTo>
                  <a:pt x="11013" y="21"/>
                </a:lnTo>
                <a:lnTo>
                  <a:pt x="10911" y="21"/>
                </a:lnTo>
                <a:lnTo>
                  <a:pt x="10911" y="0"/>
                </a:lnTo>
                <a:moveTo>
                  <a:pt x="11074" y="0"/>
                </a:moveTo>
                <a:lnTo>
                  <a:pt x="11176" y="0"/>
                </a:lnTo>
                <a:lnTo>
                  <a:pt x="11176" y="21"/>
                </a:lnTo>
                <a:lnTo>
                  <a:pt x="11074" y="21"/>
                </a:lnTo>
                <a:lnTo>
                  <a:pt x="11074" y="0"/>
                </a:lnTo>
                <a:moveTo>
                  <a:pt x="11237" y="0"/>
                </a:moveTo>
                <a:lnTo>
                  <a:pt x="11338" y="0"/>
                </a:lnTo>
                <a:lnTo>
                  <a:pt x="11338" y="21"/>
                </a:lnTo>
                <a:lnTo>
                  <a:pt x="11237" y="21"/>
                </a:lnTo>
                <a:lnTo>
                  <a:pt x="11237" y="0"/>
                </a:lnTo>
                <a:moveTo>
                  <a:pt x="11399" y="0"/>
                </a:moveTo>
                <a:lnTo>
                  <a:pt x="11501" y="0"/>
                </a:lnTo>
                <a:lnTo>
                  <a:pt x="11501" y="21"/>
                </a:lnTo>
                <a:lnTo>
                  <a:pt x="11399" y="21"/>
                </a:lnTo>
                <a:lnTo>
                  <a:pt x="11399" y="0"/>
                </a:lnTo>
                <a:moveTo>
                  <a:pt x="11562" y="0"/>
                </a:moveTo>
                <a:lnTo>
                  <a:pt x="11664" y="0"/>
                </a:lnTo>
                <a:lnTo>
                  <a:pt x="11664" y="21"/>
                </a:lnTo>
                <a:lnTo>
                  <a:pt x="11562" y="21"/>
                </a:lnTo>
                <a:lnTo>
                  <a:pt x="11562" y="0"/>
                </a:lnTo>
                <a:moveTo>
                  <a:pt x="11725" y="0"/>
                </a:moveTo>
                <a:lnTo>
                  <a:pt x="11827" y="0"/>
                </a:lnTo>
                <a:lnTo>
                  <a:pt x="11827" y="21"/>
                </a:lnTo>
                <a:lnTo>
                  <a:pt x="11725" y="21"/>
                </a:lnTo>
                <a:lnTo>
                  <a:pt x="11725" y="0"/>
                </a:lnTo>
                <a:moveTo>
                  <a:pt x="11888" y="0"/>
                </a:moveTo>
                <a:lnTo>
                  <a:pt x="11989" y="0"/>
                </a:lnTo>
                <a:lnTo>
                  <a:pt x="11989" y="21"/>
                </a:lnTo>
                <a:lnTo>
                  <a:pt x="11888" y="21"/>
                </a:lnTo>
                <a:lnTo>
                  <a:pt x="11888" y="0"/>
                </a:lnTo>
                <a:moveTo>
                  <a:pt x="12050" y="0"/>
                </a:moveTo>
                <a:lnTo>
                  <a:pt x="12152" y="0"/>
                </a:lnTo>
                <a:lnTo>
                  <a:pt x="12152" y="21"/>
                </a:lnTo>
                <a:lnTo>
                  <a:pt x="12050" y="21"/>
                </a:lnTo>
                <a:lnTo>
                  <a:pt x="12050" y="0"/>
                </a:lnTo>
                <a:moveTo>
                  <a:pt x="12213" y="0"/>
                </a:moveTo>
                <a:lnTo>
                  <a:pt x="12315" y="0"/>
                </a:lnTo>
                <a:lnTo>
                  <a:pt x="12315" y="21"/>
                </a:lnTo>
                <a:lnTo>
                  <a:pt x="12213" y="21"/>
                </a:lnTo>
                <a:lnTo>
                  <a:pt x="12213" y="0"/>
                </a:lnTo>
                <a:moveTo>
                  <a:pt x="12376" y="0"/>
                </a:moveTo>
                <a:lnTo>
                  <a:pt x="12477" y="0"/>
                </a:lnTo>
                <a:lnTo>
                  <a:pt x="12477" y="21"/>
                </a:lnTo>
                <a:lnTo>
                  <a:pt x="12376" y="21"/>
                </a:lnTo>
                <a:lnTo>
                  <a:pt x="12376" y="0"/>
                </a:lnTo>
                <a:moveTo>
                  <a:pt x="12538" y="0"/>
                </a:moveTo>
                <a:lnTo>
                  <a:pt x="12640" y="0"/>
                </a:lnTo>
                <a:lnTo>
                  <a:pt x="12640" y="21"/>
                </a:lnTo>
                <a:lnTo>
                  <a:pt x="12538" y="21"/>
                </a:lnTo>
                <a:lnTo>
                  <a:pt x="12538" y="0"/>
                </a:lnTo>
                <a:moveTo>
                  <a:pt x="12701" y="0"/>
                </a:moveTo>
                <a:lnTo>
                  <a:pt x="12803" y="0"/>
                </a:lnTo>
                <a:lnTo>
                  <a:pt x="12803" y="21"/>
                </a:lnTo>
                <a:lnTo>
                  <a:pt x="12701" y="21"/>
                </a:lnTo>
                <a:lnTo>
                  <a:pt x="12701" y="0"/>
                </a:lnTo>
                <a:moveTo>
                  <a:pt x="12864" y="0"/>
                </a:moveTo>
                <a:lnTo>
                  <a:pt x="12965" y="0"/>
                </a:lnTo>
                <a:lnTo>
                  <a:pt x="12965" y="21"/>
                </a:lnTo>
                <a:lnTo>
                  <a:pt x="12864" y="21"/>
                </a:lnTo>
                <a:lnTo>
                  <a:pt x="12864" y="0"/>
                </a:lnTo>
                <a:moveTo>
                  <a:pt x="13026" y="0"/>
                </a:moveTo>
                <a:lnTo>
                  <a:pt x="13128" y="0"/>
                </a:lnTo>
                <a:lnTo>
                  <a:pt x="13128" y="21"/>
                </a:lnTo>
                <a:lnTo>
                  <a:pt x="13026" y="21"/>
                </a:lnTo>
                <a:lnTo>
                  <a:pt x="13026" y="0"/>
                </a:lnTo>
                <a:moveTo>
                  <a:pt x="13189" y="0"/>
                </a:moveTo>
                <a:lnTo>
                  <a:pt x="13291" y="0"/>
                </a:lnTo>
                <a:lnTo>
                  <a:pt x="13291" y="21"/>
                </a:lnTo>
                <a:lnTo>
                  <a:pt x="13189" y="21"/>
                </a:lnTo>
                <a:lnTo>
                  <a:pt x="13189" y="0"/>
                </a:lnTo>
                <a:moveTo>
                  <a:pt x="13352" y="0"/>
                </a:moveTo>
                <a:lnTo>
                  <a:pt x="13453" y="0"/>
                </a:lnTo>
                <a:lnTo>
                  <a:pt x="13453" y="21"/>
                </a:lnTo>
                <a:lnTo>
                  <a:pt x="13352" y="21"/>
                </a:lnTo>
                <a:lnTo>
                  <a:pt x="13352" y="0"/>
                </a:lnTo>
                <a:moveTo>
                  <a:pt x="13514" y="0"/>
                </a:moveTo>
                <a:lnTo>
                  <a:pt x="13616" y="0"/>
                </a:lnTo>
                <a:lnTo>
                  <a:pt x="13616" y="21"/>
                </a:lnTo>
                <a:lnTo>
                  <a:pt x="13514" y="21"/>
                </a:lnTo>
                <a:lnTo>
                  <a:pt x="13514" y="0"/>
                </a:lnTo>
                <a:moveTo>
                  <a:pt x="13677" y="0"/>
                </a:moveTo>
                <a:lnTo>
                  <a:pt x="13779" y="0"/>
                </a:lnTo>
                <a:lnTo>
                  <a:pt x="13779" y="21"/>
                </a:lnTo>
                <a:lnTo>
                  <a:pt x="13677" y="21"/>
                </a:lnTo>
                <a:lnTo>
                  <a:pt x="13677" y="0"/>
                </a:lnTo>
                <a:moveTo>
                  <a:pt x="13840" y="0"/>
                </a:moveTo>
                <a:lnTo>
                  <a:pt x="13941" y="0"/>
                </a:lnTo>
                <a:lnTo>
                  <a:pt x="13941" y="21"/>
                </a:lnTo>
                <a:lnTo>
                  <a:pt x="13840" y="21"/>
                </a:lnTo>
                <a:lnTo>
                  <a:pt x="13840" y="0"/>
                </a:lnTo>
                <a:moveTo>
                  <a:pt x="14002" y="0"/>
                </a:moveTo>
                <a:lnTo>
                  <a:pt x="14104" y="0"/>
                </a:lnTo>
                <a:lnTo>
                  <a:pt x="14104" y="21"/>
                </a:lnTo>
                <a:lnTo>
                  <a:pt x="14002" y="21"/>
                </a:lnTo>
                <a:lnTo>
                  <a:pt x="14002" y="0"/>
                </a:lnTo>
                <a:moveTo>
                  <a:pt x="14165" y="0"/>
                </a:moveTo>
                <a:lnTo>
                  <a:pt x="14267" y="0"/>
                </a:lnTo>
                <a:lnTo>
                  <a:pt x="14267" y="21"/>
                </a:lnTo>
                <a:lnTo>
                  <a:pt x="14165" y="21"/>
                </a:lnTo>
                <a:lnTo>
                  <a:pt x="14165" y="0"/>
                </a:lnTo>
                <a:moveTo>
                  <a:pt x="14328" y="0"/>
                </a:moveTo>
                <a:lnTo>
                  <a:pt x="14430" y="0"/>
                </a:lnTo>
                <a:lnTo>
                  <a:pt x="14430" y="21"/>
                </a:lnTo>
                <a:lnTo>
                  <a:pt x="14328" y="21"/>
                </a:lnTo>
                <a:lnTo>
                  <a:pt x="14328" y="0"/>
                </a:lnTo>
                <a:moveTo>
                  <a:pt x="14491" y="0"/>
                </a:moveTo>
                <a:lnTo>
                  <a:pt x="14592" y="0"/>
                </a:lnTo>
                <a:lnTo>
                  <a:pt x="14592" y="21"/>
                </a:lnTo>
                <a:lnTo>
                  <a:pt x="14491" y="21"/>
                </a:lnTo>
                <a:lnTo>
                  <a:pt x="14491" y="0"/>
                </a:lnTo>
                <a:moveTo>
                  <a:pt x="14653" y="0"/>
                </a:moveTo>
                <a:lnTo>
                  <a:pt x="14755" y="0"/>
                </a:lnTo>
                <a:lnTo>
                  <a:pt x="14755" y="21"/>
                </a:lnTo>
                <a:lnTo>
                  <a:pt x="14653" y="21"/>
                </a:lnTo>
                <a:lnTo>
                  <a:pt x="14653" y="0"/>
                </a:lnTo>
                <a:moveTo>
                  <a:pt x="14816" y="0"/>
                </a:moveTo>
                <a:lnTo>
                  <a:pt x="14918" y="0"/>
                </a:lnTo>
                <a:lnTo>
                  <a:pt x="14918" y="21"/>
                </a:lnTo>
                <a:lnTo>
                  <a:pt x="14816" y="21"/>
                </a:lnTo>
                <a:lnTo>
                  <a:pt x="14816" y="0"/>
                </a:lnTo>
                <a:moveTo>
                  <a:pt x="14979" y="0"/>
                </a:moveTo>
                <a:lnTo>
                  <a:pt x="15080" y="0"/>
                </a:lnTo>
                <a:lnTo>
                  <a:pt x="15080" y="21"/>
                </a:lnTo>
                <a:lnTo>
                  <a:pt x="14979" y="21"/>
                </a:lnTo>
                <a:lnTo>
                  <a:pt x="14979" y="0"/>
                </a:lnTo>
                <a:moveTo>
                  <a:pt x="15141" y="0"/>
                </a:moveTo>
                <a:lnTo>
                  <a:pt x="15243" y="0"/>
                </a:lnTo>
                <a:lnTo>
                  <a:pt x="15243" y="21"/>
                </a:lnTo>
                <a:lnTo>
                  <a:pt x="15141" y="21"/>
                </a:lnTo>
                <a:lnTo>
                  <a:pt x="15141" y="0"/>
                </a:lnTo>
                <a:moveTo>
                  <a:pt x="15304" y="0"/>
                </a:moveTo>
                <a:lnTo>
                  <a:pt x="15406" y="0"/>
                </a:lnTo>
                <a:lnTo>
                  <a:pt x="15406" y="21"/>
                </a:lnTo>
                <a:lnTo>
                  <a:pt x="15304" y="21"/>
                </a:lnTo>
                <a:lnTo>
                  <a:pt x="15304" y="0"/>
                </a:lnTo>
                <a:moveTo>
                  <a:pt x="15467" y="0"/>
                </a:moveTo>
                <a:lnTo>
                  <a:pt x="15568" y="0"/>
                </a:lnTo>
                <a:lnTo>
                  <a:pt x="15568" y="21"/>
                </a:lnTo>
                <a:lnTo>
                  <a:pt x="15467" y="21"/>
                </a:lnTo>
                <a:lnTo>
                  <a:pt x="15467" y="0"/>
                </a:lnTo>
                <a:moveTo>
                  <a:pt x="15629" y="0"/>
                </a:moveTo>
                <a:lnTo>
                  <a:pt x="15731" y="0"/>
                </a:lnTo>
                <a:lnTo>
                  <a:pt x="15731" y="21"/>
                </a:lnTo>
                <a:lnTo>
                  <a:pt x="15629" y="21"/>
                </a:lnTo>
                <a:lnTo>
                  <a:pt x="15629" y="0"/>
                </a:lnTo>
                <a:moveTo>
                  <a:pt x="15792" y="0"/>
                </a:moveTo>
                <a:lnTo>
                  <a:pt x="15894" y="0"/>
                </a:lnTo>
                <a:lnTo>
                  <a:pt x="15894" y="21"/>
                </a:lnTo>
                <a:lnTo>
                  <a:pt x="15792" y="21"/>
                </a:lnTo>
                <a:lnTo>
                  <a:pt x="15792" y="0"/>
                </a:lnTo>
                <a:moveTo>
                  <a:pt x="15955" y="0"/>
                </a:moveTo>
                <a:lnTo>
                  <a:pt x="16056" y="0"/>
                </a:lnTo>
                <a:lnTo>
                  <a:pt x="16056" y="21"/>
                </a:lnTo>
                <a:lnTo>
                  <a:pt x="15955" y="21"/>
                </a:lnTo>
                <a:lnTo>
                  <a:pt x="15955" y="0"/>
                </a:lnTo>
                <a:moveTo>
                  <a:pt x="16117" y="0"/>
                </a:moveTo>
                <a:lnTo>
                  <a:pt x="16219" y="0"/>
                </a:lnTo>
                <a:lnTo>
                  <a:pt x="16219" y="21"/>
                </a:lnTo>
                <a:lnTo>
                  <a:pt x="16117" y="21"/>
                </a:lnTo>
                <a:lnTo>
                  <a:pt x="16117" y="0"/>
                </a:lnTo>
                <a:moveTo>
                  <a:pt x="16280" y="0"/>
                </a:moveTo>
                <a:lnTo>
                  <a:pt x="16382" y="0"/>
                </a:lnTo>
                <a:lnTo>
                  <a:pt x="16382" y="21"/>
                </a:lnTo>
                <a:lnTo>
                  <a:pt x="16280" y="21"/>
                </a:lnTo>
                <a:lnTo>
                  <a:pt x="16280" y="0"/>
                </a:lnTo>
                <a:moveTo>
                  <a:pt x="16443" y="0"/>
                </a:moveTo>
                <a:lnTo>
                  <a:pt x="16544" y="0"/>
                </a:lnTo>
                <a:lnTo>
                  <a:pt x="16544" y="21"/>
                </a:lnTo>
                <a:lnTo>
                  <a:pt x="16443" y="21"/>
                </a:lnTo>
                <a:lnTo>
                  <a:pt x="16443" y="0"/>
                </a:lnTo>
                <a:moveTo>
                  <a:pt x="16605" y="0"/>
                </a:moveTo>
                <a:lnTo>
                  <a:pt x="16707" y="0"/>
                </a:lnTo>
                <a:lnTo>
                  <a:pt x="16707" y="21"/>
                </a:lnTo>
                <a:lnTo>
                  <a:pt x="16605" y="21"/>
                </a:lnTo>
                <a:lnTo>
                  <a:pt x="16605" y="0"/>
                </a:lnTo>
                <a:moveTo>
                  <a:pt x="16768" y="0"/>
                </a:moveTo>
                <a:lnTo>
                  <a:pt x="16839" y="0"/>
                </a:lnTo>
                <a:lnTo>
                  <a:pt x="16839" y="51"/>
                </a:lnTo>
                <a:lnTo>
                  <a:pt x="16819" y="51"/>
                </a:lnTo>
                <a:lnTo>
                  <a:pt x="16819" y="10"/>
                </a:lnTo>
                <a:lnTo>
                  <a:pt x="16829" y="10"/>
                </a:lnTo>
                <a:lnTo>
                  <a:pt x="16829" y="21"/>
                </a:lnTo>
                <a:lnTo>
                  <a:pt x="16768" y="21"/>
                </a:lnTo>
                <a:lnTo>
                  <a:pt x="16768" y="0"/>
                </a:lnTo>
                <a:moveTo>
                  <a:pt x="16839" y="112"/>
                </a:moveTo>
                <a:lnTo>
                  <a:pt x="16839" y="215"/>
                </a:lnTo>
                <a:lnTo>
                  <a:pt x="16819" y="215"/>
                </a:lnTo>
                <a:lnTo>
                  <a:pt x="16819" y="112"/>
                </a:lnTo>
                <a:lnTo>
                  <a:pt x="16839" y="112"/>
                </a:lnTo>
                <a:moveTo>
                  <a:pt x="16839" y="276"/>
                </a:moveTo>
                <a:lnTo>
                  <a:pt x="16839" y="378"/>
                </a:lnTo>
                <a:lnTo>
                  <a:pt x="16819" y="378"/>
                </a:lnTo>
                <a:lnTo>
                  <a:pt x="16819" y="276"/>
                </a:lnTo>
                <a:lnTo>
                  <a:pt x="16839" y="276"/>
                </a:lnTo>
                <a:moveTo>
                  <a:pt x="16839" y="439"/>
                </a:moveTo>
                <a:lnTo>
                  <a:pt x="16839" y="541"/>
                </a:lnTo>
                <a:lnTo>
                  <a:pt x="16819" y="541"/>
                </a:lnTo>
                <a:lnTo>
                  <a:pt x="16819" y="439"/>
                </a:lnTo>
                <a:lnTo>
                  <a:pt x="16839" y="439"/>
                </a:lnTo>
                <a:moveTo>
                  <a:pt x="16839" y="602"/>
                </a:moveTo>
                <a:lnTo>
                  <a:pt x="16839" y="703"/>
                </a:lnTo>
                <a:lnTo>
                  <a:pt x="16819" y="703"/>
                </a:lnTo>
                <a:lnTo>
                  <a:pt x="16819" y="602"/>
                </a:lnTo>
                <a:lnTo>
                  <a:pt x="16839" y="602"/>
                </a:lnTo>
                <a:moveTo>
                  <a:pt x="16839" y="764"/>
                </a:moveTo>
                <a:lnTo>
                  <a:pt x="16839" y="866"/>
                </a:lnTo>
                <a:lnTo>
                  <a:pt x="16819" y="866"/>
                </a:lnTo>
                <a:lnTo>
                  <a:pt x="16819" y="764"/>
                </a:lnTo>
                <a:lnTo>
                  <a:pt x="16839" y="764"/>
                </a:lnTo>
                <a:moveTo>
                  <a:pt x="16839" y="927"/>
                </a:moveTo>
                <a:lnTo>
                  <a:pt x="16839" y="1029"/>
                </a:lnTo>
                <a:lnTo>
                  <a:pt x="16819" y="1029"/>
                </a:lnTo>
                <a:lnTo>
                  <a:pt x="16819" y="927"/>
                </a:lnTo>
                <a:lnTo>
                  <a:pt x="16839" y="927"/>
                </a:lnTo>
                <a:moveTo>
                  <a:pt x="16839" y="1090"/>
                </a:moveTo>
                <a:lnTo>
                  <a:pt x="16839" y="1192"/>
                </a:lnTo>
                <a:lnTo>
                  <a:pt x="16819" y="1192"/>
                </a:lnTo>
                <a:lnTo>
                  <a:pt x="16819" y="1090"/>
                </a:lnTo>
                <a:lnTo>
                  <a:pt x="16839" y="1090"/>
                </a:lnTo>
                <a:moveTo>
                  <a:pt x="16839" y="1253"/>
                </a:moveTo>
                <a:lnTo>
                  <a:pt x="16839" y="1344"/>
                </a:lnTo>
                <a:lnTo>
                  <a:pt x="16809" y="1344"/>
                </a:lnTo>
                <a:lnTo>
                  <a:pt x="16809" y="1324"/>
                </a:lnTo>
                <a:lnTo>
                  <a:pt x="16829" y="1324"/>
                </a:lnTo>
                <a:lnTo>
                  <a:pt x="16829" y="1334"/>
                </a:lnTo>
                <a:lnTo>
                  <a:pt x="16819" y="1334"/>
                </a:lnTo>
                <a:lnTo>
                  <a:pt x="16819" y="1253"/>
                </a:lnTo>
                <a:lnTo>
                  <a:pt x="16839" y="1253"/>
                </a:lnTo>
                <a:moveTo>
                  <a:pt x="16748" y="1344"/>
                </a:moveTo>
                <a:lnTo>
                  <a:pt x="16646" y="1344"/>
                </a:lnTo>
                <a:lnTo>
                  <a:pt x="16646" y="1324"/>
                </a:lnTo>
                <a:lnTo>
                  <a:pt x="16748" y="1324"/>
                </a:lnTo>
                <a:lnTo>
                  <a:pt x="16748" y="1344"/>
                </a:lnTo>
                <a:moveTo>
                  <a:pt x="16585" y="1344"/>
                </a:moveTo>
                <a:lnTo>
                  <a:pt x="16483" y="1344"/>
                </a:lnTo>
                <a:lnTo>
                  <a:pt x="16483" y="1324"/>
                </a:lnTo>
                <a:lnTo>
                  <a:pt x="16585" y="1324"/>
                </a:lnTo>
                <a:lnTo>
                  <a:pt x="16585" y="1344"/>
                </a:lnTo>
                <a:moveTo>
                  <a:pt x="16422" y="1344"/>
                </a:moveTo>
                <a:lnTo>
                  <a:pt x="16321" y="1344"/>
                </a:lnTo>
                <a:lnTo>
                  <a:pt x="16321" y="1324"/>
                </a:lnTo>
                <a:lnTo>
                  <a:pt x="16422" y="1324"/>
                </a:lnTo>
                <a:lnTo>
                  <a:pt x="16422" y="1344"/>
                </a:lnTo>
                <a:moveTo>
                  <a:pt x="16260" y="1344"/>
                </a:moveTo>
                <a:lnTo>
                  <a:pt x="16158" y="1344"/>
                </a:lnTo>
                <a:lnTo>
                  <a:pt x="16158" y="1324"/>
                </a:lnTo>
                <a:lnTo>
                  <a:pt x="16260" y="1324"/>
                </a:lnTo>
                <a:lnTo>
                  <a:pt x="16260" y="1344"/>
                </a:lnTo>
                <a:moveTo>
                  <a:pt x="16097" y="1344"/>
                </a:moveTo>
                <a:lnTo>
                  <a:pt x="15995" y="1344"/>
                </a:lnTo>
                <a:lnTo>
                  <a:pt x="15995" y="1324"/>
                </a:lnTo>
                <a:lnTo>
                  <a:pt x="16097" y="1324"/>
                </a:lnTo>
                <a:lnTo>
                  <a:pt x="16097" y="1344"/>
                </a:lnTo>
                <a:moveTo>
                  <a:pt x="15934" y="1344"/>
                </a:moveTo>
                <a:lnTo>
                  <a:pt x="15833" y="1344"/>
                </a:lnTo>
                <a:lnTo>
                  <a:pt x="15833" y="1324"/>
                </a:lnTo>
                <a:lnTo>
                  <a:pt x="15934" y="1324"/>
                </a:lnTo>
                <a:lnTo>
                  <a:pt x="15934" y="1344"/>
                </a:lnTo>
                <a:moveTo>
                  <a:pt x="15772" y="1344"/>
                </a:moveTo>
                <a:lnTo>
                  <a:pt x="15670" y="1344"/>
                </a:lnTo>
                <a:lnTo>
                  <a:pt x="15670" y="1324"/>
                </a:lnTo>
                <a:lnTo>
                  <a:pt x="15772" y="1324"/>
                </a:lnTo>
                <a:lnTo>
                  <a:pt x="15772" y="1344"/>
                </a:lnTo>
                <a:moveTo>
                  <a:pt x="15609" y="1344"/>
                </a:moveTo>
                <a:lnTo>
                  <a:pt x="15507" y="1344"/>
                </a:lnTo>
                <a:lnTo>
                  <a:pt x="15507" y="1324"/>
                </a:lnTo>
                <a:lnTo>
                  <a:pt x="15609" y="1324"/>
                </a:lnTo>
                <a:lnTo>
                  <a:pt x="15609" y="1344"/>
                </a:lnTo>
                <a:moveTo>
                  <a:pt x="15446" y="1344"/>
                </a:moveTo>
                <a:lnTo>
                  <a:pt x="15345" y="1344"/>
                </a:lnTo>
                <a:lnTo>
                  <a:pt x="15345" y="1324"/>
                </a:lnTo>
                <a:lnTo>
                  <a:pt x="15446" y="1324"/>
                </a:lnTo>
                <a:lnTo>
                  <a:pt x="15446" y="1344"/>
                </a:lnTo>
                <a:moveTo>
                  <a:pt x="15284" y="1344"/>
                </a:moveTo>
                <a:lnTo>
                  <a:pt x="15182" y="1344"/>
                </a:lnTo>
                <a:lnTo>
                  <a:pt x="15182" y="1324"/>
                </a:lnTo>
                <a:lnTo>
                  <a:pt x="15284" y="1324"/>
                </a:lnTo>
                <a:lnTo>
                  <a:pt x="15284" y="1344"/>
                </a:lnTo>
                <a:moveTo>
                  <a:pt x="15121" y="1344"/>
                </a:moveTo>
                <a:lnTo>
                  <a:pt x="15019" y="1344"/>
                </a:lnTo>
                <a:lnTo>
                  <a:pt x="15019" y="1324"/>
                </a:lnTo>
                <a:lnTo>
                  <a:pt x="15121" y="1324"/>
                </a:lnTo>
                <a:lnTo>
                  <a:pt x="15121" y="1344"/>
                </a:lnTo>
                <a:moveTo>
                  <a:pt x="14958" y="1344"/>
                </a:moveTo>
                <a:lnTo>
                  <a:pt x="14857" y="1344"/>
                </a:lnTo>
                <a:lnTo>
                  <a:pt x="14857" y="1324"/>
                </a:lnTo>
                <a:lnTo>
                  <a:pt x="14958" y="1324"/>
                </a:lnTo>
                <a:lnTo>
                  <a:pt x="14958" y="1344"/>
                </a:lnTo>
                <a:moveTo>
                  <a:pt x="14796" y="1344"/>
                </a:moveTo>
                <a:lnTo>
                  <a:pt x="14694" y="1344"/>
                </a:lnTo>
                <a:lnTo>
                  <a:pt x="14694" y="1324"/>
                </a:lnTo>
                <a:lnTo>
                  <a:pt x="14796" y="1324"/>
                </a:lnTo>
                <a:lnTo>
                  <a:pt x="14796" y="1344"/>
                </a:lnTo>
                <a:moveTo>
                  <a:pt x="14633" y="1344"/>
                </a:moveTo>
                <a:lnTo>
                  <a:pt x="14531" y="1344"/>
                </a:lnTo>
                <a:lnTo>
                  <a:pt x="14531" y="1324"/>
                </a:lnTo>
                <a:lnTo>
                  <a:pt x="14633" y="1324"/>
                </a:lnTo>
                <a:lnTo>
                  <a:pt x="14633" y="1344"/>
                </a:lnTo>
                <a:moveTo>
                  <a:pt x="14470" y="1344"/>
                </a:moveTo>
                <a:lnTo>
                  <a:pt x="14369" y="1344"/>
                </a:lnTo>
                <a:lnTo>
                  <a:pt x="14369" y="1324"/>
                </a:lnTo>
                <a:lnTo>
                  <a:pt x="14470" y="1324"/>
                </a:lnTo>
                <a:lnTo>
                  <a:pt x="14470" y="1344"/>
                </a:lnTo>
                <a:moveTo>
                  <a:pt x="14308" y="1344"/>
                </a:moveTo>
                <a:lnTo>
                  <a:pt x="14206" y="1344"/>
                </a:lnTo>
                <a:lnTo>
                  <a:pt x="14206" y="1324"/>
                </a:lnTo>
                <a:lnTo>
                  <a:pt x="14308" y="1324"/>
                </a:lnTo>
                <a:lnTo>
                  <a:pt x="14308" y="1344"/>
                </a:lnTo>
                <a:moveTo>
                  <a:pt x="14145" y="1344"/>
                </a:moveTo>
                <a:lnTo>
                  <a:pt x="14043" y="1344"/>
                </a:lnTo>
                <a:lnTo>
                  <a:pt x="14043" y="1324"/>
                </a:lnTo>
                <a:lnTo>
                  <a:pt x="14145" y="1324"/>
                </a:lnTo>
                <a:lnTo>
                  <a:pt x="14145" y="1344"/>
                </a:lnTo>
                <a:moveTo>
                  <a:pt x="13982" y="1344"/>
                </a:moveTo>
                <a:lnTo>
                  <a:pt x="13880" y="1344"/>
                </a:lnTo>
                <a:lnTo>
                  <a:pt x="13880" y="1324"/>
                </a:lnTo>
                <a:lnTo>
                  <a:pt x="13982" y="1324"/>
                </a:lnTo>
                <a:lnTo>
                  <a:pt x="13982" y="1344"/>
                </a:lnTo>
                <a:moveTo>
                  <a:pt x="13819" y="1344"/>
                </a:moveTo>
                <a:lnTo>
                  <a:pt x="13718" y="1344"/>
                </a:lnTo>
                <a:lnTo>
                  <a:pt x="13718" y="1324"/>
                </a:lnTo>
                <a:lnTo>
                  <a:pt x="13819" y="1324"/>
                </a:lnTo>
                <a:lnTo>
                  <a:pt x="13819" y="1344"/>
                </a:lnTo>
                <a:moveTo>
                  <a:pt x="13657" y="1344"/>
                </a:moveTo>
                <a:lnTo>
                  <a:pt x="13555" y="1344"/>
                </a:lnTo>
                <a:lnTo>
                  <a:pt x="13555" y="1324"/>
                </a:lnTo>
                <a:lnTo>
                  <a:pt x="13657" y="1324"/>
                </a:lnTo>
                <a:lnTo>
                  <a:pt x="13657" y="1344"/>
                </a:lnTo>
                <a:moveTo>
                  <a:pt x="13494" y="1344"/>
                </a:moveTo>
                <a:lnTo>
                  <a:pt x="13392" y="1344"/>
                </a:lnTo>
                <a:lnTo>
                  <a:pt x="13392" y="1324"/>
                </a:lnTo>
                <a:lnTo>
                  <a:pt x="13494" y="1324"/>
                </a:lnTo>
                <a:lnTo>
                  <a:pt x="13494" y="1344"/>
                </a:lnTo>
                <a:moveTo>
                  <a:pt x="13331" y="1344"/>
                </a:moveTo>
                <a:lnTo>
                  <a:pt x="13230" y="1344"/>
                </a:lnTo>
                <a:lnTo>
                  <a:pt x="13230" y="1324"/>
                </a:lnTo>
                <a:lnTo>
                  <a:pt x="13331" y="1324"/>
                </a:lnTo>
                <a:lnTo>
                  <a:pt x="13331" y="1344"/>
                </a:lnTo>
                <a:moveTo>
                  <a:pt x="13169" y="1344"/>
                </a:moveTo>
                <a:lnTo>
                  <a:pt x="13067" y="1344"/>
                </a:lnTo>
                <a:lnTo>
                  <a:pt x="13067" y="1324"/>
                </a:lnTo>
                <a:lnTo>
                  <a:pt x="13169" y="1324"/>
                </a:lnTo>
                <a:lnTo>
                  <a:pt x="13169" y="1344"/>
                </a:lnTo>
                <a:moveTo>
                  <a:pt x="13006" y="1344"/>
                </a:moveTo>
                <a:lnTo>
                  <a:pt x="12904" y="1344"/>
                </a:lnTo>
                <a:lnTo>
                  <a:pt x="12904" y="1324"/>
                </a:lnTo>
                <a:lnTo>
                  <a:pt x="13006" y="1324"/>
                </a:lnTo>
                <a:lnTo>
                  <a:pt x="13006" y="1344"/>
                </a:lnTo>
                <a:moveTo>
                  <a:pt x="12843" y="1344"/>
                </a:moveTo>
                <a:lnTo>
                  <a:pt x="12742" y="1344"/>
                </a:lnTo>
                <a:lnTo>
                  <a:pt x="12742" y="1324"/>
                </a:lnTo>
                <a:lnTo>
                  <a:pt x="12843" y="1324"/>
                </a:lnTo>
                <a:lnTo>
                  <a:pt x="12843" y="1344"/>
                </a:lnTo>
                <a:moveTo>
                  <a:pt x="12681" y="1344"/>
                </a:moveTo>
                <a:lnTo>
                  <a:pt x="12579" y="1344"/>
                </a:lnTo>
                <a:lnTo>
                  <a:pt x="12579" y="1324"/>
                </a:lnTo>
                <a:lnTo>
                  <a:pt x="12681" y="1324"/>
                </a:lnTo>
                <a:lnTo>
                  <a:pt x="12681" y="1344"/>
                </a:lnTo>
                <a:moveTo>
                  <a:pt x="12518" y="1344"/>
                </a:moveTo>
                <a:lnTo>
                  <a:pt x="12416" y="1344"/>
                </a:lnTo>
                <a:lnTo>
                  <a:pt x="12416" y="1324"/>
                </a:lnTo>
                <a:lnTo>
                  <a:pt x="12518" y="1324"/>
                </a:lnTo>
                <a:lnTo>
                  <a:pt x="12518" y="1344"/>
                </a:lnTo>
                <a:moveTo>
                  <a:pt x="12355" y="1344"/>
                </a:moveTo>
                <a:lnTo>
                  <a:pt x="12254" y="1344"/>
                </a:lnTo>
                <a:lnTo>
                  <a:pt x="12254" y="1324"/>
                </a:lnTo>
                <a:lnTo>
                  <a:pt x="12355" y="1324"/>
                </a:lnTo>
                <a:lnTo>
                  <a:pt x="12355" y="1344"/>
                </a:lnTo>
                <a:moveTo>
                  <a:pt x="12193" y="1344"/>
                </a:moveTo>
                <a:lnTo>
                  <a:pt x="12091" y="1344"/>
                </a:lnTo>
                <a:lnTo>
                  <a:pt x="12091" y="1324"/>
                </a:lnTo>
                <a:lnTo>
                  <a:pt x="12193" y="1324"/>
                </a:lnTo>
                <a:lnTo>
                  <a:pt x="12193" y="1344"/>
                </a:lnTo>
                <a:moveTo>
                  <a:pt x="12030" y="1344"/>
                </a:moveTo>
                <a:lnTo>
                  <a:pt x="11928" y="1344"/>
                </a:lnTo>
                <a:lnTo>
                  <a:pt x="11928" y="1324"/>
                </a:lnTo>
                <a:lnTo>
                  <a:pt x="12030" y="1324"/>
                </a:lnTo>
                <a:lnTo>
                  <a:pt x="12030" y="1344"/>
                </a:lnTo>
                <a:moveTo>
                  <a:pt x="11867" y="1344"/>
                </a:moveTo>
                <a:lnTo>
                  <a:pt x="11766" y="1344"/>
                </a:lnTo>
                <a:lnTo>
                  <a:pt x="11766" y="1324"/>
                </a:lnTo>
                <a:lnTo>
                  <a:pt x="11867" y="1324"/>
                </a:lnTo>
                <a:lnTo>
                  <a:pt x="11867" y="1344"/>
                </a:lnTo>
                <a:moveTo>
                  <a:pt x="11705" y="1344"/>
                </a:moveTo>
                <a:lnTo>
                  <a:pt x="11603" y="1344"/>
                </a:lnTo>
                <a:lnTo>
                  <a:pt x="11603" y="1324"/>
                </a:lnTo>
                <a:lnTo>
                  <a:pt x="11705" y="1324"/>
                </a:lnTo>
                <a:lnTo>
                  <a:pt x="11705" y="1344"/>
                </a:lnTo>
                <a:moveTo>
                  <a:pt x="11542" y="1344"/>
                </a:moveTo>
                <a:lnTo>
                  <a:pt x="11440" y="1344"/>
                </a:lnTo>
                <a:lnTo>
                  <a:pt x="11440" y="1324"/>
                </a:lnTo>
                <a:lnTo>
                  <a:pt x="11542" y="1324"/>
                </a:lnTo>
                <a:lnTo>
                  <a:pt x="11542" y="1344"/>
                </a:lnTo>
                <a:moveTo>
                  <a:pt x="11379" y="1344"/>
                </a:moveTo>
                <a:lnTo>
                  <a:pt x="11277" y="1344"/>
                </a:lnTo>
                <a:lnTo>
                  <a:pt x="11277" y="1324"/>
                </a:lnTo>
                <a:lnTo>
                  <a:pt x="11379" y="1324"/>
                </a:lnTo>
                <a:lnTo>
                  <a:pt x="11379" y="1344"/>
                </a:lnTo>
                <a:moveTo>
                  <a:pt x="11216" y="1344"/>
                </a:moveTo>
                <a:lnTo>
                  <a:pt x="11115" y="1344"/>
                </a:lnTo>
                <a:lnTo>
                  <a:pt x="11115" y="1324"/>
                </a:lnTo>
                <a:lnTo>
                  <a:pt x="11216" y="1324"/>
                </a:lnTo>
                <a:lnTo>
                  <a:pt x="11216" y="1344"/>
                </a:lnTo>
                <a:moveTo>
                  <a:pt x="11054" y="1344"/>
                </a:moveTo>
                <a:lnTo>
                  <a:pt x="10952" y="1344"/>
                </a:lnTo>
                <a:lnTo>
                  <a:pt x="10952" y="1324"/>
                </a:lnTo>
                <a:lnTo>
                  <a:pt x="11054" y="1324"/>
                </a:lnTo>
                <a:lnTo>
                  <a:pt x="11054" y="1344"/>
                </a:lnTo>
                <a:moveTo>
                  <a:pt x="10891" y="1344"/>
                </a:moveTo>
                <a:lnTo>
                  <a:pt x="10789" y="1344"/>
                </a:lnTo>
                <a:lnTo>
                  <a:pt x="10789" y="1324"/>
                </a:lnTo>
                <a:lnTo>
                  <a:pt x="10891" y="1324"/>
                </a:lnTo>
                <a:lnTo>
                  <a:pt x="10891" y="1344"/>
                </a:lnTo>
                <a:moveTo>
                  <a:pt x="10728" y="1344"/>
                </a:moveTo>
                <a:lnTo>
                  <a:pt x="10627" y="1344"/>
                </a:lnTo>
                <a:lnTo>
                  <a:pt x="10627" y="1324"/>
                </a:lnTo>
                <a:lnTo>
                  <a:pt x="10728" y="1324"/>
                </a:lnTo>
                <a:lnTo>
                  <a:pt x="10728" y="1344"/>
                </a:lnTo>
                <a:moveTo>
                  <a:pt x="10566" y="1344"/>
                </a:moveTo>
                <a:lnTo>
                  <a:pt x="10464" y="1344"/>
                </a:lnTo>
                <a:lnTo>
                  <a:pt x="10464" y="1324"/>
                </a:lnTo>
                <a:lnTo>
                  <a:pt x="10566" y="1324"/>
                </a:lnTo>
                <a:lnTo>
                  <a:pt x="10566" y="1344"/>
                </a:lnTo>
                <a:moveTo>
                  <a:pt x="10403" y="1344"/>
                </a:moveTo>
                <a:lnTo>
                  <a:pt x="10301" y="1344"/>
                </a:lnTo>
                <a:lnTo>
                  <a:pt x="10301" y="1324"/>
                </a:lnTo>
                <a:lnTo>
                  <a:pt x="10403" y="1324"/>
                </a:lnTo>
                <a:lnTo>
                  <a:pt x="10403" y="1344"/>
                </a:lnTo>
                <a:moveTo>
                  <a:pt x="10240" y="1344"/>
                </a:moveTo>
                <a:lnTo>
                  <a:pt x="10139" y="1344"/>
                </a:lnTo>
                <a:lnTo>
                  <a:pt x="10139" y="1324"/>
                </a:lnTo>
                <a:lnTo>
                  <a:pt x="10240" y="1324"/>
                </a:lnTo>
                <a:lnTo>
                  <a:pt x="10240" y="1344"/>
                </a:lnTo>
                <a:moveTo>
                  <a:pt x="10078" y="1344"/>
                </a:moveTo>
                <a:lnTo>
                  <a:pt x="9976" y="1344"/>
                </a:lnTo>
                <a:lnTo>
                  <a:pt x="9976" y="1324"/>
                </a:lnTo>
                <a:lnTo>
                  <a:pt x="10078" y="1324"/>
                </a:lnTo>
                <a:lnTo>
                  <a:pt x="10078" y="1344"/>
                </a:lnTo>
                <a:moveTo>
                  <a:pt x="9915" y="1344"/>
                </a:moveTo>
                <a:lnTo>
                  <a:pt x="9813" y="1344"/>
                </a:lnTo>
                <a:lnTo>
                  <a:pt x="9813" y="1324"/>
                </a:lnTo>
                <a:lnTo>
                  <a:pt x="9915" y="1324"/>
                </a:lnTo>
                <a:lnTo>
                  <a:pt x="9915" y="1344"/>
                </a:lnTo>
                <a:moveTo>
                  <a:pt x="9752" y="1344"/>
                </a:moveTo>
                <a:lnTo>
                  <a:pt x="9651" y="1344"/>
                </a:lnTo>
                <a:lnTo>
                  <a:pt x="9651" y="1324"/>
                </a:lnTo>
                <a:lnTo>
                  <a:pt x="9752" y="1324"/>
                </a:lnTo>
                <a:lnTo>
                  <a:pt x="9752" y="1344"/>
                </a:lnTo>
                <a:moveTo>
                  <a:pt x="9590" y="1344"/>
                </a:moveTo>
                <a:lnTo>
                  <a:pt x="9488" y="1344"/>
                </a:lnTo>
                <a:lnTo>
                  <a:pt x="9488" y="1324"/>
                </a:lnTo>
                <a:lnTo>
                  <a:pt x="9590" y="1324"/>
                </a:lnTo>
                <a:lnTo>
                  <a:pt x="9590" y="1344"/>
                </a:lnTo>
                <a:moveTo>
                  <a:pt x="9427" y="1344"/>
                </a:moveTo>
                <a:lnTo>
                  <a:pt x="9325" y="1344"/>
                </a:lnTo>
                <a:lnTo>
                  <a:pt x="9325" y="1324"/>
                </a:lnTo>
                <a:lnTo>
                  <a:pt x="9427" y="1324"/>
                </a:lnTo>
                <a:lnTo>
                  <a:pt x="9427" y="1344"/>
                </a:lnTo>
                <a:moveTo>
                  <a:pt x="9264" y="1344"/>
                </a:moveTo>
                <a:lnTo>
                  <a:pt x="9163" y="1344"/>
                </a:lnTo>
                <a:lnTo>
                  <a:pt x="9163" y="1324"/>
                </a:lnTo>
                <a:lnTo>
                  <a:pt x="9264" y="1324"/>
                </a:lnTo>
                <a:lnTo>
                  <a:pt x="9264" y="1344"/>
                </a:lnTo>
                <a:moveTo>
                  <a:pt x="9102" y="1344"/>
                </a:moveTo>
                <a:lnTo>
                  <a:pt x="9000" y="1344"/>
                </a:lnTo>
                <a:lnTo>
                  <a:pt x="9000" y="1324"/>
                </a:lnTo>
                <a:lnTo>
                  <a:pt x="9102" y="1324"/>
                </a:lnTo>
                <a:lnTo>
                  <a:pt x="9102" y="1344"/>
                </a:lnTo>
                <a:moveTo>
                  <a:pt x="8939" y="1344"/>
                </a:moveTo>
                <a:lnTo>
                  <a:pt x="8837" y="1344"/>
                </a:lnTo>
                <a:lnTo>
                  <a:pt x="8837" y="1324"/>
                </a:lnTo>
                <a:lnTo>
                  <a:pt x="8939" y="1324"/>
                </a:lnTo>
                <a:lnTo>
                  <a:pt x="8939" y="1344"/>
                </a:lnTo>
                <a:moveTo>
                  <a:pt x="8776" y="1344"/>
                </a:moveTo>
                <a:lnTo>
                  <a:pt x="8674" y="1344"/>
                </a:lnTo>
                <a:lnTo>
                  <a:pt x="8674" y="1324"/>
                </a:lnTo>
                <a:lnTo>
                  <a:pt x="8776" y="1324"/>
                </a:lnTo>
                <a:lnTo>
                  <a:pt x="8776" y="1344"/>
                </a:lnTo>
                <a:moveTo>
                  <a:pt x="8613" y="1344"/>
                </a:moveTo>
                <a:lnTo>
                  <a:pt x="8512" y="1344"/>
                </a:lnTo>
                <a:lnTo>
                  <a:pt x="8512" y="1324"/>
                </a:lnTo>
                <a:lnTo>
                  <a:pt x="8613" y="1324"/>
                </a:lnTo>
                <a:lnTo>
                  <a:pt x="8613" y="1344"/>
                </a:lnTo>
                <a:moveTo>
                  <a:pt x="8451" y="1344"/>
                </a:moveTo>
                <a:lnTo>
                  <a:pt x="8349" y="1344"/>
                </a:lnTo>
                <a:lnTo>
                  <a:pt x="8349" y="1324"/>
                </a:lnTo>
                <a:lnTo>
                  <a:pt x="8451" y="1324"/>
                </a:lnTo>
                <a:lnTo>
                  <a:pt x="8451" y="1344"/>
                </a:lnTo>
                <a:moveTo>
                  <a:pt x="8288" y="1344"/>
                </a:moveTo>
                <a:lnTo>
                  <a:pt x="8186" y="1344"/>
                </a:lnTo>
                <a:lnTo>
                  <a:pt x="8186" y="1324"/>
                </a:lnTo>
                <a:lnTo>
                  <a:pt x="8288" y="1324"/>
                </a:lnTo>
                <a:lnTo>
                  <a:pt x="8288" y="1344"/>
                </a:lnTo>
                <a:moveTo>
                  <a:pt x="8125" y="1344"/>
                </a:moveTo>
                <a:lnTo>
                  <a:pt x="8024" y="1344"/>
                </a:lnTo>
                <a:lnTo>
                  <a:pt x="8024" y="1324"/>
                </a:lnTo>
                <a:lnTo>
                  <a:pt x="8125" y="1324"/>
                </a:lnTo>
                <a:lnTo>
                  <a:pt x="8125" y="1344"/>
                </a:lnTo>
                <a:moveTo>
                  <a:pt x="7963" y="1344"/>
                </a:moveTo>
                <a:lnTo>
                  <a:pt x="7861" y="1344"/>
                </a:lnTo>
                <a:lnTo>
                  <a:pt x="7861" y="1324"/>
                </a:lnTo>
                <a:lnTo>
                  <a:pt x="7963" y="1324"/>
                </a:lnTo>
                <a:lnTo>
                  <a:pt x="7963" y="1344"/>
                </a:lnTo>
                <a:moveTo>
                  <a:pt x="7800" y="1344"/>
                </a:moveTo>
                <a:lnTo>
                  <a:pt x="7698" y="1344"/>
                </a:lnTo>
                <a:lnTo>
                  <a:pt x="7698" y="1324"/>
                </a:lnTo>
                <a:lnTo>
                  <a:pt x="7800" y="1324"/>
                </a:lnTo>
                <a:lnTo>
                  <a:pt x="7800" y="1344"/>
                </a:lnTo>
                <a:moveTo>
                  <a:pt x="7637" y="1344"/>
                </a:moveTo>
                <a:lnTo>
                  <a:pt x="7536" y="1344"/>
                </a:lnTo>
                <a:lnTo>
                  <a:pt x="7536" y="1324"/>
                </a:lnTo>
                <a:lnTo>
                  <a:pt x="7637" y="1324"/>
                </a:lnTo>
                <a:lnTo>
                  <a:pt x="7637" y="1344"/>
                </a:lnTo>
                <a:moveTo>
                  <a:pt x="7475" y="1344"/>
                </a:moveTo>
                <a:lnTo>
                  <a:pt x="7373" y="1344"/>
                </a:lnTo>
                <a:lnTo>
                  <a:pt x="7373" y="1324"/>
                </a:lnTo>
                <a:lnTo>
                  <a:pt x="7475" y="1324"/>
                </a:lnTo>
                <a:lnTo>
                  <a:pt x="7475" y="1344"/>
                </a:lnTo>
                <a:moveTo>
                  <a:pt x="7312" y="1344"/>
                </a:moveTo>
                <a:lnTo>
                  <a:pt x="7210" y="1344"/>
                </a:lnTo>
                <a:lnTo>
                  <a:pt x="7210" y="1324"/>
                </a:lnTo>
                <a:lnTo>
                  <a:pt x="7312" y="1324"/>
                </a:lnTo>
                <a:lnTo>
                  <a:pt x="7312" y="1344"/>
                </a:lnTo>
                <a:moveTo>
                  <a:pt x="7149" y="1344"/>
                </a:moveTo>
                <a:lnTo>
                  <a:pt x="7048" y="1344"/>
                </a:lnTo>
                <a:lnTo>
                  <a:pt x="7048" y="1324"/>
                </a:lnTo>
                <a:lnTo>
                  <a:pt x="7149" y="1324"/>
                </a:lnTo>
                <a:lnTo>
                  <a:pt x="7149" y="1344"/>
                </a:lnTo>
                <a:moveTo>
                  <a:pt x="6987" y="1344"/>
                </a:moveTo>
                <a:lnTo>
                  <a:pt x="6885" y="1344"/>
                </a:lnTo>
                <a:lnTo>
                  <a:pt x="6885" y="1324"/>
                </a:lnTo>
                <a:lnTo>
                  <a:pt x="6987" y="1324"/>
                </a:lnTo>
                <a:lnTo>
                  <a:pt x="6987" y="1344"/>
                </a:lnTo>
                <a:moveTo>
                  <a:pt x="6824" y="1344"/>
                </a:moveTo>
                <a:lnTo>
                  <a:pt x="6722" y="1344"/>
                </a:lnTo>
                <a:lnTo>
                  <a:pt x="6722" y="1324"/>
                </a:lnTo>
                <a:lnTo>
                  <a:pt x="6824" y="1324"/>
                </a:lnTo>
                <a:lnTo>
                  <a:pt x="6824" y="1344"/>
                </a:lnTo>
                <a:moveTo>
                  <a:pt x="6661" y="1344"/>
                </a:moveTo>
                <a:lnTo>
                  <a:pt x="6560" y="1344"/>
                </a:lnTo>
                <a:lnTo>
                  <a:pt x="6560" y="1324"/>
                </a:lnTo>
                <a:lnTo>
                  <a:pt x="6661" y="1324"/>
                </a:lnTo>
                <a:lnTo>
                  <a:pt x="6661" y="1344"/>
                </a:lnTo>
                <a:moveTo>
                  <a:pt x="6499" y="1344"/>
                </a:moveTo>
                <a:lnTo>
                  <a:pt x="6397" y="1344"/>
                </a:lnTo>
                <a:lnTo>
                  <a:pt x="6397" y="1324"/>
                </a:lnTo>
                <a:lnTo>
                  <a:pt x="6499" y="1324"/>
                </a:lnTo>
                <a:lnTo>
                  <a:pt x="6499" y="1344"/>
                </a:lnTo>
                <a:moveTo>
                  <a:pt x="6336" y="1344"/>
                </a:moveTo>
                <a:lnTo>
                  <a:pt x="6234" y="1344"/>
                </a:lnTo>
                <a:lnTo>
                  <a:pt x="6234" y="1324"/>
                </a:lnTo>
                <a:lnTo>
                  <a:pt x="6336" y="1324"/>
                </a:lnTo>
                <a:lnTo>
                  <a:pt x="6336" y="1344"/>
                </a:lnTo>
                <a:moveTo>
                  <a:pt x="6173" y="1344"/>
                </a:moveTo>
                <a:lnTo>
                  <a:pt x="6072" y="1344"/>
                </a:lnTo>
                <a:lnTo>
                  <a:pt x="6072" y="1324"/>
                </a:lnTo>
                <a:lnTo>
                  <a:pt x="6173" y="1324"/>
                </a:lnTo>
                <a:lnTo>
                  <a:pt x="6173" y="1344"/>
                </a:lnTo>
                <a:moveTo>
                  <a:pt x="6010" y="1344"/>
                </a:moveTo>
                <a:lnTo>
                  <a:pt x="5909" y="1344"/>
                </a:lnTo>
                <a:lnTo>
                  <a:pt x="5909" y="1324"/>
                </a:lnTo>
                <a:lnTo>
                  <a:pt x="6010" y="1324"/>
                </a:lnTo>
                <a:lnTo>
                  <a:pt x="6010" y="1344"/>
                </a:lnTo>
                <a:moveTo>
                  <a:pt x="5848" y="1344"/>
                </a:moveTo>
                <a:lnTo>
                  <a:pt x="5746" y="1344"/>
                </a:lnTo>
                <a:lnTo>
                  <a:pt x="5746" y="1324"/>
                </a:lnTo>
                <a:lnTo>
                  <a:pt x="5848" y="1324"/>
                </a:lnTo>
                <a:lnTo>
                  <a:pt x="5848" y="1344"/>
                </a:lnTo>
                <a:moveTo>
                  <a:pt x="5685" y="1344"/>
                </a:moveTo>
                <a:lnTo>
                  <a:pt x="5583" y="1344"/>
                </a:lnTo>
                <a:lnTo>
                  <a:pt x="5583" y="1324"/>
                </a:lnTo>
                <a:lnTo>
                  <a:pt x="5685" y="1324"/>
                </a:lnTo>
                <a:lnTo>
                  <a:pt x="5685" y="1344"/>
                </a:lnTo>
                <a:moveTo>
                  <a:pt x="5522" y="1344"/>
                </a:moveTo>
                <a:lnTo>
                  <a:pt x="5421" y="1344"/>
                </a:lnTo>
                <a:lnTo>
                  <a:pt x="5421" y="1324"/>
                </a:lnTo>
                <a:lnTo>
                  <a:pt x="5522" y="1324"/>
                </a:lnTo>
                <a:lnTo>
                  <a:pt x="5522" y="1344"/>
                </a:lnTo>
                <a:moveTo>
                  <a:pt x="5360" y="1344"/>
                </a:moveTo>
                <a:lnTo>
                  <a:pt x="5258" y="1344"/>
                </a:lnTo>
                <a:lnTo>
                  <a:pt x="5258" y="1324"/>
                </a:lnTo>
                <a:lnTo>
                  <a:pt x="5360" y="1324"/>
                </a:lnTo>
                <a:lnTo>
                  <a:pt x="5360" y="1344"/>
                </a:lnTo>
                <a:moveTo>
                  <a:pt x="5197" y="1344"/>
                </a:moveTo>
                <a:lnTo>
                  <a:pt x="5095" y="1344"/>
                </a:lnTo>
                <a:lnTo>
                  <a:pt x="5095" y="1324"/>
                </a:lnTo>
                <a:lnTo>
                  <a:pt x="5197" y="1324"/>
                </a:lnTo>
                <a:lnTo>
                  <a:pt x="5197" y="1344"/>
                </a:lnTo>
                <a:moveTo>
                  <a:pt x="5034" y="1344"/>
                </a:moveTo>
                <a:lnTo>
                  <a:pt x="4933" y="1344"/>
                </a:lnTo>
                <a:lnTo>
                  <a:pt x="4933" y="1324"/>
                </a:lnTo>
                <a:lnTo>
                  <a:pt x="5034" y="1324"/>
                </a:lnTo>
                <a:lnTo>
                  <a:pt x="5034" y="1344"/>
                </a:lnTo>
                <a:moveTo>
                  <a:pt x="4871" y="1344"/>
                </a:moveTo>
                <a:lnTo>
                  <a:pt x="4769" y="1344"/>
                </a:lnTo>
                <a:lnTo>
                  <a:pt x="4769" y="1324"/>
                </a:lnTo>
                <a:lnTo>
                  <a:pt x="4871" y="1324"/>
                </a:lnTo>
                <a:lnTo>
                  <a:pt x="4871" y="1344"/>
                </a:lnTo>
                <a:moveTo>
                  <a:pt x="4708" y="1344"/>
                </a:moveTo>
                <a:lnTo>
                  <a:pt x="4606" y="1344"/>
                </a:lnTo>
                <a:lnTo>
                  <a:pt x="4606" y="1324"/>
                </a:lnTo>
                <a:lnTo>
                  <a:pt x="4708" y="1324"/>
                </a:lnTo>
                <a:lnTo>
                  <a:pt x="4708" y="1344"/>
                </a:lnTo>
                <a:moveTo>
                  <a:pt x="4545" y="1344"/>
                </a:moveTo>
                <a:lnTo>
                  <a:pt x="4444" y="1344"/>
                </a:lnTo>
                <a:lnTo>
                  <a:pt x="4444" y="1324"/>
                </a:lnTo>
                <a:lnTo>
                  <a:pt x="4545" y="1324"/>
                </a:lnTo>
                <a:lnTo>
                  <a:pt x="4545" y="1344"/>
                </a:lnTo>
                <a:moveTo>
                  <a:pt x="4383" y="1344"/>
                </a:moveTo>
                <a:lnTo>
                  <a:pt x="4281" y="1344"/>
                </a:lnTo>
                <a:lnTo>
                  <a:pt x="4281" y="1324"/>
                </a:lnTo>
                <a:lnTo>
                  <a:pt x="4383" y="1324"/>
                </a:lnTo>
                <a:lnTo>
                  <a:pt x="4383" y="1344"/>
                </a:lnTo>
                <a:moveTo>
                  <a:pt x="4220" y="1344"/>
                </a:moveTo>
                <a:lnTo>
                  <a:pt x="4118" y="1344"/>
                </a:lnTo>
                <a:lnTo>
                  <a:pt x="4118" y="1324"/>
                </a:lnTo>
                <a:lnTo>
                  <a:pt x="4220" y="1324"/>
                </a:lnTo>
                <a:lnTo>
                  <a:pt x="4220" y="1344"/>
                </a:lnTo>
                <a:moveTo>
                  <a:pt x="4057" y="1344"/>
                </a:moveTo>
                <a:lnTo>
                  <a:pt x="3956" y="1344"/>
                </a:lnTo>
                <a:lnTo>
                  <a:pt x="3956" y="1324"/>
                </a:lnTo>
                <a:lnTo>
                  <a:pt x="4057" y="1324"/>
                </a:lnTo>
                <a:lnTo>
                  <a:pt x="4057" y="1344"/>
                </a:lnTo>
                <a:moveTo>
                  <a:pt x="3895" y="1344"/>
                </a:moveTo>
                <a:lnTo>
                  <a:pt x="3793" y="1344"/>
                </a:lnTo>
                <a:lnTo>
                  <a:pt x="3793" y="1324"/>
                </a:lnTo>
                <a:lnTo>
                  <a:pt x="3895" y="1324"/>
                </a:lnTo>
                <a:lnTo>
                  <a:pt x="3895" y="1344"/>
                </a:lnTo>
                <a:moveTo>
                  <a:pt x="3732" y="1344"/>
                </a:moveTo>
                <a:lnTo>
                  <a:pt x="3630" y="1344"/>
                </a:lnTo>
                <a:lnTo>
                  <a:pt x="3630" y="1324"/>
                </a:lnTo>
                <a:lnTo>
                  <a:pt x="3732" y="1324"/>
                </a:lnTo>
                <a:lnTo>
                  <a:pt x="3732" y="1344"/>
                </a:lnTo>
                <a:moveTo>
                  <a:pt x="3569" y="1344"/>
                </a:moveTo>
                <a:lnTo>
                  <a:pt x="3468" y="1344"/>
                </a:lnTo>
                <a:lnTo>
                  <a:pt x="3468" y="1324"/>
                </a:lnTo>
                <a:lnTo>
                  <a:pt x="3569" y="1324"/>
                </a:lnTo>
                <a:lnTo>
                  <a:pt x="3569" y="1344"/>
                </a:lnTo>
                <a:moveTo>
                  <a:pt x="3407" y="1344"/>
                </a:moveTo>
                <a:lnTo>
                  <a:pt x="3305" y="1344"/>
                </a:lnTo>
                <a:lnTo>
                  <a:pt x="3305" y="1324"/>
                </a:lnTo>
                <a:lnTo>
                  <a:pt x="3407" y="1324"/>
                </a:lnTo>
                <a:lnTo>
                  <a:pt x="3407" y="1344"/>
                </a:lnTo>
                <a:moveTo>
                  <a:pt x="3244" y="1344"/>
                </a:moveTo>
                <a:lnTo>
                  <a:pt x="3142" y="1344"/>
                </a:lnTo>
                <a:lnTo>
                  <a:pt x="3142" y="1324"/>
                </a:lnTo>
                <a:lnTo>
                  <a:pt x="3244" y="1324"/>
                </a:lnTo>
                <a:lnTo>
                  <a:pt x="3244" y="1344"/>
                </a:lnTo>
                <a:moveTo>
                  <a:pt x="3081" y="1344"/>
                </a:moveTo>
                <a:lnTo>
                  <a:pt x="2979" y="1344"/>
                </a:lnTo>
                <a:lnTo>
                  <a:pt x="2979" y="1324"/>
                </a:lnTo>
                <a:lnTo>
                  <a:pt x="3081" y="1324"/>
                </a:lnTo>
                <a:lnTo>
                  <a:pt x="3081" y="1344"/>
                </a:lnTo>
                <a:moveTo>
                  <a:pt x="2918" y="1344"/>
                </a:moveTo>
                <a:lnTo>
                  <a:pt x="2817" y="1344"/>
                </a:lnTo>
                <a:lnTo>
                  <a:pt x="2817" y="1324"/>
                </a:lnTo>
                <a:lnTo>
                  <a:pt x="2918" y="1324"/>
                </a:lnTo>
                <a:lnTo>
                  <a:pt x="2918" y="1344"/>
                </a:lnTo>
                <a:moveTo>
                  <a:pt x="2756" y="1344"/>
                </a:moveTo>
                <a:lnTo>
                  <a:pt x="2654" y="1344"/>
                </a:lnTo>
                <a:lnTo>
                  <a:pt x="2654" y="1324"/>
                </a:lnTo>
                <a:lnTo>
                  <a:pt x="2756" y="1324"/>
                </a:lnTo>
                <a:lnTo>
                  <a:pt x="2756" y="1344"/>
                </a:lnTo>
                <a:moveTo>
                  <a:pt x="2593" y="1344"/>
                </a:moveTo>
                <a:lnTo>
                  <a:pt x="2491" y="1344"/>
                </a:lnTo>
                <a:lnTo>
                  <a:pt x="2491" y="1324"/>
                </a:lnTo>
                <a:lnTo>
                  <a:pt x="2593" y="1324"/>
                </a:lnTo>
                <a:lnTo>
                  <a:pt x="2593" y="1344"/>
                </a:lnTo>
                <a:moveTo>
                  <a:pt x="2430" y="1344"/>
                </a:moveTo>
                <a:lnTo>
                  <a:pt x="2329" y="1344"/>
                </a:lnTo>
                <a:lnTo>
                  <a:pt x="2329" y="1324"/>
                </a:lnTo>
                <a:lnTo>
                  <a:pt x="2430" y="1324"/>
                </a:lnTo>
                <a:lnTo>
                  <a:pt x="2430" y="1344"/>
                </a:lnTo>
                <a:moveTo>
                  <a:pt x="2268" y="1344"/>
                </a:moveTo>
                <a:lnTo>
                  <a:pt x="2166" y="1344"/>
                </a:lnTo>
                <a:lnTo>
                  <a:pt x="2166" y="1324"/>
                </a:lnTo>
                <a:lnTo>
                  <a:pt x="2268" y="1324"/>
                </a:lnTo>
                <a:lnTo>
                  <a:pt x="2268" y="1344"/>
                </a:lnTo>
                <a:moveTo>
                  <a:pt x="2105" y="1344"/>
                </a:moveTo>
                <a:lnTo>
                  <a:pt x="2003" y="1344"/>
                </a:lnTo>
                <a:lnTo>
                  <a:pt x="2003" y="1324"/>
                </a:lnTo>
                <a:lnTo>
                  <a:pt x="2105" y="1324"/>
                </a:lnTo>
                <a:lnTo>
                  <a:pt x="2105" y="1344"/>
                </a:lnTo>
                <a:moveTo>
                  <a:pt x="1942" y="1344"/>
                </a:moveTo>
                <a:lnTo>
                  <a:pt x="1841" y="1344"/>
                </a:lnTo>
                <a:lnTo>
                  <a:pt x="1841" y="1324"/>
                </a:lnTo>
                <a:lnTo>
                  <a:pt x="1942" y="1324"/>
                </a:lnTo>
                <a:lnTo>
                  <a:pt x="1942" y="1344"/>
                </a:lnTo>
                <a:moveTo>
                  <a:pt x="1780" y="1344"/>
                </a:moveTo>
                <a:lnTo>
                  <a:pt x="1678" y="1344"/>
                </a:lnTo>
                <a:lnTo>
                  <a:pt x="1678" y="1324"/>
                </a:lnTo>
                <a:lnTo>
                  <a:pt x="1780" y="1324"/>
                </a:lnTo>
                <a:lnTo>
                  <a:pt x="1780" y="1344"/>
                </a:lnTo>
                <a:moveTo>
                  <a:pt x="1617" y="1344"/>
                </a:moveTo>
                <a:lnTo>
                  <a:pt x="1515" y="1344"/>
                </a:lnTo>
                <a:lnTo>
                  <a:pt x="1515" y="1324"/>
                </a:lnTo>
                <a:lnTo>
                  <a:pt x="1617" y="1324"/>
                </a:lnTo>
                <a:lnTo>
                  <a:pt x="1617" y="1344"/>
                </a:lnTo>
                <a:moveTo>
                  <a:pt x="1454" y="1344"/>
                </a:moveTo>
                <a:lnTo>
                  <a:pt x="1353" y="1344"/>
                </a:lnTo>
                <a:lnTo>
                  <a:pt x="1353" y="1324"/>
                </a:lnTo>
                <a:lnTo>
                  <a:pt x="1454" y="1324"/>
                </a:lnTo>
                <a:lnTo>
                  <a:pt x="1454" y="1344"/>
                </a:lnTo>
                <a:moveTo>
                  <a:pt x="1292" y="1344"/>
                </a:moveTo>
                <a:lnTo>
                  <a:pt x="1190" y="1344"/>
                </a:lnTo>
                <a:lnTo>
                  <a:pt x="1190" y="1324"/>
                </a:lnTo>
                <a:lnTo>
                  <a:pt x="1292" y="1324"/>
                </a:lnTo>
                <a:lnTo>
                  <a:pt x="1292" y="1344"/>
                </a:lnTo>
                <a:moveTo>
                  <a:pt x="1129" y="1344"/>
                </a:moveTo>
                <a:lnTo>
                  <a:pt x="1027" y="1344"/>
                </a:lnTo>
                <a:lnTo>
                  <a:pt x="1027" y="1324"/>
                </a:lnTo>
                <a:lnTo>
                  <a:pt x="1129" y="1324"/>
                </a:lnTo>
                <a:lnTo>
                  <a:pt x="1129" y="1344"/>
                </a:lnTo>
                <a:moveTo>
                  <a:pt x="966" y="1344"/>
                </a:moveTo>
                <a:lnTo>
                  <a:pt x="865" y="1344"/>
                </a:lnTo>
                <a:lnTo>
                  <a:pt x="865" y="1324"/>
                </a:lnTo>
                <a:lnTo>
                  <a:pt x="966" y="1324"/>
                </a:lnTo>
                <a:lnTo>
                  <a:pt x="966" y="1344"/>
                </a:lnTo>
                <a:moveTo>
                  <a:pt x="804" y="1344"/>
                </a:moveTo>
                <a:lnTo>
                  <a:pt x="702" y="1344"/>
                </a:lnTo>
                <a:lnTo>
                  <a:pt x="702" y="1324"/>
                </a:lnTo>
                <a:lnTo>
                  <a:pt x="804" y="1324"/>
                </a:lnTo>
                <a:lnTo>
                  <a:pt x="804" y="1344"/>
                </a:lnTo>
                <a:moveTo>
                  <a:pt x="641" y="1344"/>
                </a:moveTo>
                <a:lnTo>
                  <a:pt x="539" y="1344"/>
                </a:lnTo>
                <a:lnTo>
                  <a:pt x="539" y="1324"/>
                </a:lnTo>
                <a:lnTo>
                  <a:pt x="641" y="1324"/>
                </a:lnTo>
                <a:lnTo>
                  <a:pt x="641" y="1344"/>
                </a:lnTo>
                <a:moveTo>
                  <a:pt x="478" y="1344"/>
                </a:moveTo>
                <a:lnTo>
                  <a:pt x="376" y="1344"/>
                </a:lnTo>
                <a:lnTo>
                  <a:pt x="376" y="1324"/>
                </a:lnTo>
                <a:lnTo>
                  <a:pt x="478" y="1324"/>
                </a:lnTo>
                <a:lnTo>
                  <a:pt x="478" y="1344"/>
                </a:lnTo>
                <a:moveTo>
                  <a:pt x="315" y="1344"/>
                </a:moveTo>
                <a:lnTo>
                  <a:pt x="214" y="1344"/>
                </a:lnTo>
                <a:lnTo>
                  <a:pt x="214" y="1324"/>
                </a:lnTo>
                <a:lnTo>
                  <a:pt x="315" y="1324"/>
                </a:lnTo>
                <a:lnTo>
                  <a:pt x="315" y="1344"/>
                </a:lnTo>
                <a:moveTo>
                  <a:pt x="153" y="1344"/>
                </a:moveTo>
                <a:lnTo>
                  <a:pt x="51" y="1344"/>
                </a:lnTo>
                <a:lnTo>
                  <a:pt x="51" y="1324"/>
                </a:lnTo>
                <a:lnTo>
                  <a:pt x="153" y="1324"/>
                </a:lnTo>
                <a:lnTo>
                  <a:pt x="153" y="1344"/>
                </a:lnTo>
                <a:moveTo>
                  <a:pt x="0" y="1314"/>
                </a:moveTo>
                <a:lnTo>
                  <a:pt x="0" y="1212"/>
                </a:lnTo>
                <a:lnTo>
                  <a:pt x="21" y="1212"/>
                </a:lnTo>
                <a:lnTo>
                  <a:pt x="21" y="1314"/>
                </a:lnTo>
                <a:lnTo>
                  <a:pt x="0" y="1314"/>
                </a:lnTo>
                <a:moveTo>
                  <a:pt x="0" y="1151"/>
                </a:moveTo>
                <a:lnTo>
                  <a:pt x="0" y="1049"/>
                </a:lnTo>
                <a:lnTo>
                  <a:pt x="21" y="1049"/>
                </a:lnTo>
                <a:lnTo>
                  <a:pt x="21" y="1151"/>
                </a:lnTo>
                <a:lnTo>
                  <a:pt x="0" y="1151"/>
                </a:lnTo>
                <a:moveTo>
                  <a:pt x="0" y="988"/>
                </a:moveTo>
                <a:lnTo>
                  <a:pt x="0" y="887"/>
                </a:lnTo>
                <a:lnTo>
                  <a:pt x="21" y="887"/>
                </a:lnTo>
                <a:lnTo>
                  <a:pt x="21" y="988"/>
                </a:lnTo>
                <a:lnTo>
                  <a:pt x="0" y="988"/>
                </a:lnTo>
                <a:moveTo>
                  <a:pt x="0" y="825"/>
                </a:moveTo>
                <a:lnTo>
                  <a:pt x="0" y="724"/>
                </a:lnTo>
                <a:lnTo>
                  <a:pt x="21" y="724"/>
                </a:lnTo>
                <a:lnTo>
                  <a:pt x="21" y="825"/>
                </a:lnTo>
                <a:lnTo>
                  <a:pt x="0" y="825"/>
                </a:lnTo>
                <a:moveTo>
                  <a:pt x="0" y="663"/>
                </a:moveTo>
                <a:lnTo>
                  <a:pt x="0" y="561"/>
                </a:lnTo>
                <a:lnTo>
                  <a:pt x="21" y="561"/>
                </a:lnTo>
                <a:lnTo>
                  <a:pt x="21" y="663"/>
                </a:lnTo>
                <a:lnTo>
                  <a:pt x="0" y="663"/>
                </a:lnTo>
                <a:moveTo>
                  <a:pt x="0" y="500"/>
                </a:moveTo>
                <a:lnTo>
                  <a:pt x="0" y="398"/>
                </a:lnTo>
                <a:lnTo>
                  <a:pt x="21" y="398"/>
                </a:lnTo>
                <a:lnTo>
                  <a:pt x="21" y="500"/>
                </a:lnTo>
                <a:lnTo>
                  <a:pt x="0" y="500"/>
                </a:lnTo>
                <a:moveTo>
                  <a:pt x="0" y="337"/>
                </a:moveTo>
                <a:lnTo>
                  <a:pt x="0" y="235"/>
                </a:lnTo>
                <a:lnTo>
                  <a:pt x="21" y="235"/>
                </a:lnTo>
                <a:lnTo>
                  <a:pt x="21" y="337"/>
                </a:lnTo>
                <a:lnTo>
                  <a:pt x="0" y="337"/>
                </a:lnTo>
                <a:moveTo>
                  <a:pt x="0" y="174"/>
                </a:moveTo>
                <a:lnTo>
                  <a:pt x="0" y="71"/>
                </a:lnTo>
                <a:lnTo>
                  <a:pt x="21" y="71"/>
                </a:lnTo>
                <a:lnTo>
                  <a:pt x="21" y="174"/>
                </a:lnTo>
                <a:lnTo>
                  <a:pt x="0" y="174"/>
                </a:lnTo>
                <a:moveTo>
                  <a:pt x="10" y="0"/>
                </a:moveTo>
                <a:lnTo>
                  <a:pt x="112" y="0"/>
                </a:lnTo>
                <a:lnTo>
                  <a:pt x="112" y="21"/>
                </a:lnTo>
                <a:lnTo>
                  <a:pt x="10" y="21"/>
                </a:lnTo>
                <a:lnTo>
                  <a:pt x="10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1" name=""/>
          <p:cNvSpPr/>
          <p:nvPr/>
        </p:nvSpPr>
        <p:spPr>
          <a:xfrm>
            <a:off x="7181640" y="741960"/>
            <a:ext cx="88200" cy="73800"/>
          </a:xfrm>
          <a:custGeom>
            <a:avLst/>
            <a:gdLst/>
            <a:ahLst/>
            <a:rect l="0" t="0" r="r" b="b"/>
            <a:pathLst>
              <a:path w="245" h="205">
                <a:moveTo>
                  <a:pt x="0" y="0"/>
                </a:moveTo>
                <a:lnTo>
                  <a:pt x="245" y="0"/>
                </a:lnTo>
                <a:lnTo>
                  <a:pt x="245" y="205"/>
                </a:lnTo>
                <a:lnTo>
                  <a:pt x="0" y="205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4444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2" name=""/>
          <p:cNvSpPr/>
          <p:nvPr/>
        </p:nvSpPr>
        <p:spPr>
          <a:xfrm>
            <a:off x="7181640" y="767520"/>
            <a:ext cx="87840" cy="0"/>
          </a:xfrm>
          <a:prstGeom prst="line">
            <a:avLst/>
          </a:prstGeom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3" name=""/>
          <p:cNvSpPr txBox="1"/>
          <p:nvPr/>
        </p:nvSpPr>
        <p:spPr>
          <a:xfrm>
            <a:off x="457200" y="351000"/>
            <a:ext cx="86036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0  ·  DEEL  2  VAN  2  ·  DE  EX AM ENO NDER DEELS PECIFICATIE  M ET  H AAR   TO ETS VO R M ,  INS TR UM ENTEN,  M ATER IAAL  EN  R UIM TE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4" name=""/>
          <p:cNvSpPr txBox="1"/>
          <p:nvPr/>
        </p:nvSpPr>
        <p:spPr>
          <a:xfrm>
            <a:off x="1347120" y="733680"/>
            <a:ext cx="73980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4a3a78"/>
                </a:solidFill>
                <a:latin typeface="DejaVuSans"/>
                <a:ea typeface="DejaVuSans"/>
              </a:rPr>
              <a:t>Leermiddelgroep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5" name=""/>
          <p:cNvSpPr txBox="1"/>
          <p:nvPr/>
        </p:nvSpPr>
        <p:spPr>
          <a:xfrm>
            <a:off x="1347120" y="852120"/>
            <a:ext cx="366444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c1c1c"/>
                </a:solidFill>
                <a:latin typeface="DejaVuSans"/>
                <a:ea typeface="DejaVuSans"/>
              </a:rPr>
              <a:t>Examenmateriaal: oefenrecepten, casuskaarten, baliemateriaal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6" name=""/>
          <p:cNvSpPr/>
          <p:nvPr/>
        </p:nvSpPr>
        <p:spPr>
          <a:xfrm>
            <a:off x="1273680" y="1364760"/>
            <a:ext cx="4568760" cy="476640"/>
          </a:xfrm>
          <a:custGeom>
            <a:avLst/>
            <a:gdLst/>
            <a:ahLst/>
            <a:rect l="0" t="0" r="r" b="b"/>
            <a:pathLst>
              <a:path w="12691" h="1324">
                <a:moveTo>
                  <a:pt x="0" y="0"/>
                </a:moveTo>
                <a:lnTo>
                  <a:pt x="12691" y="0"/>
                </a:lnTo>
                <a:lnTo>
                  <a:pt x="1269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7" name=""/>
          <p:cNvSpPr/>
          <p:nvPr/>
        </p:nvSpPr>
        <p:spPr>
          <a:xfrm>
            <a:off x="1270080" y="1361160"/>
            <a:ext cx="4575960" cy="483840"/>
          </a:xfrm>
          <a:custGeom>
            <a:avLst/>
            <a:gdLst/>
            <a:ahLst/>
            <a:rect l="0" t="0" r="r" b="b"/>
            <a:pathLst>
              <a:path w="12711" h="1344">
                <a:moveTo>
                  <a:pt x="173" y="0"/>
                </a:moveTo>
                <a:lnTo>
                  <a:pt x="275" y="0"/>
                </a:lnTo>
                <a:lnTo>
                  <a:pt x="275" y="20"/>
                </a:lnTo>
                <a:lnTo>
                  <a:pt x="173" y="20"/>
                </a:lnTo>
                <a:lnTo>
                  <a:pt x="173" y="0"/>
                </a:lnTo>
                <a:moveTo>
                  <a:pt x="336" y="0"/>
                </a:moveTo>
                <a:lnTo>
                  <a:pt x="437" y="0"/>
                </a:lnTo>
                <a:lnTo>
                  <a:pt x="437" y="20"/>
                </a:lnTo>
                <a:lnTo>
                  <a:pt x="336" y="20"/>
                </a:lnTo>
                <a:lnTo>
                  <a:pt x="336" y="0"/>
                </a:lnTo>
                <a:moveTo>
                  <a:pt x="498" y="0"/>
                </a:moveTo>
                <a:lnTo>
                  <a:pt x="600" y="0"/>
                </a:lnTo>
                <a:lnTo>
                  <a:pt x="600" y="20"/>
                </a:lnTo>
                <a:lnTo>
                  <a:pt x="498" y="20"/>
                </a:lnTo>
                <a:lnTo>
                  <a:pt x="498" y="0"/>
                </a:lnTo>
                <a:moveTo>
                  <a:pt x="661" y="0"/>
                </a:moveTo>
                <a:lnTo>
                  <a:pt x="763" y="0"/>
                </a:lnTo>
                <a:lnTo>
                  <a:pt x="763" y="20"/>
                </a:lnTo>
                <a:lnTo>
                  <a:pt x="661" y="20"/>
                </a:lnTo>
                <a:lnTo>
                  <a:pt x="661" y="0"/>
                </a:lnTo>
                <a:moveTo>
                  <a:pt x="824" y="0"/>
                </a:moveTo>
                <a:lnTo>
                  <a:pt x="926" y="0"/>
                </a:lnTo>
                <a:lnTo>
                  <a:pt x="926" y="20"/>
                </a:lnTo>
                <a:lnTo>
                  <a:pt x="824" y="20"/>
                </a:lnTo>
                <a:lnTo>
                  <a:pt x="824" y="0"/>
                </a:lnTo>
                <a:moveTo>
                  <a:pt x="987" y="0"/>
                </a:moveTo>
                <a:lnTo>
                  <a:pt x="1088" y="0"/>
                </a:lnTo>
                <a:lnTo>
                  <a:pt x="1088" y="20"/>
                </a:lnTo>
                <a:lnTo>
                  <a:pt x="987" y="20"/>
                </a:lnTo>
                <a:lnTo>
                  <a:pt x="987" y="0"/>
                </a:lnTo>
                <a:moveTo>
                  <a:pt x="1149" y="0"/>
                </a:moveTo>
                <a:lnTo>
                  <a:pt x="1251" y="0"/>
                </a:lnTo>
                <a:lnTo>
                  <a:pt x="1251" y="20"/>
                </a:lnTo>
                <a:lnTo>
                  <a:pt x="1149" y="20"/>
                </a:lnTo>
                <a:lnTo>
                  <a:pt x="1149" y="0"/>
                </a:lnTo>
                <a:moveTo>
                  <a:pt x="1312" y="0"/>
                </a:moveTo>
                <a:lnTo>
                  <a:pt x="1414" y="0"/>
                </a:lnTo>
                <a:lnTo>
                  <a:pt x="1414" y="20"/>
                </a:lnTo>
                <a:lnTo>
                  <a:pt x="1312" y="20"/>
                </a:lnTo>
                <a:lnTo>
                  <a:pt x="1312" y="0"/>
                </a:lnTo>
                <a:moveTo>
                  <a:pt x="1475" y="0"/>
                </a:moveTo>
                <a:lnTo>
                  <a:pt x="1576" y="0"/>
                </a:lnTo>
                <a:lnTo>
                  <a:pt x="1576" y="20"/>
                </a:lnTo>
                <a:lnTo>
                  <a:pt x="1475" y="20"/>
                </a:lnTo>
                <a:lnTo>
                  <a:pt x="1475" y="0"/>
                </a:lnTo>
                <a:moveTo>
                  <a:pt x="1637" y="0"/>
                </a:moveTo>
                <a:lnTo>
                  <a:pt x="1739" y="0"/>
                </a:lnTo>
                <a:lnTo>
                  <a:pt x="1739" y="20"/>
                </a:lnTo>
                <a:lnTo>
                  <a:pt x="1637" y="20"/>
                </a:lnTo>
                <a:lnTo>
                  <a:pt x="1637" y="0"/>
                </a:lnTo>
                <a:moveTo>
                  <a:pt x="1800" y="0"/>
                </a:moveTo>
                <a:lnTo>
                  <a:pt x="1902" y="0"/>
                </a:lnTo>
                <a:lnTo>
                  <a:pt x="1902" y="20"/>
                </a:lnTo>
                <a:lnTo>
                  <a:pt x="1800" y="20"/>
                </a:lnTo>
                <a:lnTo>
                  <a:pt x="1800" y="0"/>
                </a:lnTo>
                <a:moveTo>
                  <a:pt x="1963" y="0"/>
                </a:moveTo>
                <a:lnTo>
                  <a:pt x="2064" y="0"/>
                </a:lnTo>
                <a:lnTo>
                  <a:pt x="2064" y="20"/>
                </a:lnTo>
                <a:lnTo>
                  <a:pt x="1963" y="20"/>
                </a:lnTo>
                <a:lnTo>
                  <a:pt x="1963" y="0"/>
                </a:lnTo>
                <a:moveTo>
                  <a:pt x="2125" y="0"/>
                </a:moveTo>
                <a:lnTo>
                  <a:pt x="2227" y="0"/>
                </a:lnTo>
                <a:lnTo>
                  <a:pt x="2227" y="20"/>
                </a:lnTo>
                <a:lnTo>
                  <a:pt x="2125" y="20"/>
                </a:lnTo>
                <a:lnTo>
                  <a:pt x="2125" y="0"/>
                </a:lnTo>
                <a:moveTo>
                  <a:pt x="2288" y="0"/>
                </a:moveTo>
                <a:lnTo>
                  <a:pt x="2390" y="0"/>
                </a:lnTo>
                <a:lnTo>
                  <a:pt x="2390" y="20"/>
                </a:lnTo>
                <a:lnTo>
                  <a:pt x="2288" y="20"/>
                </a:lnTo>
                <a:lnTo>
                  <a:pt x="2288" y="0"/>
                </a:lnTo>
                <a:moveTo>
                  <a:pt x="2451" y="0"/>
                </a:moveTo>
                <a:lnTo>
                  <a:pt x="2552" y="0"/>
                </a:lnTo>
                <a:lnTo>
                  <a:pt x="2552" y="20"/>
                </a:lnTo>
                <a:lnTo>
                  <a:pt x="2451" y="20"/>
                </a:lnTo>
                <a:lnTo>
                  <a:pt x="2451" y="0"/>
                </a:lnTo>
                <a:moveTo>
                  <a:pt x="2613" y="0"/>
                </a:moveTo>
                <a:lnTo>
                  <a:pt x="2715" y="0"/>
                </a:lnTo>
                <a:lnTo>
                  <a:pt x="2715" y="20"/>
                </a:lnTo>
                <a:lnTo>
                  <a:pt x="2613" y="20"/>
                </a:lnTo>
                <a:lnTo>
                  <a:pt x="2613" y="0"/>
                </a:lnTo>
                <a:moveTo>
                  <a:pt x="2776" y="0"/>
                </a:moveTo>
                <a:lnTo>
                  <a:pt x="2879" y="0"/>
                </a:lnTo>
                <a:lnTo>
                  <a:pt x="2879" y="20"/>
                </a:lnTo>
                <a:lnTo>
                  <a:pt x="2776" y="20"/>
                </a:lnTo>
                <a:lnTo>
                  <a:pt x="2776" y="0"/>
                </a:lnTo>
                <a:moveTo>
                  <a:pt x="2940" y="0"/>
                </a:moveTo>
                <a:lnTo>
                  <a:pt x="3041" y="0"/>
                </a:lnTo>
                <a:lnTo>
                  <a:pt x="3041" y="20"/>
                </a:lnTo>
                <a:lnTo>
                  <a:pt x="2940" y="20"/>
                </a:lnTo>
                <a:lnTo>
                  <a:pt x="2940" y="0"/>
                </a:lnTo>
                <a:moveTo>
                  <a:pt x="3102" y="0"/>
                </a:moveTo>
                <a:lnTo>
                  <a:pt x="3204" y="0"/>
                </a:lnTo>
                <a:lnTo>
                  <a:pt x="3204" y="20"/>
                </a:lnTo>
                <a:lnTo>
                  <a:pt x="3102" y="20"/>
                </a:lnTo>
                <a:lnTo>
                  <a:pt x="3102" y="0"/>
                </a:lnTo>
                <a:moveTo>
                  <a:pt x="3265" y="0"/>
                </a:moveTo>
                <a:lnTo>
                  <a:pt x="3367" y="0"/>
                </a:lnTo>
                <a:lnTo>
                  <a:pt x="3367" y="20"/>
                </a:lnTo>
                <a:lnTo>
                  <a:pt x="3265" y="20"/>
                </a:lnTo>
                <a:lnTo>
                  <a:pt x="3265" y="0"/>
                </a:lnTo>
                <a:moveTo>
                  <a:pt x="3428" y="0"/>
                </a:moveTo>
                <a:lnTo>
                  <a:pt x="3530" y="0"/>
                </a:lnTo>
                <a:lnTo>
                  <a:pt x="3530" y="20"/>
                </a:lnTo>
                <a:lnTo>
                  <a:pt x="3428" y="20"/>
                </a:lnTo>
                <a:lnTo>
                  <a:pt x="3428" y="0"/>
                </a:lnTo>
                <a:moveTo>
                  <a:pt x="3591" y="0"/>
                </a:moveTo>
                <a:lnTo>
                  <a:pt x="3692" y="0"/>
                </a:lnTo>
                <a:lnTo>
                  <a:pt x="3692" y="20"/>
                </a:lnTo>
                <a:lnTo>
                  <a:pt x="3591" y="20"/>
                </a:lnTo>
                <a:lnTo>
                  <a:pt x="3591" y="0"/>
                </a:lnTo>
                <a:moveTo>
                  <a:pt x="3753" y="0"/>
                </a:moveTo>
                <a:lnTo>
                  <a:pt x="3855" y="0"/>
                </a:lnTo>
                <a:lnTo>
                  <a:pt x="3855" y="20"/>
                </a:lnTo>
                <a:lnTo>
                  <a:pt x="3753" y="20"/>
                </a:lnTo>
                <a:lnTo>
                  <a:pt x="3753" y="0"/>
                </a:lnTo>
                <a:moveTo>
                  <a:pt x="3916" y="0"/>
                </a:moveTo>
                <a:lnTo>
                  <a:pt x="4018" y="0"/>
                </a:lnTo>
                <a:lnTo>
                  <a:pt x="4018" y="20"/>
                </a:lnTo>
                <a:lnTo>
                  <a:pt x="3916" y="20"/>
                </a:lnTo>
                <a:lnTo>
                  <a:pt x="3916" y="0"/>
                </a:lnTo>
                <a:moveTo>
                  <a:pt x="4079" y="0"/>
                </a:moveTo>
                <a:lnTo>
                  <a:pt x="4180" y="0"/>
                </a:lnTo>
                <a:lnTo>
                  <a:pt x="4180" y="20"/>
                </a:lnTo>
                <a:lnTo>
                  <a:pt x="4079" y="20"/>
                </a:lnTo>
                <a:lnTo>
                  <a:pt x="4079" y="0"/>
                </a:lnTo>
                <a:moveTo>
                  <a:pt x="4241" y="0"/>
                </a:moveTo>
                <a:lnTo>
                  <a:pt x="4343" y="0"/>
                </a:lnTo>
                <a:lnTo>
                  <a:pt x="4343" y="20"/>
                </a:lnTo>
                <a:lnTo>
                  <a:pt x="4241" y="20"/>
                </a:lnTo>
                <a:lnTo>
                  <a:pt x="4241" y="0"/>
                </a:lnTo>
                <a:moveTo>
                  <a:pt x="4404" y="0"/>
                </a:moveTo>
                <a:lnTo>
                  <a:pt x="4506" y="0"/>
                </a:lnTo>
                <a:lnTo>
                  <a:pt x="4506" y="20"/>
                </a:lnTo>
                <a:lnTo>
                  <a:pt x="4404" y="20"/>
                </a:lnTo>
                <a:lnTo>
                  <a:pt x="4404" y="0"/>
                </a:lnTo>
                <a:moveTo>
                  <a:pt x="4567" y="0"/>
                </a:moveTo>
                <a:lnTo>
                  <a:pt x="4668" y="0"/>
                </a:lnTo>
                <a:lnTo>
                  <a:pt x="4668" y="20"/>
                </a:lnTo>
                <a:lnTo>
                  <a:pt x="4567" y="20"/>
                </a:lnTo>
                <a:lnTo>
                  <a:pt x="4567" y="0"/>
                </a:lnTo>
                <a:moveTo>
                  <a:pt x="4729" y="0"/>
                </a:moveTo>
                <a:lnTo>
                  <a:pt x="4831" y="0"/>
                </a:lnTo>
                <a:lnTo>
                  <a:pt x="4831" y="20"/>
                </a:lnTo>
                <a:lnTo>
                  <a:pt x="4729" y="20"/>
                </a:lnTo>
                <a:lnTo>
                  <a:pt x="4729" y="0"/>
                </a:lnTo>
                <a:moveTo>
                  <a:pt x="4892" y="0"/>
                </a:moveTo>
                <a:lnTo>
                  <a:pt x="4994" y="0"/>
                </a:lnTo>
                <a:lnTo>
                  <a:pt x="4994" y="20"/>
                </a:lnTo>
                <a:lnTo>
                  <a:pt x="4892" y="20"/>
                </a:lnTo>
                <a:lnTo>
                  <a:pt x="4892" y="0"/>
                </a:lnTo>
                <a:moveTo>
                  <a:pt x="5055" y="0"/>
                </a:moveTo>
                <a:lnTo>
                  <a:pt x="5156" y="0"/>
                </a:lnTo>
                <a:lnTo>
                  <a:pt x="5156" y="20"/>
                </a:lnTo>
                <a:lnTo>
                  <a:pt x="5055" y="20"/>
                </a:lnTo>
                <a:lnTo>
                  <a:pt x="5055" y="0"/>
                </a:lnTo>
                <a:moveTo>
                  <a:pt x="5217" y="0"/>
                </a:moveTo>
                <a:lnTo>
                  <a:pt x="5319" y="0"/>
                </a:lnTo>
                <a:lnTo>
                  <a:pt x="5319" y="20"/>
                </a:lnTo>
                <a:lnTo>
                  <a:pt x="5217" y="20"/>
                </a:lnTo>
                <a:lnTo>
                  <a:pt x="5217" y="0"/>
                </a:lnTo>
                <a:moveTo>
                  <a:pt x="5380" y="0"/>
                </a:moveTo>
                <a:lnTo>
                  <a:pt x="5482" y="0"/>
                </a:lnTo>
                <a:lnTo>
                  <a:pt x="5482" y="20"/>
                </a:lnTo>
                <a:lnTo>
                  <a:pt x="5380" y="20"/>
                </a:lnTo>
                <a:lnTo>
                  <a:pt x="5380" y="0"/>
                </a:lnTo>
                <a:moveTo>
                  <a:pt x="5543" y="0"/>
                </a:moveTo>
                <a:lnTo>
                  <a:pt x="5644" y="0"/>
                </a:lnTo>
                <a:lnTo>
                  <a:pt x="5644" y="20"/>
                </a:lnTo>
                <a:lnTo>
                  <a:pt x="5543" y="20"/>
                </a:lnTo>
                <a:lnTo>
                  <a:pt x="5543" y="0"/>
                </a:lnTo>
                <a:moveTo>
                  <a:pt x="5705" y="0"/>
                </a:moveTo>
                <a:lnTo>
                  <a:pt x="5807" y="0"/>
                </a:lnTo>
                <a:lnTo>
                  <a:pt x="5807" y="20"/>
                </a:lnTo>
                <a:lnTo>
                  <a:pt x="5705" y="20"/>
                </a:lnTo>
                <a:lnTo>
                  <a:pt x="5705" y="0"/>
                </a:lnTo>
                <a:moveTo>
                  <a:pt x="5868" y="0"/>
                </a:moveTo>
                <a:lnTo>
                  <a:pt x="5970" y="0"/>
                </a:lnTo>
                <a:lnTo>
                  <a:pt x="5970" y="20"/>
                </a:lnTo>
                <a:lnTo>
                  <a:pt x="5868" y="20"/>
                </a:lnTo>
                <a:lnTo>
                  <a:pt x="5868" y="0"/>
                </a:lnTo>
                <a:moveTo>
                  <a:pt x="6031" y="0"/>
                </a:moveTo>
                <a:lnTo>
                  <a:pt x="6133" y="0"/>
                </a:lnTo>
                <a:lnTo>
                  <a:pt x="6133" y="20"/>
                </a:lnTo>
                <a:lnTo>
                  <a:pt x="6031" y="20"/>
                </a:lnTo>
                <a:lnTo>
                  <a:pt x="6031" y="0"/>
                </a:lnTo>
                <a:moveTo>
                  <a:pt x="6194" y="0"/>
                </a:moveTo>
                <a:lnTo>
                  <a:pt x="6295" y="0"/>
                </a:lnTo>
                <a:lnTo>
                  <a:pt x="6295" y="20"/>
                </a:lnTo>
                <a:lnTo>
                  <a:pt x="6194" y="20"/>
                </a:lnTo>
                <a:lnTo>
                  <a:pt x="6194" y="0"/>
                </a:lnTo>
                <a:moveTo>
                  <a:pt x="6356" y="0"/>
                </a:moveTo>
                <a:lnTo>
                  <a:pt x="6458" y="0"/>
                </a:lnTo>
                <a:lnTo>
                  <a:pt x="6458" y="20"/>
                </a:lnTo>
                <a:lnTo>
                  <a:pt x="6356" y="20"/>
                </a:lnTo>
                <a:lnTo>
                  <a:pt x="6356" y="0"/>
                </a:lnTo>
                <a:moveTo>
                  <a:pt x="6519" y="0"/>
                </a:moveTo>
                <a:lnTo>
                  <a:pt x="6621" y="0"/>
                </a:lnTo>
                <a:lnTo>
                  <a:pt x="6621" y="20"/>
                </a:lnTo>
                <a:lnTo>
                  <a:pt x="6519" y="20"/>
                </a:lnTo>
                <a:lnTo>
                  <a:pt x="6519" y="0"/>
                </a:lnTo>
                <a:moveTo>
                  <a:pt x="6682" y="0"/>
                </a:moveTo>
                <a:lnTo>
                  <a:pt x="6783" y="0"/>
                </a:lnTo>
                <a:lnTo>
                  <a:pt x="6783" y="20"/>
                </a:lnTo>
                <a:lnTo>
                  <a:pt x="6682" y="20"/>
                </a:lnTo>
                <a:lnTo>
                  <a:pt x="6682" y="0"/>
                </a:lnTo>
                <a:moveTo>
                  <a:pt x="6844" y="0"/>
                </a:moveTo>
                <a:lnTo>
                  <a:pt x="6946" y="0"/>
                </a:lnTo>
                <a:lnTo>
                  <a:pt x="6946" y="20"/>
                </a:lnTo>
                <a:lnTo>
                  <a:pt x="6844" y="20"/>
                </a:lnTo>
                <a:lnTo>
                  <a:pt x="6844" y="0"/>
                </a:lnTo>
                <a:moveTo>
                  <a:pt x="7007" y="0"/>
                </a:moveTo>
                <a:lnTo>
                  <a:pt x="7109" y="0"/>
                </a:lnTo>
                <a:lnTo>
                  <a:pt x="7109" y="20"/>
                </a:lnTo>
                <a:lnTo>
                  <a:pt x="7007" y="20"/>
                </a:lnTo>
                <a:lnTo>
                  <a:pt x="7007" y="0"/>
                </a:lnTo>
                <a:moveTo>
                  <a:pt x="7170" y="0"/>
                </a:moveTo>
                <a:lnTo>
                  <a:pt x="7271" y="0"/>
                </a:lnTo>
                <a:lnTo>
                  <a:pt x="7271" y="20"/>
                </a:lnTo>
                <a:lnTo>
                  <a:pt x="7170" y="20"/>
                </a:lnTo>
                <a:lnTo>
                  <a:pt x="7170" y="0"/>
                </a:lnTo>
                <a:moveTo>
                  <a:pt x="7332" y="0"/>
                </a:moveTo>
                <a:lnTo>
                  <a:pt x="7434" y="0"/>
                </a:lnTo>
                <a:lnTo>
                  <a:pt x="7434" y="20"/>
                </a:lnTo>
                <a:lnTo>
                  <a:pt x="7332" y="20"/>
                </a:lnTo>
                <a:lnTo>
                  <a:pt x="7332" y="0"/>
                </a:lnTo>
                <a:moveTo>
                  <a:pt x="7495" y="0"/>
                </a:moveTo>
                <a:lnTo>
                  <a:pt x="7597" y="0"/>
                </a:lnTo>
                <a:lnTo>
                  <a:pt x="7597" y="20"/>
                </a:lnTo>
                <a:lnTo>
                  <a:pt x="7495" y="20"/>
                </a:lnTo>
                <a:lnTo>
                  <a:pt x="7495" y="0"/>
                </a:lnTo>
                <a:moveTo>
                  <a:pt x="7658" y="0"/>
                </a:moveTo>
                <a:lnTo>
                  <a:pt x="7759" y="0"/>
                </a:lnTo>
                <a:lnTo>
                  <a:pt x="7759" y="20"/>
                </a:lnTo>
                <a:lnTo>
                  <a:pt x="7658" y="20"/>
                </a:lnTo>
                <a:lnTo>
                  <a:pt x="7658" y="0"/>
                </a:lnTo>
                <a:moveTo>
                  <a:pt x="7820" y="0"/>
                </a:moveTo>
                <a:lnTo>
                  <a:pt x="7922" y="0"/>
                </a:lnTo>
                <a:lnTo>
                  <a:pt x="7922" y="20"/>
                </a:lnTo>
                <a:lnTo>
                  <a:pt x="7820" y="20"/>
                </a:lnTo>
                <a:lnTo>
                  <a:pt x="7820" y="0"/>
                </a:lnTo>
                <a:moveTo>
                  <a:pt x="7983" y="0"/>
                </a:moveTo>
                <a:lnTo>
                  <a:pt x="8085" y="0"/>
                </a:lnTo>
                <a:lnTo>
                  <a:pt x="8085" y="20"/>
                </a:lnTo>
                <a:lnTo>
                  <a:pt x="7983" y="20"/>
                </a:lnTo>
                <a:lnTo>
                  <a:pt x="7983" y="0"/>
                </a:lnTo>
                <a:moveTo>
                  <a:pt x="8146" y="0"/>
                </a:moveTo>
                <a:lnTo>
                  <a:pt x="8247" y="0"/>
                </a:lnTo>
                <a:lnTo>
                  <a:pt x="8247" y="20"/>
                </a:lnTo>
                <a:lnTo>
                  <a:pt x="8146" y="20"/>
                </a:lnTo>
                <a:lnTo>
                  <a:pt x="8146" y="0"/>
                </a:lnTo>
                <a:moveTo>
                  <a:pt x="8308" y="0"/>
                </a:moveTo>
                <a:lnTo>
                  <a:pt x="8410" y="0"/>
                </a:lnTo>
                <a:lnTo>
                  <a:pt x="8410" y="20"/>
                </a:lnTo>
                <a:lnTo>
                  <a:pt x="8308" y="20"/>
                </a:lnTo>
                <a:lnTo>
                  <a:pt x="8308" y="0"/>
                </a:lnTo>
                <a:moveTo>
                  <a:pt x="8471" y="0"/>
                </a:moveTo>
                <a:lnTo>
                  <a:pt x="8573" y="0"/>
                </a:lnTo>
                <a:lnTo>
                  <a:pt x="8573" y="20"/>
                </a:lnTo>
                <a:lnTo>
                  <a:pt x="8471" y="20"/>
                </a:lnTo>
                <a:lnTo>
                  <a:pt x="8471" y="0"/>
                </a:lnTo>
                <a:moveTo>
                  <a:pt x="8634" y="0"/>
                </a:moveTo>
                <a:lnTo>
                  <a:pt x="8735" y="0"/>
                </a:lnTo>
                <a:lnTo>
                  <a:pt x="8735" y="20"/>
                </a:lnTo>
                <a:lnTo>
                  <a:pt x="8634" y="20"/>
                </a:lnTo>
                <a:lnTo>
                  <a:pt x="8634" y="0"/>
                </a:lnTo>
                <a:moveTo>
                  <a:pt x="8797" y="0"/>
                </a:moveTo>
                <a:lnTo>
                  <a:pt x="8898" y="0"/>
                </a:lnTo>
                <a:lnTo>
                  <a:pt x="8898" y="20"/>
                </a:lnTo>
                <a:lnTo>
                  <a:pt x="8797" y="20"/>
                </a:lnTo>
                <a:lnTo>
                  <a:pt x="8797" y="0"/>
                </a:lnTo>
                <a:moveTo>
                  <a:pt x="8959" y="0"/>
                </a:moveTo>
                <a:lnTo>
                  <a:pt x="9061" y="0"/>
                </a:lnTo>
                <a:lnTo>
                  <a:pt x="9061" y="20"/>
                </a:lnTo>
                <a:lnTo>
                  <a:pt x="8959" y="20"/>
                </a:lnTo>
                <a:lnTo>
                  <a:pt x="8959" y="0"/>
                </a:lnTo>
                <a:moveTo>
                  <a:pt x="9122" y="0"/>
                </a:moveTo>
                <a:lnTo>
                  <a:pt x="9224" y="0"/>
                </a:lnTo>
                <a:lnTo>
                  <a:pt x="9224" y="20"/>
                </a:lnTo>
                <a:lnTo>
                  <a:pt x="9122" y="20"/>
                </a:lnTo>
                <a:lnTo>
                  <a:pt x="9122" y="0"/>
                </a:lnTo>
                <a:moveTo>
                  <a:pt x="9285" y="0"/>
                </a:moveTo>
                <a:lnTo>
                  <a:pt x="9386" y="0"/>
                </a:lnTo>
                <a:lnTo>
                  <a:pt x="9386" y="20"/>
                </a:lnTo>
                <a:lnTo>
                  <a:pt x="9285" y="20"/>
                </a:lnTo>
                <a:lnTo>
                  <a:pt x="9285" y="0"/>
                </a:lnTo>
                <a:moveTo>
                  <a:pt x="9447" y="0"/>
                </a:moveTo>
                <a:lnTo>
                  <a:pt x="9549" y="0"/>
                </a:lnTo>
                <a:lnTo>
                  <a:pt x="9549" y="20"/>
                </a:lnTo>
                <a:lnTo>
                  <a:pt x="9447" y="20"/>
                </a:lnTo>
                <a:lnTo>
                  <a:pt x="9447" y="0"/>
                </a:lnTo>
                <a:moveTo>
                  <a:pt x="9610" y="0"/>
                </a:moveTo>
                <a:lnTo>
                  <a:pt x="9712" y="0"/>
                </a:lnTo>
                <a:lnTo>
                  <a:pt x="9712" y="20"/>
                </a:lnTo>
                <a:lnTo>
                  <a:pt x="9610" y="20"/>
                </a:lnTo>
                <a:lnTo>
                  <a:pt x="9610" y="0"/>
                </a:lnTo>
                <a:moveTo>
                  <a:pt x="9773" y="0"/>
                </a:moveTo>
                <a:lnTo>
                  <a:pt x="9874" y="0"/>
                </a:lnTo>
                <a:lnTo>
                  <a:pt x="9874" y="20"/>
                </a:lnTo>
                <a:lnTo>
                  <a:pt x="9773" y="20"/>
                </a:lnTo>
                <a:lnTo>
                  <a:pt x="9773" y="0"/>
                </a:lnTo>
                <a:moveTo>
                  <a:pt x="9935" y="0"/>
                </a:moveTo>
                <a:lnTo>
                  <a:pt x="10037" y="0"/>
                </a:lnTo>
                <a:lnTo>
                  <a:pt x="10037" y="20"/>
                </a:lnTo>
                <a:lnTo>
                  <a:pt x="9935" y="20"/>
                </a:lnTo>
                <a:lnTo>
                  <a:pt x="9935" y="0"/>
                </a:lnTo>
                <a:moveTo>
                  <a:pt x="10098" y="0"/>
                </a:moveTo>
                <a:lnTo>
                  <a:pt x="10200" y="0"/>
                </a:lnTo>
                <a:lnTo>
                  <a:pt x="10200" y="20"/>
                </a:lnTo>
                <a:lnTo>
                  <a:pt x="10098" y="20"/>
                </a:lnTo>
                <a:lnTo>
                  <a:pt x="10098" y="0"/>
                </a:lnTo>
                <a:moveTo>
                  <a:pt x="10261" y="0"/>
                </a:moveTo>
                <a:lnTo>
                  <a:pt x="10362" y="0"/>
                </a:lnTo>
                <a:lnTo>
                  <a:pt x="10362" y="20"/>
                </a:lnTo>
                <a:lnTo>
                  <a:pt x="10261" y="20"/>
                </a:lnTo>
                <a:lnTo>
                  <a:pt x="10261" y="0"/>
                </a:lnTo>
                <a:moveTo>
                  <a:pt x="10423" y="0"/>
                </a:moveTo>
                <a:lnTo>
                  <a:pt x="10525" y="0"/>
                </a:lnTo>
                <a:lnTo>
                  <a:pt x="10525" y="20"/>
                </a:lnTo>
                <a:lnTo>
                  <a:pt x="10423" y="20"/>
                </a:lnTo>
                <a:lnTo>
                  <a:pt x="10423" y="0"/>
                </a:lnTo>
                <a:moveTo>
                  <a:pt x="10586" y="0"/>
                </a:moveTo>
                <a:lnTo>
                  <a:pt x="10688" y="0"/>
                </a:lnTo>
                <a:lnTo>
                  <a:pt x="10688" y="20"/>
                </a:lnTo>
                <a:lnTo>
                  <a:pt x="10586" y="20"/>
                </a:lnTo>
                <a:lnTo>
                  <a:pt x="10586" y="0"/>
                </a:lnTo>
                <a:moveTo>
                  <a:pt x="10749" y="0"/>
                </a:moveTo>
                <a:lnTo>
                  <a:pt x="10850" y="0"/>
                </a:lnTo>
                <a:lnTo>
                  <a:pt x="10850" y="20"/>
                </a:lnTo>
                <a:lnTo>
                  <a:pt x="10749" y="20"/>
                </a:lnTo>
                <a:lnTo>
                  <a:pt x="10749" y="0"/>
                </a:lnTo>
                <a:moveTo>
                  <a:pt x="10911" y="0"/>
                </a:moveTo>
                <a:lnTo>
                  <a:pt x="11013" y="0"/>
                </a:lnTo>
                <a:lnTo>
                  <a:pt x="11013" y="20"/>
                </a:lnTo>
                <a:lnTo>
                  <a:pt x="10911" y="20"/>
                </a:lnTo>
                <a:lnTo>
                  <a:pt x="10911" y="0"/>
                </a:lnTo>
                <a:moveTo>
                  <a:pt x="11074" y="0"/>
                </a:moveTo>
                <a:lnTo>
                  <a:pt x="11176" y="0"/>
                </a:lnTo>
                <a:lnTo>
                  <a:pt x="11176" y="20"/>
                </a:lnTo>
                <a:lnTo>
                  <a:pt x="11074" y="20"/>
                </a:lnTo>
                <a:lnTo>
                  <a:pt x="11074" y="0"/>
                </a:lnTo>
                <a:moveTo>
                  <a:pt x="11237" y="0"/>
                </a:moveTo>
                <a:lnTo>
                  <a:pt x="11338" y="0"/>
                </a:lnTo>
                <a:lnTo>
                  <a:pt x="11338" y="20"/>
                </a:lnTo>
                <a:lnTo>
                  <a:pt x="11237" y="20"/>
                </a:lnTo>
                <a:lnTo>
                  <a:pt x="11237" y="0"/>
                </a:lnTo>
                <a:moveTo>
                  <a:pt x="11399" y="0"/>
                </a:moveTo>
                <a:lnTo>
                  <a:pt x="11501" y="0"/>
                </a:lnTo>
                <a:lnTo>
                  <a:pt x="11501" y="20"/>
                </a:lnTo>
                <a:lnTo>
                  <a:pt x="11399" y="20"/>
                </a:lnTo>
                <a:lnTo>
                  <a:pt x="11399" y="0"/>
                </a:lnTo>
                <a:moveTo>
                  <a:pt x="11562" y="0"/>
                </a:moveTo>
                <a:lnTo>
                  <a:pt x="11664" y="0"/>
                </a:lnTo>
                <a:lnTo>
                  <a:pt x="11664" y="20"/>
                </a:lnTo>
                <a:lnTo>
                  <a:pt x="11562" y="20"/>
                </a:lnTo>
                <a:lnTo>
                  <a:pt x="11562" y="0"/>
                </a:lnTo>
                <a:moveTo>
                  <a:pt x="11725" y="0"/>
                </a:moveTo>
                <a:lnTo>
                  <a:pt x="11827" y="0"/>
                </a:lnTo>
                <a:lnTo>
                  <a:pt x="11827" y="20"/>
                </a:lnTo>
                <a:lnTo>
                  <a:pt x="11725" y="20"/>
                </a:lnTo>
                <a:lnTo>
                  <a:pt x="11725" y="0"/>
                </a:lnTo>
                <a:moveTo>
                  <a:pt x="11888" y="0"/>
                </a:moveTo>
                <a:lnTo>
                  <a:pt x="11989" y="0"/>
                </a:lnTo>
                <a:lnTo>
                  <a:pt x="11989" y="20"/>
                </a:lnTo>
                <a:lnTo>
                  <a:pt x="11888" y="20"/>
                </a:lnTo>
                <a:lnTo>
                  <a:pt x="11888" y="0"/>
                </a:lnTo>
                <a:moveTo>
                  <a:pt x="12050" y="0"/>
                </a:moveTo>
                <a:lnTo>
                  <a:pt x="12152" y="0"/>
                </a:lnTo>
                <a:lnTo>
                  <a:pt x="12152" y="20"/>
                </a:lnTo>
                <a:lnTo>
                  <a:pt x="12050" y="20"/>
                </a:lnTo>
                <a:lnTo>
                  <a:pt x="12050" y="0"/>
                </a:lnTo>
                <a:moveTo>
                  <a:pt x="12213" y="0"/>
                </a:moveTo>
                <a:lnTo>
                  <a:pt x="12315" y="0"/>
                </a:lnTo>
                <a:lnTo>
                  <a:pt x="12315" y="20"/>
                </a:lnTo>
                <a:lnTo>
                  <a:pt x="12213" y="20"/>
                </a:lnTo>
                <a:lnTo>
                  <a:pt x="12213" y="0"/>
                </a:lnTo>
                <a:moveTo>
                  <a:pt x="12376" y="0"/>
                </a:moveTo>
                <a:lnTo>
                  <a:pt x="12477" y="0"/>
                </a:lnTo>
                <a:lnTo>
                  <a:pt x="12477" y="20"/>
                </a:lnTo>
                <a:lnTo>
                  <a:pt x="12376" y="20"/>
                </a:lnTo>
                <a:lnTo>
                  <a:pt x="12376" y="0"/>
                </a:lnTo>
                <a:moveTo>
                  <a:pt x="12538" y="0"/>
                </a:moveTo>
                <a:lnTo>
                  <a:pt x="12640" y="0"/>
                </a:lnTo>
                <a:lnTo>
                  <a:pt x="12640" y="20"/>
                </a:lnTo>
                <a:lnTo>
                  <a:pt x="12538" y="20"/>
                </a:lnTo>
                <a:lnTo>
                  <a:pt x="12538" y="0"/>
                </a:lnTo>
                <a:moveTo>
                  <a:pt x="12711" y="10"/>
                </a:moveTo>
                <a:lnTo>
                  <a:pt x="12711" y="112"/>
                </a:lnTo>
                <a:lnTo>
                  <a:pt x="12691" y="112"/>
                </a:lnTo>
                <a:lnTo>
                  <a:pt x="12691" y="10"/>
                </a:lnTo>
                <a:lnTo>
                  <a:pt x="12711" y="10"/>
                </a:lnTo>
                <a:moveTo>
                  <a:pt x="12711" y="173"/>
                </a:moveTo>
                <a:lnTo>
                  <a:pt x="12711" y="275"/>
                </a:lnTo>
                <a:lnTo>
                  <a:pt x="12691" y="275"/>
                </a:lnTo>
                <a:lnTo>
                  <a:pt x="12691" y="173"/>
                </a:lnTo>
                <a:lnTo>
                  <a:pt x="12711" y="173"/>
                </a:lnTo>
                <a:moveTo>
                  <a:pt x="12711" y="336"/>
                </a:moveTo>
                <a:lnTo>
                  <a:pt x="12711" y="438"/>
                </a:lnTo>
                <a:lnTo>
                  <a:pt x="12691" y="438"/>
                </a:lnTo>
                <a:lnTo>
                  <a:pt x="12691" y="336"/>
                </a:lnTo>
                <a:lnTo>
                  <a:pt x="12711" y="336"/>
                </a:lnTo>
                <a:moveTo>
                  <a:pt x="12711" y="499"/>
                </a:moveTo>
                <a:lnTo>
                  <a:pt x="12711" y="600"/>
                </a:lnTo>
                <a:lnTo>
                  <a:pt x="12691" y="600"/>
                </a:lnTo>
                <a:lnTo>
                  <a:pt x="12691" y="499"/>
                </a:lnTo>
                <a:lnTo>
                  <a:pt x="12711" y="499"/>
                </a:lnTo>
                <a:moveTo>
                  <a:pt x="12711" y="661"/>
                </a:moveTo>
                <a:lnTo>
                  <a:pt x="12711" y="763"/>
                </a:lnTo>
                <a:lnTo>
                  <a:pt x="12691" y="763"/>
                </a:lnTo>
                <a:lnTo>
                  <a:pt x="12691" y="661"/>
                </a:lnTo>
                <a:lnTo>
                  <a:pt x="12711" y="661"/>
                </a:lnTo>
                <a:moveTo>
                  <a:pt x="12711" y="824"/>
                </a:moveTo>
                <a:lnTo>
                  <a:pt x="12711" y="927"/>
                </a:lnTo>
                <a:lnTo>
                  <a:pt x="12691" y="927"/>
                </a:lnTo>
                <a:lnTo>
                  <a:pt x="12691" y="824"/>
                </a:lnTo>
                <a:lnTo>
                  <a:pt x="12711" y="824"/>
                </a:lnTo>
                <a:moveTo>
                  <a:pt x="12711" y="988"/>
                </a:moveTo>
                <a:lnTo>
                  <a:pt x="12711" y="1090"/>
                </a:lnTo>
                <a:lnTo>
                  <a:pt x="12691" y="1090"/>
                </a:lnTo>
                <a:lnTo>
                  <a:pt x="12691" y="988"/>
                </a:lnTo>
                <a:lnTo>
                  <a:pt x="12711" y="988"/>
                </a:lnTo>
                <a:moveTo>
                  <a:pt x="12711" y="1151"/>
                </a:moveTo>
                <a:lnTo>
                  <a:pt x="12711" y="1253"/>
                </a:lnTo>
                <a:lnTo>
                  <a:pt x="12691" y="1253"/>
                </a:lnTo>
                <a:lnTo>
                  <a:pt x="12691" y="1151"/>
                </a:lnTo>
                <a:lnTo>
                  <a:pt x="12711" y="1151"/>
                </a:lnTo>
                <a:moveTo>
                  <a:pt x="12711" y="1314"/>
                </a:moveTo>
                <a:lnTo>
                  <a:pt x="12711" y="1344"/>
                </a:lnTo>
                <a:lnTo>
                  <a:pt x="12620" y="1344"/>
                </a:lnTo>
                <a:lnTo>
                  <a:pt x="12620" y="1324"/>
                </a:lnTo>
                <a:lnTo>
                  <a:pt x="12701" y="1324"/>
                </a:lnTo>
                <a:lnTo>
                  <a:pt x="12701" y="1334"/>
                </a:lnTo>
                <a:lnTo>
                  <a:pt x="12691" y="1334"/>
                </a:lnTo>
                <a:lnTo>
                  <a:pt x="12691" y="1314"/>
                </a:lnTo>
                <a:lnTo>
                  <a:pt x="12711" y="1314"/>
                </a:lnTo>
                <a:moveTo>
                  <a:pt x="12559" y="1344"/>
                </a:moveTo>
                <a:lnTo>
                  <a:pt x="12457" y="1344"/>
                </a:lnTo>
                <a:lnTo>
                  <a:pt x="12457" y="1324"/>
                </a:lnTo>
                <a:lnTo>
                  <a:pt x="12559" y="1324"/>
                </a:lnTo>
                <a:lnTo>
                  <a:pt x="12559" y="1344"/>
                </a:lnTo>
                <a:moveTo>
                  <a:pt x="12396" y="1344"/>
                </a:moveTo>
                <a:lnTo>
                  <a:pt x="12294" y="1344"/>
                </a:lnTo>
                <a:lnTo>
                  <a:pt x="12294" y="1324"/>
                </a:lnTo>
                <a:lnTo>
                  <a:pt x="12396" y="1324"/>
                </a:lnTo>
                <a:lnTo>
                  <a:pt x="12396" y="1344"/>
                </a:lnTo>
                <a:moveTo>
                  <a:pt x="12233" y="1344"/>
                </a:moveTo>
                <a:lnTo>
                  <a:pt x="12132" y="1344"/>
                </a:lnTo>
                <a:lnTo>
                  <a:pt x="12132" y="1324"/>
                </a:lnTo>
                <a:lnTo>
                  <a:pt x="12233" y="1324"/>
                </a:lnTo>
                <a:lnTo>
                  <a:pt x="12233" y="1344"/>
                </a:lnTo>
                <a:moveTo>
                  <a:pt x="12071" y="1344"/>
                </a:moveTo>
                <a:lnTo>
                  <a:pt x="11969" y="1344"/>
                </a:lnTo>
                <a:lnTo>
                  <a:pt x="11969" y="1324"/>
                </a:lnTo>
                <a:lnTo>
                  <a:pt x="12071" y="1324"/>
                </a:lnTo>
                <a:lnTo>
                  <a:pt x="12071" y="1344"/>
                </a:lnTo>
                <a:moveTo>
                  <a:pt x="11908" y="1344"/>
                </a:moveTo>
                <a:lnTo>
                  <a:pt x="11806" y="1344"/>
                </a:lnTo>
                <a:lnTo>
                  <a:pt x="11806" y="1324"/>
                </a:lnTo>
                <a:lnTo>
                  <a:pt x="11908" y="1324"/>
                </a:lnTo>
                <a:lnTo>
                  <a:pt x="11908" y="1344"/>
                </a:lnTo>
                <a:moveTo>
                  <a:pt x="11745" y="1344"/>
                </a:moveTo>
                <a:lnTo>
                  <a:pt x="11644" y="1344"/>
                </a:lnTo>
                <a:lnTo>
                  <a:pt x="11644" y="1324"/>
                </a:lnTo>
                <a:lnTo>
                  <a:pt x="11745" y="1324"/>
                </a:lnTo>
                <a:lnTo>
                  <a:pt x="11745" y="1344"/>
                </a:lnTo>
                <a:moveTo>
                  <a:pt x="11583" y="1344"/>
                </a:moveTo>
                <a:lnTo>
                  <a:pt x="11481" y="1344"/>
                </a:lnTo>
                <a:lnTo>
                  <a:pt x="11481" y="1324"/>
                </a:lnTo>
                <a:lnTo>
                  <a:pt x="11583" y="1324"/>
                </a:lnTo>
                <a:lnTo>
                  <a:pt x="11583" y="1344"/>
                </a:lnTo>
                <a:moveTo>
                  <a:pt x="11420" y="1344"/>
                </a:moveTo>
                <a:lnTo>
                  <a:pt x="11318" y="1344"/>
                </a:lnTo>
                <a:lnTo>
                  <a:pt x="11318" y="1324"/>
                </a:lnTo>
                <a:lnTo>
                  <a:pt x="11420" y="1324"/>
                </a:lnTo>
                <a:lnTo>
                  <a:pt x="11420" y="1344"/>
                </a:lnTo>
                <a:moveTo>
                  <a:pt x="11257" y="1344"/>
                </a:moveTo>
                <a:lnTo>
                  <a:pt x="11155" y="1344"/>
                </a:lnTo>
                <a:lnTo>
                  <a:pt x="11155" y="1324"/>
                </a:lnTo>
                <a:lnTo>
                  <a:pt x="11257" y="1324"/>
                </a:lnTo>
                <a:lnTo>
                  <a:pt x="11257" y="1344"/>
                </a:lnTo>
                <a:moveTo>
                  <a:pt x="11094" y="1344"/>
                </a:moveTo>
                <a:lnTo>
                  <a:pt x="10993" y="1344"/>
                </a:lnTo>
                <a:lnTo>
                  <a:pt x="10993" y="1324"/>
                </a:lnTo>
                <a:lnTo>
                  <a:pt x="11094" y="1324"/>
                </a:lnTo>
                <a:lnTo>
                  <a:pt x="11094" y="1344"/>
                </a:lnTo>
                <a:moveTo>
                  <a:pt x="10932" y="1344"/>
                </a:moveTo>
                <a:lnTo>
                  <a:pt x="10830" y="1344"/>
                </a:lnTo>
                <a:lnTo>
                  <a:pt x="10830" y="1324"/>
                </a:lnTo>
                <a:lnTo>
                  <a:pt x="10932" y="1324"/>
                </a:lnTo>
                <a:lnTo>
                  <a:pt x="10932" y="1344"/>
                </a:lnTo>
                <a:moveTo>
                  <a:pt x="10769" y="1344"/>
                </a:moveTo>
                <a:lnTo>
                  <a:pt x="10667" y="1344"/>
                </a:lnTo>
                <a:lnTo>
                  <a:pt x="10667" y="1324"/>
                </a:lnTo>
                <a:lnTo>
                  <a:pt x="10769" y="1324"/>
                </a:lnTo>
                <a:lnTo>
                  <a:pt x="10769" y="1344"/>
                </a:lnTo>
                <a:moveTo>
                  <a:pt x="10606" y="1344"/>
                </a:moveTo>
                <a:lnTo>
                  <a:pt x="10505" y="1344"/>
                </a:lnTo>
                <a:lnTo>
                  <a:pt x="10505" y="1324"/>
                </a:lnTo>
                <a:lnTo>
                  <a:pt x="10606" y="1324"/>
                </a:lnTo>
                <a:lnTo>
                  <a:pt x="10606" y="1344"/>
                </a:lnTo>
                <a:moveTo>
                  <a:pt x="10444" y="1344"/>
                </a:moveTo>
                <a:lnTo>
                  <a:pt x="10342" y="1344"/>
                </a:lnTo>
                <a:lnTo>
                  <a:pt x="10342" y="1324"/>
                </a:lnTo>
                <a:lnTo>
                  <a:pt x="10444" y="1324"/>
                </a:lnTo>
                <a:lnTo>
                  <a:pt x="10444" y="1344"/>
                </a:lnTo>
                <a:moveTo>
                  <a:pt x="10281" y="1344"/>
                </a:moveTo>
                <a:lnTo>
                  <a:pt x="10179" y="1344"/>
                </a:lnTo>
                <a:lnTo>
                  <a:pt x="10179" y="1324"/>
                </a:lnTo>
                <a:lnTo>
                  <a:pt x="10281" y="1324"/>
                </a:lnTo>
                <a:lnTo>
                  <a:pt x="10281" y="1344"/>
                </a:lnTo>
                <a:moveTo>
                  <a:pt x="10118" y="1344"/>
                </a:moveTo>
                <a:lnTo>
                  <a:pt x="10017" y="1344"/>
                </a:lnTo>
                <a:lnTo>
                  <a:pt x="10017" y="1324"/>
                </a:lnTo>
                <a:lnTo>
                  <a:pt x="10118" y="1324"/>
                </a:lnTo>
                <a:lnTo>
                  <a:pt x="10118" y="1344"/>
                </a:lnTo>
                <a:moveTo>
                  <a:pt x="9956" y="1344"/>
                </a:moveTo>
                <a:lnTo>
                  <a:pt x="9854" y="1344"/>
                </a:lnTo>
                <a:lnTo>
                  <a:pt x="9854" y="1324"/>
                </a:lnTo>
                <a:lnTo>
                  <a:pt x="9956" y="1324"/>
                </a:lnTo>
                <a:lnTo>
                  <a:pt x="9956" y="1344"/>
                </a:lnTo>
                <a:moveTo>
                  <a:pt x="9793" y="1344"/>
                </a:moveTo>
                <a:lnTo>
                  <a:pt x="9691" y="1344"/>
                </a:lnTo>
                <a:lnTo>
                  <a:pt x="9691" y="1324"/>
                </a:lnTo>
                <a:lnTo>
                  <a:pt x="9793" y="1324"/>
                </a:lnTo>
                <a:lnTo>
                  <a:pt x="9793" y="1344"/>
                </a:lnTo>
                <a:moveTo>
                  <a:pt x="9630" y="1344"/>
                </a:moveTo>
                <a:lnTo>
                  <a:pt x="9529" y="1344"/>
                </a:lnTo>
                <a:lnTo>
                  <a:pt x="9529" y="1324"/>
                </a:lnTo>
                <a:lnTo>
                  <a:pt x="9630" y="1324"/>
                </a:lnTo>
                <a:lnTo>
                  <a:pt x="9630" y="1344"/>
                </a:lnTo>
                <a:moveTo>
                  <a:pt x="9468" y="1344"/>
                </a:moveTo>
                <a:lnTo>
                  <a:pt x="9366" y="1344"/>
                </a:lnTo>
                <a:lnTo>
                  <a:pt x="9366" y="1324"/>
                </a:lnTo>
                <a:lnTo>
                  <a:pt x="9468" y="1324"/>
                </a:lnTo>
                <a:lnTo>
                  <a:pt x="9468" y="1344"/>
                </a:lnTo>
                <a:moveTo>
                  <a:pt x="9305" y="1344"/>
                </a:moveTo>
                <a:lnTo>
                  <a:pt x="9203" y="1344"/>
                </a:lnTo>
                <a:lnTo>
                  <a:pt x="9203" y="1324"/>
                </a:lnTo>
                <a:lnTo>
                  <a:pt x="9305" y="1324"/>
                </a:lnTo>
                <a:lnTo>
                  <a:pt x="9305" y="1344"/>
                </a:lnTo>
                <a:moveTo>
                  <a:pt x="9142" y="1344"/>
                </a:moveTo>
                <a:lnTo>
                  <a:pt x="9041" y="1344"/>
                </a:lnTo>
                <a:lnTo>
                  <a:pt x="9041" y="1324"/>
                </a:lnTo>
                <a:lnTo>
                  <a:pt x="9142" y="1324"/>
                </a:lnTo>
                <a:lnTo>
                  <a:pt x="9142" y="1344"/>
                </a:lnTo>
                <a:moveTo>
                  <a:pt x="8980" y="1344"/>
                </a:moveTo>
                <a:lnTo>
                  <a:pt x="8878" y="1344"/>
                </a:lnTo>
                <a:lnTo>
                  <a:pt x="8878" y="1324"/>
                </a:lnTo>
                <a:lnTo>
                  <a:pt x="8980" y="1324"/>
                </a:lnTo>
                <a:lnTo>
                  <a:pt x="8980" y="1344"/>
                </a:lnTo>
                <a:moveTo>
                  <a:pt x="8817" y="1344"/>
                </a:moveTo>
                <a:lnTo>
                  <a:pt x="8715" y="1344"/>
                </a:lnTo>
                <a:lnTo>
                  <a:pt x="8715" y="1324"/>
                </a:lnTo>
                <a:lnTo>
                  <a:pt x="8817" y="1324"/>
                </a:lnTo>
                <a:lnTo>
                  <a:pt x="8817" y="1344"/>
                </a:lnTo>
                <a:moveTo>
                  <a:pt x="8654" y="1344"/>
                </a:moveTo>
                <a:lnTo>
                  <a:pt x="8552" y="1344"/>
                </a:lnTo>
                <a:lnTo>
                  <a:pt x="8552" y="1324"/>
                </a:lnTo>
                <a:lnTo>
                  <a:pt x="8654" y="1324"/>
                </a:lnTo>
                <a:lnTo>
                  <a:pt x="8654" y="1344"/>
                </a:lnTo>
                <a:moveTo>
                  <a:pt x="8491" y="1344"/>
                </a:moveTo>
                <a:lnTo>
                  <a:pt x="8390" y="1344"/>
                </a:lnTo>
                <a:lnTo>
                  <a:pt x="8390" y="1324"/>
                </a:lnTo>
                <a:lnTo>
                  <a:pt x="8491" y="1324"/>
                </a:lnTo>
                <a:lnTo>
                  <a:pt x="8491" y="1344"/>
                </a:lnTo>
                <a:moveTo>
                  <a:pt x="8329" y="1344"/>
                </a:moveTo>
                <a:lnTo>
                  <a:pt x="8227" y="1344"/>
                </a:lnTo>
                <a:lnTo>
                  <a:pt x="8227" y="1324"/>
                </a:lnTo>
                <a:lnTo>
                  <a:pt x="8329" y="1324"/>
                </a:lnTo>
                <a:lnTo>
                  <a:pt x="8329" y="1344"/>
                </a:lnTo>
                <a:moveTo>
                  <a:pt x="8166" y="1344"/>
                </a:moveTo>
                <a:lnTo>
                  <a:pt x="8064" y="1344"/>
                </a:lnTo>
                <a:lnTo>
                  <a:pt x="8064" y="1324"/>
                </a:lnTo>
                <a:lnTo>
                  <a:pt x="8166" y="1324"/>
                </a:lnTo>
                <a:lnTo>
                  <a:pt x="8166" y="1344"/>
                </a:lnTo>
                <a:moveTo>
                  <a:pt x="8003" y="1344"/>
                </a:moveTo>
                <a:lnTo>
                  <a:pt x="7902" y="1344"/>
                </a:lnTo>
                <a:lnTo>
                  <a:pt x="7902" y="1324"/>
                </a:lnTo>
                <a:lnTo>
                  <a:pt x="8003" y="1324"/>
                </a:lnTo>
                <a:lnTo>
                  <a:pt x="8003" y="1344"/>
                </a:lnTo>
                <a:moveTo>
                  <a:pt x="7841" y="1344"/>
                </a:moveTo>
                <a:lnTo>
                  <a:pt x="7739" y="1344"/>
                </a:lnTo>
                <a:lnTo>
                  <a:pt x="7739" y="1324"/>
                </a:lnTo>
                <a:lnTo>
                  <a:pt x="7841" y="1324"/>
                </a:lnTo>
                <a:lnTo>
                  <a:pt x="7841" y="1344"/>
                </a:lnTo>
                <a:moveTo>
                  <a:pt x="7678" y="1344"/>
                </a:moveTo>
                <a:lnTo>
                  <a:pt x="7576" y="1344"/>
                </a:lnTo>
                <a:lnTo>
                  <a:pt x="7576" y="1324"/>
                </a:lnTo>
                <a:lnTo>
                  <a:pt x="7678" y="1324"/>
                </a:lnTo>
                <a:lnTo>
                  <a:pt x="7678" y="1344"/>
                </a:lnTo>
                <a:moveTo>
                  <a:pt x="7515" y="1344"/>
                </a:moveTo>
                <a:lnTo>
                  <a:pt x="7414" y="1344"/>
                </a:lnTo>
                <a:lnTo>
                  <a:pt x="7414" y="1324"/>
                </a:lnTo>
                <a:lnTo>
                  <a:pt x="7515" y="1324"/>
                </a:lnTo>
                <a:lnTo>
                  <a:pt x="7515" y="1344"/>
                </a:lnTo>
                <a:moveTo>
                  <a:pt x="7353" y="1344"/>
                </a:moveTo>
                <a:lnTo>
                  <a:pt x="7251" y="1344"/>
                </a:lnTo>
                <a:lnTo>
                  <a:pt x="7251" y="1324"/>
                </a:lnTo>
                <a:lnTo>
                  <a:pt x="7353" y="1324"/>
                </a:lnTo>
                <a:lnTo>
                  <a:pt x="7353" y="1344"/>
                </a:lnTo>
                <a:moveTo>
                  <a:pt x="7190" y="1344"/>
                </a:moveTo>
                <a:lnTo>
                  <a:pt x="7088" y="1344"/>
                </a:lnTo>
                <a:lnTo>
                  <a:pt x="7088" y="1324"/>
                </a:lnTo>
                <a:lnTo>
                  <a:pt x="7190" y="1324"/>
                </a:lnTo>
                <a:lnTo>
                  <a:pt x="7190" y="1344"/>
                </a:lnTo>
                <a:moveTo>
                  <a:pt x="7027" y="1344"/>
                </a:moveTo>
                <a:lnTo>
                  <a:pt x="6926" y="1344"/>
                </a:lnTo>
                <a:lnTo>
                  <a:pt x="6926" y="1324"/>
                </a:lnTo>
                <a:lnTo>
                  <a:pt x="7027" y="1324"/>
                </a:lnTo>
                <a:lnTo>
                  <a:pt x="7027" y="1344"/>
                </a:lnTo>
                <a:moveTo>
                  <a:pt x="6865" y="1344"/>
                </a:moveTo>
                <a:lnTo>
                  <a:pt x="6763" y="1344"/>
                </a:lnTo>
                <a:lnTo>
                  <a:pt x="6763" y="1324"/>
                </a:lnTo>
                <a:lnTo>
                  <a:pt x="6865" y="1324"/>
                </a:lnTo>
                <a:lnTo>
                  <a:pt x="6865" y="1344"/>
                </a:lnTo>
                <a:moveTo>
                  <a:pt x="6702" y="1344"/>
                </a:moveTo>
                <a:lnTo>
                  <a:pt x="6600" y="1344"/>
                </a:lnTo>
                <a:lnTo>
                  <a:pt x="6600" y="1324"/>
                </a:lnTo>
                <a:lnTo>
                  <a:pt x="6702" y="1324"/>
                </a:lnTo>
                <a:lnTo>
                  <a:pt x="6702" y="1344"/>
                </a:lnTo>
                <a:moveTo>
                  <a:pt x="6539" y="1344"/>
                </a:moveTo>
                <a:lnTo>
                  <a:pt x="6438" y="1344"/>
                </a:lnTo>
                <a:lnTo>
                  <a:pt x="6438" y="1324"/>
                </a:lnTo>
                <a:lnTo>
                  <a:pt x="6539" y="1324"/>
                </a:lnTo>
                <a:lnTo>
                  <a:pt x="6539" y="1344"/>
                </a:lnTo>
                <a:moveTo>
                  <a:pt x="6377" y="1344"/>
                </a:moveTo>
                <a:lnTo>
                  <a:pt x="6275" y="1344"/>
                </a:lnTo>
                <a:lnTo>
                  <a:pt x="6275" y="1324"/>
                </a:lnTo>
                <a:lnTo>
                  <a:pt x="6377" y="1324"/>
                </a:lnTo>
                <a:lnTo>
                  <a:pt x="6377" y="1344"/>
                </a:lnTo>
                <a:moveTo>
                  <a:pt x="6214" y="1344"/>
                </a:moveTo>
                <a:lnTo>
                  <a:pt x="6112" y="1344"/>
                </a:lnTo>
                <a:lnTo>
                  <a:pt x="6112" y="1324"/>
                </a:lnTo>
                <a:lnTo>
                  <a:pt x="6214" y="1324"/>
                </a:lnTo>
                <a:lnTo>
                  <a:pt x="6214" y="1344"/>
                </a:lnTo>
                <a:moveTo>
                  <a:pt x="6051" y="1344"/>
                </a:moveTo>
                <a:lnTo>
                  <a:pt x="5949" y="1344"/>
                </a:lnTo>
                <a:lnTo>
                  <a:pt x="5949" y="1324"/>
                </a:lnTo>
                <a:lnTo>
                  <a:pt x="6051" y="1324"/>
                </a:lnTo>
                <a:lnTo>
                  <a:pt x="6051" y="1344"/>
                </a:lnTo>
                <a:moveTo>
                  <a:pt x="5888" y="1344"/>
                </a:moveTo>
                <a:lnTo>
                  <a:pt x="5787" y="1344"/>
                </a:lnTo>
                <a:lnTo>
                  <a:pt x="5787" y="1324"/>
                </a:lnTo>
                <a:lnTo>
                  <a:pt x="5888" y="1324"/>
                </a:lnTo>
                <a:lnTo>
                  <a:pt x="5888" y="1344"/>
                </a:lnTo>
                <a:moveTo>
                  <a:pt x="5726" y="1344"/>
                </a:moveTo>
                <a:lnTo>
                  <a:pt x="5624" y="1344"/>
                </a:lnTo>
                <a:lnTo>
                  <a:pt x="5624" y="1324"/>
                </a:lnTo>
                <a:lnTo>
                  <a:pt x="5726" y="1324"/>
                </a:lnTo>
                <a:lnTo>
                  <a:pt x="5726" y="1344"/>
                </a:lnTo>
                <a:moveTo>
                  <a:pt x="5563" y="1344"/>
                </a:moveTo>
                <a:lnTo>
                  <a:pt x="5461" y="1344"/>
                </a:lnTo>
                <a:lnTo>
                  <a:pt x="5461" y="1324"/>
                </a:lnTo>
                <a:lnTo>
                  <a:pt x="5563" y="1324"/>
                </a:lnTo>
                <a:lnTo>
                  <a:pt x="5563" y="1344"/>
                </a:lnTo>
                <a:moveTo>
                  <a:pt x="5400" y="1344"/>
                </a:moveTo>
                <a:lnTo>
                  <a:pt x="5299" y="1344"/>
                </a:lnTo>
                <a:lnTo>
                  <a:pt x="5299" y="1324"/>
                </a:lnTo>
                <a:lnTo>
                  <a:pt x="5400" y="1324"/>
                </a:lnTo>
                <a:lnTo>
                  <a:pt x="5400" y="1344"/>
                </a:lnTo>
                <a:moveTo>
                  <a:pt x="5238" y="1344"/>
                </a:moveTo>
                <a:lnTo>
                  <a:pt x="5136" y="1344"/>
                </a:lnTo>
                <a:lnTo>
                  <a:pt x="5136" y="1324"/>
                </a:lnTo>
                <a:lnTo>
                  <a:pt x="5238" y="1324"/>
                </a:lnTo>
                <a:lnTo>
                  <a:pt x="5238" y="1344"/>
                </a:lnTo>
                <a:moveTo>
                  <a:pt x="5075" y="1344"/>
                </a:moveTo>
                <a:lnTo>
                  <a:pt x="4973" y="1344"/>
                </a:lnTo>
                <a:lnTo>
                  <a:pt x="4973" y="1324"/>
                </a:lnTo>
                <a:lnTo>
                  <a:pt x="5075" y="1324"/>
                </a:lnTo>
                <a:lnTo>
                  <a:pt x="5075" y="1344"/>
                </a:lnTo>
                <a:moveTo>
                  <a:pt x="4912" y="1344"/>
                </a:moveTo>
                <a:lnTo>
                  <a:pt x="4811" y="1344"/>
                </a:lnTo>
                <a:lnTo>
                  <a:pt x="4811" y="1324"/>
                </a:lnTo>
                <a:lnTo>
                  <a:pt x="4912" y="1324"/>
                </a:lnTo>
                <a:lnTo>
                  <a:pt x="4912" y="1344"/>
                </a:lnTo>
                <a:moveTo>
                  <a:pt x="4750" y="1344"/>
                </a:moveTo>
                <a:lnTo>
                  <a:pt x="4648" y="1344"/>
                </a:lnTo>
                <a:lnTo>
                  <a:pt x="4648" y="1324"/>
                </a:lnTo>
                <a:lnTo>
                  <a:pt x="4750" y="1324"/>
                </a:lnTo>
                <a:lnTo>
                  <a:pt x="4750" y="1344"/>
                </a:lnTo>
                <a:moveTo>
                  <a:pt x="4587" y="1344"/>
                </a:moveTo>
                <a:lnTo>
                  <a:pt x="4485" y="1344"/>
                </a:lnTo>
                <a:lnTo>
                  <a:pt x="4485" y="1324"/>
                </a:lnTo>
                <a:lnTo>
                  <a:pt x="4587" y="1324"/>
                </a:lnTo>
                <a:lnTo>
                  <a:pt x="4587" y="1344"/>
                </a:lnTo>
                <a:moveTo>
                  <a:pt x="4424" y="1344"/>
                </a:moveTo>
                <a:lnTo>
                  <a:pt x="4323" y="1344"/>
                </a:lnTo>
                <a:lnTo>
                  <a:pt x="4323" y="1324"/>
                </a:lnTo>
                <a:lnTo>
                  <a:pt x="4424" y="1324"/>
                </a:lnTo>
                <a:lnTo>
                  <a:pt x="4424" y="1344"/>
                </a:lnTo>
                <a:moveTo>
                  <a:pt x="4262" y="1344"/>
                </a:moveTo>
                <a:lnTo>
                  <a:pt x="4160" y="1344"/>
                </a:lnTo>
                <a:lnTo>
                  <a:pt x="4160" y="1324"/>
                </a:lnTo>
                <a:lnTo>
                  <a:pt x="4262" y="1324"/>
                </a:lnTo>
                <a:lnTo>
                  <a:pt x="4262" y="1344"/>
                </a:lnTo>
                <a:moveTo>
                  <a:pt x="4099" y="1344"/>
                </a:moveTo>
                <a:lnTo>
                  <a:pt x="3997" y="1344"/>
                </a:lnTo>
                <a:lnTo>
                  <a:pt x="3997" y="1324"/>
                </a:lnTo>
                <a:lnTo>
                  <a:pt x="4099" y="1324"/>
                </a:lnTo>
                <a:lnTo>
                  <a:pt x="4099" y="1344"/>
                </a:lnTo>
                <a:moveTo>
                  <a:pt x="3936" y="1344"/>
                </a:moveTo>
                <a:lnTo>
                  <a:pt x="3835" y="1344"/>
                </a:lnTo>
                <a:lnTo>
                  <a:pt x="3835" y="1324"/>
                </a:lnTo>
                <a:lnTo>
                  <a:pt x="3936" y="1324"/>
                </a:lnTo>
                <a:lnTo>
                  <a:pt x="3936" y="1344"/>
                </a:lnTo>
                <a:moveTo>
                  <a:pt x="3774" y="1344"/>
                </a:moveTo>
                <a:lnTo>
                  <a:pt x="3672" y="1344"/>
                </a:lnTo>
                <a:lnTo>
                  <a:pt x="3672" y="1324"/>
                </a:lnTo>
                <a:lnTo>
                  <a:pt x="3774" y="1324"/>
                </a:lnTo>
                <a:lnTo>
                  <a:pt x="3774" y="1344"/>
                </a:lnTo>
                <a:moveTo>
                  <a:pt x="3611" y="1344"/>
                </a:moveTo>
                <a:lnTo>
                  <a:pt x="3509" y="1344"/>
                </a:lnTo>
                <a:lnTo>
                  <a:pt x="3509" y="1324"/>
                </a:lnTo>
                <a:lnTo>
                  <a:pt x="3611" y="1324"/>
                </a:lnTo>
                <a:lnTo>
                  <a:pt x="3611" y="1344"/>
                </a:lnTo>
                <a:moveTo>
                  <a:pt x="3448" y="1344"/>
                </a:moveTo>
                <a:lnTo>
                  <a:pt x="3347" y="1344"/>
                </a:lnTo>
                <a:lnTo>
                  <a:pt x="3347" y="1324"/>
                </a:lnTo>
                <a:lnTo>
                  <a:pt x="3448" y="1324"/>
                </a:lnTo>
                <a:lnTo>
                  <a:pt x="3448" y="1344"/>
                </a:lnTo>
                <a:moveTo>
                  <a:pt x="3285" y="1344"/>
                </a:moveTo>
                <a:lnTo>
                  <a:pt x="3184" y="1344"/>
                </a:lnTo>
                <a:lnTo>
                  <a:pt x="3184" y="1324"/>
                </a:lnTo>
                <a:lnTo>
                  <a:pt x="3285" y="1324"/>
                </a:lnTo>
                <a:lnTo>
                  <a:pt x="3285" y="1344"/>
                </a:lnTo>
                <a:moveTo>
                  <a:pt x="3123" y="1344"/>
                </a:moveTo>
                <a:lnTo>
                  <a:pt x="3021" y="1344"/>
                </a:lnTo>
                <a:lnTo>
                  <a:pt x="3021" y="1324"/>
                </a:lnTo>
                <a:lnTo>
                  <a:pt x="3123" y="1324"/>
                </a:lnTo>
                <a:lnTo>
                  <a:pt x="3123" y="1344"/>
                </a:lnTo>
                <a:moveTo>
                  <a:pt x="2960" y="1344"/>
                </a:moveTo>
                <a:lnTo>
                  <a:pt x="2858" y="1344"/>
                </a:lnTo>
                <a:lnTo>
                  <a:pt x="2858" y="1324"/>
                </a:lnTo>
                <a:lnTo>
                  <a:pt x="2960" y="1324"/>
                </a:lnTo>
                <a:lnTo>
                  <a:pt x="2960" y="1344"/>
                </a:lnTo>
                <a:moveTo>
                  <a:pt x="2796" y="1344"/>
                </a:moveTo>
                <a:lnTo>
                  <a:pt x="2695" y="1344"/>
                </a:lnTo>
                <a:lnTo>
                  <a:pt x="2695" y="1324"/>
                </a:lnTo>
                <a:lnTo>
                  <a:pt x="2796" y="1324"/>
                </a:lnTo>
                <a:lnTo>
                  <a:pt x="2796" y="1344"/>
                </a:lnTo>
                <a:moveTo>
                  <a:pt x="2634" y="1344"/>
                </a:moveTo>
                <a:lnTo>
                  <a:pt x="2532" y="1344"/>
                </a:lnTo>
                <a:lnTo>
                  <a:pt x="2532" y="1324"/>
                </a:lnTo>
                <a:lnTo>
                  <a:pt x="2634" y="1324"/>
                </a:lnTo>
                <a:lnTo>
                  <a:pt x="2634" y="1344"/>
                </a:lnTo>
                <a:moveTo>
                  <a:pt x="2471" y="1344"/>
                </a:moveTo>
                <a:lnTo>
                  <a:pt x="2369" y="1344"/>
                </a:lnTo>
                <a:lnTo>
                  <a:pt x="2369" y="1324"/>
                </a:lnTo>
                <a:lnTo>
                  <a:pt x="2471" y="1324"/>
                </a:lnTo>
                <a:lnTo>
                  <a:pt x="2471" y="1344"/>
                </a:lnTo>
                <a:moveTo>
                  <a:pt x="2308" y="1344"/>
                </a:moveTo>
                <a:lnTo>
                  <a:pt x="2207" y="1344"/>
                </a:lnTo>
                <a:lnTo>
                  <a:pt x="2207" y="1324"/>
                </a:lnTo>
                <a:lnTo>
                  <a:pt x="2308" y="1324"/>
                </a:lnTo>
                <a:lnTo>
                  <a:pt x="2308" y="1344"/>
                </a:lnTo>
                <a:moveTo>
                  <a:pt x="2146" y="1344"/>
                </a:moveTo>
                <a:lnTo>
                  <a:pt x="2044" y="1344"/>
                </a:lnTo>
                <a:lnTo>
                  <a:pt x="2044" y="1324"/>
                </a:lnTo>
                <a:lnTo>
                  <a:pt x="2146" y="1324"/>
                </a:lnTo>
                <a:lnTo>
                  <a:pt x="2146" y="1344"/>
                </a:lnTo>
                <a:moveTo>
                  <a:pt x="1983" y="1344"/>
                </a:moveTo>
                <a:lnTo>
                  <a:pt x="1881" y="1344"/>
                </a:lnTo>
                <a:lnTo>
                  <a:pt x="1881" y="1324"/>
                </a:lnTo>
                <a:lnTo>
                  <a:pt x="1983" y="1324"/>
                </a:lnTo>
                <a:lnTo>
                  <a:pt x="1983" y="1344"/>
                </a:lnTo>
                <a:moveTo>
                  <a:pt x="1820" y="1344"/>
                </a:moveTo>
                <a:lnTo>
                  <a:pt x="1719" y="1344"/>
                </a:lnTo>
                <a:lnTo>
                  <a:pt x="1719" y="1324"/>
                </a:lnTo>
                <a:lnTo>
                  <a:pt x="1820" y="1324"/>
                </a:lnTo>
                <a:lnTo>
                  <a:pt x="1820" y="1344"/>
                </a:lnTo>
                <a:moveTo>
                  <a:pt x="1658" y="1344"/>
                </a:moveTo>
                <a:lnTo>
                  <a:pt x="1556" y="1344"/>
                </a:lnTo>
                <a:lnTo>
                  <a:pt x="1556" y="1324"/>
                </a:lnTo>
                <a:lnTo>
                  <a:pt x="1658" y="1324"/>
                </a:lnTo>
                <a:lnTo>
                  <a:pt x="1658" y="1344"/>
                </a:lnTo>
                <a:moveTo>
                  <a:pt x="1495" y="1344"/>
                </a:moveTo>
                <a:lnTo>
                  <a:pt x="1393" y="1344"/>
                </a:lnTo>
                <a:lnTo>
                  <a:pt x="1393" y="1324"/>
                </a:lnTo>
                <a:lnTo>
                  <a:pt x="1495" y="1324"/>
                </a:lnTo>
                <a:lnTo>
                  <a:pt x="1495" y="1344"/>
                </a:lnTo>
                <a:moveTo>
                  <a:pt x="1332" y="1344"/>
                </a:moveTo>
                <a:lnTo>
                  <a:pt x="1231" y="1344"/>
                </a:lnTo>
                <a:lnTo>
                  <a:pt x="1231" y="1324"/>
                </a:lnTo>
                <a:lnTo>
                  <a:pt x="1332" y="1324"/>
                </a:lnTo>
                <a:lnTo>
                  <a:pt x="1332" y="1344"/>
                </a:lnTo>
                <a:moveTo>
                  <a:pt x="1170" y="1344"/>
                </a:moveTo>
                <a:lnTo>
                  <a:pt x="1068" y="1344"/>
                </a:lnTo>
                <a:lnTo>
                  <a:pt x="1068" y="1324"/>
                </a:lnTo>
                <a:lnTo>
                  <a:pt x="1170" y="1324"/>
                </a:lnTo>
                <a:lnTo>
                  <a:pt x="1170" y="1344"/>
                </a:lnTo>
                <a:moveTo>
                  <a:pt x="1007" y="1344"/>
                </a:moveTo>
                <a:lnTo>
                  <a:pt x="905" y="1344"/>
                </a:lnTo>
                <a:lnTo>
                  <a:pt x="905" y="1324"/>
                </a:lnTo>
                <a:lnTo>
                  <a:pt x="1007" y="1324"/>
                </a:lnTo>
                <a:lnTo>
                  <a:pt x="1007" y="1344"/>
                </a:lnTo>
                <a:moveTo>
                  <a:pt x="844" y="1344"/>
                </a:moveTo>
                <a:lnTo>
                  <a:pt x="743" y="1344"/>
                </a:lnTo>
                <a:lnTo>
                  <a:pt x="743" y="1324"/>
                </a:lnTo>
                <a:lnTo>
                  <a:pt x="844" y="1324"/>
                </a:lnTo>
                <a:lnTo>
                  <a:pt x="844" y="1344"/>
                </a:lnTo>
                <a:moveTo>
                  <a:pt x="682" y="1344"/>
                </a:moveTo>
                <a:lnTo>
                  <a:pt x="580" y="1344"/>
                </a:lnTo>
                <a:lnTo>
                  <a:pt x="580" y="1324"/>
                </a:lnTo>
                <a:lnTo>
                  <a:pt x="682" y="1324"/>
                </a:lnTo>
                <a:lnTo>
                  <a:pt x="682" y="1344"/>
                </a:lnTo>
                <a:moveTo>
                  <a:pt x="519" y="1344"/>
                </a:moveTo>
                <a:lnTo>
                  <a:pt x="417" y="1344"/>
                </a:lnTo>
                <a:lnTo>
                  <a:pt x="417" y="1324"/>
                </a:lnTo>
                <a:lnTo>
                  <a:pt x="519" y="1324"/>
                </a:lnTo>
                <a:lnTo>
                  <a:pt x="519" y="1344"/>
                </a:lnTo>
                <a:moveTo>
                  <a:pt x="356" y="1344"/>
                </a:moveTo>
                <a:lnTo>
                  <a:pt x="254" y="1344"/>
                </a:lnTo>
                <a:lnTo>
                  <a:pt x="254" y="1324"/>
                </a:lnTo>
                <a:lnTo>
                  <a:pt x="356" y="1324"/>
                </a:lnTo>
                <a:lnTo>
                  <a:pt x="356" y="1344"/>
                </a:lnTo>
                <a:moveTo>
                  <a:pt x="193" y="1344"/>
                </a:moveTo>
                <a:lnTo>
                  <a:pt x="92" y="1344"/>
                </a:lnTo>
                <a:lnTo>
                  <a:pt x="92" y="1324"/>
                </a:lnTo>
                <a:lnTo>
                  <a:pt x="193" y="1324"/>
                </a:lnTo>
                <a:lnTo>
                  <a:pt x="193" y="1344"/>
                </a:lnTo>
                <a:moveTo>
                  <a:pt x="31" y="1344"/>
                </a:moveTo>
                <a:lnTo>
                  <a:pt x="0" y="1344"/>
                </a:lnTo>
                <a:lnTo>
                  <a:pt x="0" y="1253"/>
                </a:lnTo>
                <a:lnTo>
                  <a:pt x="21" y="1253"/>
                </a:lnTo>
                <a:lnTo>
                  <a:pt x="21" y="1334"/>
                </a:lnTo>
                <a:lnTo>
                  <a:pt x="10" y="1334"/>
                </a:lnTo>
                <a:lnTo>
                  <a:pt x="10" y="1324"/>
                </a:lnTo>
                <a:lnTo>
                  <a:pt x="31" y="1324"/>
                </a:lnTo>
                <a:lnTo>
                  <a:pt x="31" y="1344"/>
                </a:lnTo>
                <a:moveTo>
                  <a:pt x="0" y="1192"/>
                </a:moveTo>
                <a:lnTo>
                  <a:pt x="0" y="1090"/>
                </a:lnTo>
                <a:lnTo>
                  <a:pt x="21" y="1090"/>
                </a:lnTo>
                <a:lnTo>
                  <a:pt x="21" y="1192"/>
                </a:lnTo>
                <a:lnTo>
                  <a:pt x="0" y="1192"/>
                </a:lnTo>
                <a:moveTo>
                  <a:pt x="0" y="1029"/>
                </a:moveTo>
                <a:lnTo>
                  <a:pt x="0" y="927"/>
                </a:lnTo>
                <a:lnTo>
                  <a:pt x="21" y="927"/>
                </a:lnTo>
                <a:lnTo>
                  <a:pt x="21" y="1029"/>
                </a:lnTo>
                <a:lnTo>
                  <a:pt x="0" y="1029"/>
                </a:lnTo>
                <a:moveTo>
                  <a:pt x="0" y="865"/>
                </a:moveTo>
                <a:lnTo>
                  <a:pt x="0" y="763"/>
                </a:lnTo>
                <a:lnTo>
                  <a:pt x="21" y="763"/>
                </a:lnTo>
                <a:lnTo>
                  <a:pt x="21" y="865"/>
                </a:lnTo>
                <a:lnTo>
                  <a:pt x="0" y="865"/>
                </a:lnTo>
                <a:moveTo>
                  <a:pt x="0" y="702"/>
                </a:moveTo>
                <a:lnTo>
                  <a:pt x="0" y="600"/>
                </a:lnTo>
                <a:lnTo>
                  <a:pt x="21" y="600"/>
                </a:lnTo>
                <a:lnTo>
                  <a:pt x="21" y="702"/>
                </a:lnTo>
                <a:lnTo>
                  <a:pt x="0" y="702"/>
                </a:lnTo>
                <a:moveTo>
                  <a:pt x="0" y="539"/>
                </a:moveTo>
                <a:lnTo>
                  <a:pt x="0" y="438"/>
                </a:lnTo>
                <a:lnTo>
                  <a:pt x="21" y="438"/>
                </a:lnTo>
                <a:lnTo>
                  <a:pt x="21" y="539"/>
                </a:lnTo>
                <a:lnTo>
                  <a:pt x="0" y="539"/>
                </a:lnTo>
                <a:moveTo>
                  <a:pt x="0" y="377"/>
                </a:moveTo>
                <a:lnTo>
                  <a:pt x="0" y="275"/>
                </a:lnTo>
                <a:lnTo>
                  <a:pt x="21" y="275"/>
                </a:lnTo>
                <a:lnTo>
                  <a:pt x="21" y="377"/>
                </a:lnTo>
                <a:lnTo>
                  <a:pt x="0" y="377"/>
                </a:lnTo>
                <a:moveTo>
                  <a:pt x="0" y="214"/>
                </a:moveTo>
                <a:lnTo>
                  <a:pt x="0" y="112"/>
                </a:lnTo>
                <a:lnTo>
                  <a:pt x="21" y="112"/>
                </a:lnTo>
                <a:lnTo>
                  <a:pt x="21" y="214"/>
                </a:lnTo>
                <a:lnTo>
                  <a:pt x="0" y="214"/>
                </a:lnTo>
                <a:moveTo>
                  <a:pt x="0" y="51"/>
                </a:moveTo>
                <a:lnTo>
                  <a:pt x="0" y="0"/>
                </a:lnTo>
                <a:lnTo>
                  <a:pt x="112" y="0"/>
                </a:lnTo>
                <a:lnTo>
                  <a:pt x="112" y="20"/>
                </a:lnTo>
                <a:lnTo>
                  <a:pt x="10" y="20"/>
                </a:lnTo>
                <a:lnTo>
                  <a:pt x="10" y="10"/>
                </a:lnTo>
                <a:lnTo>
                  <a:pt x="21" y="10"/>
                </a:lnTo>
                <a:lnTo>
                  <a:pt x="21" y="51"/>
                </a:lnTo>
                <a:lnTo>
                  <a:pt x="0" y="51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8" name=""/>
          <p:cNvSpPr/>
          <p:nvPr/>
        </p:nvSpPr>
        <p:spPr>
          <a:xfrm>
            <a:off x="5695560" y="1423440"/>
            <a:ext cx="88200" cy="73800"/>
          </a:xfrm>
          <a:custGeom>
            <a:avLst/>
            <a:gdLst/>
            <a:ahLst/>
            <a:rect l="0" t="0" r="r" b="b"/>
            <a:pathLst>
              <a:path w="245" h="205">
                <a:moveTo>
                  <a:pt x="0" y="0"/>
                </a:moveTo>
                <a:lnTo>
                  <a:pt x="245" y="0"/>
                </a:lnTo>
                <a:lnTo>
                  <a:pt x="245" y="205"/>
                </a:lnTo>
                <a:lnTo>
                  <a:pt x="0" y="205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4444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9" name=""/>
          <p:cNvSpPr/>
          <p:nvPr/>
        </p:nvSpPr>
        <p:spPr>
          <a:xfrm>
            <a:off x="5695560" y="1449000"/>
            <a:ext cx="87840" cy="0"/>
          </a:xfrm>
          <a:prstGeom prst="line">
            <a:avLst/>
          </a:prstGeom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0" name=""/>
          <p:cNvSpPr txBox="1"/>
          <p:nvPr/>
        </p:nvSpPr>
        <p:spPr>
          <a:xfrm>
            <a:off x="1347120" y="990360"/>
            <a:ext cx="475704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5b6663"/>
                </a:solidFill>
                <a:latin typeface="DejaVuSans"/>
                <a:ea typeface="DejaVuSans"/>
              </a:rPr>
              <a:t>Collectie van Leermiddelgroepen bevat: het toetsinstrument is zo'n collectie: ingekocht of zelf geconstrueerd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1" name=""/>
          <p:cNvSpPr txBox="1"/>
          <p:nvPr/>
        </p:nvSpPr>
        <p:spPr>
          <a:xfrm>
            <a:off x="1347120" y="1415160"/>
            <a:ext cx="94104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4a3a78"/>
                </a:solidFill>
                <a:latin typeface="DejaVuSans"/>
                <a:ea typeface="DejaVuSans"/>
              </a:rPr>
              <a:t>Onderwijsruimte type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2" name=""/>
          <p:cNvSpPr txBox="1"/>
          <p:nvPr/>
        </p:nvSpPr>
        <p:spPr>
          <a:xfrm>
            <a:off x="1347120" y="1533600"/>
            <a:ext cx="368424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Praktijkruimte met baliesimulatie, afsluitbaar voor examinering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3" name=""/>
          <p:cNvSpPr/>
          <p:nvPr/>
        </p:nvSpPr>
        <p:spPr>
          <a:xfrm>
            <a:off x="1273680" y="2046240"/>
            <a:ext cx="4473720" cy="476640"/>
          </a:xfrm>
          <a:custGeom>
            <a:avLst/>
            <a:gdLst/>
            <a:ahLst/>
            <a:rect l="0" t="0" r="r" b="b"/>
            <a:pathLst>
              <a:path w="12427" h="1324">
                <a:moveTo>
                  <a:pt x="0" y="0"/>
                </a:moveTo>
                <a:lnTo>
                  <a:pt x="12427" y="0"/>
                </a:lnTo>
                <a:lnTo>
                  <a:pt x="124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4" name=""/>
          <p:cNvSpPr/>
          <p:nvPr/>
        </p:nvSpPr>
        <p:spPr>
          <a:xfrm>
            <a:off x="1270080" y="2042640"/>
            <a:ext cx="4480920" cy="483840"/>
          </a:xfrm>
          <a:custGeom>
            <a:avLst/>
            <a:gdLst/>
            <a:ahLst/>
            <a:rect l="0" t="0" r="r" b="b"/>
            <a:pathLst>
              <a:path w="12447" h="1344">
                <a:moveTo>
                  <a:pt x="173" y="0"/>
                </a:moveTo>
                <a:lnTo>
                  <a:pt x="275" y="0"/>
                </a:lnTo>
                <a:lnTo>
                  <a:pt x="275" y="20"/>
                </a:lnTo>
                <a:lnTo>
                  <a:pt x="173" y="20"/>
                </a:lnTo>
                <a:lnTo>
                  <a:pt x="173" y="0"/>
                </a:lnTo>
                <a:moveTo>
                  <a:pt x="336" y="0"/>
                </a:moveTo>
                <a:lnTo>
                  <a:pt x="437" y="0"/>
                </a:lnTo>
                <a:lnTo>
                  <a:pt x="437" y="20"/>
                </a:lnTo>
                <a:lnTo>
                  <a:pt x="336" y="20"/>
                </a:lnTo>
                <a:lnTo>
                  <a:pt x="336" y="0"/>
                </a:lnTo>
                <a:moveTo>
                  <a:pt x="498" y="0"/>
                </a:moveTo>
                <a:lnTo>
                  <a:pt x="600" y="0"/>
                </a:lnTo>
                <a:lnTo>
                  <a:pt x="600" y="20"/>
                </a:lnTo>
                <a:lnTo>
                  <a:pt x="498" y="20"/>
                </a:lnTo>
                <a:lnTo>
                  <a:pt x="498" y="0"/>
                </a:lnTo>
                <a:moveTo>
                  <a:pt x="661" y="0"/>
                </a:moveTo>
                <a:lnTo>
                  <a:pt x="763" y="0"/>
                </a:lnTo>
                <a:lnTo>
                  <a:pt x="763" y="20"/>
                </a:lnTo>
                <a:lnTo>
                  <a:pt x="661" y="20"/>
                </a:lnTo>
                <a:lnTo>
                  <a:pt x="661" y="0"/>
                </a:lnTo>
                <a:moveTo>
                  <a:pt x="824" y="0"/>
                </a:moveTo>
                <a:lnTo>
                  <a:pt x="926" y="0"/>
                </a:lnTo>
                <a:lnTo>
                  <a:pt x="926" y="20"/>
                </a:lnTo>
                <a:lnTo>
                  <a:pt x="824" y="20"/>
                </a:lnTo>
                <a:lnTo>
                  <a:pt x="824" y="0"/>
                </a:lnTo>
                <a:moveTo>
                  <a:pt x="987" y="0"/>
                </a:moveTo>
                <a:lnTo>
                  <a:pt x="1088" y="0"/>
                </a:lnTo>
                <a:lnTo>
                  <a:pt x="1088" y="20"/>
                </a:lnTo>
                <a:lnTo>
                  <a:pt x="987" y="20"/>
                </a:lnTo>
                <a:lnTo>
                  <a:pt x="987" y="0"/>
                </a:lnTo>
                <a:moveTo>
                  <a:pt x="1149" y="0"/>
                </a:moveTo>
                <a:lnTo>
                  <a:pt x="1251" y="0"/>
                </a:lnTo>
                <a:lnTo>
                  <a:pt x="1251" y="20"/>
                </a:lnTo>
                <a:lnTo>
                  <a:pt x="1149" y="20"/>
                </a:lnTo>
                <a:lnTo>
                  <a:pt x="1149" y="0"/>
                </a:lnTo>
                <a:moveTo>
                  <a:pt x="1312" y="0"/>
                </a:moveTo>
                <a:lnTo>
                  <a:pt x="1414" y="0"/>
                </a:lnTo>
                <a:lnTo>
                  <a:pt x="1414" y="20"/>
                </a:lnTo>
                <a:lnTo>
                  <a:pt x="1312" y="20"/>
                </a:lnTo>
                <a:lnTo>
                  <a:pt x="1312" y="0"/>
                </a:lnTo>
                <a:moveTo>
                  <a:pt x="1475" y="0"/>
                </a:moveTo>
                <a:lnTo>
                  <a:pt x="1576" y="0"/>
                </a:lnTo>
                <a:lnTo>
                  <a:pt x="1576" y="20"/>
                </a:lnTo>
                <a:lnTo>
                  <a:pt x="1475" y="20"/>
                </a:lnTo>
                <a:lnTo>
                  <a:pt x="1475" y="0"/>
                </a:lnTo>
                <a:moveTo>
                  <a:pt x="1637" y="0"/>
                </a:moveTo>
                <a:lnTo>
                  <a:pt x="1739" y="0"/>
                </a:lnTo>
                <a:lnTo>
                  <a:pt x="1739" y="20"/>
                </a:lnTo>
                <a:lnTo>
                  <a:pt x="1637" y="20"/>
                </a:lnTo>
                <a:lnTo>
                  <a:pt x="1637" y="0"/>
                </a:lnTo>
                <a:moveTo>
                  <a:pt x="1800" y="0"/>
                </a:moveTo>
                <a:lnTo>
                  <a:pt x="1902" y="0"/>
                </a:lnTo>
                <a:lnTo>
                  <a:pt x="1902" y="20"/>
                </a:lnTo>
                <a:lnTo>
                  <a:pt x="1800" y="20"/>
                </a:lnTo>
                <a:lnTo>
                  <a:pt x="1800" y="0"/>
                </a:lnTo>
                <a:moveTo>
                  <a:pt x="1963" y="0"/>
                </a:moveTo>
                <a:lnTo>
                  <a:pt x="2064" y="0"/>
                </a:lnTo>
                <a:lnTo>
                  <a:pt x="2064" y="20"/>
                </a:lnTo>
                <a:lnTo>
                  <a:pt x="1963" y="20"/>
                </a:lnTo>
                <a:lnTo>
                  <a:pt x="1963" y="0"/>
                </a:lnTo>
                <a:moveTo>
                  <a:pt x="2125" y="0"/>
                </a:moveTo>
                <a:lnTo>
                  <a:pt x="2227" y="0"/>
                </a:lnTo>
                <a:lnTo>
                  <a:pt x="2227" y="20"/>
                </a:lnTo>
                <a:lnTo>
                  <a:pt x="2125" y="20"/>
                </a:lnTo>
                <a:lnTo>
                  <a:pt x="2125" y="0"/>
                </a:lnTo>
                <a:moveTo>
                  <a:pt x="2288" y="0"/>
                </a:moveTo>
                <a:lnTo>
                  <a:pt x="2390" y="0"/>
                </a:lnTo>
                <a:lnTo>
                  <a:pt x="2390" y="20"/>
                </a:lnTo>
                <a:lnTo>
                  <a:pt x="2288" y="20"/>
                </a:lnTo>
                <a:lnTo>
                  <a:pt x="2288" y="0"/>
                </a:lnTo>
                <a:moveTo>
                  <a:pt x="2451" y="0"/>
                </a:moveTo>
                <a:lnTo>
                  <a:pt x="2552" y="0"/>
                </a:lnTo>
                <a:lnTo>
                  <a:pt x="2552" y="20"/>
                </a:lnTo>
                <a:lnTo>
                  <a:pt x="2451" y="20"/>
                </a:lnTo>
                <a:lnTo>
                  <a:pt x="2451" y="0"/>
                </a:lnTo>
                <a:moveTo>
                  <a:pt x="2613" y="0"/>
                </a:moveTo>
                <a:lnTo>
                  <a:pt x="2716" y="0"/>
                </a:lnTo>
                <a:lnTo>
                  <a:pt x="2716" y="20"/>
                </a:lnTo>
                <a:lnTo>
                  <a:pt x="2613" y="20"/>
                </a:lnTo>
                <a:lnTo>
                  <a:pt x="2613" y="0"/>
                </a:lnTo>
                <a:moveTo>
                  <a:pt x="2777" y="0"/>
                </a:moveTo>
                <a:lnTo>
                  <a:pt x="2879" y="0"/>
                </a:lnTo>
                <a:lnTo>
                  <a:pt x="2879" y="20"/>
                </a:lnTo>
                <a:lnTo>
                  <a:pt x="2777" y="20"/>
                </a:lnTo>
                <a:lnTo>
                  <a:pt x="2777" y="0"/>
                </a:lnTo>
                <a:moveTo>
                  <a:pt x="2940" y="0"/>
                </a:moveTo>
                <a:lnTo>
                  <a:pt x="3041" y="0"/>
                </a:lnTo>
                <a:lnTo>
                  <a:pt x="3041" y="20"/>
                </a:lnTo>
                <a:lnTo>
                  <a:pt x="2940" y="20"/>
                </a:lnTo>
                <a:lnTo>
                  <a:pt x="2940" y="0"/>
                </a:lnTo>
                <a:moveTo>
                  <a:pt x="3102" y="0"/>
                </a:moveTo>
                <a:lnTo>
                  <a:pt x="3204" y="0"/>
                </a:lnTo>
                <a:lnTo>
                  <a:pt x="3204" y="20"/>
                </a:lnTo>
                <a:lnTo>
                  <a:pt x="3102" y="20"/>
                </a:lnTo>
                <a:lnTo>
                  <a:pt x="3102" y="0"/>
                </a:lnTo>
                <a:moveTo>
                  <a:pt x="3265" y="0"/>
                </a:moveTo>
                <a:lnTo>
                  <a:pt x="3367" y="0"/>
                </a:lnTo>
                <a:lnTo>
                  <a:pt x="3367" y="20"/>
                </a:lnTo>
                <a:lnTo>
                  <a:pt x="3265" y="20"/>
                </a:lnTo>
                <a:lnTo>
                  <a:pt x="3265" y="0"/>
                </a:lnTo>
                <a:moveTo>
                  <a:pt x="3428" y="0"/>
                </a:moveTo>
                <a:lnTo>
                  <a:pt x="3530" y="0"/>
                </a:lnTo>
                <a:lnTo>
                  <a:pt x="3530" y="20"/>
                </a:lnTo>
                <a:lnTo>
                  <a:pt x="3428" y="20"/>
                </a:lnTo>
                <a:lnTo>
                  <a:pt x="3428" y="0"/>
                </a:lnTo>
                <a:moveTo>
                  <a:pt x="3591" y="0"/>
                </a:moveTo>
                <a:lnTo>
                  <a:pt x="3692" y="0"/>
                </a:lnTo>
                <a:lnTo>
                  <a:pt x="3692" y="20"/>
                </a:lnTo>
                <a:lnTo>
                  <a:pt x="3591" y="20"/>
                </a:lnTo>
                <a:lnTo>
                  <a:pt x="3591" y="0"/>
                </a:lnTo>
                <a:moveTo>
                  <a:pt x="3753" y="0"/>
                </a:moveTo>
                <a:lnTo>
                  <a:pt x="3855" y="0"/>
                </a:lnTo>
                <a:lnTo>
                  <a:pt x="3855" y="20"/>
                </a:lnTo>
                <a:lnTo>
                  <a:pt x="3753" y="20"/>
                </a:lnTo>
                <a:lnTo>
                  <a:pt x="3753" y="0"/>
                </a:lnTo>
                <a:moveTo>
                  <a:pt x="3916" y="0"/>
                </a:moveTo>
                <a:lnTo>
                  <a:pt x="4018" y="0"/>
                </a:lnTo>
                <a:lnTo>
                  <a:pt x="4018" y="20"/>
                </a:lnTo>
                <a:lnTo>
                  <a:pt x="3916" y="20"/>
                </a:lnTo>
                <a:lnTo>
                  <a:pt x="3916" y="0"/>
                </a:lnTo>
                <a:moveTo>
                  <a:pt x="4079" y="0"/>
                </a:moveTo>
                <a:lnTo>
                  <a:pt x="4180" y="0"/>
                </a:lnTo>
                <a:lnTo>
                  <a:pt x="4180" y="20"/>
                </a:lnTo>
                <a:lnTo>
                  <a:pt x="4079" y="20"/>
                </a:lnTo>
                <a:lnTo>
                  <a:pt x="4079" y="0"/>
                </a:lnTo>
                <a:moveTo>
                  <a:pt x="4241" y="0"/>
                </a:moveTo>
                <a:lnTo>
                  <a:pt x="4343" y="0"/>
                </a:lnTo>
                <a:lnTo>
                  <a:pt x="4343" y="20"/>
                </a:lnTo>
                <a:lnTo>
                  <a:pt x="4241" y="20"/>
                </a:lnTo>
                <a:lnTo>
                  <a:pt x="4241" y="0"/>
                </a:lnTo>
                <a:moveTo>
                  <a:pt x="4404" y="0"/>
                </a:moveTo>
                <a:lnTo>
                  <a:pt x="4506" y="0"/>
                </a:lnTo>
                <a:lnTo>
                  <a:pt x="4506" y="20"/>
                </a:lnTo>
                <a:lnTo>
                  <a:pt x="4404" y="20"/>
                </a:lnTo>
                <a:lnTo>
                  <a:pt x="4404" y="0"/>
                </a:lnTo>
                <a:moveTo>
                  <a:pt x="4567" y="0"/>
                </a:moveTo>
                <a:lnTo>
                  <a:pt x="4668" y="0"/>
                </a:lnTo>
                <a:lnTo>
                  <a:pt x="4668" y="20"/>
                </a:lnTo>
                <a:lnTo>
                  <a:pt x="4567" y="20"/>
                </a:lnTo>
                <a:lnTo>
                  <a:pt x="4567" y="0"/>
                </a:lnTo>
                <a:moveTo>
                  <a:pt x="4729" y="0"/>
                </a:moveTo>
                <a:lnTo>
                  <a:pt x="4831" y="0"/>
                </a:lnTo>
                <a:lnTo>
                  <a:pt x="4831" y="20"/>
                </a:lnTo>
                <a:lnTo>
                  <a:pt x="4729" y="20"/>
                </a:lnTo>
                <a:lnTo>
                  <a:pt x="4729" y="0"/>
                </a:lnTo>
                <a:moveTo>
                  <a:pt x="4892" y="0"/>
                </a:moveTo>
                <a:lnTo>
                  <a:pt x="4994" y="0"/>
                </a:lnTo>
                <a:lnTo>
                  <a:pt x="4994" y="20"/>
                </a:lnTo>
                <a:lnTo>
                  <a:pt x="4892" y="20"/>
                </a:lnTo>
                <a:lnTo>
                  <a:pt x="4892" y="0"/>
                </a:lnTo>
                <a:moveTo>
                  <a:pt x="5055" y="0"/>
                </a:moveTo>
                <a:lnTo>
                  <a:pt x="5156" y="0"/>
                </a:lnTo>
                <a:lnTo>
                  <a:pt x="5156" y="20"/>
                </a:lnTo>
                <a:lnTo>
                  <a:pt x="5055" y="20"/>
                </a:lnTo>
                <a:lnTo>
                  <a:pt x="5055" y="0"/>
                </a:lnTo>
                <a:moveTo>
                  <a:pt x="5217" y="0"/>
                </a:moveTo>
                <a:lnTo>
                  <a:pt x="5319" y="0"/>
                </a:lnTo>
                <a:lnTo>
                  <a:pt x="5319" y="20"/>
                </a:lnTo>
                <a:lnTo>
                  <a:pt x="5217" y="20"/>
                </a:lnTo>
                <a:lnTo>
                  <a:pt x="5217" y="0"/>
                </a:lnTo>
                <a:moveTo>
                  <a:pt x="5380" y="0"/>
                </a:moveTo>
                <a:lnTo>
                  <a:pt x="5482" y="0"/>
                </a:lnTo>
                <a:lnTo>
                  <a:pt x="5482" y="20"/>
                </a:lnTo>
                <a:lnTo>
                  <a:pt x="5380" y="20"/>
                </a:lnTo>
                <a:lnTo>
                  <a:pt x="5380" y="0"/>
                </a:lnTo>
                <a:moveTo>
                  <a:pt x="5543" y="0"/>
                </a:moveTo>
                <a:lnTo>
                  <a:pt x="5644" y="0"/>
                </a:lnTo>
                <a:lnTo>
                  <a:pt x="5644" y="20"/>
                </a:lnTo>
                <a:lnTo>
                  <a:pt x="5543" y="20"/>
                </a:lnTo>
                <a:lnTo>
                  <a:pt x="5543" y="0"/>
                </a:lnTo>
                <a:moveTo>
                  <a:pt x="5705" y="0"/>
                </a:moveTo>
                <a:lnTo>
                  <a:pt x="5807" y="0"/>
                </a:lnTo>
                <a:lnTo>
                  <a:pt x="5807" y="20"/>
                </a:lnTo>
                <a:lnTo>
                  <a:pt x="5705" y="20"/>
                </a:lnTo>
                <a:lnTo>
                  <a:pt x="5705" y="0"/>
                </a:lnTo>
                <a:moveTo>
                  <a:pt x="5868" y="0"/>
                </a:moveTo>
                <a:lnTo>
                  <a:pt x="5970" y="0"/>
                </a:lnTo>
                <a:lnTo>
                  <a:pt x="5970" y="20"/>
                </a:lnTo>
                <a:lnTo>
                  <a:pt x="5868" y="20"/>
                </a:lnTo>
                <a:lnTo>
                  <a:pt x="5868" y="0"/>
                </a:lnTo>
                <a:moveTo>
                  <a:pt x="6031" y="0"/>
                </a:moveTo>
                <a:lnTo>
                  <a:pt x="6133" y="0"/>
                </a:lnTo>
                <a:lnTo>
                  <a:pt x="6133" y="20"/>
                </a:lnTo>
                <a:lnTo>
                  <a:pt x="6031" y="20"/>
                </a:lnTo>
                <a:lnTo>
                  <a:pt x="6031" y="0"/>
                </a:lnTo>
                <a:moveTo>
                  <a:pt x="6194" y="0"/>
                </a:moveTo>
                <a:lnTo>
                  <a:pt x="6295" y="0"/>
                </a:lnTo>
                <a:lnTo>
                  <a:pt x="6295" y="20"/>
                </a:lnTo>
                <a:lnTo>
                  <a:pt x="6194" y="20"/>
                </a:lnTo>
                <a:lnTo>
                  <a:pt x="6194" y="0"/>
                </a:lnTo>
                <a:moveTo>
                  <a:pt x="6356" y="0"/>
                </a:moveTo>
                <a:lnTo>
                  <a:pt x="6458" y="0"/>
                </a:lnTo>
                <a:lnTo>
                  <a:pt x="6458" y="20"/>
                </a:lnTo>
                <a:lnTo>
                  <a:pt x="6356" y="20"/>
                </a:lnTo>
                <a:lnTo>
                  <a:pt x="6356" y="0"/>
                </a:lnTo>
                <a:moveTo>
                  <a:pt x="6519" y="0"/>
                </a:moveTo>
                <a:lnTo>
                  <a:pt x="6621" y="0"/>
                </a:lnTo>
                <a:lnTo>
                  <a:pt x="6621" y="20"/>
                </a:lnTo>
                <a:lnTo>
                  <a:pt x="6519" y="20"/>
                </a:lnTo>
                <a:lnTo>
                  <a:pt x="6519" y="0"/>
                </a:lnTo>
                <a:moveTo>
                  <a:pt x="6682" y="0"/>
                </a:moveTo>
                <a:lnTo>
                  <a:pt x="6783" y="0"/>
                </a:lnTo>
                <a:lnTo>
                  <a:pt x="6783" y="20"/>
                </a:lnTo>
                <a:lnTo>
                  <a:pt x="6682" y="20"/>
                </a:lnTo>
                <a:lnTo>
                  <a:pt x="6682" y="0"/>
                </a:lnTo>
                <a:moveTo>
                  <a:pt x="6844" y="0"/>
                </a:moveTo>
                <a:lnTo>
                  <a:pt x="6946" y="0"/>
                </a:lnTo>
                <a:lnTo>
                  <a:pt x="6946" y="20"/>
                </a:lnTo>
                <a:lnTo>
                  <a:pt x="6844" y="20"/>
                </a:lnTo>
                <a:lnTo>
                  <a:pt x="6844" y="0"/>
                </a:lnTo>
                <a:moveTo>
                  <a:pt x="7007" y="0"/>
                </a:moveTo>
                <a:lnTo>
                  <a:pt x="7109" y="0"/>
                </a:lnTo>
                <a:lnTo>
                  <a:pt x="7109" y="20"/>
                </a:lnTo>
                <a:lnTo>
                  <a:pt x="7007" y="20"/>
                </a:lnTo>
                <a:lnTo>
                  <a:pt x="7007" y="0"/>
                </a:lnTo>
                <a:moveTo>
                  <a:pt x="7170" y="0"/>
                </a:moveTo>
                <a:lnTo>
                  <a:pt x="7271" y="0"/>
                </a:lnTo>
                <a:lnTo>
                  <a:pt x="7271" y="20"/>
                </a:lnTo>
                <a:lnTo>
                  <a:pt x="7170" y="20"/>
                </a:lnTo>
                <a:lnTo>
                  <a:pt x="7170" y="0"/>
                </a:lnTo>
                <a:moveTo>
                  <a:pt x="7332" y="0"/>
                </a:moveTo>
                <a:lnTo>
                  <a:pt x="7434" y="0"/>
                </a:lnTo>
                <a:lnTo>
                  <a:pt x="7434" y="20"/>
                </a:lnTo>
                <a:lnTo>
                  <a:pt x="7332" y="20"/>
                </a:lnTo>
                <a:lnTo>
                  <a:pt x="7332" y="0"/>
                </a:lnTo>
                <a:moveTo>
                  <a:pt x="7495" y="0"/>
                </a:moveTo>
                <a:lnTo>
                  <a:pt x="7597" y="0"/>
                </a:lnTo>
                <a:lnTo>
                  <a:pt x="7597" y="20"/>
                </a:lnTo>
                <a:lnTo>
                  <a:pt x="7495" y="20"/>
                </a:lnTo>
                <a:lnTo>
                  <a:pt x="7495" y="0"/>
                </a:lnTo>
                <a:moveTo>
                  <a:pt x="7658" y="0"/>
                </a:moveTo>
                <a:lnTo>
                  <a:pt x="7759" y="0"/>
                </a:lnTo>
                <a:lnTo>
                  <a:pt x="7759" y="20"/>
                </a:lnTo>
                <a:lnTo>
                  <a:pt x="7658" y="20"/>
                </a:lnTo>
                <a:lnTo>
                  <a:pt x="7658" y="0"/>
                </a:lnTo>
                <a:moveTo>
                  <a:pt x="7820" y="0"/>
                </a:moveTo>
                <a:lnTo>
                  <a:pt x="7922" y="0"/>
                </a:lnTo>
                <a:lnTo>
                  <a:pt x="7922" y="20"/>
                </a:lnTo>
                <a:lnTo>
                  <a:pt x="7820" y="20"/>
                </a:lnTo>
                <a:lnTo>
                  <a:pt x="7820" y="0"/>
                </a:lnTo>
                <a:moveTo>
                  <a:pt x="7983" y="0"/>
                </a:moveTo>
                <a:lnTo>
                  <a:pt x="8085" y="0"/>
                </a:lnTo>
                <a:lnTo>
                  <a:pt x="8085" y="20"/>
                </a:lnTo>
                <a:lnTo>
                  <a:pt x="7983" y="20"/>
                </a:lnTo>
                <a:lnTo>
                  <a:pt x="7983" y="0"/>
                </a:lnTo>
                <a:moveTo>
                  <a:pt x="8146" y="0"/>
                </a:moveTo>
                <a:lnTo>
                  <a:pt x="8247" y="0"/>
                </a:lnTo>
                <a:lnTo>
                  <a:pt x="8247" y="20"/>
                </a:lnTo>
                <a:lnTo>
                  <a:pt x="8146" y="20"/>
                </a:lnTo>
                <a:lnTo>
                  <a:pt x="8146" y="0"/>
                </a:lnTo>
                <a:moveTo>
                  <a:pt x="8308" y="0"/>
                </a:moveTo>
                <a:lnTo>
                  <a:pt x="8410" y="0"/>
                </a:lnTo>
                <a:lnTo>
                  <a:pt x="8410" y="20"/>
                </a:lnTo>
                <a:lnTo>
                  <a:pt x="8308" y="20"/>
                </a:lnTo>
                <a:lnTo>
                  <a:pt x="8308" y="0"/>
                </a:lnTo>
                <a:moveTo>
                  <a:pt x="8471" y="0"/>
                </a:moveTo>
                <a:lnTo>
                  <a:pt x="8573" y="0"/>
                </a:lnTo>
                <a:lnTo>
                  <a:pt x="8573" y="20"/>
                </a:lnTo>
                <a:lnTo>
                  <a:pt x="8471" y="20"/>
                </a:lnTo>
                <a:lnTo>
                  <a:pt x="8471" y="0"/>
                </a:lnTo>
                <a:moveTo>
                  <a:pt x="8634" y="0"/>
                </a:moveTo>
                <a:lnTo>
                  <a:pt x="8735" y="0"/>
                </a:lnTo>
                <a:lnTo>
                  <a:pt x="8735" y="20"/>
                </a:lnTo>
                <a:lnTo>
                  <a:pt x="8634" y="20"/>
                </a:lnTo>
                <a:lnTo>
                  <a:pt x="8634" y="0"/>
                </a:lnTo>
                <a:moveTo>
                  <a:pt x="8797" y="0"/>
                </a:moveTo>
                <a:lnTo>
                  <a:pt x="8898" y="0"/>
                </a:lnTo>
                <a:lnTo>
                  <a:pt x="8898" y="20"/>
                </a:lnTo>
                <a:lnTo>
                  <a:pt x="8797" y="20"/>
                </a:lnTo>
                <a:lnTo>
                  <a:pt x="8797" y="0"/>
                </a:lnTo>
                <a:moveTo>
                  <a:pt x="8959" y="0"/>
                </a:moveTo>
                <a:lnTo>
                  <a:pt x="9061" y="0"/>
                </a:lnTo>
                <a:lnTo>
                  <a:pt x="9061" y="20"/>
                </a:lnTo>
                <a:lnTo>
                  <a:pt x="8959" y="20"/>
                </a:lnTo>
                <a:lnTo>
                  <a:pt x="8959" y="0"/>
                </a:lnTo>
                <a:moveTo>
                  <a:pt x="9122" y="0"/>
                </a:moveTo>
                <a:lnTo>
                  <a:pt x="9224" y="0"/>
                </a:lnTo>
                <a:lnTo>
                  <a:pt x="9224" y="20"/>
                </a:lnTo>
                <a:lnTo>
                  <a:pt x="9122" y="20"/>
                </a:lnTo>
                <a:lnTo>
                  <a:pt x="9122" y="0"/>
                </a:lnTo>
                <a:moveTo>
                  <a:pt x="9285" y="0"/>
                </a:moveTo>
                <a:lnTo>
                  <a:pt x="9386" y="0"/>
                </a:lnTo>
                <a:lnTo>
                  <a:pt x="9386" y="20"/>
                </a:lnTo>
                <a:lnTo>
                  <a:pt x="9285" y="20"/>
                </a:lnTo>
                <a:lnTo>
                  <a:pt x="9285" y="0"/>
                </a:lnTo>
                <a:moveTo>
                  <a:pt x="9447" y="0"/>
                </a:moveTo>
                <a:lnTo>
                  <a:pt x="9549" y="0"/>
                </a:lnTo>
                <a:lnTo>
                  <a:pt x="9549" y="20"/>
                </a:lnTo>
                <a:lnTo>
                  <a:pt x="9447" y="20"/>
                </a:lnTo>
                <a:lnTo>
                  <a:pt x="9447" y="0"/>
                </a:lnTo>
                <a:moveTo>
                  <a:pt x="9610" y="0"/>
                </a:moveTo>
                <a:lnTo>
                  <a:pt x="9712" y="0"/>
                </a:lnTo>
                <a:lnTo>
                  <a:pt x="9712" y="20"/>
                </a:lnTo>
                <a:lnTo>
                  <a:pt x="9610" y="20"/>
                </a:lnTo>
                <a:lnTo>
                  <a:pt x="9610" y="0"/>
                </a:lnTo>
                <a:moveTo>
                  <a:pt x="9773" y="0"/>
                </a:moveTo>
                <a:lnTo>
                  <a:pt x="9874" y="0"/>
                </a:lnTo>
                <a:lnTo>
                  <a:pt x="9874" y="20"/>
                </a:lnTo>
                <a:lnTo>
                  <a:pt x="9773" y="20"/>
                </a:lnTo>
                <a:lnTo>
                  <a:pt x="9773" y="0"/>
                </a:lnTo>
                <a:moveTo>
                  <a:pt x="9935" y="0"/>
                </a:moveTo>
                <a:lnTo>
                  <a:pt x="10037" y="0"/>
                </a:lnTo>
                <a:lnTo>
                  <a:pt x="10037" y="20"/>
                </a:lnTo>
                <a:lnTo>
                  <a:pt x="9935" y="20"/>
                </a:lnTo>
                <a:lnTo>
                  <a:pt x="9935" y="0"/>
                </a:lnTo>
                <a:moveTo>
                  <a:pt x="10098" y="0"/>
                </a:moveTo>
                <a:lnTo>
                  <a:pt x="10200" y="0"/>
                </a:lnTo>
                <a:lnTo>
                  <a:pt x="10200" y="20"/>
                </a:lnTo>
                <a:lnTo>
                  <a:pt x="10098" y="20"/>
                </a:lnTo>
                <a:lnTo>
                  <a:pt x="10098" y="0"/>
                </a:lnTo>
                <a:moveTo>
                  <a:pt x="10261" y="0"/>
                </a:moveTo>
                <a:lnTo>
                  <a:pt x="10362" y="0"/>
                </a:lnTo>
                <a:lnTo>
                  <a:pt x="10362" y="20"/>
                </a:lnTo>
                <a:lnTo>
                  <a:pt x="10261" y="20"/>
                </a:lnTo>
                <a:lnTo>
                  <a:pt x="10261" y="0"/>
                </a:lnTo>
                <a:moveTo>
                  <a:pt x="10423" y="0"/>
                </a:moveTo>
                <a:lnTo>
                  <a:pt x="10525" y="0"/>
                </a:lnTo>
                <a:lnTo>
                  <a:pt x="10525" y="20"/>
                </a:lnTo>
                <a:lnTo>
                  <a:pt x="10423" y="20"/>
                </a:lnTo>
                <a:lnTo>
                  <a:pt x="10423" y="0"/>
                </a:lnTo>
                <a:moveTo>
                  <a:pt x="10586" y="0"/>
                </a:moveTo>
                <a:lnTo>
                  <a:pt x="10688" y="0"/>
                </a:lnTo>
                <a:lnTo>
                  <a:pt x="10688" y="20"/>
                </a:lnTo>
                <a:lnTo>
                  <a:pt x="10586" y="20"/>
                </a:lnTo>
                <a:lnTo>
                  <a:pt x="10586" y="0"/>
                </a:lnTo>
                <a:moveTo>
                  <a:pt x="10749" y="0"/>
                </a:moveTo>
                <a:lnTo>
                  <a:pt x="10850" y="0"/>
                </a:lnTo>
                <a:lnTo>
                  <a:pt x="10850" y="20"/>
                </a:lnTo>
                <a:lnTo>
                  <a:pt x="10749" y="20"/>
                </a:lnTo>
                <a:lnTo>
                  <a:pt x="10749" y="0"/>
                </a:lnTo>
                <a:moveTo>
                  <a:pt x="10911" y="0"/>
                </a:moveTo>
                <a:lnTo>
                  <a:pt x="11013" y="0"/>
                </a:lnTo>
                <a:lnTo>
                  <a:pt x="11013" y="20"/>
                </a:lnTo>
                <a:lnTo>
                  <a:pt x="10911" y="20"/>
                </a:lnTo>
                <a:lnTo>
                  <a:pt x="10911" y="0"/>
                </a:lnTo>
                <a:moveTo>
                  <a:pt x="11074" y="0"/>
                </a:moveTo>
                <a:lnTo>
                  <a:pt x="11176" y="0"/>
                </a:lnTo>
                <a:lnTo>
                  <a:pt x="11176" y="20"/>
                </a:lnTo>
                <a:lnTo>
                  <a:pt x="11074" y="20"/>
                </a:lnTo>
                <a:lnTo>
                  <a:pt x="11074" y="0"/>
                </a:lnTo>
                <a:moveTo>
                  <a:pt x="11237" y="0"/>
                </a:moveTo>
                <a:lnTo>
                  <a:pt x="11338" y="0"/>
                </a:lnTo>
                <a:lnTo>
                  <a:pt x="11338" y="20"/>
                </a:lnTo>
                <a:lnTo>
                  <a:pt x="11237" y="20"/>
                </a:lnTo>
                <a:lnTo>
                  <a:pt x="11237" y="0"/>
                </a:lnTo>
                <a:moveTo>
                  <a:pt x="11399" y="0"/>
                </a:moveTo>
                <a:lnTo>
                  <a:pt x="11501" y="0"/>
                </a:lnTo>
                <a:lnTo>
                  <a:pt x="11501" y="20"/>
                </a:lnTo>
                <a:lnTo>
                  <a:pt x="11399" y="20"/>
                </a:lnTo>
                <a:lnTo>
                  <a:pt x="11399" y="0"/>
                </a:lnTo>
                <a:moveTo>
                  <a:pt x="11562" y="0"/>
                </a:moveTo>
                <a:lnTo>
                  <a:pt x="11664" y="0"/>
                </a:lnTo>
                <a:lnTo>
                  <a:pt x="11664" y="20"/>
                </a:lnTo>
                <a:lnTo>
                  <a:pt x="11562" y="20"/>
                </a:lnTo>
                <a:lnTo>
                  <a:pt x="11562" y="0"/>
                </a:lnTo>
                <a:moveTo>
                  <a:pt x="11725" y="0"/>
                </a:moveTo>
                <a:lnTo>
                  <a:pt x="11827" y="0"/>
                </a:lnTo>
                <a:lnTo>
                  <a:pt x="11827" y="20"/>
                </a:lnTo>
                <a:lnTo>
                  <a:pt x="11725" y="20"/>
                </a:lnTo>
                <a:lnTo>
                  <a:pt x="11725" y="0"/>
                </a:lnTo>
                <a:moveTo>
                  <a:pt x="11888" y="0"/>
                </a:moveTo>
                <a:lnTo>
                  <a:pt x="11989" y="0"/>
                </a:lnTo>
                <a:lnTo>
                  <a:pt x="11989" y="20"/>
                </a:lnTo>
                <a:lnTo>
                  <a:pt x="11888" y="20"/>
                </a:lnTo>
                <a:lnTo>
                  <a:pt x="11888" y="0"/>
                </a:lnTo>
                <a:moveTo>
                  <a:pt x="12050" y="0"/>
                </a:moveTo>
                <a:lnTo>
                  <a:pt x="12152" y="0"/>
                </a:lnTo>
                <a:lnTo>
                  <a:pt x="12152" y="20"/>
                </a:lnTo>
                <a:lnTo>
                  <a:pt x="12050" y="20"/>
                </a:lnTo>
                <a:lnTo>
                  <a:pt x="12050" y="0"/>
                </a:lnTo>
                <a:moveTo>
                  <a:pt x="12213" y="0"/>
                </a:moveTo>
                <a:lnTo>
                  <a:pt x="12315" y="0"/>
                </a:lnTo>
                <a:lnTo>
                  <a:pt x="12315" y="20"/>
                </a:lnTo>
                <a:lnTo>
                  <a:pt x="12213" y="20"/>
                </a:lnTo>
                <a:lnTo>
                  <a:pt x="12213" y="0"/>
                </a:lnTo>
                <a:moveTo>
                  <a:pt x="12376" y="0"/>
                </a:moveTo>
                <a:lnTo>
                  <a:pt x="12447" y="0"/>
                </a:lnTo>
                <a:lnTo>
                  <a:pt x="12447" y="51"/>
                </a:lnTo>
                <a:lnTo>
                  <a:pt x="12426" y="51"/>
                </a:lnTo>
                <a:lnTo>
                  <a:pt x="12426" y="10"/>
                </a:lnTo>
                <a:lnTo>
                  <a:pt x="12437" y="10"/>
                </a:lnTo>
                <a:lnTo>
                  <a:pt x="12437" y="20"/>
                </a:lnTo>
                <a:lnTo>
                  <a:pt x="12376" y="20"/>
                </a:lnTo>
                <a:lnTo>
                  <a:pt x="12376" y="0"/>
                </a:lnTo>
                <a:moveTo>
                  <a:pt x="12447" y="112"/>
                </a:moveTo>
                <a:lnTo>
                  <a:pt x="12447" y="213"/>
                </a:lnTo>
                <a:lnTo>
                  <a:pt x="12426" y="213"/>
                </a:lnTo>
                <a:lnTo>
                  <a:pt x="12426" y="112"/>
                </a:lnTo>
                <a:lnTo>
                  <a:pt x="12447" y="112"/>
                </a:lnTo>
                <a:moveTo>
                  <a:pt x="12447" y="275"/>
                </a:moveTo>
                <a:lnTo>
                  <a:pt x="12447" y="377"/>
                </a:lnTo>
                <a:lnTo>
                  <a:pt x="12426" y="377"/>
                </a:lnTo>
                <a:lnTo>
                  <a:pt x="12426" y="275"/>
                </a:lnTo>
                <a:lnTo>
                  <a:pt x="12447" y="275"/>
                </a:lnTo>
                <a:moveTo>
                  <a:pt x="12447" y="438"/>
                </a:moveTo>
                <a:lnTo>
                  <a:pt x="12447" y="540"/>
                </a:lnTo>
                <a:lnTo>
                  <a:pt x="12426" y="540"/>
                </a:lnTo>
                <a:lnTo>
                  <a:pt x="12426" y="438"/>
                </a:lnTo>
                <a:lnTo>
                  <a:pt x="12447" y="438"/>
                </a:lnTo>
                <a:moveTo>
                  <a:pt x="12447" y="601"/>
                </a:moveTo>
                <a:lnTo>
                  <a:pt x="12447" y="703"/>
                </a:lnTo>
                <a:lnTo>
                  <a:pt x="12426" y="703"/>
                </a:lnTo>
                <a:lnTo>
                  <a:pt x="12426" y="601"/>
                </a:lnTo>
                <a:lnTo>
                  <a:pt x="12447" y="601"/>
                </a:lnTo>
                <a:moveTo>
                  <a:pt x="12447" y="764"/>
                </a:moveTo>
                <a:lnTo>
                  <a:pt x="12447" y="866"/>
                </a:lnTo>
                <a:lnTo>
                  <a:pt x="12426" y="866"/>
                </a:lnTo>
                <a:lnTo>
                  <a:pt x="12426" y="764"/>
                </a:lnTo>
                <a:lnTo>
                  <a:pt x="12447" y="764"/>
                </a:lnTo>
                <a:moveTo>
                  <a:pt x="12447" y="927"/>
                </a:moveTo>
                <a:lnTo>
                  <a:pt x="12447" y="1029"/>
                </a:lnTo>
                <a:lnTo>
                  <a:pt x="12426" y="1029"/>
                </a:lnTo>
                <a:lnTo>
                  <a:pt x="12426" y="927"/>
                </a:lnTo>
                <a:lnTo>
                  <a:pt x="12447" y="927"/>
                </a:lnTo>
                <a:moveTo>
                  <a:pt x="12447" y="1090"/>
                </a:moveTo>
                <a:lnTo>
                  <a:pt x="12447" y="1191"/>
                </a:lnTo>
                <a:lnTo>
                  <a:pt x="12426" y="1191"/>
                </a:lnTo>
                <a:lnTo>
                  <a:pt x="12426" y="1090"/>
                </a:lnTo>
                <a:lnTo>
                  <a:pt x="12447" y="1090"/>
                </a:lnTo>
                <a:moveTo>
                  <a:pt x="12447" y="1252"/>
                </a:moveTo>
                <a:lnTo>
                  <a:pt x="12447" y="1344"/>
                </a:lnTo>
                <a:lnTo>
                  <a:pt x="12416" y="1344"/>
                </a:lnTo>
                <a:lnTo>
                  <a:pt x="12416" y="1324"/>
                </a:lnTo>
                <a:lnTo>
                  <a:pt x="12437" y="1324"/>
                </a:lnTo>
                <a:lnTo>
                  <a:pt x="12437" y="1334"/>
                </a:lnTo>
                <a:lnTo>
                  <a:pt x="12426" y="1334"/>
                </a:lnTo>
                <a:lnTo>
                  <a:pt x="12426" y="1252"/>
                </a:lnTo>
                <a:lnTo>
                  <a:pt x="12447" y="1252"/>
                </a:lnTo>
                <a:moveTo>
                  <a:pt x="12355" y="1344"/>
                </a:moveTo>
                <a:lnTo>
                  <a:pt x="12254" y="1344"/>
                </a:lnTo>
                <a:lnTo>
                  <a:pt x="12254" y="1324"/>
                </a:lnTo>
                <a:lnTo>
                  <a:pt x="12355" y="1324"/>
                </a:lnTo>
                <a:lnTo>
                  <a:pt x="12355" y="1344"/>
                </a:lnTo>
                <a:moveTo>
                  <a:pt x="12193" y="1344"/>
                </a:moveTo>
                <a:lnTo>
                  <a:pt x="12091" y="1344"/>
                </a:lnTo>
                <a:lnTo>
                  <a:pt x="12091" y="1324"/>
                </a:lnTo>
                <a:lnTo>
                  <a:pt x="12193" y="1324"/>
                </a:lnTo>
                <a:lnTo>
                  <a:pt x="12193" y="1344"/>
                </a:lnTo>
                <a:moveTo>
                  <a:pt x="12030" y="1344"/>
                </a:moveTo>
                <a:lnTo>
                  <a:pt x="11928" y="1344"/>
                </a:lnTo>
                <a:lnTo>
                  <a:pt x="11928" y="1324"/>
                </a:lnTo>
                <a:lnTo>
                  <a:pt x="12030" y="1324"/>
                </a:lnTo>
                <a:lnTo>
                  <a:pt x="12030" y="1344"/>
                </a:lnTo>
                <a:moveTo>
                  <a:pt x="11867" y="1344"/>
                </a:moveTo>
                <a:lnTo>
                  <a:pt x="11766" y="1344"/>
                </a:lnTo>
                <a:lnTo>
                  <a:pt x="11766" y="1324"/>
                </a:lnTo>
                <a:lnTo>
                  <a:pt x="11867" y="1324"/>
                </a:lnTo>
                <a:lnTo>
                  <a:pt x="11867" y="1344"/>
                </a:lnTo>
                <a:moveTo>
                  <a:pt x="11705" y="1344"/>
                </a:moveTo>
                <a:lnTo>
                  <a:pt x="11603" y="1344"/>
                </a:lnTo>
                <a:lnTo>
                  <a:pt x="11603" y="1324"/>
                </a:lnTo>
                <a:lnTo>
                  <a:pt x="11705" y="1324"/>
                </a:lnTo>
                <a:lnTo>
                  <a:pt x="11705" y="1344"/>
                </a:lnTo>
                <a:moveTo>
                  <a:pt x="11542" y="1344"/>
                </a:moveTo>
                <a:lnTo>
                  <a:pt x="11440" y="1344"/>
                </a:lnTo>
                <a:lnTo>
                  <a:pt x="11440" y="1324"/>
                </a:lnTo>
                <a:lnTo>
                  <a:pt x="11542" y="1324"/>
                </a:lnTo>
                <a:lnTo>
                  <a:pt x="11542" y="1344"/>
                </a:lnTo>
                <a:moveTo>
                  <a:pt x="11379" y="1344"/>
                </a:moveTo>
                <a:lnTo>
                  <a:pt x="11277" y="1344"/>
                </a:lnTo>
                <a:lnTo>
                  <a:pt x="11277" y="1324"/>
                </a:lnTo>
                <a:lnTo>
                  <a:pt x="11379" y="1324"/>
                </a:lnTo>
                <a:lnTo>
                  <a:pt x="11379" y="1344"/>
                </a:lnTo>
                <a:moveTo>
                  <a:pt x="11216" y="1344"/>
                </a:moveTo>
                <a:lnTo>
                  <a:pt x="11115" y="1344"/>
                </a:lnTo>
                <a:lnTo>
                  <a:pt x="11115" y="1324"/>
                </a:lnTo>
                <a:lnTo>
                  <a:pt x="11216" y="1324"/>
                </a:lnTo>
                <a:lnTo>
                  <a:pt x="11216" y="1344"/>
                </a:lnTo>
                <a:moveTo>
                  <a:pt x="11054" y="1344"/>
                </a:moveTo>
                <a:lnTo>
                  <a:pt x="10952" y="1344"/>
                </a:lnTo>
                <a:lnTo>
                  <a:pt x="10952" y="1324"/>
                </a:lnTo>
                <a:lnTo>
                  <a:pt x="11054" y="1324"/>
                </a:lnTo>
                <a:lnTo>
                  <a:pt x="11054" y="1344"/>
                </a:lnTo>
                <a:moveTo>
                  <a:pt x="10891" y="1344"/>
                </a:moveTo>
                <a:lnTo>
                  <a:pt x="10789" y="1344"/>
                </a:lnTo>
                <a:lnTo>
                  <a:pt x="10789" y="1324"/>
                </a:lnTo>
                <a:lnTo>
                  <a:pt x="10891" y="1324"/>
                </a:lnTo>
                <a:lnTo>
                  <a:pt x="10891" y="1344"/>
                </a:lnTo>
                <a:moveTo>
                  <a:pt x="10728" y="1344"/>
                </a:moveTo>
                <a:lnTo>
                  <a:pt x="10627" y="1344"/>
                </a:lnTo>
                <a:lnTo>
                  <a:pt x="10627" y="1324"/>
                </a:lnTo>
                <a:lnTo>
                  <a:pt x="10728" y="1324"/>
                </a:lnTo>
                <a:lnTo>
                  <a:pt x="10728" y="1344"/>
                </a:lnTo>
                <a:moveTo>
                  <a:pt x="10566" y="1344"/>
                </a:moveTo>
                <a:lnTo>
                  <a:pt x="10464" y="1344"/>
                </a:lnTo>
                <a:lnTo>
                  <a:pt x="10464" y="1324"/>
                </a:lnTo>
                <a:lnTo>
                  <a:pt x="10566" y="1324"/>
                </a:lnTo>
                <a:lnTo>
                  <a:pt x="10566" y="1344"/>
                </a:lnTo>
                <a:moveTo>
                  <a:pt x="10403" y="1344"/>
                </a:moveTo>
                <a:lnTo>
                  <a:pt x="10301" y="1344"/>
                </a:lnTo>
                <a:lnTo>
                  <a:pt x="10301" y="1324"/>
                </a:lnTo>
                <a:lnTo>
                  <a:pt x="10403" y="1324"/>
                </a:lnTo>
                <a:lnTo>
                  <a:pt x="10403" y="1344"/>
                </a:lnTo>
                <a:moveTo>
                  <a:pt x="10240" y="1344"/>
                </a:moveTo>
                <a:lnTo>
                  <a:pt x="10139" y="1344"/>
                </a:lnTo>
                <a:lnTo>
                  <a:pt x="10139" y="1324"/>
                </a:lnTo>
                <a:lnTo>
                  <a:pt x="10240" y="1324"/>
                </a:lnTo>
                <a:lnTo>
                  <a:pt x="10240" y="1344"/>
                </a:lnTo>
                <a:moveTo>
                  <a:pt x="10078" y="1344"/>
                </a:moveTo>
                <a:lnTo>
                  <a:pt x="9976" y="1344"/>
                </a:lnTo>
                <a:lnTo>
                  <a:pt x="9976" y="1324"/>
                </a:lnTo>
                <a:lnTo>
                  <a:pt x="10078" y="1324"/>
                </a:lnTo>
                <a:lnTo>
                  <a:pt x="10078" y="1344"/>
                </a:lnTo>
                <a:moveTo>
                  <a:pt x="9915" y="1344"/>
                </a:moveTo>
                <a:lnTo>
                  <a:pt x="9813" y="1344"/>
                </a:lnTo>
                <a:lnTo>
                  <a:pt x="9813" y="1324"/>
                </a:lnTo>
                <a:lnTo>
                  <a:pt x="9915" y="1324"/>
                </a:lnTo>
                <a:lnTo>
                  <a:pt x="9915" y="1344"/>
                </a:lnTo>
                <a:moveTo>
                  <a:pt x="9752" y="1344"/>
                </a:moveTo>
                <a:lnTo>
                  <a:pt x="9651" y="1344"/>
                </a:lnTo>
                <a:lnTo>
                  <a:pt x="9651" y="1324"/>
                </a:lnTo>
                <a:lnTo>
                  <a:pt x="9752" y="1324"/>
                </a:lnTo>
                <a:lnTo>
                  <a:pt x="9752" y="1344"/>
                </a:lnTo>
                <a:moveTo>
                  <a:pt x="9590" y="1344"/>
                </a:moveTo>
                <a:lnTo>
                  <a:pt x="9488" y="1344"/>
                </a:lnTo>
                <a:lnTo>
                  <a:pt x="9488" y="1324"/>
                </a:lnTo>
                <a:lnTo>
                  <a:pt x="9590" y="1324"/>
                </a:lnTo>
                <a:lnTo>
                  <a:pt x="9590" y="1344"/>
                </a:lnTo>
                <a:moveTo>
                  <a:pt x="9427" y="1344"/>
                </a:moveTo>
                <a:lnTo>
                  <a:pt x="9325" y="1344"/>
                </a:lnTo>
                <a:lnTo>
                  <a:pt x="9325" y="1324"/>
                </a:lnTo>
                <a:lnTo>
                  <a:pt x="9427" y="1324"/>
                </a:lnTo>
                <a:lnTo>
                  <a:pt x="9427" y="1344"/>
                </a:lnTo>
                <a:moveTo>
                  <a:pt x="9264" y="1344"/>
                </a:moveTo>
                <a:lnTo>
                  <a:pt x="9163" y="1344"/>
                </a:lnTo>
                <a:lnTo>
                  <a:pt x="9163" y="1324"/>
                </a:lnTo>
                <a:lnTo>
                  <a:pt x="9264" y="1324"/>
                </a:lnTo>
                <a:lnTo>
                  <a:pt x="9264" y="1344"/>
                </a:lnTo>
                <a:moveTo>
                  <a:pt x="9102" y="1344"/>
                </a:moveTo>
                <a:lnTo>
                  <a:pt x="9000" y="1344"/>
                </a:lnTo>
                <a:lnTo>
                  <a:pt x="9000" y="1324"/>
                </a:lnTo>
                <a:lnTo>
                  <a:pt x="9102" y="1324"/>
                </a:lnTo>
                <a:lnTo>
                  <a:pt x="9102" y="1344"/>
                </a:lnTo>
                <a:moveTo>
                  <a:pt x="8939" y="1344"/>
                </a:moveTo>
                <a:lnTo>
                  <a:pt x="8837" y="1344"/>
                </a:lnTo>
                <a:lnTo>
                  <a:pt x="8837" y="1324"/>
                </a:lnTo>
                <a:lnTo>
                  <a:pt x="8939" y="1324"/>
                </a:lnTo>
                <a:lnTo>
                  <a:pt x="8939" y="1344"/>
                </a:lnTo>
                <a:moveTo>
                  <a:pt x="8776" y="1344"/>
                </a:moveTo>
                <a:lnTo>
                  <a:pt x="8674" y="1344"/>
                </a:lnTo>
                <a:lnTo>
                  <a:pt x="8674" y="1324"/>
                </a:lnTo>
                <a:lnTo>
                  <a:pt x="8776" y="1324"/>
                </a:lnTo>
                <a:lnTo>
                  <a:pt x="8776" y="1344"/>
                </a:lnTo>
                <a:moveTo>
                  <a:pt x="8613" y="1344"/>
                </a:moveTo>
                <a:lnTo>
                  <a:pt x="8512" y="1344"/>
                </a:lnTo>
                <a:lnTo>
                  <a:pt x="8512" y="1324"/>
                </a:lnTo>
                <a:lnTo>
                  <a:pt x="8613" y="1324"/>
                </a:lnTo>
                <a:lnTo>
                  <a:pt x="8613" y="1344"/>
                </a:lnTo>
                <a:moveTo>
                  <a:pt x="8451" y="1344"/>
                </a:moveTo>
                <a:lnTo>
                  <a:pt x="8349" y="1344"/>
                </a:lnTo>
                <a:lnTo>
                  <a:pt x="8349" y="1324"/>
                </a:lnTo>
                <a:lnTo>
                  <a:pt x="8451" y="1324"/>
                </a:lnTo>
                <a:lnTo>
                  <a:pt x="8451" y="1344"/>
                </a:lnTo>
                <a:moveTo>
                  <a:pt x="8288" y="1344"/>
                </a:moveTo>
                <a:lnTo>
                  <a:pt x="8186" y="1344"/>
                </a:lnTo>
                <a:lnTo>
                  <a:pt x="8186" y="1324"/>
                </a:lnTo>
                <a:lnTo>
                  <a:pt x="8288" y="1324"/>
                </a:lnTo>
                <a:lnTo>
                  <a:pt x="8288" y="1344"/>
                </a:lnTo>
                <a:moveTo>
                  <a:pt x="8125" y="1344"/>
                </a:moveTo>
                <a:lnTo>
                  <a:pt x="8024" y="1344"/>
                </a:lnTo>
                <a:lnTo>
                  <a:pt x="8024" y="1324"/>
                </a:lnTo>
                <a:lnTo>
                  <a:pt x="8125" y="1324"/>
                </a:lnTo>
                <a:lnTo>
                  <a:pt x="8125" y="1344"/>
                </a:lnTo>
                <a:moveTo>
                  <a:pt x="7963" y="1344"/>
                </a:moveTo>
                <a:lnTo>
                  <a:pt x="7861" y="1344"/>
                </a:lnTo>
                <a:lnTo>
                  <a:pt x="7861" y="1324"/>
                </a:lnTo>
                <a:lnTo>
                  <a:pt x="7963" y="1324"/>
                </a:lnTo>
                <a:lnTo>
                  <a:pt x="7963" y="1344"/>
                </a:lnTo>
                <a:moveTo>
                  <a:pt x="7800" y="1344"/>
                </a:moveTo>
                <a:lnTo>
                  <a:pt x="7698" y="1344"/>
                </a:lnTo>
                <a:lnTo>
                  <a:pt x="7698" y="1324"/>
                </a:lnTo>
                <a:lnTo>
                  <a:pt x="7800" y="1324"/>
                </a:lnTo>
                <a:lnTo>
                  <a:pt x="7800" y="1344"/>
                </a:lnTo>
                <a:moveTo>
                  <a:pt x="7637" y="1344"/>
                </a:moveTo>
                <a:lnTo>
                  <a:pt x="7536" y="1344"/>
                </a:lnTo>
                <a:lnTo>
                  <a:pt x="7536" y="1324"/>
                </a:lnTo>
                <a:lnTo>
                  <a:pt x="7637" y="1324"/>
                </a:lnTo>
                <a:lnTo>
                  <a:pt x="7637" y="1344"/>
                </a:lnTo>
                <a:moveTo>
                  <a:pt x="7475" y="1344"/>
                </a:moveTo>
                <a:lnTo>
                  <a:pt x="7373" y="1344"/>
                </a:lnTo>
                <a:lnTo>
                  <a:pt x="7373" y="1324"/>
                </a:lnTo>
                <a:lnTo>
                  <a:pt x="7475" y="1324"/>
                </a:lnTo>
                <a:lnTo>
                  <a:pt x="7475" y="1344"/>
                </a:lnTo>
                <a:moveTo>
                  <a:pt x="7312" y="1344"/>
                </a:moveTo>
                <a:lnTo>
                  <a:pt x="7210" y="1344"/>
                </a:lnTo>
                <a:lnTo>
                  <a:pt x="7210" y="1324"/>
                </a:lnTo>
                <a:lnTo>
                  <a:pt x="7312" y="1324"/>
                </a:lnTo>
                <a:lnTo>
                  <a:pt x="7312" y="1344"/>
                </a:lnTo>
                <a:moveTo>
                  <a:pt x="7149" y="1344"/>
                </a:moveTo>
                <a:lnTo>
                  <a:pt x="7048" y="1344"/>
                </a:lnTo>
                <a:lnTo>
                  <a:pt x="7048" y="1324"/>
                </a:lnTo>
                <a:lnTo>
                  <a:pt x="7149" y="1324"/>
                </a:lnTo>
                <a:lnTo>
                  <a:pt x="7149" y="1344"/>
                </a:lnTo>
                <a:moveTo>
                  <a:pt x="6987" y="1344"/>
                </a:moveTo>
                <a:lnTo>
                  <a:pt x="6885" y="1344"/>
                </a:lnTo>
                <a:lnTo>
                  <a:pt x="6885" y="1324"/>
                </a:lnTo>
                <a:lnTo>
                  <a:pt x="6987" y="1324"/>
                </a:lnTo>
                <a:lnTo>
                  <a:pt x="6987" y="1344"/>
                </a:lnTo>
                <a:moveTo>
                  <a:pt x="6824" y="1344"/>
                </a:moveTo>
                <a:lnTo>
                  <a:pt x="6722" y="1344"/>
                </a:lnTo>
                <a:lnTo>
                  <a:pt x="6722" y="1324"/>
                </a:lnTo>
                <a:lnTo>
                  <a:pt x="6824" y="1324"/>
                </a:lnTo>
                <a:lnTo>
                  <a:pt x="6824" y="1344"/>
                </a:lnTo>
                <a:moveTo>
                  <a:pt x="6661" y="1344"/>
                </a:moveTo>
                <a:lnTo>
                  <a:pt x="6560" y="1344"/>
                </a:lnTo>
                <a:lnTo>
                  <a:pt x="6560" y="1324"/>
                </a:lnTo>
                <a:lnTo>
                  <a:pt x="6661" y="1324"/>
                </a:lnTo>
                <a:lnTo>
                  <a:pt x="6661" y="1344"/>
                </a:lnTo>
                <a:moveTo>
                  <a:pt x="6499" y="1344"/>
                </a:moveTo>
                <a:lnTo>
                  <a:pt x="6397" y="1344"/>
                </a:lnTo>
                <a:lnTo>
                  <a:pt x="6397" y="1324"/>
                </a:lnTo>
                <a:lnTo>
                  <a:pt x="6499" y="1324"/>
                </a:lnTo>
                <a:lnTo>
                  <a:pt x="6499" y="1344"/>
                </a:lnTo>
                <a:moveTo>
                  <a:pt x="6336" y="1344"/>
                </a:moveTo>
                <a:lnTo>
                  <a:pt x="6234" y="1344"/>
                </a:lnTo>
                <a:lnTo>
                  <a:pt x="6234" y="1324"/>
                </a:lnTo>
                <a:lnTo>
                  <a:pt x="6336" y="1324"/>
                </a:lnTo>
                <a:lnTo>
                  <a:pt x="6336" y="1344"/>
                </a:lnTo>
                <a:moveTo>
                  <a:pt x="6173" y="1344"/>
                </a:moveTo>
                <a:lnTo>
                  <a:pt x="6072" y="1344"/>
                </a:lnTo>
                <a:lnTo>
                  <a:pt x="6072" y="1324"/>
                </a:lnTo>
                <a:lnTo>
                  <a:pt x="6173" y="1324"/>
                </a:lnTo>
                <a:lnTo>
                  <a:pt x="6173" y="1344"/>
                </a:lnTo>
                <a:moveTo>
                  <a:pt x="6010" y="1344"/>
                </a:moveTo>
                <a:lnTo>
                  <a:pt x="5909" y="1344"/>
                </a:lnTo>
                <a:lnTo>
                  <a:pt x="5909" y="1324"/>
                </a:lnTo>
                <a:lnTo>
                  <a:pt x="6010" y="1324"/>
                </a:lnTo>
                <a:lnTo>
                  <a:pt x="6010" y="1344"/>
                </a:lnTo>
                <a:moveTo>
                  <a:pt x="5848" y="1344"/>
                </a:moveTo>
                <a:lnTo>
                  <a:pt x="5746" y="1344"/>
                </a:lnTo>
                <a:lnTo>
                  <a:pt x="5746" y="1324"/>
                </a:lnTo>
                <a:lnTo>
                  <a:pt x="5848" y="1324"/>
                </a:lnTo>
                <a:lnTo>
                  <a:pt x="5848" y="1344"/>
                </a:lnTo>
                <a:moveTo>
                  <a:pt x="5685" y="1344"/>
                </a:moveTo>
                <a:lnTo>
                  <a:pt x="5583" y="1344"/>
                </a:lnTo>
                <a:lnTo>
                  <a:pt x="5583" y="1324"/>
                </a:lnTo>
                <a:lnTo>
                  <a:pt x="5685" y="1324"/>
                </a:lnTo>
                <a:lnTo>
                  <a:pt x="5685" y="1344"/>
                </a:lnTo>
                <a:moveTo>
                  <a:pt x="5522" y="1344"/>
                </a:moveTo>
                <a:lnTo>
                  <a:pt x="5421" y="1344"/>
                </a:lnTo>
                <a:lnTo>
                  <a:pt x="5421" y="1324"/>
                </a:lnTo>
                <a:lnTo>
                  <a:pt x="5522" y="1324"/>
                </a:lnTo>
                <a:lnTo>
                  <a:pt x="5522" y="1344"/>
                </a:lnTo>
                <a:moveTo>
                  <a:pt x="5360" y="1344"/>
                </a:moveTo>
                <a:lnTo>
                  <a:pt x="5258" y="1344"/>
                </a:lnTo>
                <a:lnTo>
                  <a:pt x="5258" y="1324"/>
                </a:lnTo>
                <a:lnTo>
                  <a:pt x="5360" y="1324"/>
                </a:lnTo>
                <a:lnTo>
                  <a:pt x="5360" y="1344"/>
                </a:lnTo>
                <a:moveTo>
                  <a:pt x="5197" y="1344"/>
                </a:moveTo>
                <a:lnTo>
                  <a:pt x="5095" y="1344"/>
                </a:lnTo>
                <a:lnTo>
                  <a:pt x="5095" y="1324"/>
                </a:lnTo>
                <a:lnTo>
                  <a:pt x="5197" y="1324"/>
                </a:lnTo>
                <a:lnTo>
                  <a:pt x="5197" y="1344"/>
                </a:lnTo>
                <a:moveTo>
                  <a:pt x="5034" y="1344"/>
                </a:moveTo>
                <a:lnTo>
                  <a:pt x="4933" y="1344"/>
                </a:lnTo>
                <a:lnTo>
                  <a:pt x="4933" y="1324"/>
                </a:lnTo>
                <a:lnTo>
                  <a:pt x="5034" y="1324"/>
                </a:lnTo>
                <a:lnTo>
                  <a:pt x="5034" y="1344"/>
                </a:lnTo>
                <a:moveTo>
                  <a:pt x="4872" y="1344"/>
                </a:moveTo>
                <a:lnTo>
                  <a:pt x="4770" y="1344"/>
                </a:lnTo>
                <a:lnTo>
                  <a:pt x="4770" y="1324"/>
                </a:lnTo>
                <a:lnTo>
                  <a:pt x="4872" y="1324"/>
                </a:lnTo>
                <a:lnTo>
                  <a:pt x="4872" y="1344"/>
                </a:lnTo>
                <a:moveTo>
                  <a:pt x="4709" y="1344"/>
                </a:moveTo>
                <a:lnTo>
                  <a:pt x="4607" y="1344"/>
                </a:lnTo>
                <a:lnTo>
                  <a:pt x="4607" y="1324"/>
                </a:lnTo>
                <a:lnTo>
                  <a:pt x="4709" y="1324"/>
                </a:lnTo>
                <a:lnTo>
                  <a:pt x="4709" y="1344"/>
                </a:lnTo>
                <a:moveTo>
                  <a:pt x="4546" y="1344"/>
                </a:moveTo>
                <a:lnTo>
                  <a:pt x="4445" y="1344"/>
                </a:lnTo>
                <a:lnTo>
                  <a:pt x="4445" y="1324"/>
                </a:lnTo>
                <a:lnTo>
                  <a:pt x="4546" y="1324"/>
                </a:lnTo>
                <a:lnTo>
                  <a:pt x="4546" y="1344"/>
                </a:lnTo>
                <a:moveTo>
                  <a:pt x="4384" y="1344"/>
                </a:moveTo>
                <a:lnTo>
                  <a:pt x="4282" y="1344"/>
                </a:lnTo>
                <a:lnTo>
                  <a:pt x="4282" y="1324"/>
                </a:lnTo>
                <a:lnTo>
                  <a:pt x="4384" y="1324"/>
                </a:lnTo>
                <a:lnTo>
                  <a:pt x="4384" y="1344"/>
                </a:lnTo>
                <a:moveTo>
                  <a:pt x="4221" y="1344"/>
                </a:moveTo>
                <a:lnTo>
                  <a:pt x="4119" y="1344"/>
                </a:lnTo>
                <a:lnTo>
                  <a:pt x="4119" y="1324"/>
                </a:lnTo>
                <a:lnTo>
                  <a:pt x="4221" y="1324"/>
                </a:lnTo>
                <a:lnTo>
                  <a:pt x="4221" y="1344"/>
                </a:lnTo>
                <a:moveTo>
                  <a:pt x="4058" y="1344"/>
                </a:moveTo>
                <a:lnTo>
                  <a:pt x="3957" y="1344"/>
                </a:lnTo>
                <a:lnTo>
                  <a:pt x="3957" y="1324"/>
                </a:lnTo>
                <a:lnTo>
                  <a:pt x="4058" y="1324"/>
                </a:lnTo>
                <a:lnTo>
                  <a:pt x="4058" y="1344"/>
                </a:lnTo>
                <a:moveTo>
                  <a:pt x="3896" y="1344"/>
                </a:moveTo>
                <a:lnTo>
                  <a:pt x="3794" y="1344"/>
                </a:lnTo>
                <a:lnTo>
                  <a:pt x="3794" y="1324"/>
                </a:lnTo>
                <a:lnTo>
                  <a:pt x="3896" y="1324"/>
                </a:lnTo>
                <a:lnTo>
                  <a:pt x="3896" y="1344"/>
                </a:lnTo>
                <a:moveTo>
                  <a:pt x="3733" y="1344"/>
                </a:moveTo>
                <a:lnTo>
                  <a:pt x="3631" y="1344"/>
                </a:lnTo>
                <a:lnTo>
                  <a:pt x="3631" y="1324"/>
                </a:lnTo>
                <a:lnTo>
                  <a:pt x="3733" y="1324"/>
                </a:lnTo>
                <a:lnTo>
                  <a:pt x="3733" y="1344"/>
                </a:lnTo>
                <a:moveTo>
                  <a:pt x="3570" y="1344"/>
                </a:moveTo>
                <a:lnTo>
                  <a:pt x="3469" y="1344"/>
                </a:lnTo>
                <a:lnTo>
                  <a:pt x="3469" y="1324"/>
                </a:lnTo>
                <a:lnTo>
                  <a:pt x="3570" y="1324"/>
                </a:lnTo>
                <a:lnTo>
                  <a:pt x="3570" y="1344"/>
                </a:lnTo>
                <a:moveTo>
                  <a:pt x="3408" y="1344"/>
                </a:moveTo>
                <a:lnTo>
                  <a:pt x="3306" y="1344"/>
                </a:lnTo>
                <a:lnTo>
                  <a:pt x="3306" y="1324"/>
                </a:lnTo>
                <a:lnTo>
                  <a:pt x="3408" y="1324"/>
                </a:lnTo>
                <a:lnTo>
                  <a:pt x="3408" y="1344"/>
                </a:lnTo>
                <a:moveTo>
                  <a:pt x="3245" y="1344"/>
                </a:moveTo>
                <a:lnTo>
                  <a:pt x="3143" y="1344"/>
                </a:lnTo>
                <a:lnTo>
                  <a:pt x="3143" y="1324"/>
                </a:lnTo>
                <a:lnTo>
                  <a:pt x="3245" y="1324"/>
                </a:lnTo>
                <a:lnTo>
                  <a:pt x="3245" y="1344"/>
                </a:lnTo>
                <a:moveTo>
                  <a:pt x="3082" y="1344"/>
                </a:moveTo>
                <a:lnTo>
                  <a:pt x="2980" y="1344"/>
                </a:lnTo>
                <a:lnTo>
                  <a:pt x="2980" y="1324"/>
                </a:lnTo>
                <a:lnTo>
                  <a:pt x="3082" y="1324"/>
                </a:lnTo>
                <a:lnTo>
                  <a:pt x="3082" y="1344"/>
                </a:lnTo>
                <a:moveTo>
                  <a:pt x="2919" y="1344"/>
                </a:moveTo>
                <a:lnTo>
                  <a:pt x="2818" y="1344"/>
                </a:lnTo>
                <a:lnTo>
                  <a:pt x="2818" y="1324"/>
                </a:lnTo>
                <a:lnTo>
                  <a:pt x="2919" y="1324"/>
                </a:lnTo>
                <a:lnTo>
                  <a:pt x="2919" y="1344"/>
                </a:lnTo>
                <a:moveTo>
                  <a:pt x="2757" y="1344"/>
                </a:moveTo>
                <a:lnTo>
                  <a:pt x="2654" y="1344"/>
                </a:lnTo>
                <a:lnTo>
                  <a:pt x="2654" y="1324"/>
                </a:lnTo>
                <a:lnTo>
                  <a:pt x="2757" y="1324"/>
                </a:lnTo>
                <a:lnTo>
                  <a:pt x="2757" y="1344"/>
                </a:lnTo>
                <a:moveTo>
                  <a:pt x="2593" y="1344"/>
                </a:moveTo>
                <a:lnTo>
                  <a:pt x="2491" y="1344"/>
                </a:lnTo>
                <a:lnTo>
                  <a:pt x="2491" y="1324"/>
                </a:lnTo>
                <a:lnTo>
                  <a:pt x="2593" y="1324"/>
                </a:lnTo>
                <a:lnTo>
                  <a:pt x="2593" y="1344"/>
                </a:lnTo>
                <a:moveTo>
                  <a:pt x="2430" y="1344"/>
                </a:moveTo>
                <a:lnTo>
                  <a:pt x="2329" y="1344"/>
                </a:lnTo>
                <a:lnTo>
                  <a:pt x="2329" y="1324"/>
                </a:lnTo>
                <a:lnTo>
                  <a:pt x="2430" y="1324"/>
                </a:lnTo>
                <a:lnTo>
                  <a:pt x="2430" y="1344"/>
                </a:lnTo>
                <a:moveTo>
                  <a:pt x="2268" y="1344"/>
                </a:moveTo>
                <a:lnTo>
                  <a:pt x="2166" y="1344"/>
                </a:lnTo>
                <a:lnTo>
                  <a:pt x="2166" y="1324"/>
                </a:lnTo>
                <a:lnTo>
                  <a:pt x="2268" y="1324"/>
                </a:lnTo>
                <a:lnTo>
                  <a:pt x="2268" y="1344"/>
                </a:lnTo>
                <a:moveTo>
                  <a:pt x="2105" y="1344"/>
                </a:moveTo>
                <a:lnTo>
                  <a:pt x="2003" y="1344"/>
                </a:lnTo>
                <a:lnTo>
                  <a:pt x="2003" y="1324"/>
                </a:lnTo>
                <a:lnTo>
                  <a:pt x="2105" y="1324"/>
                </a:lnTo>
                <a:lnTo>
                  <a:pt x="2105" y="1344"/>
                </a:lnTo>
                <a:moveTo>
                  <a:pt x="1942" y="1344"/>
                </a:moveTo>
                <a:lnTo>
                  <a:pt x="1841" y="1344"/>
                </a:lnTo>
                <a:lnTo>
                  <a:pt x="1841" y="1324"/>
                </a:lnTo>
                <a:lnTo>
                  <a:pt x="1942" y="1324"/>
                </a:lnTo>
                <a:lnTo>
                  <a:pt x="1942" y="1344"/>
                </a:lnTo>
                <a:moveTo>
                  <a:pt x="1780" y="1344"/>
                </a:moveTo>
                <a:lnTo>
                  <a:pt x="1678" y="1344"/>
                </a:lnTo>
                <a:lnTo>
                  <a:pt x="1678" y="1324"/>
                </a:lnTo>
                <a:lnTo>
                  <a:pt x="1780" y="1324"/>
                </a:lnTo>
                <a:lnTo>
                  <a:pt x="1780" y="1344"/>
                </a:lnTo>
                <a:moveTo>
                  <a:pt x="1617" y="1344"/>
                </a:moveTo>
                <a:lnTo>
                  <a:pt x="1515" y="1344"/>
                </a:lnTo>
                <a:lnTo>
                  <a:pt x="1515" y="1324"/>
                </a:lnTo>
                <a:lnTo>
                  <a:pt x="1617" y="1324"/>
                </a:lnTo>
                <a:lnTo>
                  <a:pt x="1617" y="1344"/>
                </a:lnTo>
                <a:moveTo>
                  <a:pt x="1454" y="1344"/>
                </a:moveTo>
                <a:lnTo>
                  <a:pt x="1353" y="1344"/>
                </a:lnTo>
                <a:lnTo>
                  <a:pt x="1353" y="1324"/>
                </a:lnTo>
                <a:lnTo>
                  <a:pt x="1454" y="1324"/>
                </a:lnTo>
                <a:lnTo>
                  <a:pt x="1454" y="1344"/>
                </a:lnTo>
                <a:moveTo>
                  <a:pt x="1292" y="1344"/>
                </a:moveTo>
                <a:lnTo>
                  <a:pt x="1190" y="1344"/>
                </a:lnTo>
                <a:lnTo>
                  <a:pt x="1190" y="1324"/>
                </a:lnTo>
                <a:lnTo>
                  <a:pt x="1292" y="1324"/>
                </a:lnTo>
                <a:lnTo>
                  <a:pt x="1292" y="1344"/>
                </a:lnTo>
                <a:moveTo>
                  <a:pt x="1129" y="1344"/>
                </a:moveTo>
                <a:lnTo>
                  <a:pt x="1027" y="1344"/>
                </a:lnTo>
                <a:lnTo>
                  <a:pt x="1027" y="1324"/>
                </a:lnTo>
                <a:lnTo>
                  <a:pt x="1129" y="1324"/>
                </a:lnTo>
                <a:lnTo>
                  <a:pt x="1129" y="1344"/>
                </a:lnTo>
                <a:moveTo>
                  <a:pt x="966" y="1344"/>
                </a:moveTo>
                <a:lnTo>
                  <a:pt x="865" y="1344"/>
                </a:lnTo>
                <a:lnTo>
                  <a:pt x="865" y="1324"/>
                </a:lnTo>
                <a:lnTo>
                  <a:pt x="966" y="1324"/>
                </a:lnTo>
                <a:lnTo>
                  <a:pt x="966" y="1344"/>
                </a:lnTo>
                <a:moveTo>
                  <a:pt x="804" y="1344"/>
                </a:moveTo>
                <a:lnTo>
                  <a:pt x="702" y="1344"/>
                </a:lnTo>
                <a:lnTo>
                  <a:pt x="702" y="1324"/>
                </a:lnTo>
                <a:lnTo>
                  <a:pt x="804" y="1324"/>
                </a:lnTo>
                <a:lnTo>
                  <a:pt x="804" y="1344"/>
                </a:lnTo>
                <a:moveTo>
                  <a:pt x="641" y="1344"/>
                </a:moveTo>
                <a:lnTo>
                  <a:pt x="539" y="1344"/>
                </a:lnTo>
                <a:lnTo>
                  <a:pt x="539" y="1324"/>
                </a:lnTo>
                <a:lnTo>
                  <a:pt x="641" y="1324"/>
                </a:lnTo>
                <a:lnTo>
                  <a:pt x="641" y="1344"/>
                </a:lnTo>
                <a:moveTo>
                  <a:pt x="478" y="1344"/>
                </a:moveTo>
                <a:lnTo>
                  <a:pt x="376" y="1344"/>
                </a:lnTo>
                <a:lnTo>
                  <a:pt x="376" y="1324"/>
                </a:lnTo>
                <a:lnTo>
                  <a:pt x="478" y="1324"/>
                </a:lnTo>
                <a:lnTo>
                  <a:pt x="478" y="1344"/>
                </a:lnTo>
                <a:moveTo>
                  <a:pt x="315" y="1344"/>
                </a:moveTo>
                <a:lnTo>
                  <a:pt x="214" y="1344"/>
                </a:lnTo>
                <a:lnTo>
                  <a:pt x="214" y="1324"/>
                </a:lnTo>
                <a:lnTo>
                  <a:pt x="315" y="1324"/>
                </a:lnTo>
                <a:lnTo>
                  <a:pt x="315" y="1344"/>
                </a:lnTo>
                <a:moveTo>
                  <a:pt x="153" y="1344"/>
                </a:moveTo>
                <a:lnTo>
                  <a:pt x="51" y="1344"/>
                </a:lnTo>
                <a:lnTo>
                  <a:pt x="51" y="1324"/>
                </a:lnTo>
                <a:lnTo>
                  <a:pt x="153" y="1324"/>
                </a:lnTo>
                <a:lnTo>
                  <a:pt x="153" y="1344"/>
                </a:lnTo>
                <a:moveTo>
                  <a:pt x="0" y="1314"/>
                </a:moveTo>
                <a:lnTo>
                  <a:pt x="0" y="1212"/>
                </a:lnTo>
                <a:lnTo>
                  <a:pt x="21" y="1212"/>
                </a:lnTo>
                <a:lnTo>
                  <a:pt x="21" y="1314"/>
                </a:lnTo>
                <a:lnTo>
                  <a:pt x="0" y="1314"/>
                </a:lnTo>
                <a:moveTo>
                  <a:pt x="0" y="1151"/>
                </a:moveTo>
                <a:lnTo>
                  <a:pt x="0" y="1049"/>
                </a:lnTo>
                <a:lnTo>
                  <a:pt x="21" y="1049"/>
                </a:lnTo>
                <a:lnTo>
                  <a:pt x="21" y="1151"/>
                </a:lnTo>
                <a:lnTo>
                  <a:pt x="0" y="1151"/>
                </a:lnTo>
                <a:moveTo>
                  <a:pt x="0" y="988"/>
                </a:moveTo>
                <a:lnTo>
                  <a:pt x="0" y="886"/>
                </a:lnTo>
                <a:lnTo>
                  <a:pt x="21" y="886"/>
                </a:lnTo>
                <a:lnTo>
                  <a:pt x="21" y="988"/>
                </a:lnTo>
                <a:lnTo>
                  <a:pt x="0" y="988"/>
                </a:lnTo>
                <a:moveTo>
                  <a:pt x="0" y="825"/>
                </a:moveTo>
                <a:lnTo>
                  <a:pt x="0" y="723"/>
                </a:lnTo>
                <a:lnTo>
                  <a:pt x="21" y="723"/>
                </a:lnTo>
                <a:lnTo>
                  <a:pt x="21" y="825"/>
                </a:lnTo>
                <a:lnTo>
                  <a:pt x="0" y="825"/>
                </a:lnTo>
                <a:moveTo>
                  <a:pt x="0" y="662"/>
                </a:moveTo>
                <a:lnTo>
                  <a:pt x="0" y="560"/>
                </a:lnTo>
                <a:lnTo>
                  <a:pt x="21" y="560"/>
                </a:lnTo>
                <a:lnTo>
                  <a:pt x="21" y="662"/>
                </a:lnTo>
                <a:lnTo>
                  <a:pt x="0" y="662"/>
                </a:lnTo>
                <a:moveTo>
                  <a:pt x="0" y="499"/>
                </a:moveTo>
                <a:lnTo>
                  <a:pt x="0" y="398"/>
                </a:lnTo>
                <a:lnTo>
                  <a:pt x="21" y="398"/>
                </a:lnTo>
                <a:lnTo>
                  <a:pt x="21" y="499"/>
                </a:lnTo>
                <a:lnTo>
                  <a:pt x="0" y="499"/>
                </a:lnTo>
                <a:moveTo>
                  <a:pt x="0" y="336"/>
                </a:moveTo>
                <a:lnTo>
                  <a:pt x="0" y="234"/>
                </a:lnTo>
                <a:lnTo>
                  <a:pt x="21" y="234"/>
                </a:lnTo>
                <a:lnTo>
                  <a:pt x="21" y="336"/>
                </a:lnTo>
                <a:lnTo>
                  <a:pt x="0" y="336"/>
                </a:lnTo>
                <a:moveTo>
                  <a:pt x="0" y="173"/>
                </a:moveTo>
                <a:lnTo>
                  <a:pt x="0" y="71"/>
                </a:lnTo>
                <a:lnTo>
                  <a:pt x="21" y="71"/>
                </a:lnTo>
                <a:lnTo>
                  <a:pt x="21" y="173"/>
                </a:lnTo>
                <a:lnTo>
                  <a:pt x="0" y="173"/>
                </a:lnTo>
                <a:moveTo>
                  <a:pt x="10" y="0"/>
                </a:moveTo>
                <a:lnTo>
                  <a:pt x="112" y="0"/>
                </a:lnTo>
                <a:lnTo>
                  <a:pt x="112" y="20"/>
                </a:lnTo>
                <a:lnTo>
                  <a:pt x="10" y="20"/>
                </a:lnTo>
                <a:lnTo>
                  <a:pt x="10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5" name=""/>
          <p:cNvSpPr/>
          <p:nvPr/>
        </p:nvSpPr>
        <p:spPr>
          <a:xfrm>
            <a:off x="5600520" y="2104920"/>
            <a:ext cx="88200" cy="73440"/>
          </a:xfrm>
          <a:custGeom>
            <a:avLst/>
            <a:gdLst/>
            <a:ahLst/>
            <a:rect l="0" t="0" r="r" b="b"/>
            <a:pathLst>
              <a:path w="245" h="204">
                <a:moveTo>
                  <a:pt x="0" y="0"/>
                </a:moveTo>
                <a:lnTo>
                  <a:pt x="245" y="0"/>
                </a:lnTo>
                <a:lnTo>
                  <a:pt x="245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4444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6" name=""/>
          <p:cNvSpPr/>
          <p:nvPr/>
        </p:nvSpPr>
        <p:spPr>
          <a:xfrm>
            <a:off x="5600520" y="2130480"/>
            <a:ext cx="87840" cy="0"/>
          </a:xfrm>
          <a:prstGeom prst="line">
            <a:avLst/>
          </a:prstGeom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7" name=""/>
          <p:cNvSpPr txBox="1"/>
          <p:nvPr/>
        </p:nvSpPr>
        <p:spPr>
          <a:xfrm>
            <a:off x="1347120" y="1671840"/>
            <a:ext cx="176544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5b6663"/>
                </a:solidFill>
                <a:latin typeface="DejaVuSans"/>
                <a:ea typeface="DejaVuSans"/>
              </a:rPr>
              <a:t>Les speciﬁcatie / toets speciﬁcatie bevat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8" name=""/>
          <p:cNvSpPr txBox="1"/>
          <p:nvPr/>
        </p:nvSpPr>
        <p:spPr>
          <a:xfrm>
            <a:off x="1347120" y="2096640"/>
            <a:ext cx="180360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 medewerker competentieproﬁel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9" name=""/>
          <p:cNvSpPr txBox="1"/>
          <p:nvPr/>
        </p:nvSpPr>
        <p:spPr>
          <a:xfrm>
            <a:off x="1347120" y="2215080"/>
            <a:ext cx="298764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c1c1c"/>
                </a:solidFill>
                <a:latin typeface="DejaVuSans"/>
                <a:ea typeface="DejaVuSans"/>
              </a:rPr>
              <a:t>Examinator met baliepraktijk en toetsbekwaamheid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0" name=""/>
          <p:cNvSpPr/>
          <p:nvPr/>
        </p:nvSpPr>
        <p:spPr>
          <a:xfrm>
            <a:off x="1273680" y="2727720"/>
            <a:ext cx="4978800" cy="1143360"/>
          </a:xfrm>
          <a:custGeom>
            <a:avLst/>
            <a:gdLst/>
            <a:ahLst/>
            <a:rect l="0" t="0" r="r" b="b"/>
            <a:pathLst>
              <a:path w="13830" h="3176">
                <a:moveTo>
                  <a:pt x="0" y="0"/>
                </a:moveTo>
                <a:lnTo>
                  <a:pt x="13830" y="0"/>
                </a:lnTo>
                <a:lnTo>
                  <a:pt x="13830" y="3176"/>
                </a:lnTo>
                <a:lnTo>
                  <a:pt x="0" y="317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1" name=""/>
          <p:cNvSpPr/>
          <p:nvPr/>
        </p:nvSpPr>
        <p:spPr>
          <a:xfrm>
            <a:off x="1270080" y="2724120"/>
            <a:ext cx="4986000" cy="1150560"/>
          </a:xfrm>
          <a:custGeom>
            <a:avLst/>
            <a:gdLst/>
            <a:ahLst/>
            <a:rect l="0" t="0" r="r" b="b"/>
            <a:pathLst>
              <a:path w="13850" h="3196">
                <a:moveTo>
                  <a:pt x="173" y="0"/>
                </a:moveTo>
                <a:lnTo>
                  <a:pt x="275" y="0"/>
                </a:lnTo>
                <a:lnTo>
                  <a:pt x="275" y="20"/>
                </a:lnTo>
                <a:lnTo>
                  <a:pt x="173" y="20"/>
                </a:lnTo>
                <a:lnTo>
                  <a:pt x="173" y="0"/>
                </a:lnTo>
                <a:moveTo>
                  <a:pt x="336" y="0"/>
                </a:moveTo>
                <a:lnTo>
                  <a:pt x="437" y="0"/>
                </a:lnTo>
                <a:lnTo>
                  <a:pt x="437" y="20"/>
                </a:lnTo>
                <a:lnTo>
                  <a:pt x="336" y="20"/>
                </a:lnTo>
                <a:lnTo>
                  <a:pt x="336" y="0"/>
                </a:lnTo>
                <a:moveTo>
                  <a:pt x="498" y="0"/>
                </a:moveTo>
                <a:lnTo>
                  <a:pt x="600" y="0"/>
                </a:lnTo>
                <a:lnTo>
                  <a:pt x="600" y="20"/>
                </a:lnTo>
                <a:lnTo>
                  <a:pt x="498" y="20"/>
                </a:lnTo>
                <a:lnTo>
                  <a:pt x="498" y="0"/>
                </a:lnTo>
                <a:moveTo>
                  <a:pt x="661" y="0"/>
                </a:moveTo>
                <a:lnTo>
                  <a:pt x="763" y="0"/>
                </a:lnTo>
                <a:lnTo>
                  <a:pt x="763" y="20"/>
                </a:lnTo>
                <a:lnTo>
                  <a:pt x="661" y="20"/>
                </a:lnTo>
                <a:lnTo>
                  <a:pt x="661" y="0"/>
                </a:lnTo>
                <a:moveTo>
                  <a:pt x="824" y="0"/>
                </a:moveTo>
                <a:lnTo>
                  <a:pt x="926" y="0"/>
                </a:lnTo>
                <a:lnTo>
                  <a:pt x="926" y="20"/>
                </a:lnTo>
                <a:lnTo>
                  <a:pt x="824" y="20"/>
                </a:lnTo>
                <a:lnTo>
                  <a:pt x="824" y="0"/>
                </a:lnTo>
                <a:moveTo>
                  <a:pt x="987" y="0"/>
                </a:moveTo>
                <a:lnTo>
                  <a:pt x="1088" y="0"/>
                </a:lnTo>
                <a:lnTo>
                  <a:pt x="1088" y="20"/>
                </a:lnTo>
                <a:lnTo>
                  <a:pt x="987" y="20"/>
                </a:lnTo>
                <a:lnTo>
                  <a:pt x="987" y="0"/>
                </a:lnTo>
                <a:moveTo>
                  <a:pt x="1149" y="0"/>
                </a:moveTo>
                <a:lnTo>
                  <a:pt x="1251" y="0"/>
                </a:lnTo>
                <a:lnTo>
                  <a:pt x="1251" y="20"/>
                </a:lnTo>
                <a:lnTo>
                  <a:pt x="1149" y="20"/>
                </a:lnTo>
                <a:lnTo>
                  <a:pt x="1149" y="0"/>
                </a:lnTo>
                <a:moveTo>
                  <a:pt x="1312" y="0"/>
                </a:moveTo>
                <a:lnTo>
                  <a:pt x="1414" y="0"/>
                </a:lnTo>
                <a:lnTo>
                  <a:pt x="1414" y="20"/>
                </a:lnTo>
                <a:lnTo>
                  <a:pt x="1312" y="20"/>
                </a:lnTo>
                <a:lnTo>
                  <a:pt x="1312" y="0"/>
                </a:lnTo>
                <a:moveTo>
                  <a:pt x="1475" y="0"/>
                </a:moveTo>
                <a:lnTo>
                  <a:pt x="1576" y="0"/>
                </a:lnTo>
                <a:lnTo>
                  <a:pt x="1576" y="20"/>
                </a:lnTo>
                <a:lnTo>
                  <a:pt x="1475" y="20"/>
                </a:lnTo>
                <a:lnTo>
                  <a:pt x="1475" y="0"/>
                </a:lnTo>
                <a:moveTo>
                  <a:pt x="1637" y="0"/>
                </a:moveTo>
                <a:lnTo>
                  <a:pt x="1739" y="0"/>
                </a:lnTo>
                <a:lnTo>
                  <a:pt x="1739" y="20"/>
                </a:lnTo>
                <a:lnTo>
                  <a:pt x="1637" y="20"/>
                </a:lnTo>
                <a:lnTo>
                  <a:pt x="1637" y="0"/>
                </a:lnTo>
                <a:moveTo>
                  <a:pt x="1800" y="0"/>
                </a:moveTo>
                <a:lnTo>
                  <a:pt x="1902" y="0"/>
                </a:lnTo>
                <a:lnTo>
                  <a:pt x="1902" y="20"/>
                </a:lnTo>
                <a:lnTo>
                  <a:pt x="1800" y="20"/>
                </a:lnTo>
                <a:lnTo>
                  <a:pt x="1800" y="0"/>
                </a:lnTo>
                <a:moveTo>
                  <a:pt x="1963" y="0"/>
                </a:moveTo>
                <a:lnTo>
                  <a:pt x="2064" y="0"/>
                </a:lnTo>
                <a:lnTo>
                  <a:pt x="2064" y="20"/>
                </a:lnTo>
                <a:lnTo>
                  <a:pt x="1963" y="20"/>
                </a:lnTo>
                <a:lnTo>
                  <a:pt x="1963" y="0"/>
                </a:lnTo>
                <a:moveTo>
                  <a:pt x="2125" y="0"/>
                </a:moveTo>
                <a:lnTo>
                  <a:pt x="2227" y="0"/>
                </a:lnTo>
                <a:lnTo>
                  <a:pt x="2227" y="20"/>
                </a:lnTo>
                <a:lnTo>
                  <a:pt x="2125" y="20"/>
                </a:lnTo>
                <a:lnTo>
                  <a:pt x="2125" y="0"/>
                </a:lnTo>
                <a:moveTo>
                  <a:pt x="2288" y="0"/>
                </a:moveTo>
                <a:lnTo>
                  <a:pt x="2390" y="0"/>
                </a:lnTo>
                <a:lnTo>
                  <a:pt x="2390" y="20"/>
                </a:lnTo>
                <a:lnTo>
                  <a:pt x="2288" y="20"/>
                </a:lnTo>
                <a:lnTo>
                  <a:pt x="2288" y="0"/>
                </a:lnTo>
                <a:moveTo>
                  <a:pt x="2451" y="0"/>
                </a:moveTo>
                <a:lnTo>
                  <a:pt x="2552" y="0"/>
                </a:lnTo>
                <a:lnTo>
                  <a:pt x="2552" y="20"/>
                </a:lnTo>
                <a:lnTo>
                  <a:pt x="2451" y="20"/>
                </a:lnTo>
                <a:lnTo>
                  <a:pt x="2451" y="0"/>
                </a:lnTo>
                <a:moveTo>
                  <a:pt x="2613" y="0"/>
                </a:moveTo>
                <a:lnTo>
                  <a:pt x="2715" y="0"/>
                </a:lnTo>
                <a:lnTo>
                  <a:pt x="2715" y="20"/>
                </a:lnTo>
                <a:lnTo>
                  <a:pt x="2613" y="20"/>
                </a:lnTo>
                <a:lnTo>
                  <a:pt x="2613" y="0"/>
                </a:lnTo>
                <a:moveTo>
                  <a:pt x="2776" y="0"/>
                </a:moveTo>
                <a:lnTo>
                  <a:pt x="2878" y="0"/>
                </a:lnTo>
                <a:lnTo>
                  <a:pt x="2878" y="20"/>
                </a:lnTo>
                <a:lnTo>
                  <a:pt x="2776" y="20"/>
                </a:lnTo>
                <a:lnTo>
                  <a:pt x="2776" y="0"/>
                </a:lnTo>
                <a:moveTo>
                  <a:pt x="2939" y="0"/>
                </a:moveTo>
                <a:lnTo>
                  <a:pt x="3040" y="0"/>
                </a:lnTo>
                <a:lnTo>
                  <a:pt x="3040" y="20"/>
                </a:lnTo>
                <a:lnTo>
                  <a:pt x="2939" y="20"/>
                </a:lnTo>
                <a:lnTo>
                  <a:pt x="2939" y="0"/>
                </a:lnTo>
                <a:moveTo>
                  <a:pt x="3101" y="0"/>
                </a:moveTo>
                <a:lnTo>
                  <a:pt x="3203" y="0"/>
                </a:lnTo>
                <a:lnTo>
                  <a:pt x="3203" y="20"/>
                </a:lnTo>
                <a:lnTo>
                  <a:pt x="3101" y="20"/>
                </a:lnTo>
                <a:lnTo>
                  <a:pt x="3101" y="0"/>
                </a:lnTo>
                <a:moveTo>
                  <a:pt x="3264" y="0"/>
                </a:moveTo>
                <a:lnTo>
                  <a:pt x="3366" y="0"/>
                </a:lnTo>
                <a:lnTo>
                  <a:pt x="3366" y="20"/>
                </a:lnTo>
                <a:lnTo>
                  <a:pt x="3264" y="20"/>
                </a:lnTo>
                <a:lnTo>
                  <a:pt x="3264" y="0"/>
                </a:lnTo>
                <a:moveTo>
                  <a:pt x="3428" y="0"/>
                </a:moveTo>
                <a:lnTo>
                  <a:pt x="3530" y="0"/>
                </a:lnTo>
                <a:lnTo>
                  <a:pt x="3530" y="20"/>
                </a:lnTo>
                <a:lnTo>
                  <a:pt x="3428" y="20"/>
                </a:lnTo>
                <a:lnTo>
                  <a:pt x="3428" y="0"/>
                </a:lnTo>
                <a:moveTo>
                  <a:pt x="3591" y="0"/>
                </a:moveTo>
                <a:lnTo>
                  <a:pt x="3692" y="0"/>
                </a:lnTo>
                <a:lnTo>
                  <a:pt x="3692" y="20"/>
                </a:lnTo>
                <a:lnTo>
                  <a:pt x="3591" y="20"/>
                </a:lnTo>
                <a:lnTo>
                  <a:pt x="3591" y="0"/>
                </a:lnTo>
                <a:moveTo>
                  <a:pt x="3753" y="0"/>
                </a:moveTo>
                <a:lnTo>
                  <a:pt x="3855" y="0"/>
                </a:lnTo>
                <a:lnTo>
                  <a:pt x="3855" y="20"/>
                </a:lnTo>
                <a:lnTo>
                  <a:pt x="3753" y="20"/>
                </a:lnTo>
                <a:lnTo>
                  <a:pt x="3753" y="0"/>
                </a:lnTo>
                <a:moveTo>
                  <a:pt x="3916" y="0"/>
                </a:moveTo>
                <a:lnTo>
                  <a:pt x="4018" y="0"/>
                </a:lnTo>
                <a:lnTo>
                  <a:pt x="4018" y="20"/>
                </a:lnTo>
                <a:lnTo>
                  <a:pt x="3916" y="20"/>
                </a:lnTo>
                <a:lnTo>
                  <a:pt x="3916" y="0"/>
                </a:lnTo>
                <a:moveTo>
                  <a:pt x="4079" y="0"/>
                </a:moveTo>
                <a:lnTo>
                  <a:pt x="4180" y="0"/>
                </a:lnTo>
                <a:lnTo>
                  <a:pt x="4180" y="20"/>
                </a:lnTo>
                <a:lnTo>
                  <a:pt x="4079" y="20"/>
                </a:lnTo>
                <a:lnTo>
                  <a:pt x="4079" y="0"/>
                </a:lnTo>
                <a:moveTo>
                  <a:pt x="4241" y="0"/>
                </a:moveTo>
                <a:lnTo>
                  <a:pt x="4343" y="0"/>
                </a:lnTo>
                <a:lnTo>
                  <a:pt x="4343" y="20"/>
                </a:lnTo>
                <a:lnTo>
                  <a:pt x="4241" y="20"/>
                </a:lnTo>
                <a:lnTo>
                  <a:pt x="4241" y="0"/>
                </a:lnTo>
                <a:moveTo>
                  <a:pt x="4404" y="0"/>
                </a:moveTo>
                <a:lnTo>
                  <a:pt x="4506" y="0"/>
                </a:lnTo>
                <a:lnTo>
                  <a:pt x="4506" y="20"/>
                </a:lnTo>
                <a:lnTo>
                  <a:pt x="4404" y="20"/>
                </a:lnTo>
                <a:lnTo>
                  <a:pt x="4404" y="0"/>
                </a:lnTo>
                <a:moveTo>
                  <a:pt x="4567" y="0"/>
                </a:moveTo>
                <a:lnTo>
                  <a:pt x="4668" y="0"/>
                </a:lnTo>
                <a:lnTo>
                  <a:pt x="4668" y="20"/>
                </a:lnTo>
                <a:lnTo>
                  <a:pt x="4567" y="20"/>
                </a:lnTo>
                <a:lnTo>
                  <a:pt x="4567" y="0"/>
                </a:lnTo>
                <a:moveTo>
                  <a:pt x="4729" y="0"/>
                </a:moveTo>
                <a:lnTo>
                  <a:pt x="4831" y="0"/>
                </a:lnTo>
                <a:lnTo>
                  <a:pt x="4831" y="20"/>
                </a:lnTo>
                <a:lnTo>
                  <a:pt x="4729" y="20"/>
                </a:lnTo>
                <a:lnTo>
                  <a:pt x="4729" y="0"/>
                </a:lnTo>
                <a:moveTo>
                  <a:pt x="4892" y="0"/>
                </a:moveTo>
                <a:lnTo>
                  <a:pt x="4994" y="0"/>
                </a:lnTo>
                <a:lnTo>
                  <a:pt x="4994" y="20"/>
                </a:lnTo>
                <a:lnTo>
                  <a:pt x="4892" y="20"/>
                </a:lnTo>
                <a:lnTo>
                  <a:pt x="4892" y="0"/>
                </a:lnTo>
                <a:moveTo>
                  <a:pt x="5055" y="0"/>
                </a:moveTo>
                <a:lnTo>
                  <a:pt x="5156" y="0"/>
                </a:lnTo>
                <a:lnTo>
                  <a:pt x="5156" y="20"/>
                </a:lnTo>
                <a:lnTo>
                  <a:pt x="5055" y="20"/>
                </a:lnTo>
                <a:lnTo>
                  <a:pt x="5055" y="0"/>
                </a:lnTo>
                <a:moveTo>
                  <a:pt x="5217" y="0"/>
                </a:moveTo>
                <a:lnTo>
                  <a:pt x="5319" y="0"/>
                </a:lnTo>
                <a:lnTo>
                  <a:pt x="5319" y="20"/>
                </a:lnTo>
                <a:lnTo>
                  <a:pt x="5217" y="20"/>
                </a:lnTo>
                <a:lnTo>
                  <a:pt x="5217" y="0"/>
                </a:lnTo>
                <a:moveTo>
                  <a:pt x="5380" y="0"/>
                </a:moveTo>
                <a:lnTo>
                  <a:pt x="5482" y="0"/>
                </a:lnTo>
                <a:lnTo>
                  <a:pt x="5482" y="20"/>
                </a:lnTo>
                <a:lnTo>
                  <a:pt x="5380" y="20"/>
                </a:lnTo>
                <a:lnTo>
                  <a:pt x="5380" y="0"/>
                </a:lnTo>
                <a:moveTo>
                  <a:pt x="5543" y="0"/>
                </a:moveTo>
                <a:lnTo>
                  <a:pt x="5644" y="0"/>
                </a:lnTo>
                <a:lnTo>
                  <a:pt x="5644" y="20"/>
                </a:lnTo>
                <a:lnTo>
                  <a:pt x="5543" y="20"/>
                </a:lnTo>
                <a:lnTo>
                  <a:pt x="5543" y="0"/>
                </a:lnTo>
                <a:moveTo>
                  <a:pt x="5705" y="0"/>
                </a:moveTo>
                <a:lnTo>
                  <a:pt x="5807" y="0"/>
                </a:lnTo>
                <a:lnTo>
                  <a:pt x="5807" y="20"/>
                </a:lnTo>
                <a:lnTo>
                  <a:pt x="5705" y="20"/>
                </a:lnTo>
                <a:lnTo>
                  <a:pt x="5705" y="0"/>
                </a:lnTo>
                <a:moveTo>
                  <a:pt x="5868" y="0"/>
                </a:moveTo>
                <a:lnTo>
                  <a:pt x="5970" y="0"/>
                </a:lnTo>
                <a:lnTo>
                  <a:pt x="5970" y="20"/>
                </a:lnTo>
                <a:lnTo>
                  <a:pt x="5868" y="20"/>
                </a:lnTo>
                <a:lnTo>
                  <a:pt x="5868" y="0"/>
                </a:lnTo>
                <a:moveTo>
                  <a:pt x="6031" y="0"/>
                </a:moveTo>
                <a:lnTo>
                  <a:pt x="6133" y="0"/>
                </a:lnTo>
                <a:lnTo>
                  <a:pt x="6133" y="20"/>
                </a:lnTo>
                <a:lnTo>
                  <a:pt x="6031" y="20"/>
                </a:lnTo>
                <a:lnTo>
                  <a:pt x="6031" y="0"/>
                </a:lnTo>
                <a:moveTo>
                  <a:pt x="6194" y="0"/>
                </a:moveTo>
                <a:lnTo>
                  <a:pt x="6295" y="0"/>
                </a:lnTo>
                <a:lnTo>
                  <a:pt x="6295" y="20"/>
                </a:lnTo>
                <a:lnTo>
                  <a:pt x="6194" y="20"/>
                </a:lnTo>
                <a:lnTo>
                  <a:pt x="6194" y="0"/>
                </a:lnTo>
                <a:moveTo>
                  <a:pt x="6356" y="0"/>
                </a:moveTo>
                <a:lnTo>
                  <a:pt x="6458" y="0"/>
                </a:lnTo>
                <a:lnTo>
                  <a:pt x="6458" y="20"/>
                </a:lnTo>
                <a:lnTo>
                  <a:pt x="6356" y="20"/>
                </a:lnTo>
                <a:lnTo>
                  <a:pt x="6356" y="0"/>
                </a:lnTo>
                <a:moveTo>
                  <a:pt x="6519" y="0"/>
                </a:moveTo>
                <a:lnTo>
                  <a:pt x="6621" y="0"/>
                </a:lnTo>
                <a:lnTo>
                  <a:pt x="6621" y="20"/>
                </a:lnTo>
                <a:lnTo>
                  <a:pt x="6519" y="20"/>
                </a:lnTo>
                <a:lnTo>
                  <a:pt x="6519" y="0"/>
                </a:lnTo>
                <a:moveTo>
                  <a:pt x="6682" y="0"/>
                </a:moveTo>
                <a:lnTo>
                  <a:pt x="6783" y="0"/>
                </a:lnTo>
                <a:lnTo>
                  <a:pt x="6783" y="20"/>
                </a:lnTo>
                <a:lnTo>
                  <a:pt x="6682" y="20"/>
                </a:lnTo>
                <a:lnTo>
                  <a:pt x="6682" y="0"/>
                </a:lnTo>
                <a:moveTo>
                  <a:pt x="6844" y="0"/>
                </a:moveTo>
                <a:lnTo>
                  <a:pt x="6946" y="0"/>
                </a:lnTo>
                <a:lnTo>
                  <a:pt x="6946" y="20"/>
                </a:lnTo>
                <a:lnTo>
                  <a:pt x="6844" y="20"/>
                </a:lnTo>
                <a:lnTo>
                  <a:pt x="6844" y="0"/>
                </a:lnTo>
                <a:moveTo>
                  <a:pt x="7007" y="0"/>
                </a:moveTo>
                <a:lnTo>
                  <a:pt x="7109" y="0"/>
                </a:lnTo>
                <a:lnTo>
                  <a:pt x="7109" y="20"/>
                </a:lnTo>
                <a:lnTo>
                  <a:pt x="7007" y="20"/>
                </a:lnTo>
                <a:lnTo>
                  <a:pt x="7007" y="0"/>
                </a:lnTo>
                <a:moveTo>
                  <a:pt x="7170" y="0"/>
                </a:moveTo>
                <a:lnTo>
                  <a:pt x="7271" y="0"/>
                </a:lnTo>
                <a:lnTo>
                  <a:pt x="7271" y="20"/>
                </a:lnTo>
                <a:lnTo>
                  <a:pt x="7170" y="20"/>
                </a:lnTo>
                <a:lnTo>
                  <a:pt x="7170" y="0"/>
                </a:lnTo>
                <a:moveTo>
                  <a:pt x="7332" y="0"/>
                </a:moveTo>
                <a:lnTo>
                  <a:pt x="7434" y="0"/>
                </a:lnTo>
                <a:lnTo>
                  <a:pt x="7434" y="20"/>
                </a:lnTo>
                <a:lnTo>
                  <a:pt x="7332" y="20"/>
                </a:lnTo>
                <a:lnTo>
                  <a:pt x="7332" y="0"/>
                </a:lnTo>
                <a:moveTo>
                  <a:pt x="7495" y="0"/>
                </a:moveTo>
                <a:lnTo>
                  <a:pt x="7597" y="0"/>
                </a:lnTo>
                <a:lnTo>
                  <a:pt x="7597" y="20"/>
                </a:lnTo>
                <a:lnTo>
                  <a:pt x="7495" y="20"/>
                </a:lnTo>
                <a:lnTo>
                  <a:pt x="7495" y="0"/>
                </a:lnTo>
                <a:moveTo>
                  <a:pt x="7658" y="0"/>
                </a:moveTo>
                <a:lnTo>
                  <a:pt x="7759" y="0"/>
                </a:lnTo>
                <a:lnTo>
                  <a:pt x="7759" y="20"/>
                </a:lnTo>
                <a:lnTo>
                  <a:pt x="7658" y="20"/>
                </a:lnTo>
                <a:lnTo>
                  <a:pt x="7658" y="0"/>
                </a:lnTo>
                <a:moveTo>
                  <a:pt x="7820" y="0"/>
                </a:moveTo>
                <a:lnTo>
                  <a:pt x="7922" y="0"/>
                </a:lnTo>
                <a:lnTo>
                  <a:pt x="7922" y="20"/>
                </a:lnTo>
                <a:lnTo>
                  <a:pt x="7820" y="20"/>
                </a:lnTo>
                <a:lnTo>
                  <a:pt x="7820" y="0"/>
                </a:lnTo>
                <a:moveTo>
                  <a:pt x="7983" y="0"/>
                </a:moveTo>
                <a:lnTo>
                  <a:pt x="8085" y="0"/>
                </a:lnTo>
                <a:lnTo>
                  <a:pt x="8085" y="20"/>
                </a:lnTo>
                <a:lnTo>
                  <a:pt x="7983" y="20"/>
                </a:lnTo>
                <a:lnTo>
                  <a:pt x="7983" y="0"/>
                </a:lnTo>
                <a:moveTo>
                  <a:pt x="8146" y="0"/>
                </a:moveTo>
                <a:lnTo>
                  <a:pt x="8247" y="0"/>
                </a:lnTo>
                <a:lnTo>
                  <a:pt x="8247" y="20"/>
                </a:lnTo>
                <a:lnTo>
                  <a:pt x="8146" y="20"/>
                </a:lnTo>
                <a:lnTo>
                  <a:pt x="8146" y="0"/>
                </a:lnTo>
                <a:moveTo>
                  <a:pt x="8308" y="0"/>
                </a:moveTo>
                <a:lnTo>
                  <a:pt x="8410" y="0"/>
                </a:lnTo>
                <a:lnTo>
                  <a:pt x="8410" y="20"/>
                </a:lnTo>
                <a:lnTo>
                  <a:pt x="8308" y="20"/>
                </a:lnTo>
                <a:lnTo>
                  <a:pt x="8308" y="0"/>
                </a:lnTo>
                <a:moveTo>
                  <a:pt x="8471" y="0"/>
                </a:moveTo>
                <a:lnTo>
                  <a:pt x="8573" y="0"/>
                </a:lnTo>
                <a:lnTo>
                  <a:pt x="8573" y="20"/>
                </a:lnTo>
                <a:lnTo>
                  <a:pt x="8471" y="20"/>
                </a:lnTo>
                <a:lnTo>
                  <a:pt x="8471" y="0"/>
                </a:lnTo>
                <a:moveTo>
                  <a:pt x="8634" y="0"/>
                </a:moveTo>
                <a:lnTo>
                  <a:pt x="8735" y="0"/>
                </a:lnTo>
                <a:lnTo>
                  <a:pt x="8735" y="20"/>
                </a:lnTo>
                <a:lnTo>
                  <a:pt x="8634" y="20"/>
                </a:lnTo>
                <a:lnTo>
                  <a:pt x="8634" y="0"/>
                </a:lnTo>
                <a:moveTo>
                  <a:pt x="8797" y="0"/>
                </a:moveTo>
                <a:lnTo>
                  <a:pt x="8898" y="0"/>
                </a:lnTo>
                <a:lnTo>
                  <a:pt x="8898" y="20"/>
                </a:lnTo>
                <a:lnTo>
                  <a:pt x="8797" y="20"/>
                </a:lnTo>
                <a:lnTo>
                  <a:pt x="8797" y="0"/>
                </a:lnTo>
                <a:moveTo>
                  <a:pt x="8959" y="0"/>
                </a:moveTo>
                <a:lnTo>
                  <a:pt x="9061" y="0"/>
                </a:lnTo>
                <a:lnTo>
                  <a:pt x="9061" y="20"/>
                </a:lnTo>
                <a:lnTo>
                  <a:pt x="8959" y="20"/>
                </a:lnTo>
                <a:lnTo>
                  <a:pt x="8959" y="0"/>
                </a:lnTo>
                <a:moveTo>
                  <a:pt x="9122" y="0"/>
                </a:moveTo>
                <a:lnTo>
                  <a:pt x="9224" y="0"/>
                </a:lnTo>
                <a:lnTo>
                  <a:pt x="9224" y="20"/>
                </a:lnTo>
                <a:lnTo>
                  <a:pt x="9122" y="20"/>
                </a:lnTo>
                <a:lnTo>
                  <a:pt x="9122" y="0"/>
                </a:lnTo>
                <a:moveTo>
                  <a:pt x="9285" y="0"/>
                </a:moveTo>
                <a:lnTo>
                  <a:pt x="9386" y="0"/>
                </a:lnTo>
                <a:lnTo>
                  <a:pt x="9386" y="20"/>
                </a:lnTo>
                <a:lnTo>
                  <a:pt x="9285" y="20"/>
                </a:lnTo>
                <a:lnTo>
                  <a:pt x="9285" y="0"/>
                </a:lnTo>
                <a:moveTo>
                  <a:pt x="9447" y="0"/>
                </a:moveTo>
                <a:lnTo>
                  <a:pt x="9549" y="0"/>
                </a:lnTo>
                <a:lnTo>
                  <a:pt x="9549" y="20"/>
                </a:lnTo>
                <a:lnTo>
                  <a:pt x="9447" y="20"/>
                </a:lnTo>
                <a:lnTo>
                  <a:pt x="9447" y="0"/>
                </a:lnTo>
                <a:moveTo>
                  <a:pt x="9610" y="0"/>
                </a:moveTo>
                <a:lnTo>
                  <a:pt x="9712" y="0"/>
                </a:lnTo>
                <a:lnTo>
                  <a:pt x="9712" y="20"/>
                </a:lnTo>
                <a:lnTo>
                  <a:pt x="9610" y="20"/>
                </a:lnTo>
                <a:lnTo>
                  <a:pt x="9610" y="0"/>
                </a:lnTo>
                <a:moveTo>
                  <a:pt x="9773" y="0"/>
                </a:moveTo>
                <a:lnTo>
                  <a:pt x="9874" y="0"/>
                </a:lnTo>
                <a:lnTo>
                  <a:pt x="9874" y="20"/>
                </a:lnTo>
                <a:lnTo>
                  <a:pt x="9773" y="20"/>
                </a:lnTo>
                <a:lnTo>
                  <a:pt x="9773" y="0"/>
                </a:lnTo>
                <a:moveTo>
                  <a:pt x="9935" y="0"/>
                </a:moveTo>
                <a:lnTo>
                  <a:pt x="10037" y="0"/>
                </a:lnTo>
                <a:lnTo>
                  <a:pt x="10037" y="20"/>
                </a:lnTo>
                <a:lnTo>
                  <a:pt x="9935" y="20"/>
                </a:lnTo>
                <a:lnTo>
                  <a:pt x="9935" y="0"/>
                </a:lnTo>
                <a:moveTo>
                  <a:pt x="10098" y="0"/>
                </a:moveTo>
                <a:lnTo>
                  <a:pt x="10200" y="0"/>
                </a:lnTo>
                <a:lnTo>
                  <a:pt x="10200" y="20"/>
                </a:lnTo>
                <a:lnTo>
                  <a:pt x="10098" y="20"/>
                </a:lnTo>
                <a:lnTo>
                  <a:pt x="10098" y="0"/>
                </a:lnTo>
                <a:moveTo>
                  <a:pt x="10261" y="0"/>
                </a:moveTo>
                <a:lnTo>
                  <a:pt x="10362" y="0"/>
                </a:lnTo>
                <a:lnTo>
                  <a:pt x="10362" y="20"/>
                </a:lnTo>
                <a:lnTo>
                  <a:pt x="10261" y="20"/>
                </a:lnTo>
                <a:lnTo>
                  <a:pt x="10261" y="0"/>
                </a:lnTo>
                <a:moveTo>
                  <a:pt x="10423" y="0"/>
                </a:moveTo>
                <a:lnTo>
                  <a:pt x="10525" y="0"/>
                </a:lnTo>
                <a:lnTo>
                  <a:pt x="10525" y="20"/>
                </a:lnTo>
                <a:lnTo>
                  <a:pt x="10423" y="20"/>
                </a:lnTo>
                <a:lnTo>
                  <a:pt x="10423" y="0"/>
                </a:lnTo>
                <a:moveTo>
                  <a:pt x="10586" y="0"/>
                </a:moveTo>
                <a:lnTo>
                  <a:pt x="10688" y="0"/>
                </a:lnTo>
                <a:lnTo>
                  <a:pt x="10688" y="20"/>
                </a:lnTo>
                <a:lnTo>
                  <a:pt x="10586" y="20"/>
                </a:lnTo>
                <a:lnTo>
                  <a:pt x="10586" y="0"/>
                </a:lnTo>
                <a:moveTo>
                  <a:pt x="10749" y="0"/>
                </a:moveTo>
                <a:lnTo>
                  <a:pt x="10850" y="0"/>
                </a:lnTo>
                <a:lnTo>
                  <a:pt x="10850" y="20"/>
                </a:lnTo>
                <a:lnTo>
                  <a:pt x="10749" y="20"/>
                </a:lnTo>
                <a:lnTo>
                  <a:pt x="10749" y="0"/>
                </a:lnTo>
                <a:moveTo>
                  <a:pt x="10911" y="0"/>
                </a:moveTo>
                <a:lnTo>
                  <a:pt x="11013" y="0"/>
                </a:lnTo>
                <a:lnTo>
                  <a:pt x="11013" y="20"/>
                </a:lnTo>
                <a:lnTo>
                  <a:pt x="10911" y="20"/>
                </a:lnTo>
                <a:lnTo>
                  <a:pt x="10911" y="0"/>
                </a:lnTo>
                <a:moveTo>
                  <a:pt x="11074" y="0"/>
                </a:moveTo>
                <a:lnTo>
                  <a:pt x="11176" y="0"/>
                </a:lnTo>
                <a:lnTo>
                  <a:pt x="11176" y="20"/>
                </a:lnTo>
                <a:lnTo>
                  <a:pt x="11074" y="20"/>
                </a:lnTo>
                <a:lnTo>
                  <a:pt x="11074" y="0"/>
                </a:lnTo>
                <a:moveTo>
                  <a:pt x="11237" y="0"/>
                </a:moveTo>
                <a:lnTo>
                  <a:pt x="11338" y="0"/>
                </a:lnTo>
                <a:lnTo>
                  <a:pt x="11338" y="20"/>
                </a:lnTo>
                <a:lnTo>
                  <a:pt x="11237" y="20"/>
                </a:lnTo>
                <a:lnTo>
                  <a:pt x="11237" y="0"/>
                </a:lnTo>
                <a:moveTo>
                  <a:pt x="11399" y="0"/>
                </a:moveTo>
                <a:lnTo>
                  <a:pt x="11501" y="0"/>
                </a:lnTo>
                <a:lnTo>
                  <a:pt x="11501" y="20"/>
                </a:lnTo>
                <a:lnTo>
                  <a:pt x="11399" y="20"/>
                </a:lnTo>
                <a:lnTo>
                  <a:pt x="11399" y="0"/>
                </a:lnTo>
                <a:moveTo>
                  <a:pt x="11562" y="0"/>
                </a:moveTo>
                <a:lnTo>
                  <a:pt x="11664" y="0"/>
                </a:lnTo>
                <a:lnTo>
                  <a:pt x="11664" y="20"/>
                </a:lnTo>
                <a:lnTo>
                  <a:pt x="11562" y="20"/>
                </a:lnTo>
                <a:lnTo>
                  <a:pt x="11562" y="0"/>
                </a:lnTo>
                <a:moveTo>
                  <a:pt x="11725" y="0"/>
                </a:moveTo>
                <a:lnTo>
                  <a:pt x="11827" y="0"/>
                </a:lnTo>
                <a:lnTo>
                  <a:pt x="11827" y="20"/>
                </a:lnTo>
                <a:lnTo>
                  <a:pt x="11725" y="20"/>
                </a:lnTo>
                <a:lnTo>
                  <a:pt x="11725" y="0"/>
                </a:lnTo>
                <a:moveTo>
                  <a:pt x="11888" y="0"/>
                </a:moveTo>
                <a:lnTo>
                  <a:pt x="11989" y="0"/>
                </a:lnTo>
                <a:lnTo>
                  <a:pt x="11989" y="20"/>
                </a:lnTo>
                <a:lnTo>
                  <a:pt x="11888" y="20"/>
                </a:lnTo>
                <a:lnTo>
                  <a:pt x="11888" y="0"/>
                </a:lnTo>
                <a:moveTo>
                  <a:pt x="12050" y="0"/>
                </a:moveTo>
                <a:lnTo>
                  <a:pt x="12152" y="0"/>
                </a:lnTo>
                <a:lnTo>
                  <a:pt x="12152" y="20"/>
                </a:lnTo>
                <a:lnTo>
                  <a:pt x="12050" y="20"/>
                </a:lnTo>
                <a:lnTo>
                  <a:pt x="12050" y="0"/>
                </a:lnTo>
                <a:moveTo>
                  <a:pt x="12213" y="0"/>
                </a:moveTo>
                <a:lnTo>
                  <a:pt x="12315" y="0"/>
                </a:lnTo>
                <a:lnTo>
                  <a:pt x="12315" y="20"/>
                </a:lnTo>
                <a:lnTo>
                  <a:pt x="12213" y="20"/>
                </a:lnTo>
                <a:lnTo>
                  <a:pt x="12213" y="0"/>
                </a:lnTo>
                <a:moveTo>
                  <a:pt x="12376" y="0"/>
                </a:moveTo>
                <a:lnTo>
                  <a:pt x="12477" y="0"/>
                </a:lnTo>
                <a:lnTo>
                  <a:pt x="12477" y="20"/>
                </a:lnTo>
                <a:lnTo>
                  <a:pt x="12376" y="20"/>
                </a:lnTo>
                <a:lnTo>
                  <a:pt x="12376" y="0"/>
                </a:lnTo>
                <a:moveTo>
                  <a:pt x="12538" y="0"/>
                </a:moveTo>
                <a:lnTo>
                  <a:pt x="12640" y="0"/>
                </a:lnTo>
                <a:lnTo>
                  <a:pt x="12640" y="20"/>
                </a:lnTo>
                <a:lnTo>
                  <a:pt x="12538" y="20"/>
                </a:lnTo>
                <a:lnTo>
                  <a:pt x="12538" y="0"/>
                </a:lnTo>
                <a:moveTo>
                  <a:pt x="12701" y="0"/>
                </a:moveTo>
                <a:lnTo>
                  <a:pt x="12803" y="0"/>
                </a:lnTo>
                <a:lnTo>
                  <a:pt x="12803" y="20"/>
                </a:lnTo>
                <a:lnTo>
                  <a:pt x="12701" y="20"/>
                </a:lnTo>
                <a:lnTo>
                  <a:pt x="12701" y="0"/>
                </a:lnTo>
                <a:moveTo>
                  <a:pt x="12864" y="0"/>
                </a:moveTo>
                <a:lnTo>
                  <a:pt x="12965" y="0"/>
                </a:lnTo>
                <a:lnTo>
                  <a:pt x="12965" y="20"/>
                </a:lnTo>
                <a:lnTo>
                  <a:pt x="12864" y="20"/>
                </a:lnTo>
                <a:lnTo>
                  <a:pt x="12864" y="0"/>
                </a:lnTo>
                <a:moveTo>
                  <a:pt x="13026" y="0"/>
                </a:moveTo>
                <a:lnTo>
                  <a:pt x="13128" y="0"/>
                </a:lnTo>
                <a:lnTo>
                  <a:pt x="13128" y="20"/>
                </a:lnTo>
                <a:lnTo>
                  <a:pt x="13026" y="20"/>
                </a:lnTo>
                <a:lnTo>
                  <a:pt x="13026" y="0"/>
                </a:lnTo>
                <a:moveTo>
                  <a:pt x="13189" y="0"/>
                </a:moveTo>
                <a:lnTo>
                  <a:pt x="13291" y="0"/>
                </a:lnTo>
                <a:lnTo>
                  <a:pt x="13291" y="20"/>
                </a:lnTo>
                <a:lnTo>
                  <a:pt x="13189" y="20"/>
                </a:lnTo>
                <a:lnTo>
                  <a:pt x="13189" y="0"/>
                </a:lnTo>
                <a:moveTo>
                  <a:pt x="13352" y="0"/>
                </a:moveTo>
                <a:lnTo>
                  <a:pt x="13453" y="0"/>
                </a:lnTo>
                <a:lnTo>
                  <a:pt x="13453" y="20"/>
                </a:lnTo>
                <a:lnTo>
                  <a:pt x="13352" y="20"/>
                </a:lnTo>
                <a:lnTo>
                  <a:pt x="13352" y="0"/>
                </a:lnTo>
                <a:moveTo>
                  <a:pt x="13514" y="0"/>
                </a:moveTo>
                <a:lnTo>
                  <a:pt x="13616" y="0"/>
                </a:lnTo>
                <a:lnTo>
                  <a:pt x="13616" y="20"/>
                </a:lnTo>
                <a:lnTo>
                  <a:pt x="13514" y="20"/>
                </a:lnTo>
                <a:lnTo>
                  <a:pt x="13514" y="0"/>
                </a:lnTo>
                <a:moveTo>
                  <a:pt x="13677" y="0"/>
                </a:moveTo>
                <a:lnTo>
                  <a:pt x="13779" y="0"/>
                </a:lnTo>
                <a:lnTo>
                  <a:pt x="13779" y="20"/>
                </a:lnTo>
                <a:lnTo>
                  <a:pt x="13677" y="20"/>
                </a:lnTo>
                <a:lnTo>
                  <a:pt x="13677" y="0"/>
                </a:lnTo>
                <a:moveTo>
                  <a:pt x="13850" y="10"/>
                </a:moveTo>
                <a:lnTo>
                  <a:pt x="13850" y="112"/>
                </a:lnTo>
                <a:lnTo>
                  <a:pt x="13830" y="112"/>
                </a:lnTo>
                <a:lnTo>
                  <a:pt x="13830" y="10"/>
                </a:lnTo>
                <a:lnTo>
                  <a:pt x="13850" y="10"/>
                </a:lnTo>
                <a:moveTo>
                  <a:pt x="13850" y="173"/>
                </a:moveTo>
                <a:lnTo>
                  <a:pt x="13850" y="274"/>
                </a:lnTo>
                <a:lnTo>
                  <a:pt x="13830" y="274"/>
                </a:lnTo>
                <a:lnTo>
                  <a:pt x="13830" y="173"/>
                </a:lnTo>
                <a:lnTo>
                  <a:pt x="13850" y="173"/>
                </a:lnTo>
                <a:moveTo>
                  <a:pt x="13850" y="335"/>
                </a:moveTo>
                <a:lnTo>
                  <a:pt x="13850" y="438"/>
                </a:lnTo>
                <a:lnTo>
                  <a:pt x="13830" y="438"/>
                </a:lnTo>
                <a:lnTo>
                  <a:pt x="13830" y="335"/>
                </a:lnTo>
                <a:lnTo>
                  <a:pt x="13850" y="335"/>
                </a:lnTo>
                <a:moveTo>
                  <a:pt x="13850" y="499"/>
                </a:moveTo>
                <a:lnTo>
                  <a:pt x="13850" y="601"/>
                </a:lnTo>
                <a:lnTo>
                  <a:pt x="13830" y="601"/>
                </a:lnTo>
                <a:lnTo>
                  <a:pt x="13830" y="499"/>
                </a:lnTo>
                <a:lnTo>
                  <a:pt x="13850" y="499"/>
                </a:lnTo>
                <a:moveTo>
                  <a:pt x="13850" y="662"/>
                </a:moveTo>
                <a:lnTo>
                  <a:pt x="13850" y="764"/>
                </a:lnTo>
                <a:lnTo>
                  <a:pt x="13830" y="764"/>
                </a:lnTo>
                <a:lnTo>
                  <a:pt x="13830" y="662"/>
                </a:lnTo>
                <a:lnTo>
                  <a:pt x="13850" y="662"/>
                </a:lnTo>
                <a:moveTo>
                  <a:pt x="13850" y="825"/>
                </a:moveTo>
                <a:lnTo>
                  <a:pt x="13850" y="927"/>
                </a:lnTo>
                <a:lnTo>
                  <a:pt x="13830" y="927"/>
                </a:lnTo>
                <a:lnTo>
                  <a:pt x="13830" y="825"/>
                </a:lnTo>
                <a:lnTo>
                  <a:pt x="13850" y="825"/>
                </a:lnTo>
                <a:moveTo>
                  <a:pt x="13850" y="988"/>
                </a:moveTo>
                <a:lnTo>
                  <a:pt x="13850" y="1089"/>
                </a:lnTo>
                <a:lnTo>
                  <a:pt x="13830" y="1089"/>
                </a:lnTo>
                <a:lnTo>
                  <a:pt x="13830" y="988"/>
                </a:lnTo>
                <a:lnTo>
                  <a:pt x="13850" y="988"/>
                </a:lnTo>
                <a:moveTo>
                  <a:pt x="13850" y="1151"/>
                </a:moveTo>
                <a:lnTo>
                  <a:pt x="13850" y="1252"/>
                </a:lnTo>
                <a:lnTo>
                  <a:pt x="13830" y="1252"/>
                </a:lnTo>
                <a:lnTo>
                  <a:pt x="13830" y="1151"/>
                </a:lnTo>
                <a:lnTo>
                  <a:pt x="13850" y="1151"/>
                </a:lnTo>
                <a:moveTo>
                  <a:pt x="13850" y="1313"/>
                </a:moveTo>
                <a:lnTo>
                  <a:pt x="13850" y="1415"/>
                </a:lnTo>
                <a:lnTo>
                  <a:pt x="13830" y="1415"/>
                </a:lnTo>
                <a:lnTo>
                  <a:pt x="13830" y="1313"/>
                </a:lnTo>
                <a:lnTo>
                  <a:pt x="13850" y="1313"/>
                </a:lnTo>
                <a:moveTo>
                  <a:pt x="13850" y="1476"/>
                </a:moveTo>
                <a:lnTo>
                  <a:pt x="13850" y="1578"/>
                </a:lnTo>
                <a:lnTo>
                  <a:pt x="13830" y="1578"/>
                </a:lnTo>
                <a:lnTo>
                  <a:pt x="13830" y="1476"/>
                </a:lnTo>
                <a:lnTo>
                  <a:pt x="13850" y="1476"/>
                </a:lnTo>
                <a:moveTo>
                  <a:pt x="13850" y="1639"/>
                </a:moveTo>
                <a:lnTo>
                  <a:pt x="13850" y="1741"/>
                </a:lnTo>
                <a:lnTo>
                  <a:pt x="13830" y="1741"/>
                </a:lnTo>
                <a:lnTo>
                  <a:pt x="13830" y="1639"/>
                </a:lnTo>
                <a:lnTo>
                  <a:pt x="13850" y="1639"/>
                </a:lnTo>
                <a:moveTo>
                  <a:pt x="13850" y="1802"/>
                </a:moveTo>
                <a:lnTo>
                  <a:pt x="13850" y="1904"/>
                </a:lnTo>
                <a:lnTo>
                  <a:pt x="13830" y="1904"/>
                </a:lnTo>
                <a:lnTo>
                  <a:pt x="13830" y="1802"/>
                </a:lnTo>
                <a:lnTo>
                  <a:pt x="13850" y="1802"/>
                </a:lnTo>
                <a:moveTo>
                  <a:pt x="13850" y="1965"/>
                </a:moveTo>
                <a:lnTo>
                  <a:pt x="13850" y="2066"/>
                </a:lnTo>
                <a:lnTo>
                  <a:pt x="13830" y="2066"/>
                </a:lnTo>
                <a:lnTo>
                  <a:pt x="13830" y="1965"/>
                </a:lnTo>
                <a:lnTo>
                  <a:pt x="13850" y="1965"/>
                </a:lnTo>
                <a:moveTo>
                  <a:pt x="13850" y="2127"/>
                </a:moveTo>
                <a:lnTo>
                  <a:pt x="13850" y="2229"/>
                </a:lnTo>
                <a:lnTo>
                  <a:pt x="13830" y="2229"/>
                </a:lnTo>
                <a:lnTo>
                  <a:pt x="13830" y="2127"/>
                </a:lnTo>
                <a:lnTo>
                  <a:pt x="13850" y="2127"/>
                </a:lnTo>
                <a:moveTo>
                  <a:pt x="13850" y="2290"/>
                </a:moveTo>
                <a:lnTo>
                  <a:pt x="13850" y="2392"/>
                </a:lnTo>
                <a:lnTo>
                  <a:pt x="13830" y="2392"/>
                </a:lnTo>
                <a:lnTo>
                  <a:pt x="13830" y="2290"/>
                </a:lnTo>
                <a:lnTo>
                  <a:pt x="13850" y="2290"/>
                </a:lnTo>
                <a:moveTo>
                  <a:pt x="13850" y="2453"/>
                </a:moveTo>
                <a:lnTo>
                  <a:pt x="13850" y="2555"/>
                </a:lnTo>
                <a:lnTo>
                  <a:pt x="13830" y="2555"/>
                </a:lnTo>
                <a:lnTo>
                  <a:pt x="13830" y="2453"/>
                </a:lnTo>
                <a:lnTo>
                  <a:pt x="13850" y="2453"/>
                </a:lnTo>
                <a:moveTo>
                  <a:pt x="13850" y="2616"/>
                </a:moveTo>
                <a:lnTo>
                  <a:pt x="13850" y="2718"/>
                </a:lnTo>
                <a:lnTo>
                  <a:pt x="13830" y="2718"/>
                </a:lnTo>
                <a:lnTo>
                  <a:pt x="13830" y="2616"/>
                </a:lnTo>
                <a:lnTo>
                  <a:pt x="13850" y="2616"/>
                </a:lnTo>
                <a:moveTo>
                  <a:pt x="13850" y="2779"/>
                </a:moveTo>
                <a:lnTo>
                  <a:pt x="13850" y="2880"/>
                </a:lnTo>
                <a:lnTo>
                  <a:pt x="13830" y="2880"/>
                </a:lnTo>
                <a:lnTo>
                  <a:pt x="13830" y="2779"/>
                </a:lnTo>
                <a:lnTo>
                  <a:pt x="13850" y="2779"/>
                </a:lnTo>
                <a:moveTo>
                  <a:pt x="13850" y="2942"/>
                </a:moveTo>
                <a:lnTo>
                  <a:pt x="13850" y="3043"/>
                </a:lnTo>
                <a:lnTo>
                  <a:pt x="13830" y="3043"/>
                </a:lnTo>
                <a:lnTo>
                  <a:pt x="13830" y="2942"/>
                </a:lnTo>
                <a:lnTo>
                  <a:pt x="13850" y="2942"/>
                </a:lnTo>
                <a:moveTo>
                  <a:pt x="13850" y="3104"/>
                </a:moveTo>
                <a:lnTo>
                  <a:pt x="13850" y="3196"/>
                </a:lnTo>
                <a:lnTo>
                  <a:pt x="13819" y="3196"/>
                </a:lnTo>
                <a:lnTo>
                  <a:pt x="13819" y="3176"/>
                </a:lnTo>
                <a:lnTo>
                  <a:pt x="13840" y="3176"/>
                </a:lnTo>
                <a:lnTo>
                  <a:pt x="13840" y="3186"/>
                </a:lnTo>
                <a:lnTo>
                  <a:pt x="13830" y="3186"/>
                </a:lnTo>
                <a:lnTo>
                  <a:pt x="13830" y="3104"/>
                </a:lnTo>
                <a:lnTo>
                  <a:pt x="13850" y="3104"/>
                </a:lnTo>
                <a:moveTo>
                  <a:pt x="13758" y="3196"/>
                </a:moveTo>
                <a:lnTo>
                  <a:pt x="13657" y="3196"/>
                </a:lnTo>
                <a:lnTo>
                  <a:pt x="13657" y="3176"/>
                </a:lnTo>
                <a:lnTo>
                  <a:pt x="13758" y="3176"/>
                </a:lnTo>
                <a:lnTo>
                  <a:pt x="13758" y="3196"/>
                </a:lnTo>
                <a:moveTo>
                  <a:pt x="13596" y="3196"/>
                </a:moveTo>
                <a:lnTo>
                  <a:pt x="13494" y="3196"/>
                </a:lnTo>
                <a:lnTo>
                  <a:pt x="13494" y="3176"/>
                </a:lnTo>
                <a:lnTo>
                  <a:pt x="13596" y="3176"/>
                </a:lnTo>
                <a:lnTo>
                  <a:pt x="13596" y="3196"/>
                </a:lnTo>
                <a:moveTo>
                  <a:pt x="13433" y="3196"/>
                </a:moveTo>
                <a:lnTo>
                  <a:pt x="13331" y="3196"/>
                </a:lnTo>
                <a:lnTo>
                  <a:pt x="13331" y="3176"/>
                </a:lnTo>
                <a:lnTo>
                  <a:pt x="13433" y="3176"/>
                </a:lnTo>
                <a:lnTo>
                  <a:pt x="13433" y="3196"/>
                </a:lnTo>
                <a:moveTo>
                  <a:pt x="13270" y="3196"/>
                </a:moveTo>
                <a:lnTo>
                  <a:pt x="13169" y="3196"/>
                </a:lnTo>
                <a:lnTo>
                  <a:pt x="13169" y="3176"/>
                </a:lnTo>
                <a:lnTo>
                  <a:pt x="13270" y="3176"/>
                </a:lnTo>
                <a:lnTo>
                  <a:pt x="13270" y="3196"/>
                </a:lnTo>
                <a:moveTo>
                  <a:pt x="13108" y="3196"/>
                </a:moveTo>
                <a:lnTo>
                  <a:pt x="13006" y="3196"/>
                </a:lnTo>
                <a:lnTo>
                  <a:pt x="13006" y="3176"/>
                </a:lnTo>
                <a:lnTo>
                  <a:pt x="13108" y="3176"/>
                </a:lnTo>
                <a:lnTo>
                  <a:pt x="13108" y="3196"/>
                </a:lnTo>
                <a:moveTo>
                  <a:pt x="12945" y="3196"/>
                </a:moveTo>
                <a:lnTo>
                  <a:pt x="12843" y="3196"/>
                </a:lnTo>
                <a:lnTo>
                  <a:pt x="12843" y="3176"/>
                </a:lnTo>
                <a:lnTo>
                  <a:pt x="12945" y="3176"/>
                </a:lnTo>
                <a:lnTo>
                  <a:pt x="12945" y="3196"/>
                </a:lnTo>
                <a:moveTo>
                  <a:pt x="12782" y="3196"/>
                </a:moveTo>
                <a:lnTo>
                  <a:pt x="12681" y="3196"/>
                </a:lnTo>
                <a:lnTo>
                  <a:pt x="12681" y="3176"/>
                </a:lnTo>
                <a:lnTo>
                  <a:pt x="12782" y="3176"/>
                </a:lnTo>
                <a:lnTo>
                  <a:pt x="12782" y="3196"/>
                </a:lnTo>
                <a:moveTo>
                  <a:pt x="12620" y="3196"/>
                </a:moveTo>
                <a:lnTo>
                  <a:pt x="12518" y="3196"/>
                </a:lnTo>
                <a:lnTo>
                  <a:pt x="12518" y="3176"/>
                </a:lnTo>
                <a:lnTo>
                  <a:pt x="12620" y="3176"/>
                </a:lnTo>
                <a:lnTo>
                  <a:pt x="12620" y="3196"/>
                </a:lnTo>
                <a:moveTo>
                  <a:pt x="12457" y="3196"/>
                </a:moveTo>
                <a:lnTo>
                  <a:pt x="12355" y="3196"/>
                </a:lnTo>
                <a:lnTo>
                  <a:pt x="12355" y="3176"/>
                </a:lnTo>
                <a:lnTo>
                  <a:pt x="12457" y="3176"/>
                </a:lnTo>
                <a:lnTo>
                  <a:pt x="12457" y="3196"/>
                </a:lnTo>
                <a:moveTo>
                  <a:pt x="12294" y="3196"/>
                </a:moveTo>
                <a:lnTo>
                  <a:pt x="12193" y="3196"/>
                </a:lnTo>
                <a:lnTo>
                  <a:pt x="12193" y="3176"/>
                </a:lnTo>
                <a:lnTo>
                  <a:pt x="12294" y="3176"/>
                </a:lnTo>
                <a:lnTo>
                  <a:pt x="12294" y="3196"/>
                </a:lnTo>
                <a:moveTo>
                  <a:pt x="12132" y="3196"/>
                </a:moveTo>
                <a:lnTo>
                  <a:pt x="12030" y="3196"/>
                </a:lnTo>
                <a:lnTo>
                  <a:pt x="12030" y="3176"/>
                </a:lnTo>
                <a:lnTo>
                  <a:pt x="12132" y="3176"/>
                </a:lnTo>
                <a:lnTo>
                  <a:pt x="12132" y="3196"/>
                </a:lnTo>
                <a:moveTo>
                  <a:pt x="11969" y="3196"/>
                </a:moveTo>
                <a:lnTo>
                  <a:pt x="11867" y="3196"/>
                </a:lnTo>
                <a:lnTo>
                  <a:pt x="11867" y="3176"/>
                </a:lnTo>
                <a:lnTo>
                  <a:pt x="11969" y="3176"/>
                </a:lnTo>
                <a:lnTo>
                  <a:pt x="11969" y="3196"/>
                </a:lnTo>
                <a:moveTo>
                  <a:pt x="11806" y="3196"/>
                </a:moveTo>
                <a:lnTo>
                  <a:pt x="11705" y="3196"/>
                </a:lnTo>
                <a:lnTo>
                  <a:pt x="11705" y="3176"/>
                </a:lnTo>
                <a:lnTo>
                  <a:pt x="11806" y="3176"/>
                </a:lnTo>
                <a:lnTo>
                  <a:pt x="11806" y="3196"/>
                </a:lnTo>
                <a:moveTo>
                  <a:pt x="11644" y="3196"/>
                </a:moveTo>
                <a:lnTo>
                  <a:pt x="11542" y="3196"/>
                </a:lnTo>
                <a:lnTo>
                  <a:pt x="11542" y="3176"/>
                </a:lnTo>
                <a:lnTo>
                  <a:pt x="11644" y="3176"/>
                </a:lnTo>
                <a:lnTo>
                  <a:pt x="11644" y="3196"/>
                </a:lnTo>
                <a:moveTo>
                  <a:pt x="11481" y="3196"/>
                </a:moveTo>
                <a:lnTo>
                  <a:pt x="11379" y="3196"/>
                </a:lnTo>
                <a:lnTo>
                  <a:pt x="11379" y="3176"/>
                </a:lnTo>
                <a:lnTo>
                  <a:pt x="11481" y="3176"/>
                </a:lnTo>
                <a:lnTo>
                  <a:pt x="11481" y="3196"/>
                </a:lnTo>
                <a:moveTo>
                  <a:pt x="11318" y="3196"/>
                </a:moveTo>
                <a:lnTo>
                  <a:pt x="11216" y="3196"/>
                </a:lnTo>
                <a:lnTo>
                  <a:pt x="11216" y="3176"/>
                </a:lnTo>
                <a:lnTo>
                  <a:pt x="11318" y="3176"/>
                </a:lnTo>
                <a:lnTo>
                  <a:pt x="11318" y="3196"/>
                </a:lnTo>
                <a:moveTo>
                  <a:pt x="11155" y="3196"/>
                </a:moveTo>
                <a:lnTo>
                  <a:pt x="11054" y="3196"/>
                </a:lnTo>
                <a:lnTo>
                  <a:pt x="11054" y="3176"/>
                </a:lnTo>
                <a:lnTo>
                  <a:pt x="11155" y="3176"/>
                </a:lnTo>
                <a:lnTo>
                  <a:pt x="11155" y="3196"/>
                </a:lnTo>
                <a:moveTo>
                  <a:pt x="10993" y="3196"/>
                </a:moveTo>
                <a:lnTo>
                  <a:pt x="10891" y="3196"/>
                </a:lnTo>
                <a:lnTo>
                  <a:pt x="10891" y="3176"/>
                </a:lnTo>
                <a:lnTo>
                  <a:pt x="10993" y="3176"/>
                </a:lnTo>
                <a:lnTo>
                  <a:pt x="10993" y="3196"/>
                </a:lnTo>
                <a:moveTo>
                  <a:pt x="10830" y="3196"/>
                </a:moveTo>
                <a:lnTo>
                  <a:pt x="10728" y="3196"/>
                </a:lnTo>
                <a:lnTo>
                  <a:pt x="10728" y="3176"/>
                </a:lnTo>
                <a:lnTo>
                  <a:pt x="10830" y="3176"/>
                </a:lnTo>
                <a:lnTo>
                  <a:pt x="10830" y="3196"/>
                </a:lnTo>
                <a:moveTo>
                  <a:pt x="10667" y="3196"/>
                </a:moveTo>
                <a:lnTo>
                  <a:pt x="10566" y="3196"/>
                </a:lnTo>
                <a:lnTo>
                  <a:pt x="10566" y="3176"/>
                </a:lnTo>
                <a:lnTo>
                  <a:pt x="10667" y="3176"/>
                </a:lnTo>
                <a:lnTo>
                  <a:pt x="10667" y="3196"/>
                </a:lnTo>
                <a:moveTo>
                  <a:pt x="10505" y="3196"/>
                </a:moveTo>
                <a:lnTo>
                  <a:pt x="10403" y="3196"/>
                </a:lnTo>
                <a:lnTo>
                  <a:pt x="10403" y="3176"/>
                </a:lnTo>
                <a:lnTo>
                  <a:pt x="10505" y="3176"/>
                </a:lnTo>
                <a:lnTo>
                  <a:pt x="10505" y="3196"/>
                </a:lnTo>
                <a:moveTo>
                  <a:pt x="10342" y="3196"/>
                </a:moveTo>
                <a:lnTo>
                  <a:pt x="10240" y="3196"/>
                </a:lnTo>
                <a:lnTo>
                  <a:pt x="10240" y="3176"/>
                </a:lnTo>
                <a:lnTo>
                  <a:pt x="10342" y="3176"/>
                </a:lnTo>
                <a:lnTo>
                  <a:pt x="10342" y="3196"/>
                </a:lnTo>
                <a:moveTo>
                  <a:pt x="10179" y="3196"/>
                </a:moveTo>
                <a:lnTo>
                  <a:pt x="10078" y="3196"/>
                </a:lnTo>
                <a:lnTo>
                  <a:pt x="10078" y="3176"/>
                </a:lnTo>
                <a:lnTo>
                  <a:pt x="10179" y="3176"/>
                </a:lnTo>
                <a:lnTo>
                  <a:pt x="10179" y="3196"/>
                </a:lnTo>
                <a:moveTo>
                  <a:pt x="10017" y="3196"/>
                </a:moveTo>
                <a:lnTo>
                  <a:pt x="9915" y="3196"/>
                </a:lnTo>
                <a:lnTo>
                  <a:pt x="9915" y="3176"/>
                </a:lnTo>
                <a:lnTo>
                  <a:pt x="10017" y="3176"/>
                </a:lnTo>
                <a:lnTo>
                  <a:pt x="10017" y="3196"/>
                </a:lnTo>
                <a:moveTo>
                  <a:pt x="9854" y="3196"/>
                </a:moveTo>
                <a:lnTo>
                  <a:pt x="9752" y="3196"/>
                </a:lnTo>
                <a:lnTo>
                  <a:pt x="9752" y="3176"/>
                </a:lnTo>
                <a:lnTo>
                  <a:pt x="9854" y="3176"/>
                </a:lnTo>
                <a:lnTo>
                  <a:pt x="9854" y="3196"/>
                </a:lnTo>
                <a:moveTo>
                  <a:pt x="9691" y="3196"/>
                </a:moveTo>
                <a:lnTo>
                  <a:pt x="9590" y="3196"/>
                </a:lnTo>
                <a:lnTo>
                  <a:pt x="9590" y="3176"/>
                </a:lnTo>
                <a:lnTo>
                  <a:pt x="9691" y="3176"/>
                </a:lnTo>
                <a:lnTo>
                  <a:pt x="9691" y="3196"/>
                </a:lnTo>
                <a:moveTo>
                  <a:pt x="9529" y="3196"/>
                </a:moveTo>
                <a:lnTo>
                  <a:pt x="9427" y="3196"/>
                </a:lnTo>
                <a:lnTo>
                  <a:pt x="9427" y="3176"/>
                </a:lnTo>
                <a:lnTo>
                  <a:pt x="9529" y="3176"/>
                </a:lnTo>
                <a:lnTo>
                  <a:pt x="9529" y="3196"/>
                </a:lnTo>
                <a:moveTo>
                  <a:pt x="9366" y="3196"/>
                </a:moveTo>
                <a:lnTo>
                  <a:pt x="9264" y="3196"/>
                </a:lnTo>
                <a:lnTo>
                  <a:pt x="9264" y="3176"/>
                </a:lnTo>
                <a:lnTo>
                  <a:pt x="9366" y="3176"/>
                </a:lnTo>
                <a:lnTo>
                  <a:pt x="9366" y="3196"/>
                </a:lnTo>
                <a:moveTo>
                  <a:pt x="9203" y="3196"/>
                </a:moveTo>
                <a:lnTo>
                  <a:pt x="9102" y="3196"/>
                </a:lnTo>
                <a:lnTo>
                  <a:pt x="9102" y="3176"/>
                </a:lnTo>
                <a:lnTo>
                  <a:pt x="9203" y="3176"/>
                </a:lnTo>
                <a:lnTo>
                  <a:pt x="9203" y="3196"/>
                </a:lnTo>
                <a:moveTo>
                  <a:pt x="9041" y="3196"/>
                </a:moveTo>
                <a:lnTo>
                  <a:pt x="8939" y="3196"/>
                </a:lnTo>
                <a:lnTo>
                  <a:pt x="8939" y="3176"/>
                </a:lnTo>
                <a:lnTo>
                  <a:pt x="9041" y="3176"/>
                </a:lnTo>
                <a:lnTo>
                  <a:pt x="9041" y="3196"/>
                </a:lnTo>
                <a:moveTo>
                  <a:pt x="8878" y="3196"/>
                </a:moveTo>
                <a:lnTo>
                  <a:pt x="8776" y="3196"/>
                </a:lnTo>
                <a:lnTo>
                  <a:pt x="8776" y="3176"/>
                </a:lnTo>
                <a:lnTo>
                  <a:pt x="8878" y="3176"/>
                </a:lnTo>
                <a:lnTo>
                  <a:pt x="8878" y="3196"/>
                </a:lnTo>
                <a:moveTo>
                  <a:pt x="8715" y="3196"/>
                </a:moveTo>
                <a:lnTo>
                  <a:pt x="8613" y="3196"/>
                </a:lnTo>
                <a:lnTo>
                  <a:pt x="8613" y="3176"/>
                </a:lnTo>
                <a:lnTo>
                  <a:pt x="8715" y="3176"/>
                </a:lnTo>
                <a:lnTo>
                  <a:pt x="8715" y="3196"/>
                </a:lnTo>
                <a:moveTo>
                  <a:pt x="8552" y="3196"/>
                </a:moveTo>
                <a:lnTo>
                  <a:pt x="8451" y="3196"/>
                </a:lnTo>
                <a:lnTo>
                  <a:pt x="8451" y="3176"/>
                </a:lnTo>
                <a:lnTo>
                  <a:pt x="8552" y="3176"/>
                </a:lnTo>
                <a:lnTo>
                  <a:pt x="8552" y="3196"/>
                </a:lnTo>
                <a:moveTo>
                  <a:pt x="8390" y="3196"/>
                </a:moveTo>
                <a:lnTo>
                  <a:pt x="8288" y="3196"/>
                </a:lnTo>
                <a:lnTo>
                  <a:pt x="8288" y="3176"/>
                </a:lnTo>
                <a:lnTo>
                  <a:pt x="8390" y="3176"/>
                </a:lnTo>
                <a:lnTo>
                  <a:pt x="8390" y="3196"/>
                </a:lnTo>
                <a:moveTo>
                  <a:pt x="8227" y="3196"/>
                </a:moveTo>
                <a:lnTo>
                  <a:pt x="8125" y="3196"/>
                </a:lnTo>
                <a:lnTo>
                  <a:pt x="8125" y="3176"/>
                </a:lnTo>
                <a:lnTo>
                  <a:pt x="8227" y="3176"/>
                </a:lnTo>
                <a:lnTo>
                  <a:pt x="8227" y="3196"/>
                </a:lnTo>
                <a:moveTo>
                  <a:pt x="8064" y="3196"/>
                </a:moveTo>
                <a:lnTo>
                  <a:pt x="7963" y="3196"/>
                </a:lnTo>
                <a:lnTo>
                  <a:pt x="7963" y="3176"/>
                </a:lnTo>
                <a:lnTo>
                  <a:pt x="8064" y="3176"/>
                </a:lnTo>
                <a:lnTo>
                  <a:pt x="8064" y="3196"/>
                </a:lnTo>
                <a:moveTo>
                  <a:pt x="7902" y="3196"/>
                </a:moveTo>
                <a:lnTo>
                  <a:pt x="7800" y="3196"/>
                </a:lnTo>
                <a:lnTo>
                  <a:pt x="7800" y="3176"/>
                </a:lnTo>
                <a:lnTo>
                  <a:pt x="7902" y="3176"/>
                </a:lnTo>
                <a:lnTo>
                  <a:pt x="7902" y="3196"/>
                </a:lnTo>
                <a:moveTo>
                  <a:pt x="7739" y="3196"/>
                </a:moveTo>
                <a:lnTo>
                  <a:pt x="7637" y="3196"/>
                </a:lnTo>
                <a:lnTo>
                  <a:pt x="7637" y="3176"/>
                </a:lnTo>
                <a:lnTo>
                  <a:pt x="7739" y="3176"/>
                </a:lnTo>
                <a:lnTo>
                  <a:pt x="7739" y="3196"/>
                </a:lnTo>
                <a:moveTo>
                  <a:pt x="7576" y="3196"/>
                </a:moveTo>
                <a:lnTo>
                  <a:pt x="7475" y="3196"/>
                </a:lnTo>
                <a:lnTo>
                  <a:pt x="7475" y="3176"/>
                </a:lnTo>
                <a:lnTo>
                  <a:pt x="7576" y="3176"/>
                </a:lnTo>
                <a:lnTo>
                  <a:pt x="7576" y="3196"/>
                </a:lnTo>
                <a:moveTo>
                  <a:pt x="7414" y="3196"/>
                </a:moveTo>
                <a:lnTo>
                  <a:pt x="7312" y="3196"/>
                </a:lnTo>
                <a:lnTo>
                  <a:pt x="7312" y="3176"/>
                </a:lnTo>
                <a:lnTo>
                  <a:pt x="7414" y="3176"/>
                </a:lnTo>
                <a:lnTo>
                  <a:pt x="7414" y="3196"/>
                </a:lnTo>
                <a:moveTo>
                  <a:pt x="7251" y="3196"/>
                </a:moveTo>
                <a:lnTo>
                  <a:pt x="7149" y="3196"/>
                </a:lnTo>
                <a:lnTo>
                  <a:pt x="7149" y="3176"/>
                </a:lnTo>
                <a:lnTo>
                  <a:pt x="7251" y="3176"/>
                </a:lnTo>
                <a:lnTo>
                  <a:pt x="7251" y="3196"/>
                </a:lnTo>
                <a:moveTo>
                  <a:pt x="7088" y="3196"/>
                </a:moveTo>
                <a:lnTo>
                  <a:pt x="6987" y="3196"/>
                </a:lnTo>
                <a:lnTo>
                  <a:pt x="6987" y="3176"/>
                </a:lnTo>
                <a:lnTo>
                  <a:pt x="7088" y="3176"/>
                </a:lnTo>
                <a:lnTo>
                  <a:pt x="7088" y="3196"/>
                </a:lnTo>
                <a:moveTo>
                  <a:pt x="6926" y="3196"/>
                </a:moveTo>
                <a:lnTo>
                  <a:pt x="6824" y="3196"/>
                </a:lnTo>
                <a:lnTo>
                  <a:pt x="6824" y="3176"/>
                </a:lnTo>
                <a:lnTo>
                  <a:pt x="6926" y="3176"/>
                </a:lnTo>
                <a:lnTo>
                  <a:pt x="6926" y="3196"/>
                </a:lnTo>
                <a:moveTo>
                  <a:pt x="6763" y="3196"/>
                </a:moveTo>
                <a:lnTo>
                  <a:pt x="6661" y="3196"/>
                </a:lnTo>
                <a:lnTo>
                  <a:pt x="6661" y="3176"/>
                </a:lnTo>
                <a:lnTo>
                  <a:pt x="6763" y="3176"/>
                </a:lnTo>
                <a:lnTo>
                  <a:pt x="6763" y="3196"/>
                </a:lnTo>
                <a:moveTo>
                  <a:pt x="6600" y="3196"/>
                </a:moveTo>
                <a:lnTo>
                  <a:pt x="6499" y="3196"/>
                </a:lnTo>
                <a:lnTo>
                  <a:pt x="6499" y="3176"/>
                </a:lnTo>
                <a:lnTo>
                  <a:pt x="6600" y="3176"/>
                </a:lnTo>
                <a:lnTo>
                  <a:pt x="6600" y="3196"/>
                </a:lnTo>
                <a:moveTo>
                  <a:pt x="6438" y="3196"/>
                </a:moveTo>
                <a:lnTo>
                  <a:pt x="6336" y="3196"/>
                </a:lnTo>
                <a:lnTo>
                  <a:pt x="6336" y="3176"/>
                </a:lnTo>
                <a:lnTo>
                  <a:pt x="6438" y="3176"/>
                </a:lnTo>
                <a:lnTo>
                  <a:pt x="6438" y="3196"/>
                </a:lnTo>
                <a:moveTo>
                  <a:pt x="6275" y="3196"/>
                </a:moveTo>
                <a:lnTo>
                  <a:pt x="6173" y="3196"/>
                </a:lnTo>
                <a:lnTo>
                  <a:pt x="6173" y="3176"/>
                </a:lnTo>
                <a:lnTo>
                  <a:pt x="6275" y="3176"/>
                </a:lnTo>
                <a:lnTo>
                  <a:pt x="6275" y="3196"/>
                </a:lnTo>
                <a:moveTo>
                  <a:pt x="6112" y="3196"/>
                </a:moveTo>
                <a:lnTo>
                  <a:pt x="6010" y="3196"/>
                </a:lnTo>
                <a:lnTo>
                  <a:pt x="6010" y="3176"/>
                </a:lnTo>
                <a:lnTo>
                  <a:pt x="6112" y="3176"/>
                </a:lnTo>
                <a:lnTo>
                  <a:pt x="6112" y="3196"/>
                </a:lnTo>
                <a:moveTo>
                  <a:pt x="5949" y="3196"/>
                </a:moveTo>
                <a:lnTo>
                  <a:pt x="5848" y="3196"/>
                </a:lnTo>
                <a:lnTo>
                  <a:pt x="5848" y="3176"/>
                </a:lnTo>
                <a:lnTo>
                  <a:pt x="5949" y="3176"/>
                </a:lnTo>
                <a:lnTo>
                  <a:pt x="5949" y="3196"/>
                </a:lnTo>
                <a:moveTo>
                  <a:pt x="5787" y="3196"/>
                </a:moveTo>
                <a:lnTo>
                  <a:pt x="5685" y="3196"/>
                </a:lnTo>
                <a:lnTo>
                  <a:pt x="5685" y="3176"/>
                </a:lnTo>
                <a:lnTo>
                  <a:pt x="5787" y="3176"/>
                </a:lnTo>
                <a:lnTo>
                  <a:pt x="5787" y="3196"/>
                </a:lnTo>
                <a:moveTo>
                  <a:pt x="5624" y="3196"/>
                </a:moveTo>
                <a:lnTo>
                  <a:pt x="5522" y="3196"/>
                </a:lnTo>
                <a:lnTo>
                  <a:pt x="5522" y="3176"/>
                </a:lnTo>
                <a:lnTo>
                  <a:pt x="5624" y="3176"/>
                </a:lnTo>
                <a:lnTo>
                  <a:pt x="5624" y="3196"/>
                </a:lnTo>
                <a:moveTo>
                  <a:pt x="5461" y="3196"/>
                </a:moveTo>
                <a:lnTo>
                  <a:pt x="5360" y="3196"/>
                </a:lnTo>
                <a:lnTo>
                  <a:pt x="5360" y="3176"/>
                </a:lnTo>
                <a:lnTo>
                  <a:pt x="5461" y="3176"/>
                </a:lnTo>
                <a:lnTo>
                  <a:pt x="5461" y="3196"/>
                </a:lnTo>
                <a:moveTo>
                  <a:pt x="5299" y="3196"/>
                </a:moveTo>
                <a:lnTo>
                  <a:pt x="5197" y="3196"/>
                </a:lnTo>
                <a:lnTo>
                  <a:pt x="5197" y="3176"/>
                </a:lnTo>
                <a:lnTo>
                  <a:pt x="5299" y="3176"/>
                </a:lnTo>
                <a:lnTo>
                  <a:pt x="5299" y="3196"/>
                </a:lnTo>
                <a:moveTo>
                  <a:pt x="5136" y="3196"/>
                </a:moveTo>
                <a:lnTo>
                  <a:pt x="5034" y="3196"/>
                </a:lnTo>
                <a:lnTo>
                  <a:pt x="5034" y="3176"/>
                </a:lnTo>
                <a:lnTo>
                  <a:pt x="5136" y="3176"/>
                </a:lnTo>
                <a:lnTo>
                  <a:pt x="5136" y="3196"/>
                </a:lnTo>
                <a:moveTo>
                  <a:pt x="4973" y="3196"/>
                </a:moveTo>
                <a:lnTo>
                  <a:pt x="4872" y="3196"/>
                </a:lnTo>
                <a:lnTo>
                  <a:pt x="4872" y="3176"/>
                </a:lnTo>
                <a:lnTo>
                  <a:pt x="4973" y="3176"/>
                </a:lnTo>
                <a:lnTo>
                  <a:pt x="4973" y="3196"/>
                </a:lnTo>
                <a:moveTo>
                  <a:pt x="4811" y="3196"/>
                </a:moveTo>
                <a:lnTo>
                  <a:pt x="4709" y="3196"/>
                </a:lnTo>
                <a:lnTo>
                  <a:pt x="4709" y="3176"/>
                </a:lnTo>
                <a:lnTo>
                  <a:pt x="4811" y="3176"/>
                </a:lnTo>
                <a:lnTo>
                  <a:pt x="4811" y="3196"/>
                </a:lnTo>
                <a:moveTo>
                  <a:pt x="4648" y="3196"/>
                </a:moveTo>
                <a:lnTo>
                  <a:pt x="4546" y="3196"/>
                </a:lnTo>
                <a:lnTo>
                  <a:pt x="4546" y="3176"/>
                </a:lnTo>
                <a:lnTo>
                  <a:pt x="4648" y="3176"/>
                </a:lnTo>
                <a:lnTo>
                  <a:pt x="4648" y="3196"/>
                </a:lnTo>
                <a:moveTo>
                  <a:pt x="4485" y="3196"/>
                </a:moveTo>
                <a:lnTo>
                  <a:pt x="4384" y="3196"/>
                </a:lnTo>
                <a:lnTo>
                  <a:pt x="4384" y="3176"/>
                </a:lnTo>
                <a:lnTo>
                  <a:pt x="4485" y="3176"/>
                </a:lnTo>
                <a:lnTo>
                  <a:pt x="4485" y="3196"/>
                </a:lnTo>
                <a:moveTo>
                  <a:pt x="4323" y="3196"/>
                </a:moveTo>
                <a:lnTo>
                  <a:pt x="4221" y="3196"/>
                </a:lnTo>
                <a:lnTo>
                  <a:pt x="4221" y="3176"/>
                </a:lnTo>
                <a:lnTo>
                  <a:pt x="4323" y="3176"/>
                </a:lnTo>
                <a:lnTo>
                  <a:pt x="4323" y="3196"/>
                </a:lnTo>
                <a:moveTo>
                  <a:pt x="4160" y="3196"/>
                </a:moveTo>
                <a:lnTo>
                  <a:pt x="4058" y="3196"/>
                </a:lnTo>
                <a:lnTo>
                  <a:pt x="4058" y="3176"/>
                </a:lnTo>
                <a:lnTo>
                  <a:pt x="4160" y="3176"/>
                </a:lnTo>
                <a:lnTo>
                  <a:pt x="4160" y="3196"/>
                </a:lnTo>
                <a:moveTo>
                  <a:pt x="3997" y="3196"/>
                </a:moveTo>
                <a:lnTo>
                  <a:pt x="3896" y="3196"/>
                </a:lnTo>
                <a:lnTo>
                  <a:pt x="3896" y="3176"/>
                </a:lnTo>
                <a:lnTo>
                  <a:pt x="3997" y="3176"/>
                </a:lnTo>
                <a:lnTo>
                  <a:pt x="3997" y="3196"/>
                </a:lnTo>
                <a:moveTo>
                  <a:pt x="3835" y="3196"/>
                </a:moveTo>
                <a:lnTo>
                  <a:pt x="3733" y="3196"/>
                </a:lnTo>
                <a:lnTo>
                  <a:pt x="3733" y="3176"/>
                </a:lnTo>
                <a:lnTo>
                  <a:pt x="3835" y="3176"/>
                </a:lnTo>
                <a:lnTo>
                  <a:pt x="3835" y="3196"/>
                </a:lnTo>
                <a:moveTo>
                  <a:pt x="3672" y="3196"/>
                </a:moveTo>
                <a:lnTo>
                  <a:pt x="3570" y="3196"/>
                </a:lnTo>
                <a:lnTo>
                  <a:pt x="3570" y="3176"/>
                </a:lnTo>
                <a:lnTo>
                  <a:pt x="3672" y="3176"/>
                </a:lnTo>
                <a:lnTo>
                  <a:pt x="3672" y="3196"/>
                </a:lnTo>
                <a:moveTo>
                  <a:pt x="3509" y="3196"/>
                </a:moveTo>
                <a:lnTo>
                  <a:pt x="3408" y="3196"/>
                </a:lnTo>
                <a:lnTo>
                  <a:pt x="3408" y="3176"/>
                </a:lnTo>
                <a:lnTo>
                  <a:pt x="3509" y="3176"/>
                </a:lnTo>
                <a:lnTo>
                  <a:pt x="3509" y="3196"/>
                </a:lnTo>
                <a:moveTo>
                  <a:pt x="3346" y="3196"/>
                </a:moveTo>
                <a:lnTo>
                  <a:pt x="3244" y="3196"/>
                </a:lnTo>
                <a:lnTo>
                  <a:pt x="3244" y="3176"/>
                </a:lnTo>
                <a:lnTo>
                  <a:pt x="3346" y="3176"/>
                </a:lnTo>
                <a:lnTo>
                  <a:pt x="3346" y="3196"/>
                </a:lnTo>
                <a:moveTo>
                  <a:pt x="3183" y="3196"/>
                </a:moveTo>
                <a:lnTo>
                  <a:pt x="3081" y="3196"/>
                </a:lnTo>
                <a:lnTo>
                  <a:pt x="3081" y="3176"/>
                </a:lnTo>
                <a:lnTo>
                  <a:pt x="3183" y="3176"/>
                </a:lnTo>
                <a:lnTo>
                  <a:pt x="3183" y="3196"/>
                </a:lnTo>
                <a:moveTo>
                  <a:pt x="3020" y="3196"/>
                </a:moveTo>
                <a:lnTo>
                  <a:pt x="2918" y="3196"/>
                </a:lnTo>
                <a:lnTo>
                  <a:pt x="2918" y="3176"/>
                </a:lnTo>
                <a:lnTo>
                  <a:pt x="3020" y="3176"/>
                </a:lnTo>
                <a:lnTo>
                  <a:pt x="3020" y="3196"/>
                </a:lnTo>
                <a:moveTo>
                  <a:pt x="2857" y="3196"/>
                </a:moveTo>
                <a:lnTo>
                  <a:pt x="2756" y="3196"/>
                </a:lnTo>
                <a:lnTo>
                  <a:pt x="2756" y="3176"/>
                </a:lnTo>
                <a:lnTo>
                  <a:pt x="2857" y="3176"/>
                </a:lnTo>
                <a:lnTo>
                  <a:pt x="2857" y="3196"/>
                </a:lnTo>
                <a:moveTo>
                  <a:pt x="2695" y="3196"/>
                </a:moveTo>
                <a:lnTo>
                  <a:pt x="2593" y="3196"/>
                </a:lnTo>
                <a:lnTo>
                  <a:pt x="2593" y="3176"/>
                </a:lnTo>
                <a:lnTo>
                  <a:pt x="2695" y="3176"/>
                </a:lnTo>
                <a:lnTo>
                  <a:pt x="2695" y="3196"/>
                </a:lnTo>
                <a:moveTo>
                  <a:pt x="2532" y="3196"/>
                </a:moveTo>
                <a:lnTo>
                  <a:pt x="2430" y="3196"/>
                </a:lnTo>
                <a:lnTo>
                  <a:pt x="2430" y="3176"/>
                </a:lnTo>
                <a:lnTo>
                  <a:pt x="2532" y="3176"/>
                </a:lnTo>
                <a:lnTo>
                  <a:pt x="2532" y="3196"/>
                </a:lnTo>
                <a:moveTo>
                  <a:pt x="2369" y="3196"/>
                </a:moveTo>
                <a:lnTo>
                  <a:pt x="2268" y="3196"/>
                </a:lnTo>
                <a:lnTo>
                  <a:pt x="2268" y="3176"/>
                </a:lnTo>
                <a:lnTo>
                  <a:pt x="2369" y="3176"/>
                </a:lnTo>
                <a:lnTo>
                  <a:pt x="2369" y="3196"/>
                </a:lnTo>
                <a:moveTo>
                  <a:pt x="2207" y="3196"/>
                </a:moveTo>
                <a:lnTo>
                  <a:pt x="2105" y="3196"/>
                </a:lnTo>
                <a:lnTo>
                  <a:pt x="2105" y="3176"/>
                </a:lnTo>
                <a:lnTo>
                  <a:pt x="2207" y="3176"/>
                </a:lnTo>
                <a:lnTo>
                  <a:pt x="2207" y="3196"/>
                </a:lnTo>
                <a:moveTo>
                  <a:pt x="2044" y="3196"/>
                </a:moveTo>
                <a:lnTo>
                  <a:pt x="1942" y="3196"/>
                </a:lnTo>
                <a:lnTo>
                  <a:pt x="1942" y="3176"/>
                </a:lnTo>
                <a:lnTo>
                  <a:pt x="2044" y="3176"/>
                </a:lnTo>
                <a:lnTo>
                  <a:pt x="2044" y="3196"/>
                </a:lnTo>
                <a:moveTo>
                  <a:pt x="1881" y="3196"/>
                </a:moveTo>
                <a:lnTo>
                  <a:pt x="1780" y="3196"/>
                </a:lnTo>
                <a:lnTo>
                  <a:pt x="1780" y="3176"/>
                </a:lnTo>
                <a:lnTo>
                  <a:pt x="1881" y="3176"/>
                </a:lnTo>
                <a:lnTo>
                  <a:pt x="1881" y="3196"/>
                </a:lnTo>
                <a:moveTo>
                  <a:pt x="1719" y="3196"/>
                </a:moveTo>
                <a:lnTo>
                  <a:pt x="1617" y="3196"/>
                </a:lnTo>
                <a:lnTo>
                  <a:pt x="1617" y="3176"/>
                </a:lnTo>
                <a:lnTo>
                  <a:pt x="1719" y="3176"/>
                </a:lnTo>
                <a:lnTo>
                  <a:pt x="1719" y="3196"/>
                </a:lnTo>
                <a:moveTo>
                  <a:pt x="1556" y="3196"/>
                </a:moveTo>
                <a:lnTo>
                  <a:pt x="1454" y="3196"/>
                </a:lnTo>
                <a:lnTo>
                  <a:pt x="1454" y="3176"/>
                </a:lnTo>
                <a:lnTo>
                  <a:pt x="1556" y="3176"/>
                </a:lnTo>
                <a:lnTo>
                  <a:pt x="1556" y="3196"/>
                </a:lnTo>
                <a:moveTo>
                  <a:pt x="1393" y="3196"/>
                </a:moveTo>
                <a:lnTo>
                  <a:pt x="1292" y="3196"/>
                </a:lnTo>
                <a:lnTo>
                  <a:pt x="1292" y="3176"/>
                </a:lnTo>
                <a:lnTo>
                  <a:pt x="1393" y="3176"/>
                </a:lnTo>
                <a:lnTo>
                  <a:pt x="1393" y="3196"/>
                </a:lnTo>
                <a:moveTo>
                  <a:pt x="1231" y="3196"/>
                </a:moveTo>
                <a:lnTo>
                  <a:pt x="1129" y="3196"/>
                </a:lnTo>
                <a:lnTo>
                  <a:pt x="1129" y="3176"/>
                </a:lnTo>
                <a:lnTo>
                  <a:pt x="1231" y="3176"/>
                </a:lnTo>
                <a:lnTo>
                  <a:pt x="1231" y="3196"/>
                </a:lnTo>
                <a:moveTo>
                  <a:pt x="1068" y="3196"/>
                </a:moveTo>
                <a:lnTo>
                  <a:pt x="966" y="3196"/>
                </a:lnTo>
                <a:lnTo>
                  <a:pt x="966" y="3176"/>
                </a:lnTo>
                <a:lnTo>
                  <a:pt x="1068" y="3176"/>
                </a:lnTo>
                <a:lnTo>
                  <a:pt x="1068" y="3196"/>
                </a:lnTo>
                <a:moveTo>
                  <a:pt x="905" y="3196"/>
                </a:moveTo>
                <a:lnTo>
                  <a:pt x="804" y="3196"/>
                </a:lnTo>
                <a:lnTo>
                  <a:pt x="804" y="3176"/>
                </a:lnTo>
                <a:lnTo>
                  <a:pt x="905" y="3176"/>
                </a:lnTo>
                <a:lnTo>
                  <a:pt x="905" y="3196"/>
                </a:lnTo>
                <a:moveTo>
                  <a:pt x="743" y="3196"/>
                </a:moveTo>
                <a:lnTo>
                  <a:pt x="641" y="3196"/>
                </a:lnTo>
                <a:lnTo>
                  <a:pt x="641" y="3176"/>
                </a:lnTo>
                <a:lnTo>
                  <a:pt x="743" y="3176"/>
                </a:lnTo>
                <a:lnTo>
                  <a:pt x="743" y="3196"/>
                </a:lnTo>
                <a:moveTo>
                  <a:pt x="580" y="3196"/>
                </a:moveTo>
                <a:lnTo>
                  <a:pt x="478" y="3196"/>
                </a:lnTo>
                <a:lnTo>
                  <a:pt x="478" y="3176"/>
                </a:lnTo>
                <a:lnTo>
                  <a:pt x="580" y="3176"/>
                </a:lnTo>
                <a:lnTo>
                  <a:pt x="580" y="3196"/>
                </a:lnTo>
                <a:moveTo>
                  <a:pt x="417" y="3196"/>
                </a:moveTo>
                <a:lnTo>
                  <a:pt x="315" y="3196"/>
                </a:lnTo>
                <a:lnTo>
                  <a:pt x="315" y="3176"/>
                </a:lnTo>
                <a:lnTo>
                  <a:pt x="417" y="3176"/>
                </a:lnTo>
                <a:lnTo>
                  <a:pt x="417" y="3196"/>
                </a:lnTo>
                <a:moveTo>
                  <a:pt x="254" y="3196"/>
                </a:moveTo>
                <a:lnTo>
                  <a:pt x="153" y="3196"/>
                </a:lnTo>
                <a:lnTo>
                  <a:pt x="153" y="3176"/>
                </a:lnTo>
                <a:lnTo>
                  <a:pt x="254" y="3176"/>
                </a:lnTo>
                <a:lnTo>
                  <a:pt x="254" y="3196"/>
                </a:lnTo>
                <a:moveTo>
                  <a:pt x="92" y="3196"/>
                </a:moveTo>
                <a:lnTo>
                  <a:pt x="0" y="3196"/>
                </a:lnTo>
                <a:lnTo>
                  <a:pt x="0" y="3165"/>
                </a:lnTo>
                <a:lnTo>
                  <a:pt x="21" y="3165"/>
                </a:lnTo>
                <a:lnTo>
                  <a:pt x="21" y="3186"/>
                </a:lnTo>
                <a:lnTo>
                  <a:pt x="10" y="3186"/>
                </a:lnTo>
                <a:lnTo>
                  <a:pt x="10" y="3176"/>
                </a:lnTo>
                <a:lnTo>
                  <a:pt x="92" y="3176"/>
                </a:lnTo>
                <a:lnTo>
                  <a:pt x="92" y="3196"/>
                </a:lnTo>
                <a:moveTo>
                  <a:pt x="0" y="3104"/>
                </a:moveTo>
                <a:lnTo>
                  <a:pt x="0" y="3003"/>
                </a:lnTo>
                <a:lnTo>
                  <a:pt x="21" y="3003"/>
                </a:lnTo>
                <a:lnTo>
                  <a:pt x="21" y="3104"/>
                </a:lnTo>
                <a:lnTo>
                  <a:pt x="0" y="3104"/>
                </a:lnTo>
                <a:moveTo>
                  <a:pt x="0" y="2942"/>
                </a:moveTo>
                <a:lnTo>
                  <a:pt x="0" y="2840"/>
                </a:lnTo>
                <a:lnTo>
                  <a:pt x="21" y="2840"/>
                </a:lnTo>
                <a:lnTo>
                  <a:pt x="21" y="2942"/>
                </a:lnTo>
                <a:lnTo>
                  <a:pt x="0" y="2942"/>
                </a:lnTo>
                <a:moveTo>
                  <a:pt x="0" y="2779"/>
                </a:moveTo>
                <a:lnTo>
                  <a:pt x="0" y="2677"/>
                </a:lnTo>
                <a:lnTo>
                  <a:pt x="21" y="2677"/>
                </a:lnTo>
                <a:lnTo>
                  <a:pt x="21" y="2779"/>
                </a:lnTo>
                <a:lnTo>
                  <a:pt x="0" y="2779"/>
                </a:lnTo>
                <a:moveTo>
                  <a:pt x="0" y="2616"/>
                </a:moveTo>
                <a:lnTo>
                  <a:pt x="0" y="2514"/>
                </a:lnTo>
                <a:lnTo>
                  <a:pt x="21" y="2514"/>
                </a:lnTo>
                <a:lnTo>
                  <a:pt x="21" y="2616"/>
                </a:lnTo>
                <a:lnTo>
                  <a:pt x="0" y="2616"/>
                </a:lnTo>
                <a:moveTo>
                  <a:pt x="0" y="2453"/>
                </a:moveTo>
                <a:lnTo>
                  <a:pt x="0" y="2351"/>
                </a:lnTo>
                <a:lnTo>
                  <a:pt x="21" y="2351"/>
                </a:lnTo>
                <a:lnTo>
                  <a:pt x="21" y="2453"/>
                </a:lnTo>
                <a:lnTo>
                  <a:pt x="0" y="2453"/>
                </a:lnTo>
                <a:moveTo>
                  <a:pt x="0" y="2290"/>
                </a:moveTo>
                <a:lnTo>
                  <a:pt x="0" y="2188"/>
                </a:lnTo>
                <a:lnTo>
                  <a:pt x="21" y="2188"/>
                </a:lnTo>
                <a:lnTo>
                  <a:pt x="21" y="2290"/>
                </a:lnTo>
                <a:lnTo>
                  <a:pt x="0" y="2290"/>
                </a:lnTo>
                <a:moveTo>
                  <a:pt x="0" y="2127"/>
                </a:moveTo>
                <a:lnTo>
                  <a:pt x="0" y="2026"/>
                </a:lnTo>
                <a:lnTo>
                  <a:pt x="21" y="2026"/>
                </a:lnTo>
                <a:lnTo>
                  <a:pt x="21" y="2127"/>
                </a:lnTo>
                <a:lnTo>
                  <a:pt x="0" y="2127"/>
                </a:lnTo>
                <a:moveTo>
                  <a:pt x="0" y="1965"/>
                </a:moveTo>
                <a:lnTo>
                  <a:pt x="0" y="1863"/>
                </a:lnTo>
                <a:lnTo>
                  <a:pt x="21" y="1863"/>
                </a:lnTo>
                <a:lnTo>
                  <a:pt x="21" y="1965"/>
                </a:lnTo>
                <a:lnTo>
                  <a:pt x="0" y="1965"/>
                </a:lnTo>
                <a:moveTo>
                  <a:pt x="0" y="1802"/>
                </a:moveTo>
                <a:lnTo>
                  <a:pt x="0" y="1700"/>
                </a:lnTo>
                <a:lnTo>
                  <a:pt x="21" y="1700"/>
                </a:lnTo>
                <a:lnTo>
                  <a:pt x="21" y="1802"/>
                </a:lnTo>
                <a:lnTo>
                  <a:pt x="0" y="1802"/>
                </a:lnTo>
                <a:moveTo>
                  <a:pt x="0" y="1639"/>
                </a:moveTo>
                <a:lnTo>
                  <a:pt x="0" y="1537"/>
                </a:lnTo>
                <a:lnTo>
                  <a:pt x="21" y="1537"/>
                </a:lnTo>
                <a:lnTo>
                  <a:pt x="21" y="1639"/>
                </a:lnTo>
                <a:lnTo>
                  <a:pt x="0" y="1639"/>
                </a:lnTo>
                <a:moveTo>
                  <a:pt x="0" y="1476"/>
                </a:moveTo>
                <a:lnTo>
                  <a:pt x="0" y="1374"/>
                </a:lnTo>
                <a:lnTo>
                  <a:pt x="21" y="1374"/>
                </a:lnTo>
                <a:lnTo>
                  <a:pt x="21" y="1476"/>
                </a:lnTo>
                <a:lnTo>
                  <a:pt x="0" y="1476"/>
                </a:lnTo>
                <a:moveTo>
                  <a:pt x="0" y="1313"/>
                </a:moveTo>
                <a:lnTo>
                  <a:pt x="0" y="1212"/>
                </a:lnTo>
                <a:lnTo>
                  <a:pt x="21" y="1212"/>
                </a:lnTo>
                <a:lnTo>
                  <a:pt x="21" y="1313"/>
                </a:lnTo>
                <a:lnTo>
                  <a:pt x="0" y="1313"/>
                </a:lnTo>
                <a:moveTo>
                  <a:pt x="0" y="1151"/>
                </a:moveTo>
                <a:lnTo>
                  <a:pt x="0" y="1049"/>
                </a:lnTo>
                <a:lnTo>
                  <a:pt x="21" y="1049"/>
                </a:lnTo>
                <a:lnTo>
                  <a:pt x="21" y="1151"/>
                </a:lnTo>
                <a:lnTo>
                  <a:pt x="0" y="1151"/>
                </a:lnTo>
                <a:moveTo>
                  <a:pt x="0" y="988"/>
                </a:moveTo>
                <a:lnTo>
                  <a:pt x="0" y="886"/>
                </a:lnTo>
                <a:lnTo>
                  <a:pt x="21" y="886"/>
                </a:lnTo>
                <a:lnTo>
                  <a:pt x="21" y="988"/>
                </a:lnTo>
                <a:lnTo>
                  <a:pt x="0" y="988"/>
                </a:lnTo>
                <a:moveTo>
                  <a:pt x="0" y="825"/>
                </a:moveTo>
                <a:lnTo>
                  <a:pt x="0" y="723"/>
                </a:lnTo>
                <a:lnTo>
                  <a:pt x="21" y="723"/>
                </a:lnTo>
                <a:lnTo>
                  <a:pt x="21" y="825"/>
                </a:lnTo>
                <a:lnTo>
                  <a:pt x="0" y="825"/>
                </a:lnTo>
                <a:moveTo>
                  <a:pt x="0" y="662"/>
                </a:moveTo>
                <a:lnTo>
                  <a:pt x="0" y="560"/>
                </a:lnTo>
                <a:lnTo>
                  <a:pt x="21" y="560"/>
                </a:lnTo>
                <a:lnTo>
                  <a:pt x="21" y="662"/>
                </a:lnTo>
                <a:lnTo>
                  <a:pt x="0" y="662"/>
                </a:lnTo>
                <a:moveTo>
                  <a:pt x="0" y="499"/>
                </a:moveTo>
                <a:lnTo>
                  <a:pt x="0" y="396"/>
                </a:lnTo>
                <a:lnTo>
                  <a:pt x="21" y="396"/>
                </a:lnTo>
                <a:lnTo>
                  <a:pt x="21" y="499"/>
                </a:lnTo>
                <a:lnTo>
                  <a:pt x="0" y="499"/>
                </a:lnTo>
                <a:moveTo>
                  <a:pt x="0" y="335"/>
                </a:moveTo>
                <a:lnTo>
                  <a:pt x="0" y="234"/>
                </a:lnTo>
                <a:lnTo>
                  <a:pt x="21" y="234"/>
                </a:lnTo>
                <a:lnTo>
                  <a:pt x="21" y="335"/>
                </a:lnTo>
                <a:lnTo>
                  <a:pt x="0" y="335"/>
                </a:lnTo>
                <a:moveTo>
                  <a:pt x="0" y="173"/>
                </a:moveTo>
                <a:lnTo>
                  <a:pt x="0" y="71"/>
                </a:lnTo>
                <a:lnTo>
                  <a:pt x="21" y="71"/>
                </a:lnTo>
                <a:lnTo>
                  <a:pt x="21" y="173"/>
                </a:lnTo>
                <a:lnTo>
                  <a:pt x="0" y="173"/>
                </a:lnTo>
                <a:moveTo>
                  <a:pt x="10" y="0"/>
                </a:moveTo>
                <a:lnTo>
                  <a:pt x="112" y="0"/>
                </a:lnTo>
                <a:lnTo>
                  <a:pt x="112" y="20"/>
                </a:lnTo>
                <a:lnTo>
                  <a:pt x="10" y="20"/>
                </a:lnTo>
                <a:lnTo>
                  <a:pt x="10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2" name=""/>
          <p:cNvSpPr/>
          <p:nvPr/>
        </p:nvSpPr>
        <p:spPr>
          <a:xfrm>
            <a:off x="6105600" y="2786400"/>
            <a:ext cx="88200" cy="73440"/>
          </a:xfrm>
          <a:custGeom>
            <a:avLst/>
            <a:gdLst/>
            <a:ahLst/>
            <a:rect l="0" t="0" r="r" b="b"/>
            <a:pathLst>
              <a:path w="245" h="204">
                <a:moveTo>
                  <a:pt x="0" y="0"/>
                </a:moveTo>
                <a:lnTo>
                  <a:pt x="245" y="0"/>
                </a:lnTo>
                <a:lnTo>
                  <a:pt x="245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4444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3" name=""/>
          <p:cNvSpPr/>
          <p:nvPr/>
        </p:nvSpPr>
        <p:spPr>
          <a:xfrm>
            <a:off x="6105600" y="2811960"/>
            <a:ext cx="87840" cy="0"/>
          </a:xfrm>
          <a:prstGeom prst="line">
            <a:avLst/>
          </a:prstGeom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4" name=""/>
          <p:cNvSpPr txBox="1"/>
          <p:nvPr/>
        </p:nvSpPr>
        <p:spPr>
          <a:xfrm>
            <a:off x="1347120" y="2352960"/>
            <a:ext cx="36813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Toetsvormspeciﬁcatie: Proeve van bekwaamheid in de simulatieapotheek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5" name=""/>
          <p:cNvSpPr txBox="1"/>
          <p:nvPr/>
        </p:nvSpPr>
        <p:spPr>
          <a:xfrm>
            <a:off x="1347120" y="2778120"/>
            <a:ext cx="9061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4a3a78"/>
                </a:solidFill>
                <a:latin typeface="DejaVuSans"/>
                <a:ea typeface="DejaVuSans"/>
              </a:rPr>
              <a:t>Competenties / skills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6" name=""/>
          <p:cNvSpPr/>
          <p:nvPr/>
        </p:nvSpPr>
        <p:spPr>
          <a:xfrm>
            <a:off x="1376280" y="3035520"/>
            <a:ext cx="3624120" cy="351720"/>
          </a:xfrm>
          <a:custGeom>
            <a:avLst/>
            <a:gdLst/>
            <a:ahLst/>
            <a:rect l="0" t="0" r="r" b="b"/>
            <a:pathLst>
              <a:path w="10067" h="977">
                <a:moveTo>
                  <a:pt x="0" y="0"/>
                </a:moveTo>
                <a:lnTo>
                  <a:pt x="10067" y="0"/>
                </a:lnTo>
                <a:lnTo>
                  <a:pt x="10067" y="977"/>
                </a:lnTo>
                <a:lnTo>
                  <a:pt x="0" y="977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7" name=""/>
          <p:cNvSpPr/>
          <p:nvPr/>
        </p:nvSpPr>
        <p:spPr>
          <a:xfrm>
            <a:off x="1372680" y="3031560"/>
            <a:ext cx="3631680" cy="359640"/>
          </a:xfrm>
          <a:custGeom>
            <a:avLst/>
            <a:gdLst/>
            <a:ahLst/>
            <a:rect l="0" t="0" r="r" b="b"/>
            <a:pathLst>
              <a:path w="10088" h="999">
                <a:moveTo>
                  <a:pt x="173" y="0"/>
                </a:moveTo>
                <a:lnTo>
                  <a:pt x="275" y="0"/>
                </a:lnTo>
                <a:lnTo>
                  <a:pt x="275" y="21"/>
                </a:lnTo>
                <a:lnTo>
                  <a:pt x="173" y="21"/>
                </a:lnTo>
                <a:lnTo>
                  <a:pt x="173" y="0"/>
                </a:lnTo>
                <a:moveTo>
                  <a:pt x="336" y="0"/>
                </a:moveTo>
                <a:lnTo>
                  <a:pt x="437" y="0"/>
                </a:lnTo>
                <a:lnTo>
                  <a:pt x="437" y="21"/>
                </a:lnTo>
                <a:lnTo>
                  <a:pt x="336" y="21"/>
                </a:lnTo>
                <a:lnTo>
                  <a:pt x="336" y="0"/>
                </a:lnTo>
                <a:moveTo>
                  <a:pt x="498" y="0"/>
                </a:moveTo>
                <a:lnTo>
                  <a:pt x="600" y="0"/>
                </a:lnTo>
                <a:lnTo>
                  <a:pt x="600" y="21"/>
                </a:lnTo>
                <a:lnTo>
                  <a:pt x="498" y="21"/>
                </a:lnTo>
                <a:lnTo>
                  <a:pt x="498" y="0"/>
                </a:lnTo>
                <a:moveTo>
                  <a:pt x="661" y="0"/>
                </a:moveTo>
                <a:lnTo>
                  <a:pt x="763" y="0"/>
                </a:lnTo>
                <a:lnTo>
                  <a:pt x="763" y="21"/>
                </a:lnTo>
                <a:lnTo>
                  <a:pt x="661" y="21"/>
                </a:lnTo>
                <a:lnTo>
                  <a:pt x="661" y="0"/>
                </a:lnTo>
                <a:moveTo>
                  <a:pt x="824" y="0"/>
                </a:moveTo>
                <a:lnTo>
                  <a:pt x="925" y="0"/>
                </a:lnTo>
                <a:lnTo>
                  <a:pt x="925" y="21"/>
                </a:lnTo>
                <a:lnTo>
                  <a:pt x="824" y="21"/>
                </a:lnTo>
                <a:lnTo>
                  <a:pt x="824" y="0"/>
                </a:lnTo>
                <a:moveTo>
                  <a:pt x="986" y="0"/>
                </a:moveTo>
                <a:lnTo>
                  <a:pt x="1088" y="0"/>
                </a:lnTo>
                <a:lnTo>
                  <a:pt x="1088" y="21"/>
                </a:lnTo>
                <a:lnTo>
                  <a:pt x="986" y="21"/>
                </a:lnTo>
                <a:lnTo>
                  <a:pt x="986" y="0"/>
                </a:lnTo>
                <a:moveTo>
                  <a:pt x="1149" y="0"/>
                </a:moveTo>
                <a:lnTo>
                  <a:pt x="1252" y="0"/>
                </a:lnTo>
                <a:lnTo>
                  <a:pt x="1252" y="21"/>
                </a:lnTo>
                <a:lnTo>
                  <a:pt x="1149" y="21"/>
                </a:lnTo>
                <a:lnTo>
                  <a:pt x="1149" y="0"/>
                </a:lnTo>
                <a:moveTo>
                  <a:pt x="1313" y="0"/>
                </a:moveTo>
                <a:lnTo>
                  <a:pt x="1414" y="0"/>
                </a:lnTo>
                <a:lnTo>
                  <a:pt x="1414" y="21"/>
                </a:lnTo>
                <a:lnTo>
                  <a:pt x="1313" y="21"/>
                </a:lnTo>
                <a:lnTo>
                  <a:pt x="1313" y="0"/>
                </a:lnTo>
                <a:moveTo>
                  <a:pt x="1475" y="0"/>
                </a:moveTo>
                <a:lnTo>
                  <a:pt x="1577" y="0"/>
                </a:lnTo>
                <a:lnTo>
                  <a:pt x="1577" y="21"/>
                </a:lnTo>
                <a:lnTo>
                  <a:pt x="1475" y="21"/>
                </a:lnTo>
                <a:lnTo>
                  <a:pt x="1475" y="0"/>
                </a:lnTo>
                <a:moveTo>
                  <a:pt x="1638" y="0"/>
                </a:moveTo>
                <a:lnTo>
                  <a:pt x="1740" y="0"/>
                </a:lnTo>
                <a:lnTo>
                  <a:pt x="1740" y="21"/>
                </a:lnTo>
                <a:lnTo>
                  <a:pt x="1638" y="21"/>
                </a:lnTo>
                <a:lnTo>
                  <a:pt x="1638" y="0"/>
                </a:lnTo>
                <a:moveTo>
                  <a:pt x="1801" y="0"/>
                </a:moveTo>
                <a:lnTo>
                  <a:pt x="1902" y="0"/>
                </a:lnTo>
                <a:lnTo>
                  <a:pt x="1902" y="21"/>
                </a:lnTo>
                <a:lnTo>
                  <a:pt x="1801" y="21"/>
                </a:lnTo>
                <a:lnTo>
                  <a:pt x="1801" y="0"/>
                </a:lnTo>
                <a:moveTo>
                  <a:pt x="1963" y="0"/>
                </a:moveTo>
                <a:lnTo>
                  <a:pt x="2065" y="0"/>
                </a:lnTo>
                <a:lnTo>
                  <a:pt x="2065" y="21"/>
                </a:lnTo>
                <a:lnTo>
                  <a:pt x="1963" y="21"/>
                </a:lnTo>
                <a:lnTo>
                  <a:pt x="1963" y="0"/>
                </a:lnTo>
                <a:moveTo>
                  <a:pt x="2126" y="0"/>
                </a:moveTo>
                <a:lnTo>
                  <a:pt x="2228" y="0"/>
                </a:lnTo>
                <a:lnTo>
                  <a:pt x="2228" y="21"/>
                </a:lnTo>
                <a:lnTo>
                  <a:pt x="2126" y="21"/>
                </a:lnTo>
                <a:lnTo>
                  <a:pt x="2126" y="0"/>
                </a:lnTo>
                <a:moveTo>
                  <a:pt x="2289" y="0"/>
                </a:moveTo>
                <a:lnTo>
                  <a:pt x="2390" y="0"/>
                </a:lnTo>
                <a:lnTo>
                  <a:pt x="2390" y="21"/>
                </a:lnTo>
                <a:lnTo>
                  <a:pt x="2289" y="21"/>
                </a:lnTo>
                <a:lnTo>
                  <a:pt x="2289" y="0"/>
                </a:lnTo>
                <a:moveTo>
                  <a:pt x="2451" y="0"/>
                </a:moveTo>
                <a:lnTo>
                  <a:pt x="2553" y="0"/>
                </a:lnTo>
                <a:lnTo>
                  <a:pt x="2553" y="21"/>
                </a:lnTo>
                <a:lnTo>
                  <a:pt x="2451" y="21"/>
                </a:lnTo>
                <a:lnTo>
                  <a:pt x="2451" y="0"/>
                </a:lnTo>
                <a:moveTo>
                  <a:pt x="2614" y="0"/>
                </a:moveTo>
                <a:lnTo>
                  <a:pt x="2716" y="0"/>
                </a:lnTo>
                <a:lnTo>
                  <a:pt x="2716" y="21"/>
                </a:lnTo>
                <a:lnTo>
                  <a:pt x="2614" y="21"/>
                </a:lnTo>
                <a:lnTo>
                  <a:pt x="2614" y="0"/>
                </a:lnTo>
                <a:moveTo>
                  <a:pt x="2777" y="0"/>
                </a:moveTo>
                <a:lnTo>
                  <a:pt x="2878" y="0"/>
                </a:lnTo>
                <a:lnTo>
                  <a:pt x="2878" y="21"/>
                </a:lnTo>
                <a:lnTo>
                  <a:pt x="2777" y="21"/>
                </a:lnTo>
                <a:lnTo>
                  <a:pt x="2777" y="0"/>
                </a:lnTo>
                <a:moveTo>
                  <a:pt x="2939" y="0"/>
                </a:moveTo>
                <a:lnTo>
                  <a:pt x="3041" y="0"/>
                </a:lnTo>
                <a:lnTo>
                  <a:pt x="3041" y="21"/>
                </a:lnTo>
                <a:lnTo>
                  <a:pt x="2939" y="21"/>
                </a:lnTo>
                <a:lnTo>
                  <a:pt x="2939" y="0"/>
                </a:lnTo>
                <a:moveTo>
                  <a:pt x="3102" y="0"/>
                </a:moveTo>
                <a:lnTo>
                  <a:pt x="3204" y="0"/>
                </a:lnTo>
                <a:lnTo>
                  <a:pt x="3204" y="21"/>
                </a:lnTo>
                <a:lnTo>
                  <a:pt x="3102" y="21"/>
                </a:lnTo>
                <a:lnTo>
                  <a:pt x="3102" y="0"/>
                </a:lnTo>
                <a:moveTo>
                  <a:pt x="3265" y="0"/>
                </a:moveTo>
                <a:lnTo>
                  <a:pt x="3367" y="0"/>
                </a:lnTo>
                <a:lnTo>
                  <a:pt x="3367" y="21"/>
                </a:lnTo>
                <a:lnTo>
                  <a:pt x="3265" y="21"/>
                </a:lnTo>
                <a:lnTo>
                  <a:pt x="3265" y="0"/>
                </a:lnTo>
                <a:moveTo>
                  <a:pt x="3428" y="0"/>
                </a:moveTo>
                <a:lnTo>
                  <a:pt x="3529" y="0"/>
                </a:lnTo>
                <a:lnTo>
                  <a:pt x="3529" y="21"/>
                </a:lnTo>
                <a:lnTo>
                  <a:pt x="3428" y="21"/>
                </a:lnTo>
                <a:lnTo>
                  <a:pt x="3428" y="0"/>
                </a:lnTo>
                <a:moveTo>
                  <a:pt x="3590" y="0"/>
                </a:moveTo>
                <a:lnTo>
                  <a:pt x="3692" y="0"/>
                </a:lnTo>
                <a:lnTo>
                  <a:pt x="3692" y="21"/>
                </a:lnTo>
                <a:lnTo>
                  <a:pt x="3590" y="21"/>
                </a:lnTo>
                <a:lnTo>
                  <a:pt x="3590" y="0"/>
                </a:lnTo>
                <a:moveTo>
                  <a:pt x="3753" y="0"/>
                </a:moveTo>
                <a:lnTo>
                  <a:pt x="3855" y="0"/>
                </a:lnTo>
                <a:lnTo>
                  <a:pt x="3855" y="21"/>
                </a:lnTo>
                <a:lnTo>
                  <a:pt x="3753" y="21"/>
                </a:lnTo>
                <a:lnTo>
                  <a:pt x="3753" y="0"/>
                </a:lnTo>
                <a:moveTo>
                  <a:pt x="3916" y="0"/>
                </a:moveTo>
                <a:lnTo>
                  <a:pt x="4017" y="0"/>
                </a:lnTo>
                <a:lnTo>
                  <a:pt x="4017" y="21"/>
                </a:lnTo>
                <a:lnTo>
                  <a:pt x="3916" y="21"/>
                </a:lnTo>
                <a:lnTo>
                  <a:pt x="3916" y="0"/>
                </a:lnTo>
                <a:moveTo>
                  <a:pt x="4078" y="0"/>
                </a:moveTo>
                <a:lnTo>
                  <a:pt x="4180" y="0"/>
                </a:lnTo>
                <a:lnTo>
                  <a:pt x="4180" y="21"/>
                </a:lnTo>
                <a:lnTo>
                  <a:pt x="4078" y="21"/>
                </a:lnTo>
                <a:lnTo>
                  <a:pt x="4078" y="0"/>
                </a:lnTo>
                <a:moveTo>
                  <a:pt x="4241" y="0"/>
                </a:moveTo>
                <a:lnTo>
                  <a:pt x="4343" y="0"/>
                </a:lnTo>
                <a:lnTo>
                  <a:pt x="4343" y="21"/>
                </a:lnTo>
                <a:lnTo>
                  <a:pt x="4241" y="21"/>
                </a:lnTo>
                <a:lnTo>
                  <a:pt x="4241" y="0"/>
                </a:lnTo>
                <a:moveTo>
                  <a:pt x="4404" y="0"/>
                </a:moveTo>
                <a:lnTo>
                  <a:pt x="4505" y="0"/>
                </a:lnTo>
                <a:lnTo>
                  <a:pt x="4505" y="21"/>
                </a:lnTo>
                <a:lnTo>
                  <a:pt x="4404" y="21"/>
                </a:lnTo>
                <a:lnTo>
                  <a:pt x="4404" y="0"/>
                </a:lnTo>
                <a:moveTo>
                  <a:pt x="4566" y="0"/>
                </a:moveTo>
                <a:lnTo>
                  <a:pt x="4668" y="0"/>
                </a:lnTo>
                <a:lnTo>
                  <a:pt x="4668" y="21"/>
                </a:lnTo>
                <a:lnTo>
                  <a:pt x="4566" y="21"/>
                </a:lnTo>
                <a:lnTo>
                  <a:pt x="4566" y="0"/>
                </a:lnTo>
                <a:moveTo>
                  <a:pt x="4729" y="0"/>
                </a:moveTo>
                <a:lnTo>
                  <a:pt x="4831" y="0"/>
                </a:lnTo>
                <a:lnTo>
                  <a:pt x="4831" y="21"/>
                </a:lnTo>
                <a:lnTo>
                  <a:pt x="4729" y="21"/>
                </a:lnTo>
                <a:lnTo>
                  <a:pt x="4729" y="0"/>
                </a:lnTo>
                <a:moveTo>
                  <a:pt x="4892" y="0"/>
                </a:moveTo>
                <a:lnTo>
                  <a:pt x="4993" y="0"/>
                </a:lnTo>
                <a:lnTo>
                  <a:pt x="4993" y="21"/>
                </a:lnTo>
                <a:lnTo>
                  <a:pt x="4892" y="21"/>
                </a:lnTo>
                <a:lnTo>
                  <a:pt x="4892" y="0"/>
                </a:lnTo>
                <a:moveTo>
                  <a:pt x="5054" y="0"/>
                </a:moveTo>
                <a:lnTo>
                  <a:pt x="5156" y="0"/>
                </a:lnTo>
                <a:lnTo>
                  <a:pt x="5156" y="21"/>
                </a:lnTo>
                <a:lnTo>
                  <a:pt x="5054" y="21"/>
                </a:lnTo>
                <a:lnTo>
                  <a:pt x="5054" y="0"/>
                </a:lnTo>
                <a:moveTo>
                  <a:pt x="5217" y="0"/>
                </a:moveTo>
                <a:lnTo>
                  <a:pt x="5319" y="0"/>
                </a:lnTo>
                <a:lnTo>
                  <a:pt x="5319" y="21"/>
                </a:lnTo>
                <a:lnTo>
                  <a:pt x="5217" y="21"/>
                </a:lnTo>
                <a:lnTo>
                  <a:pt x="5217" y="0"/>
                </a:lnTo>
                <a:moveTo>
                  <a:pt x="5380" y="0"/>
                </a:moveTo>
                <a:lnTo>
                  <a:pt x="5481" y="0"/>
                </a:lnTo>
                <a:lnTo>
                  <a:pt x="5481" y="21"/>
                </a:lnTo>
                <a:lnTo>
                  <a:pt x="5380" y="21"/>
                </a:lnTo>
                <a:lnTo>
                  <a:pt x="5380" y="0"/>
                </a:lnTo>
                <a:moveTo>
                  <a:pt x="5542" y="0"/>
                </a:moveTo>
                <a:lnTo>
                  <a:pt x="5644" y="0"/>
                </a:lnTo>
                <a:lnTo>
                  <a:pt x="5644" y="21"/>
                </a:lnTo>
                <a:lnTo>
                  <a:pt x="5542" y="21"/>
                </a:lnTo>
                <a:lnTo>
                  <a:pt x="5542" y="0"/>
                </a:lnTo>
                <a:moveTo>
                  <a:pt x="5705" y="0"/>
                </a:moveTo>
                <a:lnTo>
                  <a:pt x="5807" y="0"/>
                </a:lnTo>
                <a:lnTo>
                  <a:pt x="5807" y="21"/>
                </a:lnTo>
                <a:lnTo>
                  <a:pt x="5705" y="21"/>
                </a:lnTo>
                <a:lnTo>
                  <a:pt x="5705" y="0"/>
                </a:lnTo>
                <a:moveTo>
                  <a:pt x="5868" y="0"/>
                </a:moveTo>
                <a:lnTo>
                  <a:pt x="5970" y="0"/>
                </a:lnTo>
                <a:lnTo>
                  <a:pt x="5970" y="21"/>
                </a:lnTo>
                <a:lnTo>
                  <a:pt x="5868" y="21"/>
                </a:lnTo>
                <a:lnTo>
                  <a:pt x="5868" y="0"/>
                </a:lnTo>
                <a:moveTo>
                  <a:pt x="6031" y="0"/>
                </a:moveTo>
                <a:lnTo>
                  <a:pt x="6132" y="0"/>
                </a:lnTo>
                <a:lnTo>
                  <a:pt x="6132" y="21"/>
                </a:lnTo>
                <a:lnTo>
                  <a:pt x="6031" y="21"/>
                </a:lnTo>
                <a:lnTo>
                  <a:pt x="6031" y="0"/>
                </a:lnTo>
                <a:moveTo>
                  <a:pt x="6193" y="0"/>
                </a:moveTo>
                <a:lnTo>
                  <a:pt x="6295" y="0"/>
                </a:lnTo>
                <a:lnTo>
                  <a:pt x="6295" y="21"/>
                </a:lnTo>
                <a:lnTo>
                  <a:pt x="6193" y="21"/>
                </a:lnTo>
                <a:lnTo>
                  <a:pt x="6193" y="0"/>
                </a:lnTo>
                <a:moveTo>
                  <a:pt x="6356" y="0"/>
                </a:moveTo>
                <a:lnTo>
                  <a:pt x="6458" y="0"/>
                </a:lnTo>
                <a:lnTo>
                  <a:pt x="6458" y="21"/>
                </a:lnTo>
                <a:lnTo>
                  <a:pt x="6356" y="21"/>
                </a:lnTo>
                <a:lnTo>
                  <a:pt x="6356" y="0"/>
                </a:lnTo>
                <a:moveTo>
                  <a:pt x="6519" y="0"/>
                </a:moveTo>
                <a:lnTo>
                  <a:pt x="6620" y="0"/>
                </a:lnTo>
                <a:lnTo>
                  <a:pt x="6620" y="21"/>
                </a:lnTo>
                <a:lnTo>
                  <a:pt x="6519" y="21"/>
                </a:lnTo>
                <a:lnTo>
                  <a:pt x="6519" y="0"/>
                </a:lnTo>
                <a:moveTo>
                  <a:pt x="6681" y="0"/>
                </a:moveTo>
                <a:lnTo>
                  <a:pt x="6783" y="0"/>
                </a:lnTo>
                <a:lnTo>
                  <a:pt x="6783" y="21"/>
                </a:lnTo>
                <a:lnTo>
                  <a:pt x="6681" y="21"/>
                </a:lnTo>
                <a:lnTo>
                  <a:pt x="6681" y="0"/>
                </a:lnTo>
                <a:moveTo>
                  <a:pt x="6844" y="0"/>
                </a:moveTo>
                <a:lnTo>
                  <a:pt x="6946" y="0"/>
                </a:lnTo>
                <a:lnTo>
                  <a:pt x="6946" y="21"/>
                </a:lnTo>
                <a:lnTo>
                  <a:pt x="6844" y="21"/>
                </a:lnTo>
                <a:lnTo>
                  <a:pt x="6844" y="0"/>
                </a:lnTo>
                <a:moveTo>
                  <a:pt x="7007" y="0"/>
                </a:moveTo>
                <a:lnTo>
                  <a:pt x="7108" y="0"/>
                </a:lnTo>
                <a:lnTo>
                  <a:pt x="7108" y="21"/>
                </a:lnTo>
                <a:lnTo>
                  <a:pt x="7007" y="21"/>
                </a:lnTo>
                <a:lnTo>
                  <a:pt x="7007" y="0"/>
                </a:lnTo>
                <a:moveTo>
                  <a:pt x="7169" y="0"/>
                </a:moveTo>
                <a:lnTo>
                  <a:pt x="7271" y="0"/>
                </a:lnTo>
                <a:lnTo>
                  <a:pt x="7271" y="21"/>
                </a:lnTo>
                <a:lnTo>
                  <a:pt x="7169" y="21"/>
                </a:lnTo>
                <a:lnTo>
                  <a:pt x="7169" y="0"/>
                </a:lnTo>
                <a:moveTo>
                  <a:pt x="7332" y="0"/>
                </a:moveTo>
                <a:lnTo>
                  <a:pt x="7434" y="0"/>
                </a:lnTo>
                <a:lnTo>
                  <a:pt x="7434" y="21"/>
                </a:lnTo>
                <a:lnTo>
                  <a:pt x="7332" y="21"/>
                </a:lnTo>
                <a:lnTo>
                  <a:pt x="7332" y="0"/>
                </a:lnTo>
                <a:moveTo>
                  <a:pt x="7495" y="0"/>
                </a:moveTo>
                <a:lnTo>
                  <a:pt x="7596" y="0"/>
                </a:lnTo>
                <a:lnTo>
                  <a:pt x="7596" y="21"/>
                </a:lnTo>
                <a:lnTo>
                  <a:pt x="7495" y="21"/>
                </a:lnTo>
                <a:lnTo>
                  <a:pt x="7495" y="0"/>
                </a:lnTo>
                <a:moveTo>
                  <a:pt x="7657" y="0"/>
                </a:moveTo>
                <a:lnTo>
                  <a:pt x="7759" y="0"/>
                </a:lnTo>
                <a:lnTo>
                  <a:pt x="7759" y="21"/>
                </a:lnTo>
                <a:lnTo>
                  <a:pt x="7657" y="21"/>
                </a:lnTo>
                <a:lnTo>
                  <a:pt x="7657" y="0"/>
                </a:lnTo>
                <a:moveTo>
                  <a:pt x="7820" y="0"/>
                </a:moveTo>
                <a:lnTo>
                  <a:pt x="7922" y="0"/>
                </a:lnTo>
                <a:lnTo>
                  <a:pt x="7922" y="21"/>
                </a:lnTo>
                <a:lnTo>
                  <a:pt x="7820" y="21"/>
                </a:lnTo>
                <a:lnTo>
                  <a:pt x="7820" y="0"/>
                </a:lnTo>
                <a:moveTo>
                  <a:pt x="7983" y="0"/>
                </a:moveTo>
                <a:lnTo>
                  <a:pt x="8084" y="0"/>
                </a:lnTo>
                <a:lnTo>
                  <a:pt x="8084" y="21"/>
                </a:lnTo>
                <a:lnTo>
                  <a:pt x="7983" y="21"/>
                </a:lnTo>
                <a:lnTo>
                  <a:pt x="7983" y="0"/>
                </a:lnTo>
                <a:moveTo>
                  <a:pt x="8145" y="0"/>
                </a:moveTo>
                <a:lnTo>
                  <a:pt x="8247" y="0"/>
                </a:lnTo>
                <a:lnTo>
                  <a:pt x="8247" y="21"/>
                </a:lnTo>
                <a:lnTo>
                  <a:pt x="8145" y="21"/>
                </a:lnTo>
                <a:lnTo>
                  <a:pt x="8145" y="0"/>
                </a:lnTo>
                <a:moveTo>
                  <a:pt x="8308" y="0"/>
                </a:moveTo>
                <a:lnTo>
                  <a:pt x="8410" y="0"/>
                </a:lnTo>
                <a:lnTo>
                  <a:pt x="8410" y="21"/>
                </a:lnTo>
                <a:lnTo>
                  <a:pt x="8308" y="21"/>
                </a:lnTo>
                <a:lnTo>
                  <a:pt x="8308" y="0"/>
                </a:lnTo>
                <a:moveTo>
                  <a:pt x="8471" y="0"/>
                </a:moveTo>
                <a:lnTo>
                  <a:pt x="8573" y="0"/>
                </a:lnTo>
                <a:lnTo>
                  <a:pt x="8573" y="21"/>
                </a:lnTo>
                <a:lnTo>
                  <a:pt x="8471" y="21"/>
                </a:lnTo>
                <a:lnTo>
                  <a:pt x="8471" y="0"/>
                </a:lnTo>
                <a:moveTo>
                  <a:pt x="8634" y="0"/>
                </a:moveTo>
                <a:lnTo>
                  <a:pt x="8735" y="0"/>
                </a:lnTo>
                <a:lnTo>
                  <a:pt x="8735" y="21"/>
                </a:lnTo>
                <a:lnTo>
                  <a:pt x="8634" y="21"/>
                </a:lnTo>
                <a:lnTo>
                  <a:pt x="8634" y="0"/>
                </a:lnTo>
                <a:moveTo>
                  <a:pt x="8796" y="0"/>
                </a:moveTo>
                <a:lnTo>
                  <a:pt x="8898" y="0"/>
                </a:lnTo>
                <a:lnTo>
                  <a:pt x="8898" y="21"/>
                </a:lnTo>
                <a:lnTo>
                  <a:pt x="8796" y="21"/>
                </a:lnTo>
                <a:lnTo>
                  <a:pt x="8796" y="0"/>
                </a:lnTo>
                <a:moveTo>
                  <a:pt x="8959" y="0"/>
                </a:moveTo>
                <a:lnTo>
                  <a:pt x="9061" y="0"/>
                </a:lnTo>
                <a:lnTo>
                  <a:pt x="9061" y="21"/>
                </a:lnTo>
                <a:lnTo>
                  <a:pt x="8959" y="21"/>
                </a:lnTo>
                <a:lnTo>
                  <a:pt x="8959" y="0"/>
                </a:lnTo>
                <a:moveTo>
                  <a:pt x="9122" y="0"/>
                </a:moveTo>
                <a:lnTo>
                  <a:pt x="9223" y="0"/>
                </a:lnTo>
                <a:lnTo>
                  <a:pt x="9223" y="21"/>
                </a:lnTo>
                <a:lnTo>
                  <a:pt x="9122" y="21"/>
                </a:lnTo>
                <a:lnTo>
                  <a:pt x="9122" y="0"/>
                </a:lnTo>
                <a:moveTo>
                  <a:pt x="9284" y="0"/>
                </a:moveTo>
                <a:lnTo>
                  <a:pt x="9386" y="0"/>
                </a:lnTo>
                <a:lnTo>
                  <a:pt x="9386" y="21"/>
                </a:lnTo>
                <a:lnTo>
                  <a:pt x="9284" y="21"/>
                </a:lnTo>
                <a:lnTo>
                  <a:pt x="9284" y="0"/>
                </a:lnTo>
                <a:moveTo>
                  <a:pt x="9447" y="0"/>
                </a:moveTo>
                <a:lnTo>
                  <a:pt x="9549" y="0"/>
                </a:lnTo>
                <a:lnTo>
                  <a:pt x="9549" y="21"/>
                </a:lnTo>
                <a:lnTo>
                  <a:pt x="9447" y="21"/>
                </a:lnTo>
                <a:lnTo>
                  <a:pt x="9447" y="0"/>
                </a:lnTo>
                <a:moveTo>
                  <a:pt x="9610" y="0"/>
                </a:moveTo>
                <a:lnTo>
                  <a:pt x="9711" y="0"/>
                </a:lnTo>
                <a:lnTo>
                  <a:pt x="9711" y="21"/>
                </a:lnTo>
                <a:lnTo>
                  <a:pt x="9610" y="21"/>
                </a:lnTo>
                <a:lnTo>
                  <a:pt x="9610" y="0"/>
                </a:lnTo>
                <a:moveTo>
                  <a:pt x="9772" y="0"/>
                </a:moveTo>
                <a:lnTo>
                  <a:pt x="9874" y="0"/>
                </a:lnTo>
                <a:lnTo>
                  <a:pt x="9874" y="21"/>
                </a:lnTo>
                <a:lnTo>
                  <a:pt x="9772" y="21"/>
                </a:lnTo>
                <a:lnTo>
                  <a:pt x="9772" y="0"/>
                </a:lnTo>
                <a:moveTo>
                  <a:pt x="9935" y="0"/>
                </a:moveTo>
                <a:lnTo>
                  <a:pt x="10037" y="0"/>
                </a:lnTo>
                <a:lnTo>
                  <a:pt x="10037" y="21"/>
                </a:lnTo>
                <a:lnTo>
                  <a:pt x="9935" y="21"/>
                </a:lnTo>
                <a:lnTo>
                  <a:pt x="9935" y="0"/>
                </a:lnTo>
                <a:moveTo>
                  <a:pt x="10088" y="31"/>
                </a:moveTo>
                <a:lnTo>
                  <a:pt x="10088" y="134"/>
                </a:lnTo>
                <a:lnTo>
                  <a:pt x="10067" y="134"/>
                </a:lnTo>
                <a:lnTo>
                  <a:pt x="10067" y="31"/>
                </a:lnTo>
                <a:lnTo>
                  <a:pt x="10088" y="31"/>
                </a:lnTo>
                <a:moveTo>
                  <a:pt x="10088" y="195"/>
                </a:moveTo>
                <a:lnTo>
                  <a:pt x="10088" y="297"/>
                </a:lnTo>
                <a:lnTo>
                  <a:pt x="10067" y="297"/>
                </a:lnTo>
                <a:lnTo>
                  <a:pt x="10067" y="195"/>
                </a:lnTo>
                <a:lnTo>
                  <a:pt x="10088" y="195"/>
                </a:lnTo>
                <a:moveTo>
                  <a:pt x="10088" y="358"/>
                </a:moveTo>
                <a:lnTo>
                  <a:pt x="10088" y="459"/>
                </a:lnTo>
                <a:lnTo>
                  <a:pt x="10067" y="459"/>
                </a:lnTo>
                <a:lnTo>
                  <a:pt x="10067" y="358"/>
                </a:lnTo>
                <a:lnTo>
                  <a:pt x="10088" y="358"/>
                </a:lnTo>
                <a:moveTo>
                  <a:pt x="10088" y="520"/>
                </a:moveTo>
                <a:lnTo>
                  <a:pt x="10088" y="622"/>
                </a:lnTo>
                <a:lnTo>
                  <a:pt x="10067" y="622"/>
                </a:lnTo>
                <a:lnTo>
                  <a:pt x="10067" y="520"/>
                </a:lnTo>
                <a:lnTo>
                  <a:pt x="10088" y="520"/>
                </a:lnTo>
                <a:moveTo>
                  <a:pt x="10088" y="683"/>
                </a:moveTo>
                <a:lnTo>
                  <a:pt x="10088" y="785"/>
                </a:lnTo>
                <a:lnTo>
                  <a:pt x="10067" y="785"/>
                </a:lnTo>
                <a:lnTo>
                  <a:pt x="10067" y="683"/>
                </a:lnTo>
                <a:lnTo>
                  <a:pt x="10088" y="683"/>
                </a:lnTo>
                <a:moveTo>
                  <a:pt x="10088" y="846"/>
                </a:moveTo>
                <a:lnTo>
                  <a:pt x="10088" y="948"/>
                </a:lnTo>
                <a:lnTo>
                  <a:pt x="10067" y="948"/>
                </a:lnTo>
                <a:lnTo>
                  <a:pt x="10067" y="846"/>
                </a:lnTo>
                <a:lnTo>
                  <a:pt x="10088" y="846"/>
                </a:lnTo>
                <a:moveTo>
                  <a:pt x="10057" y="999"/>
                </a:moveTo>
                <a:lnTo>
                  <a:pt x="9955" y="999"/>
                </a:lnTo>
                <a:lnTo>
                  <a:pt x="9955" y="978"/>
                </a:lnTo>
                <a:lnTo>
                  <a:pt x="10057" y="978"/>
                </a:lnTo>
                <a:lnTo>
                  <a:pt x="10057" y="999"/>
                </a:lnTo>
                <a:moveTo>
                  <a:pt x="9894" y="999"/>
                </a:moveTo>
                <a:lnTo>
                  <a:pt x="9793" y="999"/>
                </a:lnTo>
                <a:lnTo>
                  <a:pt x="9793" y="978"/>
                </a:lnTo>
                <a:lnTo>
                  <a:pt x="9894" y="978"/>
                </a:lnTo>
                <a:lnTo>
                  <a:pt x="9894" y="999"/>
                </a:lnTo>
                <a:moveTo>
                  <a:pt x="9732" y="999"/>
                </a:moveTo>
                <a:lnTo>
                  <a:pt x="9630" y="999"/>
                </a:lnTo>
                <a:lnTo>
                  <a:pt x="9630" y="978"/>
                </a:lnTo>
                <a:lnTo>
                  <a:pt x="9732" y="978"/>
                </a:lnTo>
                <a:lnTo>
                  <a:pt x="9732" y="999"/>
                </a:lnTo>
                <a:moveTo>
                  <a:pt x="9569" y="999"/>
                </a:moveTo>
                <a:lnTo>
                  <a:pt x="9467" y="999"/>
                </a:lnTo>
                <a:lnTo>
                  <a:pt x="9467" y="978"/>
                </a:lnTo>
                <a:lnTo>
                  <a:pt x="9569" y="978"/>
                </a:lnTo>
                <a:lnTo>
                  <a:pt x="9569" y="999"/>
                </a:lnTo>
                <a:moveTo>
                  <a:pt x="9406" y="999"/>
                </a:moveTo>
                <a:lnTo>
                  <a:pt x="9305" y="999"/>
                </a:lnTo>
                <a:lnTo>
                  <a:pt x="9305" y="978"/>
                </a:lnTo>
                <a:lnTo>
                  <a:pt x="9406" y="978"/>
                </a:lnTo>
                <a:lnTo>
                  <a:pt x="9406" y="999"/>
                </a:lnTo>
                <a:moveTo>
                  <a:pt x="9244" y="999"/>
                </a:moveTo>
                <a:lnTo>
                  <a:pt x="9142" y="999"/>
                </a:lnTo>
                <a:lnTo>
                  <a:pt x="9142" y="978"/>
                </a:lnTo>
                <a:lnTo>
                  <a:pt x="9244" y="978"/>
                </a:lnTo>
                <a:lnTo>
                  <a:pt x="9244" y="999"/>
                </a:lnTo>
                <a:moveTo>
                  <a:pt x="9081" y="999"/>
                </a:moveTo>
                <a:lnTo>
                  <a:pt x="8979" y="999"/>
                </a:lnTo>
                <a:lnTo>
                  <a:pt x="8979" y="978"/>
                </a:lnTo>
                <a:lnTo>
                  <a:pt x="9081" y="978"/>
                </a:lnTo>
                <a:lnTo>
                  <a:pt x="9081" y="999"/>
                </a:lnTo>
                <a:moveTo>
                  <a:pt x="8918" y="999"/>
                </a:moveTo>
                <a:lnTo>
                  <a:pt x="8817" y="999"/>
                </a:lnTo>
                <a:lnTo>
                  <a:pt x="8817" y="978"/>
                </a:lnTo>
                <a:lnTo>
                  <a:pt x="8918" y="978"/>
                </a:lnTo>
                <a:lnTo>
                  <a:pt x="8918" y="999"/>
                </a:lnTo>
                <a:moveTo>
                  <a:pt x="8756" y="999"/>
                </a:moveTo>
                <a:lnTo>
                  <a:pt x="8654" y="999"/>
                </a:lnTo>
                <a:lnTo>
                  <a:pt x="8654" y="978"/>
                </a:lnTo>
                <a:lnTo>
                  <a:pt x="8756" y="978"/>
                </a:lnTo>
                <a:lnTo>
                  <a:pt x="8756" y="999"/>
                </a:lnTo>
                <a:moveTo>
                  <a:pt x="8593" y="999"/>
                </a:moveTo>
                <a:lnTo>
                  <a:pt x="8491" y="999"/>
                </a:lnTo>
                <a:lnTo>
                  <a:pt x="8491" y="978"/>
                </a:lnTo>
                <a:lnTo>
                  <a:pt x="8593" y="978"/>
                </a:lnTo>
                <a:lnTo>
                  <a:pt x="8593" y="999"/>
                </a:lnTo>
                <a:moveTo>
                  <a:pt x="8430" y="999"/>
                </a:moveTo>
                <a:lnTo>
                  <a:pt x="8328" y="999"/>
                </a:lnTo>
                <a:lnTo>
                  <a:pt x="8328" y="978"/>
                </a:lnTo>
                <a:lnTo>
                  <a:pt x="8430" y="978"/>
                </a:lnTo>
                <a:lnTo>
                  <a:pt x="8430" y="999"/>
                </a:lnTo>
                <a:moveTo>
                  <a:pt x="8267" y="999"/>
                </a:moveTo>
                <a:lnTo>
                  <a:pt x="8166" y="999"/>
                </a:lnTo>
                <a:lnTo>
                  <a:pt x="8166" y="978"/>
                </a:lnTo>
                <a:lnTo>
                  <a:pt x="8267" y="978"/>
                </a:lnTo>
                <a:lnTo>
                  <a:pt x="8267" y="999"/>
                </a:lnTo>
                <a:moveTo>
                  <a:pt x="8105" y="999"/>
                </a:moveTo>
                <a:lnTo>
                  <a:pt x="8003" y="999"/>
                </a:lnTo>
                <a:lnTo>
                  <a:pt x="8003" y="978"/>
                </a:lnTo>
                <a:lnTo>
                  <a:pt x="8105" y="978"/>
                </a:lnTo>
                <a:lnTo>
                  <a:pt x="8105" y="999"/>
                </a:lnTo>
                <a:moveTo>
                  <a:pt x="7942" y="999"/>
                </a:moveTo>
                <a:lnTo>
                  <a:pt x="7840" y="999"/>
                </a:lnTo>
                <a:lnTo>
                  <a:pt x="7840" y="978"/>
                </a:lnTo>
                <a:lnTo>
                  <a:pt x="7942" y="978"/>
                </a:lnTo>
                <a:lnTo>
                  <a:pt x="7942" y="999"/>
                </a:lnTo>
                <a:moveTo>
                  <a:pt x="7779" y="999"/>
                </a:moveTo>
                <a:lnTo>
                  <a:pt x="7678" y="999"/>
                </a:lnTo>
                <a:lnTo>
                  <a:pt x="7678" y="978"/>
                </a:lnTo>
                <a:lnTo>
                  <a:pt x="7779" y="978"/>
                </a:lnTo>
                <a:lnTo>
                  <a:pt x="7779" y="999"/>
                </a:lnTo>
                <a:moveTo>
                  <a:pt x="7617" y="999"/>
                </a:moveTo>
                <a:lnTo>
                  <a:pt x="7515" y="999"/>
                </a:lnTo>
                <a:lnTo>
                  <a:pt x="7515" y="978"/>
                </a:lnTo>
                <a:lnTo>
                  <a:pt x="7617" y="978"/>
                </a:lnTo>
                <a:lnTo>
                  <a:pt x="7617" y="999"/>
                </a:lnTo>
                <a:moveTo>
                  <a:pt x="7454" y="999"/>
                </a:moveTo>
                <a:lnTo>
                  <a:pt x="7352" y="999"/>
                </a:lnTo>
                <a:lnTo>
                  <a:pt x="7352" y="978"/>
                </a:lnTo>
                <a:lnTo>
                  <a:pt x="7454" y="978"/>
                </a:lnTo>
                <a:lnTo>
                  <a:pt x="7454" y="999"/>
                </a:lnTo>
                <a:moveTo>
                  <a:pt x="7291" y="999"/>
                </a:moveTo>
                <a:lnTo>
                  <a:pt x="7190" y="999"/>
                </a:lnTo>
                <a:lnTo>
                  <a:pt x="7190" y="978"/>
                </a:lnTo>
                <a:lnTo>
                  <a:pt x="7291" y="978"/>
                </a:lnTo>
                <a:lnTo>
                  <a:pt x="7291" y="999"/>
                </a:lnTo>
                <a:moveTo>
                  <a:pt x="7129" y="999"/>
                </a:moveTo>
                <a:lnTo>
                  <a:pt x="7027" y="999"/>
                </a:lnTo>
                <a:lnTo>
                  <a:pt x="7027" y="978"/>
                </a:lnTo>
                <a:lnTo>
                  <a:pt x="7129" y="978"/>
                </a:lnTo>
                <a:lnTo>
                  <a:pt x="7129" y="999"/>
                </a:lnTo>
                <a:moveTo>
                  <a:pt x="6966" y="999"/>
                </a:moveTo>
                <a:lnTo>
                  <a:pt x="6864" y="999"/>
                </a:lnTo>
                <a:lnTo>
                  <a:pt x="6864" y="978"/>
                </a:lnTo>
                <a:lnTo>
                  <a:pt x="6966" y="978"/>
                </a:lnTo>
                <a:lnTo>
                  <a:pt x="6966" y="999"/>
                </a:lnTo>
                <a:moveTo>
                  <a:pt x="6803" y="999"/>
                </a:moveTo>
                <a:lnTo>
                  <a:pt x="6702" y="999"/>
                </a:lnTo>
                <a:lnTo>
                  <a:pt x="6702" y="978"/>
                </a:lnTo>
                <a:lnTo>
                  <a:pt x="6803" y="978"/>
                </a:lnTo>
                <a:lnTo>
                  <a:pt x="6803" y="999"/>
                </a:lnTo>
                <a:moveTo>
                  <a:pt x="6641" y="999"/>
                </a:moveTo>
                <a:lnTo>
                  <a:pt x="6539" y="999"/>
                </a:lnTo>
                <a:lnTo>
                  <a:pt x="6539" y="978"/>
                </a:lnTo>
                <a:lnTo>
                  <a:pt x="6641" y="978"/>
                </a:lnTo>
                <a:lnTo>
                  <a:pt x="6641" y="999"/>
                </a:lnTo>
                <a:moveTo>
                  <a:pt x="6478" y="999"/>
                </a:moveTo>
                <a:lnTo>
                  <a:pt x="6376" y="999"/>
                </a:lnTo>
                <a:lnTo>
                  <a:pt x="6376" y="978"/>
                </a:lnTo>
                <a:lnTo>
                  <a:pt x="6478" y="978"/>
                </a:lnTo>
                <a:lnTo>
                  <a:pt x="6478" y="999"/>
                </a:lnTo>
                <a:moveTo>
                  <a:pt x="6315" y="999"/>
                </a:moveTo>
                <a:lnTo>
                  <a:pt x="6214" y="999"/>
                </a:lnTo>
                <a:lnTo>
                  <a:pt x="6214" y="978"/>
                </a:lnTo>
                <a:lnTo>
                  <a:pt x="6315" y="978"/>
                </a:lnTo>
                <a:lnTo>
                  <a:pt x="6315" y="999"/>
                </a:lnTo>
                <a:moveTo>
                  <a:pt x="6153" y="999"/>
                </a:moveTo>
                <a:lnTo>
                  <a:pt x="6051" y="999"/>
                </a:lnTo>
                <a:lnTo>
                  <a:pt x="6051" y="978"/>
                </a:lnTo>
                <a:lnTo>
                  <a:pt x="6153" y="978"/>
                </a:lnTo>
                <a:lnTo>
                  <a:pt x="6153" y="999"/>
                </a:lnTo>
                <a:moveTo>
                  <a:pt x="5990" y="999"/>
                </a:moveTo>
                <a:lnTo>
                  <a:pt x="5888" y="999"/>
                </a:lnTo>
                <a:lnTo>
                  <a:pt x="5888" y="978"/>
                </a:lnTo>
                <a:lnTo>
                  <a:pt x="5990" y="978"/>
                </a:lnTo>
                <a:lnTo>
                  <a:pt x="5990" y="999"/>
                </a:lnTo>
                <a:moveTo>
                  <a:pt x="5827" y="999"/>
                </a:moveTo>
                <a:lnTo>
                  <a:pt x="5725" y="999"/>
                </a:lnTo>
                <a:lnTo>
                  <a:pt x="5725" y="978"/>
                </a:lnTo>
                <a:lnTo>
                  <a:pt x="5827" y="978"/>
                </a:lnTo>
                <a:lnTo>
                  <a:pt x="5827" y="999"/>
                </a:lnTo>
                <a:moveTo>
                  <a:pt x="5664" y="999"/>
                </a:moveTo>
                <a:lnTo>
                  <a:pt x="5563" y="999"/>
                </a:lnTo>
                <a:lnTo>
                  <a:pt x="5563" y="978"/>
                </a:lnTo>
                <a:lnTo>
                  <a:pt x="5664" y="978"/>
                </a:lnTo>
                <a:lnTo>
                  <a:pt x="5664" y="999"/>
                </a:lnTo>
                <a:moveTo>
                  <a:pt x="5502" y="999"/>
                </a:moveTo>
                <a:lnTo>
                  <a:pt x="5400" y="999"/>
                </a:lnTo>
                <a:lnTo>
                  <a:pt x="5400" y="978"/>
                </a:lnTo>
                <a:lnTo>
                  <a:pt x="5502" y="978"/>
                </a:lnTo>
                <a:lnTo>
                  <a:pt x="5502" y="999"/>
                </a:lnTo>
                <a:moveTo>
                  <a:pt x="5339" y="999"/>
                </a:moveTo>
                <a:lnTo>
                  <a:pt x="5237" y="999"/>
                </a:lnTo>
                <a:lnTo>
                  <a:pt x="5237" y="978"/>
                </a:lnTo>
                <a:lnTo>
                  <a:pt x="5339" y="978"/>
                </a:lnTo>
                <a:lnTo>
                  <a:pt x="5339" y="999"/>
                </a:lnTo>
                <a:moveTo>
                  <a:pt x="5176" y="999"/>
                </a:moveTo>
                <a:lnTo>
                  <a:pt x="5075" y="999"/>
                </a:lnTo>
                <a:lnTo>
                  <a:pt x="5075" y="978"/>
                </a:lnTo>
                <a:lnTo>
                  <a:pt x="5176" y="978"/>
                </a:lnTo>
                <a:lnTo>
                  <a:pt x="5176" y="999"/>
                </a:lnTo>
                <a:moveTo>
                  <a:pt x="5014" y="999"/>
                </a:moveTo>
                <a:lnTo>
                  <a:pt x="4912" y="999"/>
                </a:lnTo>
                <a:lnTo>
                  <a:pt x="4912" y="978"/>
                </a:lnTo>
                <a:lnTo>
                  <a:pt x="5014" y="978"/>
                </a:lnTo>
                <a:lnTo>
                  <a:pt x="5014" y="999"/>
                </a:lnTo>
                <a:moveTo>
                  <a:pt x="4851" y="999"/>
                </a:moveTo>
                <a:lnTo>
                  <a:pt x="4749" y="999"/>
                </a:lnTo>
                <a:lnTo>
                  <a:pt x="4749" y="978"/>
                </a:lnTo>
                <a:lnTo>
                  <a:pt x="4851" y="978"/>
                </a:lnTo>
                <a:lnTo>
                  <a:pt x="4851" y="999"/>
                </a:lnTo>
                <a:moveTo>
                  <a:pt x="4688" y="999"/>
                </a:moveTo>
                <a:lnTo>
                  <a:pt x="4587" y="999"/>
                </a:lnTo>
                <a:lnTo>
                  <a:pt x="4587" y="978"/>
                </a:lnTo>
                <a:lnTo>
                  <a:pt x="4688" y="978"/>
                </a:lnTo>
                <a:lnTo>
                  <a:pt x="4688" y="999"/>
                </a:lnTo>
                <a:moveTo>
                  <a:pt x="4526" y="999"/>
                </a:moveTo>
                <a:lnTo>
                  <a:pt x="4424" y="999"/>
                </a:lnTo>
                <a:lnTo>
                  <a:pt x="4424" y="978"/>
                </a:lnTo>
                <a:lnTo>
                  <a:pt x="4526" y="978"/>
                </a:lnTo>
                <a:lnTo>
                  <a:pt x="4526" y="999"/>
                </a:lnTo>
                <a:moveTo>
                  <a:pt x="4363" y="999"/>
                </a:moveTo>
                <a:lnTo>
                  <a:pt x="4261" y="999"/>
                </a:lnTo>
                <a:lnTo>
                  <a:pt x="4261" y="978"/>
                </a:lnTo>
                <a:lnTo>
                  <a:pt x="4363" y="978"/>
                </a:lnTo>
                <a:lnTo>
                  <a:pt x="4363" y="999"/>
                </a:lnTo>
                <a:moveTo>
                  <a:pt x="4200" y="999"/>
                </a:moveTo>
                <a:lnTo>
                  <a:pt x="4099" y="999"/>
                </a:lnTo>
                <a:lnTo>
                  <a:pt x="4099" y="978"/>
                </a:lnTo>
                <a:lnTo>
                  <a:pt x="4200" y="978"/>
                </a:lnTo>
                <a:lnTo>
                  <a:pt x="4200" y="999"/>
                </a:lnTo>
                <a:moveTo>
                  <a:pt x="4038" y="999"/>
                </a:moveTo>
                <a:lnTo>
                  <a:pt x="3936" y="999"/>
                </a:lnTo>
                <a:lnTo>
                  <a:pt x="3936" y="978"/>
                </a:lnTo>
                <a:lnTo>
                  <a:pt x="4038" y="978"/>
                </a:lnTo>
                <a:lnTo>
                  <a:pt x="4038" y="999"/>
                </a:lnTo>
                <a:moveTo>
                  <a:pt x="3875" y="999"/>
                </a:moveTo>
                <a:lnTo>
                  <a:pt x="3773" y="999"/>
                </a:lnTo>
                <a:lnTo>
                  <a:pt x="3773" y="978"/>
                </a:lnTo>
                <a:lnTo>
                  <a:pt x="3875" y="978"/>
                </a:lnTo>
                <a:lnTo>
                  <a:pt x="3875" y="999"/>
                </a:lnTo>
                <a:moveTo>
                  <a:pt x="3712" y="999"/>
                </a:moveTo>
                <a:lnTo>
                  <a:pt x="3611" y="999"/>
                </a:lnTo>
                <a:lnTo>
                  <a:pt x="3611" y="978"/>
                </a:lnTo>
                <a:lnTo>
                  <a:pt x="3712" y="978"/>
                </a:lnTo>
                <a:lnTo>
                  <a:pt x="3712" y="999"/>
                </a:lnTo>
                <a:moveTo>
                  <a:pt x="3550" y="999"/>
                </a:moveTo>
                <a:lnTo>
                  <a:pt x="3448" y="999"/>
                </a:lnTo>
                <a:lnTo>
                  <a:pt x="3448" y="978"/>
                </a:lnTo>
                <a:lnTo>
                  <a:pt x="3550" y="978"/>
                </a:lnTo>
                <a:lnTo>
                  <a:pt x="3550" y="999"/>
                </a:lnTo>
                <a:moveTo>
                  <a:pt x="3387" y="999"/>
                </a:moveTo>
                <a:lnTo>
                  <a:pt x="3285" y="999"/>
                </a:lnTo>
                <a:lnTo>
                  <a:pt x="3285" y="978"/>
                </a:lnTo>
                <a:lnTo>
                  <a:pt x="3387" y="978"/>
                </a:lnTo>
                <a:lnTo>
                  <a:pt x="3387" y="999"/>
                </a:lnTo>
                <a:moveTo>
                  <a:pt x="3224" y="999"/>
                </a:moveTo>
                <a:lnTo>
                  <a:pt x="3123" y="999"/>
                </a:lnTo>
                <a:lnTo>
                  <a:pt x="3123" y="978"/>
                </a:lnTo>
                <a:lnTo>
                  <a:pt x="3224" y="978"/>
                </a:lnTo>
                <a:lnTo>
                  <a:pt x="3224" y="999"/>
                </a:lnTo>
                <a:moveTo>
                  <a:pt x="3062" y="999"/>
                </a:moveTo>
                <a:lnTo>
                  <a:pt x="2960" y="999"/>
                </a:lnTo>
                <a:lnTo>
                  <a:pt x="2960" y="978"/>
                </a:lnTo>
                <a:lnTo>
                  <a:pt x="3062" y="978"/>
                </a:lnTo>
                <a:lnTo>
                  <a:pt x="3062" y="999"/>
                </a:lnTo>
                <a:moveTo>
                  <a:pt x="2899" y="999"/>
                </a:moveTo>
                <a:lnTo>
                  <a:pt x="2797" y="999"/>
                </a:lnTo>
                <a:lnTo>
                  <a:pt x="2797" y="978"/>
                </a:lnTo>
                <a:lnTo>
                  <a:pt x="2899" y="978"/>
                </a:lnTo>
                <a:lnTo>
                  <a:pt x="2899" y="999"/>
                </a:lnTo>
                <a:moveTo>
                  <a:pt x="2736" y="999"/>
                </a:moveTo>
                <a:lnTo>
                  <a:pt x="2634" y="999"/>
                </a:lnTo>
                <a:lnTo>
                  <a:pt x="2634" y="978"/>
                </a:lnTo>
                <a:lnTo>
                  <a:pt x="2736" y="978"/>
                </a:lnTo>
                <a:lnTo>
                  <a:pt x="2736" y="999"/>
                </a:lnTo>
                <a:moveTo>
                  <a:pt x="2573" y="999"/>
                </a:moveTo>
                <a:lnTo>
                  <a:pt x="2472" y="999"/>
                </a:lnTo>
                <a:lnTo>
                  <a:pt x="2472" y="978"/>
                </a:lnTo>
                <a:lnTo>
                  <a:pt x="2573" y="978"/>
                </a:lnTo>
                <a:lnTo>
                  <a:pt x="2573" y="999"/>
                </a:lnTo>
                <a:moveTo>
                  <a:pt x="2411" y="999"/>
                </a:moveTo>
                <a:lnTo>
                  <a:pt x="2309" y="999"/>
                </a:lnTo>
                <a:lnTo>
                  <a:pt x="2309" y="978"/>
                </a:lnTo>
                <a:lnTo>
                  <a:pt x="2411" y="978"/>
                </a:lnTo>
                <a:lnTo>
                  <a:pt x="2411" y="999"/>
                </a:lnTo>
                <a:moveTo>
                  <a:pt x="2248" y="999"/>
                </a:moveTo>
                <a:lnTo>
                  <a:pt x="2146" y="999"/>
                </a:lnTo>
                <a:lnTo>
                  <a:pt x="2146" y="978"/>
                </a:lnTo>
                <a:lnTo>
                  <a:pt x="2248" y="978"/>
                </a:lnTo>
                <a:lnTo>
                  <a:pt x="2248" y="999"/>
                </a:lnTo>
                <a:moveTo>
                  <a:pt x="2085" y="999"/>
                </a:moveTo>
                <a:lnTo>
                  <a:pt x="1984" y="999"/>
                </a:lnTo>
                <a:lnTo>
                  <a:pt x="1984" y="978"/>
                </a:lnTo>
                <a:lnTo>
                  <a:pt x="2085" y="978"/>
                </a:lnTo>
                <a:lnTo>
                  <a:pt x="2085" y="999"/>
                </a:lnTo>
                <a:moveTo>
                  <a:pt x="1923" y="999"/>
                </a:moveTo>
                <a:lnTo>
                  <a:pt x="1821" y="999"/>
                </a:lnTo>
                <a:lnTo>
                  <a:pt x="1821" y="978"/>
                </a:lnTo>
                <a:lnTo>
                  <a:pt x="1923" y="978"/>
                </a:lnTo>
                <a:lnTo>
                  <a:pt x="1923" y="999"/>
                </a:lnTo>
                <a:moveTo>
                  <a:pt x="1760" y="999"/>
                </a:moveTo>
                <a:lnTo>
                  <a:pt x="1658" y="999"/>
                </a:lnTo>
                <a:lnTo>
                  <a:pt x="1658" y="978"/>
                </a:lnTo>
                <a:lnTo>
                  <a:pt x="1760" y="978"/>
                </a:lnTo>
                <a:lnTo>
                  <a:pt x="1760" y="999"/>
                </a:lnTo>
                <a:moveTo>
                  <a:pt x="1597" y="999"/>
                </a:moveTo>
                <a:lnTo>
                  <a:pt x="1496" y="999"/>
                </a:lnTo>
                <a:lnTo>
                  <a:pt x="1496" y="978"/>
                </a:lnTo>
                <a:lnTo>
                  <a:pt x="1597" y="978"/>
                </a:lnTo>
                <a:lnTo>
                  <a:pt x="1597" y="999"/>
                </a:lnTo>
                <a:moveTo>
                  <a:pt x="1435" y="999"/>
                </a:moveTo>
                <a:lnTo>
                  <a:pt x="1333" y="999"/>
                </a:lnTo>
                <a:lnTo>
                  <a:pt x="1333" y="978"/>
                </a:lnTo>
                <a:lnTo>
                  <a:pt x="1435" y="978"/>
                </a:lnTo>
                <a:lnTo>
                  <a:pt x="1435" y="999"/>
                </a:lnTo>
                <a:moveTo>
                  <a:pt x="1272" y="999"/>
                </a:moveTo>
                <a:lnTo>
                  <a:pt x="1169" y="999"/>
                </a:lnTo>
                <a:lnTo>
                  <a:pt x="1169" y="978"/>
                </a:lnTo>
                <a:lnTo>
                  <a:pt x="1272" y="978"/>
                </a:lnTo>
                <a:lnTo>
                  <a:pt x="1272" y="999"/>
                </a:lnTo>
                <a:moveTo>
                  <a:pt x="1108" y="999"/>
                </a:moveTo>
                <a:lnTo>
                  <a:pt x="1007" y="999"/>
                </a:lnTo>
                <a:lnTo>
                  <a:pt x="1007" y="978"/>
                </a:lnTo>
                <a:lnTo>
                  <a:pt x="1108" y="978"/>
                </a:lnTo>
                <a:lnTo>
                  <a:pt x="1108" y="999"/>
                </a:lnTo>
                <a:moveTo>
                  <a:pt x="946" y="999"/>
                </a:moveTo>
                <a:lnTo>
                  <a:pt x="844" y="999"/>
                </a:lnTo>
                <a:lnTo>
                  <a:pt x="844" y="978"/>
                </a:lnTo>
                <a:lnTo>
                  <a:pt x="946" y="978"/>
                </a:lnTo>
                <a:lnTo>
                  <a:pt x="946" y="999"/>
                </a:lnTo>
                <a:moveTo>
                  <a:pt x="783" y="999"/>
                </a:moveTo>
                <a:lnTo>
                  <a:pt x="681" y="999"/>
                </a:lnTo>
                <a:lnTo>
                  <a:pt x="681" y="978"/>
                </a:lnTo>
                <a:lnTo>
                  <a:pt x="783" y="978"/>
                </a:lnTo>
                <a:lnTo>
                  <a:pt x="783" y="999"/>
                </a:lnTo>
                <a:moveTo>
                  <a:pt x="620" y="999"/>
                </a:moveTo>
                <a:lnTo>
                  <a:pt x="519" y="999"/>
                </a:lnTo>
                <a:lnTo>
                  <a:pt x="519" y="978"/>
                </a:lnTo>
                <a:lnTo>
                  <a:pt x="620" y="978"/>
                </a:lnTo>
                <a:lnTo>
                  <a:pt x="620" y="999"/>
                </a:lnTo>
                <a:moveTo>
                  <a:pt x="458" y="999"/>
                </a:moveTo>
                <a:lnTo>
                  <a:pt x="356" y="999"/>
                </a:lnTo>
                <a:lnTo>
                  <a:pt x="356" y="978"/>
                </a:lnTo>
                <a:lnTo>
                  <a:pt x="458" y="978"/>
                </a:lnTo>
                <a:lnTo>
                  <a:pt x="458" y="999"/>
                </a:lnTo>
                <a:moveTo>
                  <a:pt x="295" y="999"/>
                </a:moveTo>
                <a:lnTo>
                  <a:pt x="193" y="999"/>
                </a:lnTo>
                <a:lnTo>
                  <a:pt x="193" y="978"/>
                </a:lnTo>
                <a:lnTo>
                  <a:pt x="295" y="978"/>
                </a:lnTo>
                <a:lnTo>
                  <a:pt x="295" y="999"/>
                </a:lnTo>
                <a:moveTo>
                  <a:pt x="132" y="999"/>
                </a:moveTo>
                <a:lnTo>
                  <a:pt x="30" y="999"/>
                </a:lnTo>
                <a:lnTo>
                  <a:pt x="30" y="978"/>
                </a:lnTo>
                <a:lnTo>
                  <a:pt x="132" y="978"/>
                </a:lnTo>
                <a:lnTo>
                  <a:pt x="132" y="999"/>
                </a:lnTo>
                <a:moveTo>
                  <a:pt x="0" y="948"/>
                </a:moveTo>
                <a:lnTo>
                  <a:pt x="0" y="846"/>
                </a:lnTo>
                <a:lnTo>
                  <a:pt x="20" y="846"/>
                </a:lnTo>
                <a:lnTo>
                  <a:pt x="20" y="948"/>
                </a:lnTo>
                <a:lnTo>
                  <a:pt x="0" y="948"/>
                </a:lnTo>
                <a:moveTo>
                  <a:pt x="0" y="785"/>
                </a:moveTo>
                <a:lnTo>
                  <a:pt x="0" y="683"/>
                </a:lnTo>
                <a:lnTo>
                  <a:pt x="20" y="683"/>
                </a:lnTo>
                <a:lnTo>
                  <a:pt x="20" y="785"/>
                </a:lnTo>
                <a:lnTo>
                  <a:pt x="0" y="785"/>
                </a:lnTo>
                <a:moveTo>
                  <a:pt x="0" y="622"/>
                </a:moveTo>
                <a:lnTo>
                  <a:pt x="0" y="520"/>
                </a:lnTo>
                <a:lnTo>
                  <a:pt x="20" y="520"/>
                </a:lnTo>
                <a:lnTo>
                  <a:pt x="20" y="622"/>
                </a:lnTo>
                <a:lnTo>
                  <a:pt x="0" y="622"/>
                </a:lnTo>
                <a:moveTo>
                  <a:pt x="0" y="459"/>
                </a:moveTo>
                <a:lnTo>
                  <a:pt x="0" y="358"/>
                </a:lnTo>
                <a:lnTo>
                  <a:pt x="20" y="358"/>
                </a:lnTo>
                <a:lnTo>
                  <a:pt x="20" y="459"/>
                </a:lnTo>
                <a:lnTo>
                  <a:pt x="0" y="459"/>
                </a:lnTo>
                <a:moveTo>
                  <a:pt x="0" y="297"/>
                </a:moveTo>
                <a:lnTo>
                  <a:pt x="0" y="195"/>
                </a:lnTo>
                <a:lnTo>
                  <a:pt x="20" y="195"/>
                </a:lnTo>
                <a:lnTo>
                  <a:pt x="20" y="297"/>
                </a:lnTo>
                <a:lnTo>
                  <a:pt x="0" y="297"/>
                </a:lnTo>
                <a:moveTo>
                  <a:pt x="0" y="134"/>
                </a:moveTo>
                <a:lnTo>
                  <a:pt x="0" y="31"/>
                </a:lnTo>
                <a:lnTo>
                  <a:pt x="20" y="31"/>
                </a:lnTo>
                <a:lnTo>
                  <a:pt x="20" y="134"/>
                </a:lnTo>
                <a:lnTo>
                  <a:pt x="0" y="134"/>
                </a:lnTo>
                <a:moveTo>
                  <a:pt x="10" y="0"/>
                </a:moveTo>
                <a:lnTo>
                  <a:pt x="112" y="0"/>
                </a:lnTo>
                <a:lnTo>
                  <a:pt x="112" y="21"/>
                </a:lnTo>
                <a:lnTo>
                  <a:pt x="10" y="21"/>
                </a:lnTo>
                <a:lnTo>
                  <a:pt x="10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8" name=""/>
          <p:cNvSpPr/>
          <p:nvPr/>
        </p:nvSpPr>
        <p:spPr>
          <a:xfrm>
            <a:off x="4853880" y="3093840"/>
            <a:ext cx="88200" cy="73800"/>
          </a:xfrm>
          <a:custGeom>
            <a:avLst/>
            <a:gdLst/>
            <a:ahLst/>
            <a:rect l="0" t="0" r="r" b="b"/>
            <a:pathLst>
              <a:path w="245" h="205">
                <a:moveTo>
                  <a:pt x="0" y="0"/>
                </a:moveTo>
                <a:lnTo>
                  <a:pt x="245" y="0"/>
                </a:lnTo>
                <a:lnTo>
                  <a:pt x="245" y="205"/>
                </a:lnTo>
                <a:lnTo>
                  <a:pt x="0" y="205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4444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9" name=""/>
          <p:cNvSpPr/>
          <p:nvPr/>
        </p:nvSpPr>
        <p:spPr>
          <a:xfrm>
            <a:off x="4853880" y="3119760"/>
            <a:ext cx="87840" cy="0"/>
          </a:xfrm>
          <a:prstGeom prst="line">
            <a:avLst/>
          </a:prstGeom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0" name=""/>
          <p:cNvSpPr txBox="1"/>
          <p:nvPr/>
        </p:nvSpPr>
        <p:spPr>
          <a:xfrm>
            <a:off x="1347120" y="2896200"/>
            <a:ext cx="38062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c1c1c"/>
                </a:solidFill>
                <a:latin typeface="DejaVuSans"/>
                <a:ea typeface="DejaVuSans"/>
              </a:rPr>
              <a:t>Proﬁel examinator: de skills die de instelling bij dit type verwacht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1" name=""/>
          <p:cNvSpPr txBox="1"/>
          <p:nvPr/>
        </p:nvSpPr>
        <p:spPr>
          <a:xfrm>
            <a:off x="1449720" y="3085920"/>
            <a:ext cx="52344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4a3a78"/>
                </a:solidFill>
                <a:latin typeface="DejaVuSans"/>
                <a:ea typeface="DejaVuSans"/>
              </a:rPr>
              <a:t>Vaardigheid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2" name=""/>
          <p:cNvSpPr/>
          <p:nvPr/>
        </p:nvSpPr>
        <p:spPr>
          <a:xfrm>
            <a:off x="1376280" y="3445560"/>
            <a:ext cx="2672640" cy="352080"/>
          </a:xfrm>
          <a:custGeom>
            <a:avLst/>
            <a:gdLst/>
            <a:ahLst/>
            <a:rect l="0" t="0" r="r" b="b"/>
            <a:pathLst>
              <a:path w="7424" h="978">
                <a:moveTo>
                  <a:pt x="0" y="0"/>
                </a:moveTo>
                <a:lnTo>
                  <a:pt x="7424" y="0"/>
                </a:lnTo>
                <a:lnTo>
                  <a:pt x="7424" y="978"/>
                </a:lnTo>
                <a:lnTo>
                  <a:pt x="0" y="978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3" name=""/>
          <p:cNvSpPr/>
          <p:nvPr/>
        </p:nvSpPr>
        <p:spPr>
          <a:xfrm>
            <a:off x="1372680" y="3441960"/>
            <a:ext cx="2679840" cy="359280"/>
          </a:xfrm>
          <a:custGeom>
            <a:avLst/>
            <a:gdLst/>
            <a:ahLst/>
            <a:rect l="0" t="0" r="r" b="b"/>
            <a:pathLst>
              <a:path w="7444" h="998">
                <a:moveTo>
                  <a:pt x="173" y="0"/>
                </a:moveTo>
                <a:lnTo>
                  <a:pt x="275" y="0"/>
                </a:lnTo>
                <a:lnTo>
                  <a:pt x="275" y="20"/>
                </a:lnTo>
                <a:lnTo>
                  <a:pt x="173" y="20"/>
                </a:lnTo>
                <a:lnTo>
                  <a:pt x="173" y="0"/>
                </a:lnTo>
                <a:moveTo>
                  <a:pt x="336" y="0"/>
                </a:moveTo>
                <a:lnTo>
                  <a:pt x="437" y="0"/>
                </a:lnTo>
                <a:lnTo>
                  <a:pt x="437" y="20"/>
                </a:lnTo>
                <a:lnTo>
                  <a:pt x="336" y="20"/>
                </a:lnTo>
                <a:lnTo>
                  <a:pt x="336" y="0"/>
                </a:lnTo>
                <a:moveTo>
                  <a:pt x="498" y="0"/>
                </a:moveTo>
                <a:lnTo>
                  <a:pt x="600" y="0"/>
                </a:lnTo>
                <a:lnTo>
                  <a:pt x="600" y="20"/>
                </a:lnTo>
                <a:lnTo>
                  <a:pt x="498" y="20"/>
                </a:lnTo>
                <a:lnTo>
                  <a:pt x="498" y="0"/>
                </a:lnTo>
                <a:moveTo>
                  <a:pt x="661" y="0"/>
                </a:moveTo>
                <a:lnTo>
                  <a:pt x="763" y="0"/>
                </a:lnTo>
                <a:lnTo>
                  <a:pt x="763" y="20"/>
                </a:lnTo>
                <a:lnTo>
                  <a:pt x="661" y="20"/>
                </a:lnTo>
                <a:lnTo>
                  <a:pt x="661" y="0"/>
                </a:lnTo>
                <a:moveTo>
                  <a:pt x="824" y="0"/>
                </a:moveTo>
                <a:lnTo>
                  <a:pt x="925" y="0"/>
                </a:lnTo>
                <a:lnTo>
                  <a:pt x="925" y="20"/>
                </a:lnTo>
                <a:lnTo>
                  <a:pt x="824" y="20"/>
                </a:lnTo>
                <a:lnTo>
                  <a:pt x="824" y="0"/>
                </a:lnTo>
                <a:moveTo>
                  <a:pt x="986" y="0"/>
                </a:moveTo>
                <a:lnTo>
                  <a:pt x="1088" y="0"/>
                </a:lnTo>
                <a:lnTo>
                  <a:pt x="1088" y="20"/>
                </a:lnTo>
                <a:lnTo>
                  <a:pt x="986" y="20"/>
                </a:lnTo>
                <a:lnTo>
                  <a:pt x="986" y="0"/>
                </a:lnTo>
                <a:moveTo>
                  <a:pt x="1149" y="0"/>
                </a:moveTo>
                <a:lnTo>
                  <a:pt x="1251" y="0"/>
                </a:lnTo>
                <a:lnTo>
                  <a:pt x="1251" y="20"/>
                </a:lnTo>
                <a:lnTo>
                  <a:pt x="1149" y="20"/>
                </a:lnTo>
                <a:lnTo>
                  <a:pt x="1149" y="0"/>
                </a:lnTo>
                <a:moveTo>
                  <a:pt x="1312" y="0"/>
                </a:moveTo>
                <a:lnTo>
                  <a:pt x="1413" y="0"/>
                </a:lnTo>
                <a:lnTo>
                  <a:pt x="1413" y="20"/>
                </a:lnTo>
                <a:lnTo>
                  <a:pt x="1312" y="20"/>
                </a:lnTo>
                <a:lnTo>
                  <a:pt x="1312" y="0"/>
                </a:lnTo>
                <a:moveTo>
                  <a:pt x="1474" y="0"/>
                </a:moveTo>
                <a:lnTo>
                  <a:pt x="1576" y="0"/>
                </a:lnTo>
                <a:lnTo>
                  <a:pt x="1576" y="20"/>
                </a:lnTo>
                <a:lnTo>
                  <a:pt x="1474" y="20"/>
                </a:lnTo>
                <a:lnTo>
                  <a:pt x="1474" y="0"/>
                </a:lnTo>
                <a:moveTo>
                  <a:pt x="1637" y="0"/>
                </a:moveTo>
                <a:lnTo>
                  <a:pt x="1739" y="0"/>
                </a:lnTo>
                <a:lnTo>
                  <a:pt x="1739" y="20"/>
                </a:lnTo>
                <a:lnTo>
                  <a:pt x="1637" y="20"/>
                </a:lnTo>
                <a:lnTo>
                  <a:pt x="1637" y="0"/>
                </a:lnTo>
                <a:moveTo>
                  <a:pt x="1800" y="0"/>
                </a:moveTo>
                <a:lnTo>
                  <a:pt x="1901" y="0"/>
                </a:lnTo>
                <a:lnTo>
                  <a:pt x="1901" y="20"/>
                </a:lnTo>
                <a:lnTo>
                  <a:pt x="1800" y="20"/>
                </a:lnTo>
                <a:lnTo>
                  <a:pt x="1800" y="0"/>
                </a:lnTo>
                <a:moveTo>
                  <a:pt x="1962" y="0"/>
                </a:moveTo>
                <a:lnTo>
                  <a:pt x="2064" y="0"/>
                </a:lnTo>
                <a:lnTo>
                  <a:pt x="2064" y="20"/>
                </a:lnTo>
                <a:lnTo>
                  <a:pt x="1962" y="20"/>
                </a:lnTo>
                <a:lnTo>
                  <a:pt x="1962" y="0"/>
                </a:lnTo>
                <a:moveTo>
                  <a:pt x="2125" y="0"/>
                </a:moveTo>
                <a:lnTo>
                  <a:pt x="2227" y="0"/>
                </a:lnTo>
                <a:lnTo>
                  <a:pt x="2227" y="20"/>
                </a:lnTo>
                <a:lnTo>
                  <a:pt x="2125" y="20"/>
                </a:lnTo>
                <a:lnTo>
                  <a:pt x="2125" y="0"/>
                </a:lnTo>
                <a:moveTo>
                  <a:pt x="2288" y="0"/>
                </a:moveTo>
                <a:lnTo>
                  <a:pt x="2389" y="0"/>
                </a:lnTo>
                <a:lnTo>
                  <a:pt x="2389" y="20"/>
                </a:lnTo>
                <a:lnTo>
                  <a:pt x="2288" y="20"/>
                </a:lnTo>
                <a:lnTo>
                  <a:pt x="2288" y="0"/>
                </a:lnTo>
                <a:moveTo>
                  <a:pt x="2450" y="0"/>
                </a:moveTo>
                <a:lnTo>
                  <a:pt x="2552" y="0"/>
                </a:lnTo>
                <a:lnTo>
                  <a:pt x="2552" y="20"/>
                </a:lnTo>
                <a:lnTo>
                  <a:pt x="2450" y="20"/>
                </a:lnTo>
                <a:lnTo>
                  <a:pt x="2450" y="0"/>
                </a:lnTo>
                <a:moveTo>
                  <a:pt x="2613" y="0"/>
                </a:moveTo>
                <a:lnTo>
                  <a:pt x="2715" y="0"/>
                </a:lnTo>
                <a:lnTo>
                  <a:pt x="2715" y="20"/>
                </a:lnTo>
                <a:lnTo>
                  <a:pt x="2613" y="20"/>
                </a:lnTo>
                <a:lnTo>
                  <a:pt x="2613" y="0"/>
                </a:lnTo>
                <a:moveTo>
                  <a:pt x="2776" y="0"/>
                </a:moveTo>
                <a:lnTo>
                  <a:pt x="2877" y="0"/>
                </a:lnTo>
                <a:lnTo>
                  <a:pt x="2877" y="20"/>
                </a:lnTo>
                <a:lnTo>
                  <a:pt x="2776" y="20"/>
                </a:lnTo>
                <a:lnTo>
                  <a:pt x="2776" y="0"/>
                </a:lnTo>
                <a:moveTo>
                  <a:pt x="2938" y="0"/>
                </a:moveTo>
                <a:lnTo>
                  <a:pt x="3040" y="0"/>
                </a:lnTo>
                <a:lnTo>
                  <a:pt x="3040" y="20"/>
                </a:lnTo>
                <a:lnTo>
                  <a:pt x="2938" y="20"/>
                </a:lnTo>
                <a:lnTo>
                  <a:pt x="2938" y="0"/>
                </a:lnTo>
                <a:moveTo>
                  <a:pt x="3101" y="0"/>
                </a:moveTo>
                <a:lnTo>
                  <a:pt x="3203" y="0"/>
                </a:lnTo>
                <a:lnTo>
                  <a:pt x="3203" y="20"/>
                </a:lnTo>
                <a:lnTo>
                  <a:pt x="3101" y="20"/>
                </a:lnTo>
                <a:lnTo>
                  <a:pt x="3101" y="0"/>
                </a:lnTo>
                <a:moveTo>
                  <a:pt x="3264" y="0"/>
                </a:moveTo>
                <a:lnTo>
                  <a:pt x="3366" y="0"/>
                </a:lnTo>
                <a:lnTo>
                  <a:pt x="3366" y="20"/>
                </a:lnTo>
                <a:lnTo>
                  <a:pt x="3264" y="20"/>
                </a:lnTo>
                <a:lnTo>
                  <a:pt x="3264" y="0"/>
                </a:lnTo>
                <a:moveTo>
                  <a:pt x="3427" y="0"/>
                </a:moveTo>
                <a:lnTo>
                  <a:pt x="3528" y="0"/>
                </a:lnTo>
                <a:lnTo>
                  <a:pt x="3528" y="20"/>
                </a:lnTo>
                <a:lnTo>
                  <a:pt x="3427" y="20"/>
                </a:lnTo>
                <a:lnTo>
                  <a:pt x="3427" y="0"/>
                </a:lnTo>
                <a:moveTo>
                  <a:pt x="3589" y="0"/>
                </a:moveTo>
                <a:lnTo>
                  <a:pt x="3691" y="0"/>
                </a:lnTo>
                <a:lnTo>
                  <a:pt x="3691" y="20"/>
                </a:lnTo>
                <a:lnTo>
                  <a:pt x="3589" y="20"/>
                </a:lnTo>
                <a:lnTo>
                  <a:pt x="3589" y="0"/>
                </a:lnTo>
                <a:moveTo>
                  <a:pt x="3752" y="0"/>
                </a:moveTo>
                <a:lnTo>
                  <a:pt x="3854" y="0"/>
                </a:lnTo>
                <a:lnTo>
                  <a:pt x="3854" y="20"/>
                </a:lnTo>
                <a:lnTo>
                  <a:pt x="3752" y="20"/>
                </a:lnTo>
                <a:lnTo>
                  <a:pt x="3752" y="0"/>
                </a:lnTo>
                <a:moveTo>
                  <a:pt x="3915" y="0"/>
                </a:moveTo>
                <a:lnTo>
                  <a:pt x="4016" y="0"/>
                </a:lnTo>
                <a:lnTo>
                  <a:pt x="4016" y="20"/>
                </a:lnTo>
                <a:lnTo>
                  <a:pt x="3915" y="20"/>
                </a:lnTo>
                <a:lnTo>
                  <a:pt x="3915" y="0"/>
                </a:lnTo>
                <a:moveTo>
                  <a:pt x="4077" y="0"/>
                </a:moveTo>
                <a:lnTo>
                  <a:pt x="4179" y="0"/>
                </a:lnTo>
                <a:lnTo>
                  <a:pt x="4179" y="20"/>
                </a:lnTo>
                <a:lnTo>
                  <a:pt x="4077" y="20"/>
                </a:lnTo>
                <a:lnTo>
                  <a:pt x="4077" y="0"/>
                </a:lnTo>
                <a:moveTo>
                  <a:pt x="4240" y="0"/>
                </a:moveTo>
                <a:lnTo>
                  <a:pt x="4342" y="0"/>
                </a:lnTo>
                <a:lnTo>
                  <a:pt x="4342" y="20"/>
                </a:lnTo>
                <a:lnTo>
                  <a:pt x="4240" y="20"/>
                </a:lnTo>
                <a:lnTo>
                  <a:pt x="4240" y="0"/>
                </a:lnTo>
                <a:moveTo>
                  <a:pt x="4403" y="0"/>
                </a:moveTo>
                <a:lnTo>
                  <a:pt x="4504" y="0"/>
                </a:lnTo>
                <a:lnTo>
                  <a:pt x="4504" y="20"/>
                </a:lnTo>
                <a:lnTo>
                  <a:pt x="4403" y="20"/>
                </a:lnTo>
                <a:lnTo>
                  <a:pt x="4403" y="0"/>
                </a:lnTo>
                <a:moveTo>
                  <a:pt x="4565" y="0"/>
                </a:moveTo>
                <a:lnTo>
                  <a:pt x="4667" y="0"/>
                </a:lnTo>
                <a:lnTo>
                  <a:pt x="4667" y="20"/>
                </a:lnTo>
                <a:lnTo>
                  <a:pt x="4565" y="20"/>
                </a:lnTo>
                <a:lnTo>
                  <a:pt x="4565" y="0"/>
                </a:lnTo>
                <a:moveTo>
                  <a:pt x="4728" y="0"/>
                </a:moveTo>
                <a:lnTo>
                  <a:pt x="4830" y="0"/>
                </a:lnTo>
                <a:lnTo>
                  <a:pt x="4830" y="20"/>
                </a:lnTo>
                <a:lnTo>
                  <a:pt x="4728" y="20"/>
                </a:lnTo>
                <a:lnTo>
                  <a:pt x="4728" y="0"/>
                </a:lnTo>
                <a:moveTo>
                  <a:pt x="4891" y="0"/>
                </a:moveTo>
                <a:lnTo>
                  <a:pt x="4992" y="0"/>
                </a:lnTo>
                <a:lnTo>
                  <a:pt x="4992" y="20"/>
                </a:lnTo>
                <a:lnTo>
                  <a:pt x="4891" y="20"/>
                </a:lnTo>
                <a:lnTo>
                  <a:pt x="4891" y="0"/>
                </a:lnTo>
                <a:moveTo>
                  <a:pt x="5053" y="0"/>
                </a:moveTo>
                <a:lnTo>
                  <a:pt x="5155" y="0"/>
                </a:lnTo>
                <a:lnTo>
                  <a:pt x="5155" y="20"/>
                </a:lnTo>
                <a:lnTo>
                  <a:pt x="5053" y="20"/>
                </a:lnTo>
                <a:lnTo>
                  <a:pt x="5053" y="0"/>
                </a:lnTo>
                <a:moveTo>
                  <a:pt x="5216" y="0"/>
                </a:moveTo>
                <a:lnTo>
                  <a:pt x="5318" y="0"/>
                </a:lnTo>
                <a:lnTo>
                  <a:pt x="5318" y="20"/>
                </a:lnTo>
                <a:lnTo>
                  <a:pt x="5216" y="20"/>
                </a:lnTo>
                <a:lnTo>
                  <a:pt x="5216" y="0"/>
                </a:lnTo>
                <a:moveTo>
                  <a:pt x="5379" y="0"/>
                </a:moveTo>
                <a:lnTo>
                  <a:pt x="5480" y="0"/>
                </a:lnTo>
                <a:lnTo>
                  <a:pt x="5480" y="20"/>
                </a:lnTo>
                <a:lnTo>
                  <a:pt x="5379" y="20"/>
                </a:lnTo>
                <a:lnTo>
                  <a:pt x="5379" y="0"/>
                </a:lnTo>
                <a:moveTo>
                  <a:pt x="5541" y="0"/>
                </a:moveTo>
                <a:lnTo>
                  <a:pt x="5643" y="0"/>
                </a:lnTo>
                <a:lnTo>
                  <a:pt x="5643" y="20"/>
                </a:lnTo>
                <a:lnTo>
                  <a:pt x="5541" y="20"/>
                </a:lnTo>
                <a:lnTo>
                  <a:pt x="5541" y="0"/>
                </a:lnTo>
                <a:moveTo>
                  <a:pt x="5704" y="0"/>
                </a:moveTo>
                <a:lnTo>
                  <a:pt x="5806" y="0"/>
                </a:lnTo>
                <a:lnTo>
                  <a:pt x="5806" y="20"/>
                </a:lnTo>
                <a:lnTo>
                  <a:pt x="5704" y="20"/>
                </a:lnTo>
                <a:lnTo>
                  <a:pt x="5704" y="0"/>
                </a:lnTo>
                <a:moveTo>
                  <a:pt x="5867" y="0"/>
                </a:moveTo>
                <a:lnTo>
                  <a:pt x="5969" y="0"/>
                </a:lnTo>
                <a:lnTo>
                  <a:pt x="5969" y="20"/>
                </a:lnTo>
                <a:lnTo>
                  <a:pt x="5867" y="20"/>
                </a:lnTo>
                <a:lnTo>
                  <a:pt x="5867" y="0"/>
                </a:lnTo>
                <a:moveTo>
                  <a:pt x="6030" y="0"/>
                </a:moveTo>
                <a:lnTo>
                  <a:pt x="6131" y="0"/>
                </a:lnTo>
                <a:lnTo>
                  <a:pt x="6131" y="20"/>
                </a:lnTo>
                <a:lnTo>
                  <a:pt x="6030" y="20"/>
                </a:lnTo>
                <a:lnTo>
                  <a:pt x="6030" y="0"/>
                </a:lnTo>
                <a:moveTo>
                  <a:pt x="6192" y="0"/>
                </a:moveTo>
                <a:lnTo>
                  <a:pt x="6294" y="0"/>
                </a:lnTo>
                <a:lnTo>
                  <a:pt x="6294" y="20"/>
                </a:lnTo>
                <a:lnTo>
                  <a:pt x="6192" y="20"/>
                </a:lnTo>
                <a:lnTo>
                  <a:pt x="6192" y="0"/>
                </a:lnTo>
                <a:moveTo>
                  <a:pt x="6355" y="0"/>
                </a:moveTo>
                <a:lnTo>
                  <a:pt x="6457" y="0"/>
                </a:lnTo>
                <a:lnTo>
                  <a:pt x="6457" y="20"/>
                </a:lnTo>
                <a:lnTo>
                  <a:pt x="6355" y="20"/>
                </a:lnTo>
                <a:lnTo>
                  <a:pt x="6355" y="0"/>
                </a:lnTo>
                <a:moveTo>
                  <a:pt x="6518" y="0"/>
                </a:moveTo>
                <a:lnTo>
                  <a:pt x="6619" y="0"/>
                </a:lnTo>
                <a:lnTo>
                  <a:pt x="6619" y="20"/>
                </a:lnTo>
                <a:lnTo>
                  <a:pt x="6518" y="20"/>
                </a:lnTo>
                <a:lnTo>
                  <a:pt x="6518" y="0"/>
                </a:lnTo>
                <a:moveTo>
                  <a:pt x="6680" y="0"/>
                </a:moveTo>
                <a:lnTo>
                  <a:pt x="6782" y="0"/>
                </a:lnTo>
                <a:lnTo>
                  <a:pt x="6782" y="20"/>
                </a:lnTo>
                <a:lnTo>
                  <a:pt x="6680" y="20"/>
                </a:lnTo>
                <a:lnTo>
                  <a:pt x="6680" y="0"/>
                </a:lnTo>
                <a:moveTo>
                  <a:pt x="6843" y="0"/>
                </a:moveTo>
                <a:lnTo>
                  <a:pt x="6945" y="0"/>
                </a:lnTo>
                <a:lnTo>
                  <a:pt x="6945" y="20"/>
                </a:lnTo>
                <a:lnTo>
                  <a:pt x="6843" y="20"/>
                </a:lnTo>
                <a:lnTo>
                  <a:pt x="6843" y="0"/>
                </a:lnTo>
                <a:moveTo>
                  <a:pt x="7006" y="0"/>
                </a:moveTo>
                <a:lnTo>
                  <a:pt x="7107" y="0"/>
                </a:lnTo>
                <a:lnTo>
                  <a:pt x="7107" y="20"/>
                </a:lnTo>
                <a:lnTo>
                  <a:pt x="7006" y="20"/>
                </a:lnTo>
                <a:lnTo>
                  <a:pt x="7006" y="0"/>
                </a:lnTo>
                <a:moveTo>
                  <a:pt x="7168" y="0"/>
                </a:moveTo>
                <a:lnTo>
                  <a:pt x="7270" y="0"/>
                </a:lnTo>
                <a:lnTo>
                  <a:pt x="7270" y="20"/>
                </a:lnTo>
                <a:lnTo>
                  <a:pt x="7168" y="20"/>
                </a:lnTo>
                <a:lnTo>
                  <a:pt x="7168" y="0"/>
                </a:lnTo>
                <a:moveTo>
                  <a:pt x="7331" y="0"/>
                </a:moveTo>
                <a:lnTo>
                  <a:pt x="7434" y="0"/>
                </a:lnTo>
                <a:lnTo>
                  <a:pt x="7434" y="20"/>
                </a:lnTo>
                <a:lnTo>
                  <a:pt x="7331" y="20"/>
                </a:lnTo>
                <a:lnTo>
                  <a:pt x="7331" y="0"/>
                </a:lnTo>
                <a:moveTo>
                  <a:pt x="7444" y="71"/>
                </a:moveTo>
                <a:lnTo>
                  <a:pt x="7444" y="173"/>
                </a:lnTo>
                <a:lnTo>
                  <a:pt x="7424" y="173"/>
                </a:lnTo>
                <a:lnTo>
                  <a:pt x="7424" y="71"/>
                </a:lnTo>
                <a:lnTo>
                  <a:pt x="7444" y="71"/>
                </a:lnTo>
                <a:moveTo>
                  <a:pt x="7444" y="234"/>
                </a:moveTo>
                <a:lnTo>
                  <a:pt x="7444" y="336"/>
                </a:lnTo>
                <a:lnTo>
                  <a:pt x="7424" y="336"/>
                </a:lnTo>
                <a:lnTo>
                  <a:pt x="7424" y="234"/>
                </a:lnTo>
                <a:lnTo>
                  <a:pt x="7444" y="234"/>
                </a:lnTo>
                <a:moveTo>
                  <a:pt x="7444" y="397"/>
                </a:moveTo>
                <a:lnTo>
                  <a:pt x="7444" y="499"/>
                </a:lnTo>
                <a:lnTo>
                  <a:pt x="7424" y="499"/>
                </a:lnTo>
                <a:lnTo>
                  <a:pt x="7424" y="397"/>
                </a:lnTo>
                <a:lnTo>
                  <a:pt x="7444" y="397"/>
                </a:lnTo>
                <a:moveTo>
                  <a:pt x="7444" y="560"/>
                </a:moveTo>
                <a:lnTo>
                  <a:pt x="7444" y="662"/>
                </a:lnTo>
                <a:lnTo>
                  <a:pt x="7424" y="662"/>
                </a:lnTo>
                <a:lnTo>
                  <a:pt x="7424" y="560"/>
                </a:lnTo>
                <a:lnTo>
                  <a:pt x="7444" y="560"/>
                </a:lnTo>
                <a:moveTo>
                  <a:pt x="7444" y="723"/>
                </a:moveTo>
                <a:lnTo>
                  <a:pt x="7444" y="824"/>
                </a:lnTo>
                <a:lnTo>
                  <a:pt x="7424" y="824"/>
                </a:lnTo>
                <a:lnTo>
                  <a:pt x="7424" y="723"/>
                </a:lnTo>
                <a:lnTo>
                  <a:pt x="7444" y="723"/>
                </a:lnTo>
                <a:moveTo>
                  <a:pt x="7444" y="885"/>
                </a:moveTo>
                <a:lnTo>
                  <a:pt x="7444" y="988"/>
                </a:lnTo>
                <a:lnTo>
                  <a:pt x="7424" y="988"/>
                </a:lnTo>
                <a:lnTo>
                  <a:pt x="7424" y="885"/>
                </a:lnTo>
                <a:lnTo>
                  <a:pt x="7444" y="885"/>
                </a:lnTo>
                <a:moveTo>
                  <a:pt x="7373" y="998"/>
                </a:moveTo>
                <a:lnTo>
                  <a:pt x="7270" y="998"/>
                </a:lnTo>
                <a:lnTo>
                  <a:pt x="7270" y="978"/>
                </a:lnTo>
                <a:lnTo>
                  <a:pt x="7373" y="978"/>
                </a:lnTo>
                <a:lnTo>
                  <a:pt x="7373" y="998"/>
                </a:lnTo>
                <a:moveTo>
                  <a:pt x="7209" y="998"/>
                </a:moveTo>
                <a:lnTo>
                  <a:pt x="7107" y="998"/>
                </a:lnTo>
                <a:lnTo>
                  <a:pt x="7107" y="978"/>
                </a:lnTo>
                <a:lnTo>
                  <a:pt x="7209" y="978"/>
                </a:lnTo>
                <a:lnTo>
                  <a:pt x="7209" y="998"/>
                </a:lnTo>
                <a:moveTo>
                  <a:pt x="7046" y="998"/>
                </a:moveTo>
                <a:lnTo>
                  <a:pt x="6945" y="998"/>
                </a:lnTo>
                <a:lnTo>
                  <a:pt x="6945" y="978"/>
                </a:lnTo>
                <a:lnTo>
                  <a:pt x="7046" y="978"/>
                </a:lnTo>
                <a:lnTo>
                  <a:pt x="7046" y="998"/>
                </a:lnTo>
                <a:moveTo>
                  <a:pt x="6884" y="998"/>
                </a:moveTo>
                <a:lnTo>
                  <a:pt x="6782" y="998"/>
                </a:lnTo>
                <a:lnTo>
                  <a:pt x="6782" y="978"/>
                </a:lnTo>
                <a:lnTo>
                  <a:pt x="6884" y="978"/>
                </a:lnTo>
                <a:lnTo>
                  <a:pt x="6884" y="998"/>
                </a:lnTo>
                <a:moveTo>
                  <a:pt x="6721" y="998"/>
                </a:moveTo>
                <a:lnTo>
                  <a:pt x="6619" y="998"/>
                </a:lnTo>
                <a:lnTo>
                  <a:pt x="6619" y="978"/>
                </a:lnTo>
                <a:lnTo>
                  <a:pt x="6721" y="978"/>
                </a:lnTo>
                <a:lnTo>
                  <a:pt x="6721" y="998"/>
                </a:lnTo>
                <a:moveTo>
                  <a:pt x="6558" y="998"/>
                </a:moveTo>
                <a:lnTo>
                  <a:pt x="6457" y="998"/>
                </a:lnTo>
                <a:lnTo>
                  <a:pt x="6457" y="978"/>
                </a:lnTo>
                <a:lnTo>
                  <a:pt x="6558" y="978"/>
                </a:lnTo>
                <a:lnTo>
                  <a:pt x="6558" y="998"/>
                </a:lnTo>
                <a:moveTo>
                  <a:pt x="6396" y="998"/>
                </a:moveTo>
                <a:lnTo>
                  <a:pt x="6294" y="998"/>
                </a:lnTo>
                <a:lnTo>
                  <a:pt x="6294" y="978"/>
                </a:lnTo>
                <a:lnTo>
                  <a:pt x="6396" y="978"/>
                </a:lnTo>
                <a:lnTo>
                  <a:pt x="6396" y="998"/>
                </a:lnTo>
                <a:moveTo>
                  <a:pt x="6233" y="998"/>
                </a:moveTo>
                <a:lnTo>
                  <a:pt x="6131" y="998"/>
                </a:lnTo>
                <a:lnTo>
                  <a:pt x="6131" y="978"/>
                </a:lnTo>
                <a:lnTo>
                  <a:pt x="6233" y="978"/>
                </a:lnTo>
                <a:lnTo>
                  <a:pt x="6233" y="998"/>
                </a:lnTo>
                <a:moveTo>
                  <a:pt x="6070" y="998"/>
                </a:moveTo>
                <a:lnTo>
                  <a:pt x="5969" y="998"/>
                </a:lnTo>
                <a:lnTo>
                  <a:pt x="5969" y="978"/>
                </a:lnTo>
                <a:lnTo>
                  <a:pt x="6070" y="978"/>
                </a:lnTo>
                <a:lnTo>
                  <a:pt x="6070" y="998"/>
                </a:lnTo>
                <a:moveTo>
                  <a:pt x="5908" y="998"/>
                </a:moveTo>
                <a:lnTo>
                  <a:pt x="5806" y="998"/>
                </a:lnTo>
                <a:lnTo>
                  <a:pt x="5806" y="978"/>
                </a:lnTo>
                <a:lnTo>
                  <a:pt x="5908" y="978"/>
                </a:lnTo>
                <a:lnTo>
                  <a:pt x="5908" y="998"/>
                </a:lnTo>
                <a:moveTo>
                  <a:pt x="5745" y="998"/>
                </a:moveTo>
                <a:lnTo>
                  <a:pt x="5643" y="998"/>
                </a:lnTo>
                <a:lnTo>
                  <a:pt x="5643" y="978"/>
                </a:lnTo>
                <a:lnTo>
                  <a:pt x="5745" y="978"/>
                </a:lnTo>
                <a:lnTo>
                  <a:pt x="5745" y="998"/>
                </a:lnTo>
                <a:moveTo>
                  <a:pt x="5582" y="998"/>
                </a:moveTo>
                <a:lnTo>
                  <a:pt x="5480" y="998"/>
                </a:lnTo>
                <a:lnTo>
                  <a:pt x="5480" y="978"/>
                </a:lnTo>
                <a:lnTo>
                  <a:pt x="5582" y="978"/>
                </a:lnTo>
                <a:lnTo>
                  <a:pt x="5582" y="998"/>
                </a:lnTo>
                <a:moveTo>
                  <a:pt x="5419" y="998"/>
                </a:moveTo>
                <a:lnTo>
                  <a:pt x="5318" y="998"/>
                </a:lnTo>
                <a:lnTo>
                  <a:pt x="5318" y="978"/>
                </a:lnTo>
                <a:lnTo>
                  <a:pt x="5419" y="978"/>
                </a:lnTo>
                <a:lnTo>
                  <a:pt x="5419" y="998"/>
                </a:lnTo>
                <a:moveTo>
                  <a:pt x="5257" y="998"/>
                </a:moveTo>
                <a:lnTo>
                  <a:pt x="5155" y="998"/>
                </a:lnTo>
                <a:lnTo>
                  <a:pt x="5155" y="978"/>
                </a:lnTo>
                <a:lnTo>
                  <a:pt x="5257" y="978"/>
                </a:lnTo>
                <a:lnTo>
                  <a:pt x="5257" y="998"/>
                </a:lnTo>
                <a:moveTo>
                  <a:pt x="5094" y="998"/>
                </a:moveTo>
                <a:lnTo>
                  <a:pt x="4992" y="998"/>
                </a:lnTo>
                <a:lnTo>
                  <a:pt x="4992" y="978"/>
                </a:lnTo>
                <a:lnTo>
                  <a:pt x="5094" y="978"/>
                </a:lnTo>
                <a:lnTo>
                  <a:pt x="5094" y="998"/>
                </a:lnTo>
                <a:moveTo>
                  <a:pt x="4931" y="998"/>
                </a:moveTo>
                <a:lnTo>
                  <a:pt x="4830" y="998"/>
                </a:lnTo>
                <a:lnTo>
                  <a:pt x="4830" y="978"/>
                </a:lnTo>
                <a:lnTo>
                  <a:pt x="4931" y="978"/>
                </a:lnTo>
                <a:lnTo>
                  <a:pt x="4931" y="998"/>
                </a:lnTo>
                <a:moveTo>
                  <a:pt x="4769" y="998"/>
                </a:moveTo>
                <a:lnTo>
                  <a:pt x="4667" y="998"/>
                </a:lnTo>
                <a:lnTo>
                  <a:pt x="4667" y="978"/>
                </a:lnTo>
                <a:lnTo>
                  <a:pt x="4769" y="978"/>
                </a:lnTo>
                <a:lnTo>
                  <a:pt x="4769" y="998"/>
                </a:lnTo>
                <a:moveTo>
                  <a:pt x="4606" y="998"/>
                </a:moveTo>
                <a:lnTo>
                  <a:pt x="4504" y="998"/>
                </a:lnTo>
                <a:lnTo>
                  <a:pt x="4504" y="978"/>
                </a:lnTo>
                <a:lnTo>
                  <a:pt x="4606" y="978"/>
                </a:lnTo>
                <a:lnTo>
                  <a:pt x="4606" y="998"/>
                </a:lnTo>
                <a:moveTo>
                  <a:pt x="4443" y="998"/>
                </a:moveTo>
                <a:lnTo>
                  <a:pt x="4342" y="998"/>
                </a:lnTo>
                <a:lnTo>
                  <a:pt x="4342" y="978"/>
                </a:lnTo>
                <a:lnTo>
                  <a:pt x="4443" y="978"/>
                </a:lnTo>
                <a:lnTo>
                  <a:pt x="4443" y="998"/>
                </a:lnTo>
                <a:moveTo>
                  <a:pt x="4281" y="998"/>
                </a:moveTo>
                <a:lnTo>
                  <a:pt x="4179" y="998"/>
                </a:lnTo>
                <a:lnTo>
                  <a:pt x="4179" y="978"/>
                </a:lnTo>
                <a:lnTo>
                  <a:pt x="4281" y="978"/>
                </a:lnTo>
                <a:lnTo>
                  <a:pt x="4281" y="998"/>
                </a:lnTo>
                <a:moveTo>
                  <a:pt x="4118" y="998"/>
                </a:moveTo>
                <a:lnTo>
                  <a:pt x="4016" y="998"/>
                </a:lnTo>
                <a:lnTo>
                  <a:pt x="4016" y="978"/>
                </a:lnTo>
                <a:lnTo>
                  <a:pt x="4118" y="978"/>
                </a:lnTo>
                <a:lnTo>
                  <a:pt x="4118" y="998"/>
                </a:lnTo>
                <a:moveTo>
                  <a:pt x="3955" y="998"/>
                </a:moveTo>
                <a:lnTo>
                  <a:pt x="3854" y="998"/>
                </a:lnTo>
                <a:lnTo>
                  <a:pt x="3854" y="978"/>
                </a:lnTo>
                <a:lnTo>
                  <a:pt x="3955" y="978"/>
                </a:lnTo>
                <a:lnTo>
                  <a:pt x="3955" y="998"/>
                </a:lnTo>
                <a:moveTo>
                  <a:pt x="3793" y="998"/>
                </a:moveTo>
                <a:lnTo>
                  <a:pt x="3691" y="998"/>
                </a:lnTo>
                <a:lnTo>
                  <a:pt x="3691" y="978"/>
                </a:lnTo>
                <a:lnTo>
                  <a:pt x="3793" y="978"/>
                </a:lnTo>
                <a:lnTo>
                  <a:pt x="3793" y="998"/>
                </a:lnTo>
                <a:moveTo>
                  <a:pt x="3630" y="998"/>
                </a:moveTo>
                <a:lnTo>
                  <a:pt x="3528" y="998"/>
                </a:lnTo>
                <a:lnTo>
                  <a:pt x="3528" y="978"/>
                </a:lnTo>
                <a:lnTo>
                  <a:pt x="3630" y="978"/>
                </a:lnTo>
                <a:lnTo>
                  <a:pt x="3630" y="998"/>
                </a:lnTo>
                <a:moveTo>
                  <a:pt x="3467" y="998"/>
                </a:moveTo>
                <a:lnTo>
                  <a:pt x="3366" y="998"/>
                </a:lnTo>
                <a:lnTo>
                  <a:pt x="3366" y="978"/>
                </a:lnTo>
                <a:lnTo>
                  <a:pt x="3467" y="978"/>
                </a:lnTo>
                <a:lnTo>
                  <a:pt x="3467" y="998"/>
                </a:lnTo>
                <a:moveTo>
                  <a:pt x="3305" y="998"/>
                </a:moveTo>
                <a:lnTo>
                  <a:pt x="3203" y="998"/>
                </a:lnTo>
                <a:lnTo>
                  <a:pt x="3203" y="978"/>
                </a:lnTo>
                <a:lnTo>
                  <a:pt x="3305" y="978"/>
                </a:lnTo>
                <a:lnTo>
                  <a:pt x="3305" y="998"/>
                </a:lnTo>
                <a:moveTo>
                  <a:pt x="3142" y="998"/>
                </a:moveTo>
                <a:lnTo>
                  <a:pt x="3040" y="998"/>
                </a:lnTo>
                <a:lnTo>
                  <a:pt x="3040" y="978"/>
                </a:lnTo>
                <a:lnTo>
                  <a:pt x="3142" y="978"/>
                </a:lnTo>
                <a:lnTo>
                  <a:pt x="3142" y="998"/>
                </a:lnTo>
                <a:moveTo>
                  <a:pt x="2979" y="998"/>
                </a:moveTo>
                <a:lnTo>
                  <a:pt x="2877" y="998"/>
                </a:lnTo>
                <a:lnTo>
                  <a:pt x="2877" y="978"/>
                </a:lnTo>
                <a:lnTo>
                  <a:pt x="2979" y="978"/>
                </a:lnTo>
                <a:lnTo>
                  <a:pt x="2979" y="998"/>
                </a:lnTo>
                <a:moveTo>
                  <a:pt x="2816" y="998"/>
                </a:moveTo>
                <a:lnTo>
                  <a:pt x="2715" y="998"/>
                </a:lnTo>
                <a:lnTo>
                  <a:pt x="2715" y="978"/>
                </a:lnTo>
                <a:lnTo>
                  <a:pt x="2816" y="978"/>
                </a:lnTo>
                <a:lnTo>
                  <a:pt x="2816" y="998"/>
                </a:lnTo>
                <a:moveTo>
                  <a:pt x="2654" y="998"/>
                </a:moveTo>
                <a:lnTo>
                  <a:pt x="2552" y="998"/>
                </a:lnTo>
                <a:lnTo>
                  <a:pt x="2552" y="978"/>
                </a:lnTo>
                <a:lnTo>
                  <a:pt x="2654" y="978"/>
                </a:lnTo>
                <a:lnTo>
                  <a:pt x="2654" y="998"/>
                </a:lnTo>
                <a:moveTo>
                  <a:pt x="2491" y="998"/>
                </a:moveTo>
                <a:lnTo>
                  <a:pt x="2389" y="998"/>
                </a:lnTo>
                <a:lnTo>
                  <a:pt x="2389" y="978"/>
                </a:lnTo>
                <a:lnTo>
                  <a:pt x="2491" y="978"/>
                </a:lnTo>
                <a:lnTo>
                  <a:pt x="2491" y="998"/>
                </a:lnTo>
                <a:moveTo>
                  <a:pt x="2328" y="998"/>
                </a:moveTo>
                <a:lnTo>
                  <a:pt x="2227" y="998"/>
                </a:lnTo>
                <a:lnTo>
                  <a:pt x="2227" y="978"/>
                </a:lnTo>
                <a:lnTo>
                  <a:pt x="2328" y="978"/>
                </a:lnTo>
                <a:lnTo>
                  <a:pt x="2328" y="998"/>
                </a:lnTo>
                <a:moveTo>
                  <a:pt x="2166" y="998"/>
                </a:moveTo>
                <a:lnTo>
                  <a:pt x="2064" y="998"/>
                </a:lnTo>
                <a:lnTo>
                  <a:pt x="2064" y="978"/>
                </a:lnTo>
                <a:lnTo>
                  <a:pt x="2166" y="978"/>
                </a:lnTo>
                <a:lnTo>
                  <a:pt x="2166" y="998"/>
                </a:lnTo>
                <a:moveTo>
                  <a:pt x="2003" y="998"/>
                </a:moveTo>
                <a:lnTo>
                  <a:pt x="1901" y="998"/>
                </a:lnTo>
                <a:lnTo>
                  <a:pt x="1901" y="978"/>
                </a:lnTo>
                <a:lnTo>
                  <a:pt x="2003" y="978"/>
                </a:lnTo>
                <a:lnTo>
                  <a:pt x="2003" y="998"/>
                </a:lnTo>
                <a:moveTo>
                  <a:pt x="1840" y="998"/>
                </a:moveTo>
                <a:lnTo>
                  <a:pt x="1739" y="998"/>
                </a:lnTo>
                <a:lnTo>
                  <a:pt x="1739" y="978"/>
                </a:lnTo>
                <a:lnTo>
                  <a:pt x="1840" y="978"/>
                </a:lnTo>
                <a:lnTo>
                  <a:pt x="1840" y="998"/>
                </a:lnTo>
                <a:moveTo>
                  <a:pt x="1678" y="998"/>
                </a:moveTo>
                <a:lnTo>
                  <a:pt x="1576" y="998"/>
                </a:lnTo>
                <a:lnTo>
                  <a:pt x="1576" y="978"/>
                </a:lnTo>
                <a:lnTo>
                  <a:pt x="1678" y="978"/>
                </a:lnTo>
                <a:lnTo>
                  <a:pt x="1678" y="998"/>
                </a:lnTo>
                <a:moveTo>
                  <a:pt x="1515" y="998"/>
                </a:moveTo>
                <a:lnTo>
                  <a:pt x="1413" y="998"/>
                </a:lnTo>
                <a:lnTo>
                  <a:pt x="1413" y="978"/>
                </a:lnTo>
                <a:lnTo>
                  <a:pt x="1515" y="978"/>
                </a:lnTo>
                <a:lnTo>
                  <a:pt x="1515" y="998"/>
                </a:lnTo>
                <a:moveTo>
                  <a:pt x="1352" y="998"/>
                </a:moveTo>
                <a:lnTo>
                  <a:pt x="1251" y="998"/>
                </a:lnTo>
                <a:lnTo>
                  <a:pt x="1251" y="978"/>
                </a:lnTo>
                <a:lnTo>
                  <a:pt x="1352" y="978"/>
                </a:lnTo>
                <a:lnTo>
                  <a:pt x="1352" y="998"/>
                </a:lnTo>
                <a:moveTo>
                  <a:pt x="1190" y="998"/>
                </a:moveTo>
                <a:lnTo>
                  <a:pt x="1088" y="998"/>
                </a:lnTo>
                <a:lnTo>
                  <a:pt x="1088" y="978"/>
                </a:lnTo>
                <a:lnTo>
                  <a:pt x="1190" y="978"/>
                </a:lnTo>
                <a:lnTo>
                  <a:pt x="1190" y="998"/>
                </a:lnTo>
                <a:moveTo>
                  <a:pt x="1027" y="998"/>
                </a:moveTo>
                <a:lnTo>
                  <a:pt x="925" y="998"/>
                </a:lnTo>
                <a:lnTo>
                  <a:pt x="925" y="978"/>
                </a:lnTo>
                <a:lnTo>
                  <a:pt x="1027" y="978"/>
                </a:lnTo>
                <a:lnTo>
                  <a:pt x="1027" y="998"/>
                </a:lnTo>
                <a:moveTo>
                  <a:pt x="864" y="998"/>
                </a:moveTo>
                <a:lnTo>
                  <a:pt x="763" y="998"/>
                </a:lnTo>
                <a:lnTo>
                  <a:pt x="763" y="978"/>
                </a:lnTo>
                <a:lnTo>
                  <a:pt x="864" y="978"/>
                </a:lnTo>
                <a:lnTo>
                  <a:pt x="864" y="998"/>
                </a:lnTo>
                <a:moveTo>
                  <a:pt x="702" y="998"/>
                </a:moveTo>
                <a:lnTo>
                  <a:pt x="600" y="998"/>
                </a:lnTo>
                <a:lnTo>
                  <a:pt x="600" y="978"/>
                </a:lnTo>
                <a:lnTo>
                  <a:pt x="702" y="978"/>
                </a:lnTo>
                <a:lnTo>
                  <a:pt x="702" y="998"/>
                </a:lnTo>
                <a:moveTo>
                  <a:pt x="539" y="998"/>
                </a:moveTo>
                <a:lnTo>
                  <a:pt x="437" y="998"/>
                </a:lnTo>
                <a:lnTo>
                  <a:pt x="437" y="978"/>
                </a:lnTo>
                <a:lnTo>
                  <a:pt x="539" y="978"/>
                </a:lnTo>
                <a:lnTo>
                  <a:pt x="539" y="998"/>
                </a:lnTo>
                <a:moveTo>
                  <a:pt x="376" y="998"/>
                </a:moveTo>
                <a:lnTo>
                  <a:pt x="275" y="998"/>
                </a:lnTo>
                <a:lnTo>
                  <a:pt x="275" y="978"/>
                </a:lnTo>
                <a:lnTo>
                  <a:pt x="376" y="978"/>
                </a:lnTo>
                <a:lnTo>
                  <a:pt x="376" y="998"/>
                </a:lnTo>
                <a:moveTo>
                  <a:pt x="213" y="998"/>
                </a:moveTo>
                <a:lnTo>
                  <a:pt x="112" y="998"/>
                </a:lnTo>
                <a:lnTo>
                  <a:pt x="112" y="978"/>
                </a:lnTo>
                <a:lnTo>
                  <a:pt x="213" y="978"/>
                </a:lnTo>
                <a:lnTo>
                  <a:pt x="213" y="998"/>
                </a:lnTo>
                <a:moveTo>
                  <a:pt x="51" y="998"/>
                </a:moveTo>
                <a:lnTo>
                  <a:pt x="0" y="998"/>
                </a:lnTo>
                <a:lnTo>
                  <a:pt x="0" y="927"/>
                </a:lnTo>
                <a:lnTo>
                  <a:pt x="20" y="927"/>
                </a:lnTo>
                <a:lnTo>
                  <a:pt x="20" y="988"/>
                </a:lnTo>
                <a:lnTo>
                  <a:pt x="10" y="988"/>
                </a:lnTo>
                <a:lnTo>
                  <a:pt x="10" y="978"/>
                </a:lnTo>
                <a:lnTo>
                  <a:pt x="51" y="978"/>
                </a:lnTo>
                <a:lnTo>
                  <a:pt x="51" y="998"/>
                </a:lnTo>
                <a:moveTo>
                  <a:pt x="0" y="865"/>
                </a:moveTo>
                <a:lnTo>
                  <a:pt x="0" y="763"/>
                </a:lnTo>
                <a:lnTo>
                  <a:pt x="20" y="763"/>
                </a:lnTo>
                <a:lnTo>
                  <a:pt x="20" y="865"/>
                </a:lnTo>
                <a:lnTo>
                  <a:pt x="0" y="865"/>
                </a:lnTo>
                <a:moveTo>
                  <a:pt x="0" y="702"/>
                </a:moveTo>
                <a:lnTo>
                  <a:pt x="0" y="601"/>
                </a:lnTo>
                <a:lnTo>
                  <a:pt x="20" y="601"/>
                </a:lnTo>
                <a:lnTo>
                  <a:pt x="20" y="702"/>
                </a:lnTo>
                <a:lnTo>
                  <a:pt x="0" y="702"/>
                </a:lnTo>
                <a:moveTo>
                  <a:pt x="0" y="539"/>
                </a:moveTo>
                <a:lnTo>
                  <a:pt x="0" y="438"/>
                </a:lnTo>
                <a:lnTo>
                  <a:pt x="20" y="438"/>
                </a:lnTo>
                <a:lnTo>
                  <a:pt x="20" y="539"/>
                </a:lnTo>
                <a:lnTo>
                  <a:pt x="0" y="539"/>
                </a:lnTo>
                <a:moveTo>
                  <a:pt x="0" y="377"/>
                </a:moveTo>
                <a:lnTo>
                  <a:pt x="0" y="275"/>
                </a:lnTo>
                <a:lnTo>
                  <a:pt x="20" y="275"/>
                </a:lnTo>
                <a:lnTo>
                  <a:pt x="20" y="377"/>
                </a:lnTo>
                <a:lnTo>
                  <a:pt x="0" y="377"/>
                </a:lnTo>
                <a:moveTo>
                  <a:pt x="0" y="214"/>
                </a:moveTo>
                <a:lnTo>
                  <a:pt x="0" y="112"/>
                </a:lnTo>
                <a:lnTo>
                  <a:pt x="20" y="112"/>
                </a:lnTo>
                <a:lnTo>
                  <a:pt x="20" y="214"/>
                </a:lnTo>
                <a:lnTo>
                  <a:pt x="0" y="214"/>
                </a:lnTo>
                <a:moveTo>
                  <a:pt x="0" y="51"/>
                </a:moveTo>
                <a:lnTo>
                  <a:pt x="0" y="0"/>
                </a:lnTo>
                <a:lnTo>
                  <a:pt x="112" y="0"/>
                </a:lnTo>
                <a:lnTo>
                  <a:pt x="112" y="20"/>
                </a:lnTo>
                <a:lnTo>
                  <a:pt x="10" y="20"/>
                </a:lnTo>
                <a:lnTo>
                  <a:pt x="10" y="10"/>
                </a:lnTo>
                <a:lnTo>
                  <a:pt x="20" y="10"/>
                </a:lnTo>
                <a:lnTo>
                  <a:pt x="20" y="51"/>
                </a:lnTo>
                <a:lnTo>
                  <a:pt x="0" y="51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4" name=""/>
          <p:cNvSpPr/>
          <p:nvPr/>
        </p:nvSpPr>
        <p:spPr>
          <a:xfrm>
            <a:off x="3902040" y="3504240"/>
            <a:ext cx="88200" cy="73800"/>
          </a:xfrm>
          <a:custGeom>
            <a:avLst/>
            <a:gdLst/>
            <a:ahLst/>
            <a:rect l="0" t="0" r="r" b="b"/>
            <a:pathLst>
              <a:path w="245" h="205">
                <a:moveTo>
                  <a:pt x="0" y="0"/>
                </a:moveTo>
                <a:lnTo>
                  <a:pt x="245" y="0"/>
                </a:lnTo>
                <a:lnTo>
                  <a:pt x="245" y="205"/>
                </a:lnTo>
                <a:lnTo>
                  <a:pt x="0" y="205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44444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5" name=""/>
          <p:cNvSpPr/>
          <p:nvPr/>
        </p:nvSpPr>
        <p:spPr>
          <a:xfrm>
            <a:off x="3902040" y="3529800"/>
            <a:ext cx="87840" cy="0"/>
          </a:xfrm>
          <a:prstGeom prst="line">
            <a:avLst/>
          </a:prstGeom>
          <a:ln w="93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1449720" y="3204000"/>
            <a:ext cx="30790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c1c1c"/>
                </a:solidFill>
                <a:latin typeface="DejaVuSans"/>
                <a:ea typeface="DejaVuSans"/>
              </a:rPr>
              <a:t>Beoordelen en feedback geven (CompetentNL laag 2)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7" name=""/>
          <p:cNvSpPr txBox="1"/>
          <p:nvPr/>
        </p:nvSpPr>
        <p:spPr>
          <a:xfrm>
            <a:off x="1449720" y="3495960"/>
            <a:ext cx="2901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4a3a78"/>
                </a:solidFill>
                <a:latin typeface="DejaVuSans"/>
                <a:ea typeface="DejaVuSans"/>
              </a:rPr>
              <a:t>Kennis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8" name=""/>
          <p:cNvSpPr txBox="1"/>
          <p:nvPr/>
        </p:nvSpPr>
        <p:spPr>
          <a:xfrm>
            <a:off x="1449720" y="3614400"/>
            <a:ext cx="21250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c1c1c"/>
                </a:solidFill>
                <a:latin typeface="DejaVuSans"/>
                <a:ea typeface="DejaVuSans"/>
              </a:rPr>
              <a:t>Farmacie en toetsing (ISCED-F 0916)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9" name=""/>
          <p:cNvSpPr txBox="1"/>
          <p:nvPr/>
        </p:nvSpPr>
        <p:spPr>
          <a:xfrm>
            <a:off x="1068840" y="3936960"/>
            <a:ext cx="62506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5b6663"/>
                </a:solidFill>
                <a:latin typeface="DejaVuSans"/>
                <a:ea typeface="DejaVuSans"/>
              </a:rPr>
              <a:t>De examencommissie werkt de examenonderdeelspeciﬁcatie uit zoals de onderwijsontwerper de eenheid: alles hieronder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0" name=""/>
          <p:cNvSpPr txBox="1"/>
          <p:nvPr/>
        </p:nvSpPr>
        <p:spPr>
          <a:xfrm>
            <a:off x="1068840" y="4075920"/>
            <a:ext cx="610452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5b6663"/>
                </a:solidFill>
                <a:latin typeface="DejaVuSans"/>
                <a:ea typeface="DejaVuSans"/>
              </a:rPr>
              <a:t>wordt er onderdeel van. De toetsvorm zegt hoe er wordt geexamineerd, het instrument en het materiaal waarmee, het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1" name=""/>
          <p:cNvSpPr txBox="1"/>
          <p:nvPr/>
        </p:nvSpPr>
        <p:spPr>
          <a:xfrm>
            <a:off x="1068840" y="4215240"/>
            <a:ext cx="574452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5b6663"/>
                </a:solidFill>
                <a:latin typeface="DejaVuSans"/>
                <a:ea typeface="DejaVuSans"/>
              </a:rPr>
              <a:t>ruimtetype waar het goed af te nemen is, en het proﬁel wie mag beoordelen, met de skills die daarbij horen. De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2" name=""/>
          <p:cNvSpPr txBox="1"/>
          <p:nvPr/>
        </p:nvSpPr>
        <p:spPr>
          <a:xfrm>
            <a:off x="1068840" y="4354560"/>
            <a:ext cx="610884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5b6663"/>
                </a:solidFill>
                <a:latin typeface="DejaVuSans"/>
                <a:ea typeface="DejaVuSans"/>
              </a:rPr>
              <a:t>speciﬁcatie zelf verwijst naar de leeruitkomst die het examen aftikt; de afname volgt in fase 2 als examenmoment met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3" name=""/>
          <p:cNvSpPr txBox="1"/>
          <p:nvPr/>
        </p:nvSpPr>
        <p:spPr>
          <a:xfrm>
            <a:off x="1068840" y="4493520"/>
            <a:ext cx="59040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5b6663"/>
                </a:solidFill>
                <a:latin typeface="DejaVuSans"/>
                <a:ea typeface="DejaVuSans"/>
              </a:rPr>
              <a:t>instrument.</a:t>
            </a:r>
            <a:endParaRPr b="0" lang="en-US" sz="8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5" name=""/>
          <p:cNvSpPr txBox="1"/>
          <p:nvPr/>
        </p:nvSpPr>
        <p:spPr>
          <a:xfrm>
            <a:off x="1628640" y="4766400"/>
            <a:ext cx="68983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Stap: Exameninstrumenten bepalen, inkopen of construeren · verdieping: examenvorm, instrument en beoordelaar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0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0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03" name=""/>
          <p:cNvSpPr/>
          <p:nvPr/>
        </p:nvSpPr>
        <p:spPr>
          <a:xfrm>
            <a:off x="461160" y="718200"/>
            <a:ext cx="8412120" cy="10643400"/>
          </a:xfrm>
          <a:custGeom>
            <a:avLst/>
            <a:gdLst/>
            <a:ahLst/>
            <a:rect l="0" t="0" r="r" b="b"/>
            <a:pathLst>
              <a:path w="23367" h="29565">
                <a:moveTo>
                  <a:pt x="233" y="0"/>
                </a:moveTo>
                <a:lnTo>
                  <a:pt x="23134" y="0"/>
                </a:lnTo>
                <a:cubicBezTo>
                  <a:pt x="23150" y="0"/>
                  <a:pt x="23165" y="2"/>
                  <a:pt x="23180" y="5"/>
                </a:cubicBezTo>
                <a:cubicBezTo>
                  <a:pt x="23195" y="8"/>
                  <a:pt x="23209" y="12"/>
                  <a:pt x="23223" y="18"/>
                </a:cubicBezTo>
                <a:cubicBezTo>
                  <a:pt x="23237" y="24"/>
                  <a:pt x="23251" y="31"/>
                  <a:pt x="23264" y="40"/>
                </a:cubicBezTo>
                <a:cubicBezTo>
                  <a:pt x="23276" y="48"/>
                  <a:pt x="23288" y="58"/>
                  <a:pt x="23299" y="68"/>
                </a:cubicBezTo>
                <a:cubicBezTo>
                  <a:pt x="23310" y="79"/>
                  <a:pt x="23319" y="91"/>
                  <a:pt x="23328" y="104"/>
                </a:cubicBezTo>
                <a:cubicBezTo>
                  <a:pt x="23336" y="116"/>
                  <a:pt x="23343" y="130"/>
                  <a:pt x="23349" y="144"/>
                </a:cubicBezTo>
                <a:cubicBezTo>
                  <a:pt x="23355" y="158"/>
                  <a:pt x="23359" y="172"/>
                  <a:pt x="23362" y="187"/>
                </a:cubicBezTo>
                <a:cubicBezTo>
                  <a:pt x="23365" y="202"/>
                  <a:pt x="23367" y="217"/>
                  <a:pt x="23367" y="233"/>
                </a:cubicBezTo>
                <a:lnTo>
                  <a:pt x="23367" y="29333"/>
                </a:lnTo>
                <a:cubicBezTo>
                  <a:pt x="23367" y="29348"/>
                  <a:pt x="23365" y="29363"/>
                  <a:pt x="23362" y="29378"/>
                </a:cubicBezTo>
                <a:cubicBezTo>
                  <a:pt x="23359" y="29393"/>
                  <a:pt x="23355" y="29408"/>
                  <a:pt x="23349" y="29422"/>
                </a:cubicBezTo>
                <a:cubicBezTo>
                  <a:pt x="23343" y="29436"/>
                  <a:pt x="23336" y="29449"/>
                  <a:pt x="23328" y="29462"/>
                </a:cubicBezTo>
                <a:cubicBezTo>
                  <a:pt x="23319" y="29475"/>
                  <a:pt x="23310" y="29486"/>
                  <a:pt x="23299" y="29497"/>
                </a:cubicBezTo>
                <a:cubicBezTo>
                  <a:pt x="23288" y="29508"/>
                  <a:pt x="23276" y="29517"/>
                  <a:pt x="23264" y="29526"/>
                </a:cubicBezTo>
                <a:cubicBezTo>
                  <a:pt x="23251" y="29534"/>
                  <a:pt x="23237" y="29541"/>
                  <a:pt x="23223" y="29547"/>
                </a:cubicBezTo>
                <a:cubicBezTo>
                  <a:pt x="23209" y="29553"/>
                  <a:pt x="23195" y="29558"/>
                  <a:pt x="23180" y="29561"/>
                </a:cubicBezTo>
                <a:cubicBezTo>
                  <a:pt x="23165" y="29563"/>
                  <a:pt x="23150" y="29565"/>
                  <a:pt x="23134" y="29565"/>
                </a:cubicBezTo>
                <a:lnTo>
                  <a:pt x="233" y="29565"/>
                </a:lnTo>
                <a:cubicBezTo>
                  <a:pt x="217" y="29565"/>
                  <a:pt x="202" y="29563"/>
                  <a:pt x="187" y="29561"/>
                </a:cubicBezTo>
                <a:cubicBezTo>
                  <a:pt x="172" y="29558"/>
                  <a:pt x="158" y="29553"/>
                  <a:pt x="144" y="29547"/>
                </a:cubicBezTo>
                <a:cubicBezTo>
                  <a:pt x="130" y="29541"/>
                  <a:pt x="116" y="29534"/>
                  <a:pt x="104" y="29526"/>
                </a:cubicBezTo>
                <a:cubicBezTo>
                  <a:pt x="91" y="29517"/>
                  <a:pt x="79" y="29508"/>
                  <a:pt x="68" y="29497"/>
                </a:cubicBezTo>
                <a:cubicBezTo>
                  <a:pt x="58" y="29486"/>
                  <a:pt x="48" y="29475"/>
                  <a:pt x="40" y="29462"/>
                </a:cubicBezTo>
                <a:cubicBezTo>
                  <a:pt x="31" y="29449"/>
                  <a:pt x="24" y="29436"/>
                  <a:pt x="18" y="29422"/>
                </a:cubicBezTo>
                <a:cubicBezTo>
                  <a:pt x="12" y="29408"/>
                  <a:pt x="8" y="29393"/>
                  <a:pt x="5" y="29378"/>
                </a:cubicBezTo>
                <a:cubicBezTo>
                  <a:pt x="2" y="29363"/>
                  <a:pt x="0" y="29348"/>
                  <a:pt x="0" y="29333"/>
                </a:cubicBezTo>
                <a:lnTo>
                  <a:pt x="0" y="233"/>
                </a:lnTo>
                <a:cubicBezTo>
                  <a:pt x="0" y="217"/>
                  <a:pt x="2" y="202"/>
                  <a:pt x="5" y="187"/>
                </a:cubicBezTo>
                <a:cubicBezTo>
                  <a:pt x="8" y="172"/>
                  <a:pt x="12" y="158"/>
                  <a:pt x="18" y="144"/>
                </a:cubicBezTo>
                <a:cubicBezTo>
                  <a:pt x="24" y="130"/>
                  <a:pt x="31" y="116"/>
                  <a:pt x="40" y="104"/>
                </a:cubicBezTo>
                <a:cubicBezTo>
                  <a:pt x="48" y="91"/>
                  <a:pt x="58" y="79"/>
                  <a:pt x="68" y="68"/>
                </a:cubicBezTo>
                <a:cubicBezTo>
                  <a:pt x="79" y="58"/>
                  <a:pt x="91" y="48"/>
                  <a:pt x="104" y="40"/>
                </a:cubicBezTo>
                <a:cubicBezTo>
                  <a:pt x="116" y="31"/>
                  <a:pt x="130" y="24"/>
                  <a:pt x="144" y="18"/>
                </a:cubicBezTo>
                <a:cubicBezTo>
                  <a:pt x="158" y="12"/>
                  <a:pt x="172" y="8"/>
                  <a:pt x="187" y="5"/>
                </a:cubicBezTo>
                <a:cubicBezTo>
                  <a:pt x="202" y="2"/>
                  <a:pt x="217" y="0"/>
                  <a:pt x="23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4" name=""/>
          <p:cNvSpPr/>
          <p:nvPr/>
        </p:nvSpPr>
        <p:spPr>
          <a:xfrm>
            <a:off x="461160" y="718200"/>
            <a:ext cx="8412120" cy="10643400"/>
          </a:xfrm>
          <a:custGeom>
            <a:avLst/>
            <a:gdLst/>
            <a:ahLst/>
            <a:rect l="0" t="0" r="r" b="b"/>
            <a:pathLst>
              <a:path w="23367" h="29565">
                <a:moveTo>
                  <a:pt x="233" y="0"/>
                </a:moveTo>
                <a:lnTo>
                  <a:pt x="23134" y="0"/>
                </a:lnTo>
                <a:cubicBezTo>
                  <a:pt x="23150" y="0"/>
                  <a:pt x="23165" y="2"/>
                  <a:pt x="23180" y="5"/>
                </a:cubicBezTo>
                <a:cubicBezTo>
                  <a:pt x="23195" y="8"/>
                  <a:pt x="23209" y="12"/>
                  <a:pt x="23223" y="18"/>
                </a:cubicBezTo>
                <a:cubicBezTo>
                  <a:pt x="23237" y="24"/>
                  <a:pt x="23251" y="31"/>
                  <a:pt x="23264" y="40"/>
                </a:cubicBezTo>
                <a:cubicBezTo>
                  <a:pt x="23276" y="48"/>
                  <a:pt x="23288" y="58"/>
                  <a:pt x="23299" y="68"/>
                </a:cubicBezTo>
                <a:cubicBezTo>
                  <a:pt x="23310" y="79"/>
                  <a:pt x="23319" y="91"/>
                  <a:pt x="23328" y="104"/>
                </a:cubicBezTo>
                <a:cubicBezTo>
                  <a:pt x="23336" y="116"/>
                  <a:pt x="23343" y="130"/>
                  <a:pt x="23349" y="144"/>
                </a:cubicBezTo>
                <a:cubicBezTo>
                  <a:pt x="23355" y="158"/>
                  <a:pt x="23359" y="172"/>
                  <a:pt x="23362" y="187"/>
                </a:cubicBezTo>
                <a:cubicBezTo>
                  <a:pt x="23365" y="202"/>
                  <a:pt x="23367" y="217"/>
                  <a:pt x="23367" y="233"/>
                </a:cubicBezTo>
                <a:lnTo>
                  <a:pt x="23367" y="29333"/>
                </a:lnTo>
                <a:cubicBezTo>
                  <a:pt x="23367" y="29348"/>
                  <a:pt x="23365" y="29363"/>
                  <a:pt x="23362" y="29378"/>
                </a:cubicBezTo>
                <a:cubicBezTo>
                  <a:pt x="23359" y="29393"/>
                  <a:pt x="23355" y="29408"/>
                  <a:pt x="23349" y="29422"/>
                </a:cubicBezTo>
                <a:cubicBezTo>
                  <a:pt x="23343" y="29436"/>
                  <a:pt x="23336" y="29449"/>
                  <a:pt x="23328" y="29462"/>
                </a:cubicBezTo>
                <a:cubicBezTo>
                  <a:pt x="23319" y="29475"/>
                  <a:pt x="23310" y="29486"/>
                  <a:pt x="23299" y="29497"/>
                </a:cubicBezTo>
                <a:cubicBezTo>
                  <a:pt x="23288" y="29508"/>
                  <a:pt x="23276" y="29517"/>
                  <a:pt x="23264" y="29526"/>
                </a:cubicBezTo>
                <a:cubicBezTo>
                  <a:pt x="23251" y="29534"/>
                  <a:pt x="23237" y="29541"/>
                  <a:pt x="23223" y="29547"/>
                </a:cubicBezTo>
                <a:cubicBezTo>
                  <a:pt x="23209" y="29553"/>
                  <a:pt x="23195" y="29558"/>
                  <a:pt x="23180" y="29561"/>
                </a:cubicBezTo>
                <a:cubicBezTo>
                  <a:pt x="23165" y="29563"/>
                  <a:pt x="23150" y="29565"/>
                  <a:pt x="23134" y="29565"/>
                </a:cubicBezTo>
                <a:lnTo>
                  <a:pt x="233" y="29565"/>
                </a:lnTo>
                <a:cubicBezTo>
                  <a:pt x="217" y="29565"/>
                  <a:pt x="202" y="29563"/>
                  <a:pt x="187" y="29561"/>
                </a:cubicBezTo>
                <a:cubicBezTo>
                  <a:pt x="172" y="29558"/>
                  <a:pt x="158" y="29553"/>
                  <a:pt x="144" y="29547"/>
                </a:cubicBezTo>
                <a:cubicBezTo>
                  <a:pt x="130" y="29541"/>
                  <a:pt x="116" y="29534"/>
                  <a:pt x="104" y="29526"/>
                </a:cubicBezTo>
                <a:cubicBezTo>
                  <a:pt x="91" y="29517"/>
                  <a:pt x="79" y="29508"/>
                  <a:pt x="68" y="29497"/>
                </a:cubicBezTo>
                <a:cubicBezTo>
                  <a:pt x="58" y="29486"/>
                  <a:pt x="48" y="29475"/>
                  <a:pt x="40" y="29462"/>
                </a:cubicBezTo>
                <a:cubicBezTo>
                  <a:pt x="31" y="29449"/>
                  <a:pt x="24" y="29436"/>
                  <a:pt x="18" y="29422"/>
                </a:cubicBezTo>
                <a:cubicBezTo>
                  <a:pt x="12" y="29408"/>
                  <a:pt x="8" y="29393"/>
                  <a:pt x="5" y="29378"/>
                </a:cubicBezTo>
                <a:cubicBezTo>
                  <a:pt x="2" y="29363"/>
                  <a:pt x="0" y="29348"/>
                  <a:pt x="0" y="29333"/>
                </a:cubicBezTo>
                <a:lnTo>
                  <a:pt x="0" y="233"/>
                </a:lnTo>
                <a:cubicBezTo>
                  <a:pt x="0" y="217"/>
                  <a:pt x="2" y="202"/>
                  <a:pt x="5" y="187"/>
                </a:cubicBezTo>
                <a:cubicBezTo>
                  <a:pt x="8" y="172"/>
                  <a:pt x="12" y="158"/>
                  <a:pt x="18" y="144"/>
                </a:cubicBezTo>
                <a:cubicBezTo>
                  <a:pt x="24" y="130"/>
                  <a:pt x="31" y="116"/>
                  <a:pt x="40" y="104"/>
                </a:cubicBezTo>
                <a:cubicBezTo>
                  <a:pt x="48" y="91"/>
                  <a:pt x="58" y="79"/>
                  <a:pt x="68" y="68"/>
                </a:cubicBezTo>
                <a:cubicBezTo>
                  <a:pt x="79" y="58"/>
                  <a:pt x="91" y="48"/>
                  <a:pt x="104" y="40"/>
                </a:cubicBezTo>
                <a:cubicBezTo>
                  <a:pt x="116" y="31"/>
                  <a:pt x="130" y="24"/>
                  <a:pt x="144" y="18"/>
                </a:cubicBezTo>
                <a:cubicBezTo>
                  <a:pt x="158" y="12"/>
                  <a:pt x="172" y="8"/>
                  <a:pt x="187" y="5"/>
                </a:cubicBezTo>
                <a:cubicBezTo>
                  <a:pt x="202" y="2"/>
                  <a:pt x="217" y="0"/>
                  <a:pt x="233" y="0"/>
                </a:cubicBezTo>
                <a:close/>
              </a:path>
            </a:pathLst>
          </a:custGeom>
          <a:noFill/>
          <a:ln w="828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457200" y="484560"/>
            <a:ext cx="56120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1   ·  DEEL  1   VAN  3  ·  DE  O PLEIDING   ZOALS   O NTWO R PEN  NAAR   DE  CATALO G US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6" name=""/>
          <p:cNvSpPr/>
          <p:nvPr/>
        </p:nvSpPr>
        <p:spPr>
          <a:xfrm>
            <a:off x="457200" y="714240"/>
            <a:ext cx="33840" cy="10651680"/>
          </a:xfrm>
          <a:custGeom>
            <a:avLst/>
            <a:gdLst/>
            <a:ahLst/>
            <a:rect l="0" t="0" r="r" b="b"/>
            <a:pathLst>
              <a:path w="94" h="29588">
                <a:moveTo>
                  <a:pt x="0" y="0"/>
                </a:moveTo>
                <a:lnTo>
                  <a:pt x="94" y="0"/>
                </a:lnTo>
                <a:lnTo>
                  <a:pt x="94" y="29588"/>
                </a:lnTo>
                <a:lnTo>
                  <a:pt x="0" y="29588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7" name=""/>
          <p:cNvSpPr/>
          <p:nvPr/>
        </p:nvSpPr>
        <p:spPr>
          <a:xfrm>
            <a:off x="557640" y="1165320"/>
            <a:ext cx="1697400" cy="159120"/>
          </a:xfrm>
          <a:custGeom>
            <a:avLst/>
            <a:gdLst/>
            <a:ahLst/>
            <a:rect l="0" t="0" r="r" b="b"/>
            <a:pathLst>
              <a:path w="4715" h="442">
                <a:moveTo>
                  <a:pt x="92" y="0"/>
                </a:moveTo>
                <a:lnTo>
                  <a:pt x="4622" y="0"/>
                </a:lnTo>
                <a:cubicBezTo>
                  <a:pt x="4635" y="0"/>
                  <a:pt x="4647" y="2"/>
                  <a:pt x="4658" y="7"/>
                </a:cubicBezTo>
                <a:cubicBezTo>
                  <a:pt x="4669" y="12"/>
                  <a:pt x="4679" y="18"/>
                  <a:pt x="4688" y="27"/>
                </a:cubicBezTo>
                <a:cubicBezTo>
                  <a:pt x="4697" y="36"/>
                  <a:pt x="4704" y="46"/>
                  <a:pt x="4708" y="57"/>
                </a:cubicBezTo>
                <a:cubicBezTo>
                  <a:pt x="4713" y="70"/>
                  <a:pt x="4715" y="81"/>
                  <a:pt x="4715" y="94"/>
                </a:cubicBezTo>
                <a:lnTo>
                  <a:pt x="4715" y="349"/>
                </a:lnTo>
                <a:cubicBezTo>
                  <a:pt x="4715" y="361"/>
                  <a:pt x="4713" y="373"/>
                  <a:pt x="4708" y="385"/>
                </a:cubicBezTo>
                <a:cubicBezTo>
                  <a:pt x="4704" y="396"/>
                  <a:pt x="4697" y="406"/>
                  <a:pt x="4688" y="415"/>
                </a:cubicBezTo>
                <a:cubicBezTo>
                  <a:pt x="4679" y="423"/>
                  <a:pt x="4669" y="430"/>
                  <a:pt x="4658" y="435"/>
                </a:cubicBezTo>
                <a:cubicBezTo>
                  <a:pt x="4647" y="440"/>
                  <a:pt x="4635" y="442"/>
                  <a:pt x="4622" y="442"/>
                </a:cubicBezTo>
                <a:lnTo>
                  <a:pt x="92" y="442"/>
                </a:lnTo>
                <a:cubicBezTo>
                  <a:pt x="80" y="442"/>
                  <a:pt x="68" y="440"/>
                  <a:pt x="57" y="435"/>
                </a:cubicBezTo>
                <a:cubicBezTo>
                  <a:pt x="45" y="430"/>
                  <a:pt x="35" y="423"/>
                  <a:pt x="27" y="415"/>
                </a:cubicBezTo>
                <a:cubicBezTo>
                  <a:pt x="18" y="406"/>
                  <a:pt x="11" y="396"/>
                  <a:pt x="7" y="385"/>
                </a:cubicBezTo>
                <a:cubicBezTo>
                  <a:pt x="2" y="373"/>
                  <a:pt x="0" y="361"/>
                  <a:pt x="0" y="349"/>
                </a:cubicBezTo>
                <a:lnTo>
                  <a:pt x="0" y="94"/>
                </a:lnTo>
                <a:cubicBezTo>
                  <a:pt x="0" y="81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8" name=""/>
          <p:cNvSpPr/>
          <p:nvPr/>
        </p:nvSpPr>
        <p:spPr>
          <a:xfrm>
            <a:off x="557640" y="1165320"/>
            <a:ext cx="1697400" cy="159120"/>
          </a:xfrm>
          <a:custGeom>
            <a:avLst/>
            <a:gdLst/>
            <a:ahLst/>
            <a:rect l="0" t="0" r="r" b="b"/>
            <a:pathLst>
              <a:path w="4715" h="442">
                <a:moveTo>
                  <a:pt x="92" y="0"/>
                </a:moveTo>
                <a:lnTo>
                  <a:pt x="4622" y="0"/>
                </a:lnTo>
                <a:cubicBezTo>
                  <a:pt x="4635" y="0"/>
                  <a:pt x="4647" y="2"/>
                  <a:pt x="4658" y="7"/>
                </a:cubicBezTo>
                <a:cubicBezTo>
                  <a:pt x="4669" y="12"/>
                  <a:pt x="4679" y="18"/>
                  <a:pt x="4688" y="27"/>
                </a:cubicBezTo>
                <a:cubicBezTo>
                  <a:pt x="4697" y="36"/>
                  <a:pt x="4704" y="46"/>
                  <a:pt x="4708" y="57"/>
                </a:cubicBezTo>
                <a:cubicBezTo>
                  <a:pt x="4713" y="70"/>
                  <a:pt x="4715" y="81"/>
                  <a:pt x="4715" y="94"/>
                </a:cubicBezTo>
                <a:lnTo>
                  <a:pt x="4715" y="349"/>
                </a:lnTo>
                <a:cubicBezTo>
                  <a:pt x="4715" y="361"/>
                  <a:pt x="4713" y="373"/>
                  <a:pt x="4708" y="385"/>
                </a:cubicBezTo>
                <a:cubicBezTo>
                  <a:pt x="4704" y="396"/>
                  <a:pt x="4697" y="406"/>
                  <a:pt x="4688" y="415"/>
                </a:cubicBezTo>
                <a:cubicBezTo>
                  <a:pt x="4679" y="423"/>
                  <a:pt x="4669" y="430"/>
                  <a:pt x="4658" y="435"/>
                </a:cubicBezTo>
                <a:cubicBezTo>
                  <a:pt x="4647" y="440"/>
                  <a:pt x="4635" y="442"/>
                  <a:pt x="4622" y="442"/>
                </a:cubicBezTo>
                <a:lnTo>
                  <a:pt x="92" y="442"/>
                </a:lnTo>
                <a:cubicBezTo>
                  <a:pt x="80" y="442"/>
                  <a:pt x="68" y="440"/>
                  <a:pt x="57" y="435"/>
                </a:cubicBezTo>
                <a:cubicBezTo>
                  <a:pt x="45" y="430"/>
                  <a:pt x="35" y="423"/>
                  <a:pt x="27" y="415"/>
                </a:cubicBezTo>
                <a:cubicBezTo>
                  <a:pt x="18" y="406"/>
                  <a:pt x="11" y="396"/>
                  <a:pt x="7" y="385"/>
                </a:cubicBezTo>
                <a:cubicBezTo>
                  <a:pt x="2" y="373"/>
                  <a:pt x="0" y="361"/>
                  <a:pt x="0" y="349"/>
                </a:cubicBezTo>
                <a:lnTo>
                  <a:pt x="0" y="94"/>
                </a:lnTo>
                <a:cubicBezTo>
                  <a:pt x="0" y="81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lose/>
              </a:path>
            </a:pathLst>
          </a:custGeom>
          <a:noFill/>
          <a:ln w="8280">
            <a:solidFill>
              <a:srgbClr val="c8ccc9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9" name=""/>
          <p:cNvSpPr txBox="1"/>
          <p:nvPr/>
        </p:nvSpPr>
        <p:spPr>
          <a:xfrm>
            <a:off x="557640" y="781920"/>
            <a:ext cx="3943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c1c1c"/>
                </a:solidFill>
                <a:latin typeface="DejaVuSans"/>
                <a:ea typeface="DejaVuSans"/>
              </a:rPr>
              <a:t>F1-11 - De opleiding zoals ontworpen naar de catalogus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0" name=""/>
          <p:cNvSpPr/>
          <p:nvPr/>
        </p:nvSpPr>
        <p:spPr>
          <a:xfrm>
            <a:off x="2355120" y="1048320"/>
            <a:ext cx="2048760" cy="401400"/>
          </a:xfrm>
          <a:custGeom>
            <a:avLst/>
            <a:gdLst/>
            <a:ahLst/>
            <a:rect l="0" t="0" r="r" b="b"/>
            <a:pathLst>
              <a:path w="5691" h="1115">
                <a:moveTo>
                  <a:pt x="0" y="0"/>
                </a:moveTo>
                <a:lnTo>
                  <a:pt x="5691" y="0"/>
                </a:lnTo>
                <a:lnTo>
                  <a:pt x="5691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1" name=""/>
          <p:cNvSpPr/>
          <p:nvPr/>
        </p:nvSpPr>
        <p:spPr>
          <a:xfrm>
            <a:off x="2355120" y="1048320"/>
            <a:ext cx="2048760" cy="401400"/>
          </a:xfrm>
          <a:custGeom>
            <a:avLst/>
            <a:gdLst/>
            <a:ahLst/>
            <a:rect l="0" t="0" r="r" b="b"/>
            <a:pathLst>
              <a:path w="5691" h="1115">
                <a:moveTo>
                  <a:pt x="0" y="0"/>
                </a:moveTo>
                <a:lnTo>
                  <a:pt x="5691" y="0"/>
                </a:lnTo>
                <a:lnTo>
                  <a:pt x="5691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5aa8a8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2" name=""/>
          <p:cNvSpPr/>
          <p:nvPr/>
        </p:nvSpPr>
        <p:spPr>
          <a:xfrm>
            <a:off x="4253040" y="1107000"/>
            <a:ext cx="84240" cy="100440"/>
          </a:xfrm>
          <a:custGeom>
            <a:avLst/>
            <a:gdLst/>
            <a:ahLst/>
            <a:rect l="0" t="0" r="r" b="b"/>
            <a:pathLst>
              <a:path w="234" h="279">
                <a:moveTo>
                  <a:pt x="0" y="0"/>
                </a:moveTo>
                <a:lnTo>
                  <a:pt x="234" y="0"/>
                </a:lnTo>
                <a:lnTo>
                  <a:pt x="234" y="279"/>
                </a:lnTo>
                <a:lnTo>
                  <a:pt x="0" y="279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3" name=""/>
          <p:cNvSpPr/>
          <p:nvPr/>
        </p:nvSpPr>
        <p:spPr>
          <a:xfrm>
            <a:off x="4236480" y="1123560"/>
            <a:ext cx="33840" cy="21240"/>
          </a:xfrm>
          <a:custGeom>
            <a:avLst/>
            <a:gdLst/>
            <a:ahLst/>
            <a:rect l="0" t="0" r="r" b="b"/>
            <a:pathLst>
              <a:path w="94" h="59">
                <a:moveTo>
                  <a:pt x="0" y="0"/>
                </a:moveTo>
                <a:lnTo>
                  <a:pt x="94" y="0"/>
                </a:lnTo>
                <a:lnTo>
                  <a:pt x="94" y="59"/>
                </a:lnTo>
                <a:lnTo>
                  <a:pt x="0" y="59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4" name=""/>
          <p:cNvSpPr/>
          <p:nvPr/>
        </p:nvSpPr>
        <p:spPr>
          <a:xfrm>
            <a:off x="4236480" y="1161000"/>
            <a:ext cx="33840" cy="21240"/>
          </a:xfrm>
          <a:custGeom>
            <a:avLst/>
            <a:gdLst/>
            <a:ahLst/>
            <a:rect l="0" t="0" r="r" b="b"/>
            <a:pathLst>
              <a:path w="94" h="59">
                <a:moveTo>
                  <a:pt x="0" y="0"/>
                </a:moveTo>
                <a:lnTo>
                  <a:pt x="94" y="0"/>
                </a:lnTo>
                <a:lnTo>
                  <a:pt x="94" y="59"/>
                </a:lnTo>
                <a:lnTo>
                  <a:pt x="0" y="59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5" name=""/>
          <p:cNvSpPr txBox="1"/>
          <p:nvPr/>
        </p:nvSpPr>
        <p:spPr>
          <a:xfrm>
            <a:off x="624600" y="1181160"/>
            <a:ext cx="13176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geen pijl op de hoofdplaat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6" name=""/>
          <p:cNvSpPr txBox="1"/>
          <p:nvPr/>
        </p:nvSpPr>
        <p:spPr>
          <a:xfrm>
            <a:off x="2439000" y="1105920"/>
            <a:ext cx="1850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2a5a5a"/>
                </a:solidFill>
                <a:latin typeface="DejaVuSans"/>
                <a:ea typeface="DejaVuSans"/>
              </a:rPr>
              <a:t>van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7" name=""/>
          <p:cNvSpPr/>
          <p:nvPr/>
        </p:nvSpPr>
        <p:spPr>
          <a:xfrm>
            <a:off x="4457880" y="1240560"/>
            <a:ext cx="1923480" cy="16920"/>
          </a:xfrm>
          <a:custGeom>
            <a:avLst/>
            <a:gdLst/>
            <a:ahLst/>
            <a:rect l="0" t="0" r="r" b="b"/>
            <a:pathLst>
              <a:path w="5343" h="47">
                <a:moveTo>
                  <a:pt x="0" y="0"/>
                </a:moveTo>
                <a:lnTo>
                  <a:pt x="116" y="0"/>
                </a:lnTo>
                <a:lnTo>
                  <a:pt x="116" y="47"/>
                </a:lnTo>
                <a:lnTo>
                  <a:pt x="0" y="47"/>
                </a:lnTo>
                <a:lnTo>
                  <a:pt x="0" y="0"/>
                </a:lnTo>
                <a:moveTo>
                  <a:pt x="209" y="0"/>
                </a:moveTo>
                <a:lnTo>
                  <a:pt x="325" y="0"/>
                </a:lnTo>
                <a:lnTo>
                  <a:pt x="325" y="47"/>
                </a:lnTo>
                <a:lnTo>
                  <a:pt x="209" y="47"/>
                </a:lnTo>
                <a:lnTo>
                  <a:pt x="209" y="0"/>
                </a:lnTo>
                <a:moveTo>
                  <a:pt x="418" y="0"/>
                </a:moveTo>
                <a:lnTo>
                  <a:pt x="534" y="0"/>
                </a:lnTo>
                <a:lnTo>
                  <a:pt x="534" y="47"/>
                </a:lnTo>
                <a:lnTo>
                  <a:pt x="418" y="47"/>
                </a:lnTo>
                <a:lnTo>
                  <a:pt x="418" y="0"/>
                </a:lnTo>
                <a:moveTo>
                  <a:pt x="627" y="0"/>
                </a:moveTo>
                <a:lnTo>
                  <a:pt x="743" y="0"/>
                </a:lnTo>
                <a:lnTo>
                  <a:pt x="743" y="47"/>
                </a:lnTo>
                <a:lnTo>
                  <a:pt x="627" y="47"/>
                </a:lnTo>
                <a:lnTo>
                  <a:pt x="627" y="0"/>
                </a:lnTo>
                <a:moveTo>
                  <a:pt x="836" y="0"/>
                </a:moveTo>
                <a:lnTo>
                  <a:pt x="952" y="0"/>
                </a:lnTo>
                <a:lnTo>
                  <a:pt x="952" y="47"/>
                </a:lnTo>
                <a:lnTo>
                  <a:pt x="836" y="47"/>
                </a:lnTo>
                <a:lnTo>
                  <a:pt x="836" y="0"/>
                </a:lnTo>
                <a:moveTo>
                  <a:pt x="1046" y="0"/>
                </a:moveTo>
                <a:lnTo>
                  <a:pt x="1162" y="0"/>
                </a:lnTo>
                <a:lnTo>
                  <a:pt x="1162" y="47"/>
                </a:lnTo>
                <a:lnTo>
                  <a:pt x="1046" y="47"/>
                </a:lnTo>
                <a:lnTo>
                  <a:pt x="1046" y="0"/>
                </a:lnTo>
                <a:moveTo>
                  <a:pt x="1255" y="0"/>
                </a:moveTo>
                <a:lnTo>
                  <a:pt x="1371" y="0"/>
                </a:lnTo>
                <a:lnTo>
                  <a:pt x="1371" y="47"/>
                </a:lnTo>
                <a:lnTo>
                  <a:pt x="1255" y="47"/>
                </a:lnTo>
                <a:lnTo>
                  <a:pt x="1255" y="0"/>
                </a:lnTo>
                <a:moveTo>
                  <a:pt x="1464" y="0"/>
                </a:moveTo>
                <a:lnTo>
                  <a:pt x="1580" y="0"/>
                </a:lnTo>
                <a:lnTo>
                  <a:pt x="1580" y="47"/>
                </a:lnTo>
                <a:lnTo>
                  <a:pt x="1464" y="47"/>
                </a:lnTo>
                <a:lnTo>
                  <a:pt x="1464" y="0"/>
                </a:lnTo>
                <a:moveTo>
                  <a:pt x="1673" y="0"/>
                </a:moveTo>
                <a:lnTo>
                  <a:pt x="1789" y="0"/>
                </a:lnTo>
                <a:lnTo>
                  <a:pt x="1789" y="47"/>
                </a:lnTo>
                <a:lnTo>
                  <a:pt x="1673" y="47"/>
                </a:lnTo>
                <a:lnTo>
                  <a:pt x="1673" y="0"/>
                </a:lnTo>
                <a:moveTo>
                  <a:pt x="1882" y="0"/>
                </a:moveTo>
                <a:lnTo>
                  <a:pt x="1998" y="0"/>
                </a:lnTo>
                <a:lnTo>
                  <a:pt x="1998" y="47"/>
                </a:lnTo>
                <a:lnTo>
                  <a:pt x="1882" y="47"/>
                </a:lnTo>
                <a:lnTo>
                  <a:pt x="1882" y="0"/>
                </a:lnTo>
                <a:moveTo>
                  <a:pt x="2091" y="0"/>
                </a:moveTo>
                <a:lnTo>
                  <a:pt x="2207" y="0"/>
                </a:lnTo>
                <a:lnTo>
                  <a:pt x="2207" y="47"/>
                </a:lnTo>
                <a:lnTo>
                  <a:pt x="2091" y="47"/>
                </a:lnTo>
                <a:lnTo>
                  <a:pt x="2091" y="0"/>
                </a:lnTo>
                <a:moveTo>
                  <a:pt x="2300" y="0"/>
                </a:moveTo>
                <a:lnTo>
                  <a:pt x="2416" y="0"/>
                </a:lnTo>
                <a:lnTo>
                  <a:pt x="2416" y="47"/>
                </a:lnTo>
                <a:lnTo>
                  <a:pt x="2300" y="47"/>
                </a:lnTo>
                <a:lnTo>
                  <a:pt x="2300" y="0"/>
                </a:lnTo>
                <a:moveTo>
                  <a:pt x="2509" y="0"/>
                </a:moveTo>
                <a:lnTo>
                  <a:pt x="2626" y="0"/>
                </a:lnTo>
                <a:lnTo>
                  <a:pt x="2626" y="47"/>
                </a:lnTo>
                <a:lnTo>
                  <a:pt x="2509" y="47"/>
                </a:lnTo>
                <a:lnTo>
                  <a:pt x="2509" y="0"/>
                </a:lnTo>
                <a:moveTo>
                  <a:pt x="2718" y="0"/>
                </a:moveTo>
                <a:lnTo>
                  <a:pt x="2835" y="0"/>
                </a:lnTo>
                <a:lnTo>
                  <a:pt x="2835" y="47"/>
                </a:lnTo>
                <a:lnTo>
                  <a:pt x="2718" y="47"/>
                </a:lnTo>
                <a:lnTo>
                  <a:pt x="2718" y="0"/>
                </a:lnTo>
                <a:moveTo>
                  <a:pt x="2927" y="0"/>
                </a:moveTo>
                <a:lnTo>
                  <a:pt x="3044" y="0"/>
                </a:lnTo>
                <a:lnTo>
                  <a:pt x="3044" y="47"/>
                </a:lnTo>
                <a:lnTo>
                  <a:pt x="2927" y="47"/>
                </a:lnTo>
                <a:lnTo>
                  <a:pt x="2927" y="0"/>
                </a:lnTo>
                <a:moveTo>
                  <a:pt x="3136" y="0"/>
                </a:moveTo>
                <a:lnTo>
                  <a:pt x="3253" y="0"/>
                </a:lnTo>
                <a:lnTo>
                  <a:pt x="3253" y="47"/>
                </a:lnTo>
                <a:lnTo>
                  <a:pt x="3136" y="47"/>
                </a:lnTo>
                <a:lnTo>
                  <a:pt x="3136" y="0"/>
                </a:lnTo>
                <a:moveTo>
                  <a:pt x="3346" y="0"/>
                </a:moveTo>
                <a:lnTo>
                  <a:pt x="3462" y="0"/>
                </a:lnTo>
                <a:lnTo>
                  <a:pt x="3462" y="47"/>
                </a:lnTo>
                <a:lnTo>
                  <a:pt x="3346" y="47"/>
                </a:lnTo>
                <a:lnTo>
                  <a:pt x="3346" y="0"/>
                </a:lnTo>
                <a:moveTo>
                  <a:pt x="3555" y="0"/>
                </a:moveTo>
                <a:lnTo>
                  <a:pt x="3671" y="0"/>
                </a:lnTo>
                <a:lnTo>
                  <a:pt x="3671" y="47"/>
                </a:lnTo>
                <a:lnTo>
                  <a:pt x="3555" y="47"/>
                </a:lnTo>
                <a:lnTo>
                  <a:pt x="3555" y="0"/>
                </a:lnTo>
                <a:moveTo>
                  <a:pt x="3764" y="0"/>
                </a:moveTo>
                <a:lnTo>
                  <a:pt x="3880" y="0"/>
                </a:lnTo>
                <a:lnTo>
                  <a:pt x="3880" y="47"/>
                </a:lnTo>
                <a:lnTo>
                  <a:pt x="3764" y="47"/>
                </a:lnTo>
                <a:lnTo>
                  <a:pt x="3764" y="0"/>
                </a:lnTo>
                <a:moveTo>
                  <a:pt x="3973" y="0"/>
                </a:moveTo>
                <a:lnTo>
                  <a:pt x="4089" y="0"/>
                </a:lnTo>
                <a:lnTo>
                  <a:pt x="4089" y="47"/>
                </a:lnTo>
                <a:lnTo>
                  <a:pt x="3973" y="47"/>
                </a:lnTo>
                <a:lnTo>
                  <a:pt x="3973" y="0"/>
                </a:lnTo>
                <a:moveTo>
                  <a:pt x="4182" y="0"/>
                </a:moveTo>
                <a:lnTo>
                  <a:pt x="4298" y="0"/>
                </a:lnTo>
                <a:lnTo>
                  <a:pt x="4298" y="47"/>
                </a:lnTo>
                <a:lnTo>
                  <a:pt x="4182" y="47"/>
                </a:lnTo>
                <a:lnTo>
                  <a:pt x="4182" y="0"/>
                </a:lnTo>
                <a:moveTo>
                  <a:pt x="4391" y="0"/>
                </a:moveTo>
                <a:lnTo>
                  <a:pt x="4507" y="0"/>
                </a:lnTo>
                <a:lnTo>
                  <a:pt x="4507" y="47"/>
                </a:lnTo>
                <a:lnTo>
                  <a:pt x="4391" y="47"/>
                </a:lnTo>
                <a:lnTo>
                  <a:pt x="4391" y="0"/>
                </a:lnTo>
                <a:moveTo>
                  <a:pt x="4600" y="0"/>
                </a:moveTo>
                <a:lnTo>
                  <a:pt x="4716" y="0"/>
                </a:lnTo>
                <a:lnTo>
                  <a:pt x="4716" y="47"/>
                </a:lnTo>
                <a:lnTo>
                  <a:pt x="4600" y="47"/>
                </a:lnTo>
                <a:lnTo>
                  <a:pt x="4600" y="0"/>
                </a:lnTo>
                <a:moveTo>
                  <a:pt x="4809" y="0"/>
                </a:moveTo>
                <a:lnTo>
                  <a:pt x="4925" y="0"/>
                </a:lnTo>
                <a:lnTo>
                  <a:pt x="4925" y="47"/>
                </a:lnTo>
                <a:lnTo>
                  <a:pt x="4809" y="47"/>
                </a:lnTo>
                <a:lnTo>
                  <a:pt x="4809" y="0"/>
                </a:lnTo>
                <a:moveTo>
                  <a:pt x="5018" y="0"/>
                </a:moveTo>
                <a:lnTo>
                  <a:pt x="5134" y="0"/>
                </a:lnTo>
                <a:lnTo>
                  <a:pt x="5134" y="47"/>
                </a:lnTo>
                <a:lnTo>
                  <a:pt x="5018" y="47"/>
                </a:lnTo>
                <a:lnTo>
                  <a:pt x="5018" y="0"/>
                </a:lnTo>
                <a:moveTo>
                  <a:pt x="5227" y="0"/>
                </a:moveTo>
                <a:lnTo>
                  <a:pt x="5343" y="0"/>
                </a:lnTo>
                <a:lnTo>
                  <a:pt x="5343" y="47"/>
                </a:lnTo>
                <a:lnTo>
                  <a:pt x="5227" y="47"/>
                </a:lnTo>
                <a:lnTo>
                  <a:pt x="5227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8" name=""/>
          <p:cNvSpPr/>
          <p:nvPr/>
        </p:nvSpPr>
        <p:spPr>
          <a:xfrm>
            <a:off x="6364080" y="1198800"/>
            <a:ext cx="84240" cy="100440"/>
          </a:xfrm>
          <a:custGeom>
            <a:avLst/>
            <a:gdLst/>
            <a:ahLst/>
            <a:rect l="0" t="0" r="r" b="b"/>
            <a:pathLst>
              <a:path w="234" h="279">
                <a:moveTo>
                  <a:pt x="0" y="0"/>
                </a:moveTo>
                <a:lnTo>
                  <a:pt x="234" y="139"/>
                </a:lnTo>
                <a:lnTo>
                  <a:pt x="0" y="279"/>
                </a:lnTo>
                <a:lnTo>
                  <a:pt x="0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9" name=""/>
          <p:cNvSpPr/>
          <p:nvPr/>
        </p:nvSpPr>
        <p:spPr>
          <a:xfrm>
            <a:off x="6460560" y="1048320"/>
            <a:ext cx="1739520" cy="401400"/>
          </a:xfrm>
          <a:custGeom>
            <a:avLst/>
            <a:gdLst/>
            <a:ahLst/>
            <a:rect l="0" t="0" r="r" b="b"/>
            <a:pathLst>
              <a:path w="4832" h="1115">
                <a:moveTo>
                  <a:pt x="0" y="0"/>
                </a:moveTo>
                <a:lnTo>
                  <a:pt x="4832" y="0"/>
                </a:lnTo>
                <a:lnTo>
                  <a:pt x="4832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0" name=""/>
          <p:cNvSpPr/>
          <p:nvPr/>
        </p:nvSpPr>
        <p:spPr>
          <a:xfrm>
            <a:off x="6460560" y="1048320"/>
            <a:ext cx="1739520" cy="401400"/>
          </a:xfrm>
          <a:custGeom>
            <a:avLst/>
            <a:gdLst/>
            <a:ahLst/>
            <a:rect l="0" t="0" r="r" b="b"/>
            <a:pathLst>
              <a:path w="4832" h="1115">
                <a:moveTo>
                  <a:pt x="0" y="0"/>
                </a:moveTo>
                <a:lnTo>
                  <a:pt x="4832" y="0"/>
                </a:lnTo>
                <a:lnTo>
                  <a:pt x="4832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5aa8a8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1" name=""/>
          <p:cNvSpPr/>
          <p:nvPr/>
        </p:nvSpPr>
        <p:spPr>
          <a:xfrm>
            <a:off x="8057520" y="1107000"/>
            <a:ext cx="83880" cy="100440"/>
          </a:xfrm>
          <a:custGeom>
            <a:avLst/>
            <a:gdLst/>
            <a:ahLst/>
            <a:rect l="0" t="0" r="r" b="b"/>
            <a:pathLst>
              <a:path w="233" h="279">
                <a:moveTo>
                  <a:pt x="0" y="0"/>
                </a:moveTo>
                <a:lnTo>
                  <a:pt x="233" y="0"/>
                </a:lnTo>
                <a:lnTo>
                  <a:pt x="233" y="279"/>
                </a:lnTo>
                <a:lnTo>
                  <a:pt x="0" y="279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2" name=""/>
          <p:cNvSpPr/>
          <p:nvPr/>
        </p:nvSpPr>
        <p:spPr>
          <a:xfrm>
            <a:off x="8040960" y="1123560"/>
            <a:ext cx="33840" cy="21240"/>
          </a:xfrm>
          <a:custGeom>
            <a:avLst/>
            <a:gdLst/>
            <a:ahLst/>
            <a:rect l="0" t="0" r="r" b="b"/>
            <a:pathLst>
              <a:path w="94" h="59">
                <a:moveTo>
                  <a:pt x="0" y="0"/>
                </a:moveTo>
                <a:lnTo>
                  <a:pt x="94" y="0"/>
                </a:lnTo>
                <a:lnTo>
                  <a:pt x="94" y="59"/>
                </a:lnTo>
                <a:lnTo>
                  <a:pt x="0" y="59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3" name=""/>
          <p:cNvSpPr/>
          <p:nvPr/>
        </p:nvSpPr>
        <p:spPr>
          <a:xfrm>
            <a:off x="8040960" y="1161000"/>
            <a:ext cx="33840" cy="21240"/>
          </a:xfrm>
          <a:custGeom>
            <a:avLst/>
            <a:gdLst/>
            <a:ahLst/>
            <a:rect l="0" t="0" r="r" b="b"/>
            <a:pathLst>
              <a:path w="94" h="59">
                <a:moveTo>
                  <a:pt x="0" y="0"/>
                </a:moveTo>
                <a:lnTo>
                  <a:pt x="94" y="0"/>
                </a:lnTo>
                <a:lnTo>
                  <a:pt x="94" y="59"/>
                </a:lnTo>
                <a:lnTo>
                  <a:pt x="0" y="59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4" name=""/>
          <p:cNvSpPr txBox="1"/>
          <p:nvPr/>
        </p:nvSpPr>
        <p:spPr>
          <a:xfrm>
            <a:off x="2439000" y="1240560"/>
            <a:ext cx="15750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Curriculum ontwerptool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5" name=""/>
          <p:cNvSpPr txBox="1"/>
          <p:nvPr/>
        </p:nvSpPr>
        <p:spPr>
          <a:xfrm>
            <a:off x="6544440" y="1105920"/>
            <a:ext cx="227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2a5a5a"/>
                </a:solidFill>
                <a:latin typeface="DejaVuSans"/>
                <a:ea typeface="DejaVuSans"/>
              </a:rPr>
              <a:t>naar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6" name=""/>
          <p:cNvSpPr/>
          <p:nvPr/>
        </p:nvSpPr>
        <p:spPr>
          <a:xfrm>
            <a:off x="557640" y="1465920"/>
            <a:ext cx="3804480" cy="159120"/>
          </a:xfrm>
          <a:custGeom>
            <a:avLst/>
            <a:gdLst/>
            <a:ahLst/>
            <a:rect l="0" t="0" r="r" b="b"/>
            <a:pathLst>
              <a:path w="10568" h="442">
                <a:moveTo>
                  <a:pt x="209" y="0"/>
                </a:moveTo>
                <a:lnTo>
                  <a:pt x="10359" y="0"/>
                </a:lnTo>
                <a:cubicBezTo>
                  <a:pt x="10373" y="0"/>
                  <a:pt x="10387" y="2"/>
                  <a:pt x="10400" y="4"/>
                </a:cubicBezTo>
                <a:cubicBezTo>
                  <a:pt x="10414" y="7"/>
                  <a:pt x="10427" y="11"/>
                  <a:pt x="10439" y="16"/>
                </a:cubicBezTo>
                <a:cubicBezTo>
                  <a:pt x="10452" y="21"/>
                  <a:pt x="10464" y="28"/>
                  <a:pt x="10475" y="36"/>
                </a:cubicBezTo>
                <a:cubicBezTo>
                  <a:pt x="10487" y="43"/>
                  <a:pt x="10497" y="52"/>
                  <a:pt x="10507" y="62"/>
                </a:cubicBezTo>
                <a:cubicBezTo>
                  <a:pt x="10517" y="71"/>
                  <a:pt x="10525" y="82"/>
                  <a:pt x="10533" y="93"/>
                </a:cubicBezTo>
                <a:cubicBezTo>
                  <a:pt x="10541" y="105"/>
                  <a:pt x="10547" y="118"/>
                  <a:pt x="10552" y="130"/>
                </a:cubicBezTo>
                <a:cubicBezTo>
                  <a:pt x="10558" y="143"/>
                  <a:pt x="10562" y="156"/>
                  <a:pt x="10564" y="169"/>
                </a:cubicBezTo>
                <a:cubicBezTo>
                  <a:pt x="10567" y="183"/>
                  <a:pt x="10568" y="196"/>
                  <a:pt x="10568" y="210"/>
                </a:cubicBezTo>
                <a:lnTo>
                  <a:pt x="10568" y="233"/>
                </a:lnTo>
                <a:cubicBezTo>
                  <a:pt x="10568" y="247"/>
                  <a:pt x="10567" y="261"/>
                  <a:pt x="10564" y="274"/>
                </a:cubicBezTo>
                <a:cubicBezTo>
                  <a:pt x="10562" y="288"/>
                  <a:pt x="10558" y="301"/>
                  <a:pt x="10552" y="313"/>
                </a:cubicBezTo>
                <a:cubicBezTo>
                  <a:pt x="10547" y="326"/>
                  <a:pt x="10541" y="338"/>
                  <a:pt x="10533" y="349"/>
                </a:cubicBezTo>
                <a:cubicBezTo>
                  <a:pt x="10525" y="361"/>
                  <a:pt x="10517" y="371"/>
                  <a:pt x="10507" y="381"/>
                </a:cubicBezTo>
                <a:cubicBezTo>
                  <a:pt x="10497" y="391"/>
                  <a:pt x="10487" y="399"/>
                  <a:pt x="10475" y="407"/>
                </a:cubicBezTo>
                <a:cubicBezTo>
                  <a:pt x="10464" y="415"/>
                  <a:pt x="10452" y="421"/>
                  <a:pt x="10439" y="426"/>
                </a:cubicBezTo>
                <a:cubicBezTo>
                  <a:pt x="10427" y="432"/>
                  <a:pt x="10414" y="436"/>
                  <a:pt x="10400" y="438"/>
                </a:cubicBezTo>
                <a:cubicBezTo>
                  <a:pt x="10387" y="441"/>
                  <a:pt x="10373" y="442"/>
                  <a:pt x="10359" y="442"/>
                </a:cubicBezTo>
                <a:lnTo>
                  <a:pt x="209" y="442"/>
                </a:lnTo>
                <a:cubicBezTo>
                  <a:pt x="195" y="442"/>
                  <a:pt x="181" y="441"/>
                  <a:pt x="168" y="438"/>
                </a:cubicBezTo>
                <a:cubicBezTo>
                  <a:pt x="154" y="436"/>
                  <a:pt x="141" y="432"/>
                  <a:pt x="129" y="426"/>
                </a:cubicBezTo>
                <a:cubicBezTo>
                  <a:pt x="116" y="421"/>
                  <a:pt x="104" y="415"/>
                  <a:pt x="92" y="407"/>
                </a:cubicBezTo>
                <a:cubicBezTo>
                  <a:pt x="81" y="399"/>
                  <a:pt x="70" y="391"/>
                  <a:pt x="61" y="381"/>
                </a:cubicBezTo>
                <a:cubicBezTo>
                  <a:pt x="51" y="371"/>
                  <a:pt x="42" y="361"/>
                  <a:pt x="35" y="349"/>
                </a:cubicBezTo>
                <a:cubicBezTo>
                  <a:pt x="27" y="338"/>
                  <a:pt x="21" y="326"/>
                  <a:pt x="15" y="313"/>
                </a:cubicBezTo>
                <a:cubicBezTo>
                  <a:pt x="10" y="301"/>
                  <a:pt x="6" y="288"/>
                  <a:pt x="4" y="274"/>
                </a:cubicBezTo>
                <a:cubicBezTo>
                  <a:pt x="1" y="261"/>
                  <a:pt x="0" y="247"/>
                  <a:pt x="0" y="233"/>
                </a:cubicBezTo>
                <a:lnTo>
                  <a:pt x="0" y="210"/>
                </a:lnTo>
                <a:cubicBezTo>
                  <a:pt x="0" y="196"/>
                  <a:pt x="1" y="183"/>
                  <a:pt x="4" y="169"/>
                </a:cubicBezTo>
                <a:cubicBezTo>
                  <a:pt x="6" y="156"/>
                  <a:pt x="10" y="143"/>
                  <a:pt x="15" y="130"/>
                </a:cubicBezTo>
                <a:cubicBezTo>
                  <a:pt x="21" y="118"/>
                  <a:pt x="27" y="105"/>
                  <a:pt x="35" y="93"/>
                </a:cubicBezTo>
                <a:cubicBezTo>
                  <a:pt x="42" y="82"/>
                  <a:pt x="51" y="71"/>
                  <a:pt x="61" y="62"/>
                </a:cubicBezTo>
                <a:cubicBezTo>
                  <a:pt x="70" y="52"/>
                  <a:pt x="81" y="43"/>
                  <a:pt x="92" y="36"/>
                </a:cubicBezTo>
                <a:cubicBezTo>
                  <a:pt x="104" y="28"/>
                  <a:pt x="116" y="21"/>
                  <a:pt x="129" y="16"/>
                </a:cubicBezTo>
                <a:cubicBezTo>
                  <a:pt x="141" y="11"/>
                  <a:pt x="154" y="7"/>
                  <a:pt x="168" y="4"/>
                </a:cubicBezTo>
                <a:cubicBezTo>
                  <a:pt x="181" y="2"/>
                  <a:pt x="195" y="0"/>
                  <a:pt x="20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7" name=""/>
          <p:cNvSpPr/>
          <p:nvPr/>
        </p:nvSpPr>
        <p:spPr>
          <a:xfrm>
            <a:off x="553320" y="1461960"/>
            <a:ext cx="3813120" cy="167400"/>
          </a:xfrm>
          <a:custGeom>
            <a:avLst/>
            <a:gdLst/>
            <a:ahLst/>
            <a:rect l="0" t="0" r="r" b="b"/>
            <a:pathLst>
              <a:path w="10592" h="465">
                <a:moveTo>
                  <a:pt x="313" y="0"/>
                </a:moveTo>
                <a:lnTo>
                  <a:pt x="360" y="0"/>
                </a:lnTo>
                <a:lnTo>
                  <a:pt x="360" y="23"/>
                </a:lnTo>
                <a:lnTo>
                  <a:pt x="313" y="23"/>
                </a:lnTo>
                <a:lnTo>
                  <a:pt x="313" y="0"/>
                </a:lnTo>
                <a:moveTo>
                  <a:pt x="406" y="0"/>
                </a:moveTo>
                <a:lnTo>
                  <a:pt x="453" y="0"/>
                </a:lnTo>
                <a:lnTo>
                  <a:pt x="453" y="23"/>
                </a:lnTo>
                <a:lnTo>
                  <a:pt x="406" y="23"/>
                </a:lnTo>
                <a:lnTo>
                  <a:pt x="406" y="0"/>
                </a:lnTo>
                <a:moveTo>
                  <a:pt x="499" y="0"/>
                </a:moveTo>
                <a:lnTo>
                  <a:pt x="546" y="0"/>
                </a:lnTo>
                <a:lnTo>
                  <a:pt x="546" y="23"/>
                </a:lnTo>
                <a:lnTo>
                  <a:pt x="499" y="23"/>
                </a:lnTo>
                <a:lnTo>
                  <a:pt x="499" y="0"/>
                </a:lnTo>
                <a:moveTo>
                  <a:pt x="592" y="0"/>
                </a:moveTo>
                <a:lnTo>
                  <a:pt x="639" y="0"/>
                </a:lnTo>
                <a:lnTo>
                  <a:pt x="639" y="23"/>
                </a:lnTo>
                <a:lnTo>
                  <a:pt x="592" y="23"/>
                </a:lnTo>
                <a:lnTo>
                  <a:pt x="592" y="0"/>
                </a:lnTo>
                <a:moveTo>
                  <a:pt x="685" y="0"/>
                </a:moveTo>
                <a:lnTo>
                  <a:pt x="732" y="0"/>
                </a:lnTo>
                <a:lnTo>
                  <a:pt x="732" y="23"/>
                </a:lnTo>
                <a:lnTo>
                  <a:pt x="685" y="23"/>
                </a:lnTo>
                <a:lnTo>
                  <a:pt x="685" y="0"/>
                </a:lnTo>
                <a:moveTo>
                  <a:pt x="778" y="0"/>
                </a:moveTo>
                <a:lnTo>
                  <a:pt x="824" y="0"/>
                </a:lnTo>
                <a:lnTo>
                  <a:pt x="824" y="23"/>
                </a:lnTo>
                <a:lnTo>
                  <a:pt x="778" y="23"/>
                </a:lnTo>
                <a:lnTo>
                  <a:pt x="778" y="0"/>
                </a:lnTo>
                <a:moveTo>
                  <a:pt x="871" y="0"/>
                </a:moveTo>
                <a:lnTo>
                  <a:pt x="917" y="0"/>
                </a:lnTo>
                <a:lnTo>
                  <a:pt x="917" y="23"/>
                </a:lnTo>
                <a:lnTo>
                  <a:pt x="871" y="23"/>
                </a:lnTo>
                <a:lnTo>
                  <a:pt x="871" y="0"/>
                </a:lnTo>
                <a:moveTo>
                  <a:pt x="964" y="0"/>
                </a:moveTo>
                <a:lnTo>
                  <a:pt x="1010" y="0"/>
                </a:lnTo>
                <a:lnTo>
                  <a:pt x="1010" y="23"/>
                </a:lnTo>
                <a:lnTo>
                  <a:pt x="964" y="23"/>
                </a:lnTo>
                <a:lnTo>
                  <a:pt x="964" y="0"/>
                </a:lnTo>
                <a:moveTo>
                  <a:pt x="1057" y="0"/>
                </a:moveTo>
                <a:lnTo>
                  <a:pt x="1103" y="0"/>
                </a:lnTo>
                <a:lnTo>
                  <a:pt x="1103" y="23"/>
                </a:lnTo>
                <a:lnTo>
                  <a:pt x="1057" y="23"/>
                </a:lnTo>
                <a:lnTo>
                  <a:pt x="1057" y="0"/>
                </a:lnTo>
                <a:moveTo>
                  <a:pt x="1150" y="0"/>
                </a:moveTo>
                <a:lnTo>
                  <a:pt x="1196" y="0"/>
                </a:lnTo>
                <a:lnTo>
                  <a:pt x="1196" y="23"/>
                </a:lnTo>
                <a:lnTo>
                  <a:pt x="1150" y="23"/>
                </a:lnTo>
                <a:lnTo>
                  <a:pt x="1150" y="0"/>
                </a:lnTo>
                <a:moveTo>
                  <a:pt x="1242" y="0"/>
                </a:moveTo>
                <a:lnTo>
                  <a:pt x="1289" y="0"/>
                </a:lnTo>
                <a:lnTo>
                  <a:pt x="1289" y="23"/>
                </a:lnTo>
                <a:lnTo>
                  <a:pt x="1242" y="23"/>
                </a:lnTo>
                <a:lnTo>
                  <a:pt x="1242" y="0"/>
                </a:lnTo>
                <a:moveTo>
                  <a:pt x="1335" y="0"/>
                </a:moveTo>
                <a:lnTo>
                  <a:pt x="1382" y="0"/>
                </a:lnTo>
                <a:lnTo>
                  <a:pt x="1382" y="23"/>
                </a:lnTo>
                <a:lnTo>
                  <a:pt x="1335" y="23"/>
                </a:lnTo>
                <a:lnTo>
                  <a:pt x="1335" y="0"/>
                </a:lnTo>
                <a:moveTo>
                  <a:pt x="1428" y="0"/>
                </a:moveTo>
                <a:lnTo>
                  <a:pt x="1475" y="0"/>
                </a:lnTo>
                <a:lnTo>
                  <a:pt x="1475" y="23"/>
                </a:lnTo>
                <a:lnTo>
                  <a:pt x="1428" y="23"/>
                </a:lnTo>
                <a:lnTo>
                  <a:pt x="1428" y="0"/>
                </a:lnTo>
                <a:moveTo>
                  <a:pt x="1521" y="0"/>
                </a:moveTo>
                <a:lnTo>
                  <a:pt x="1568" y="0"/>
                </a:lnTo>
                <a:lnTo>
                  <a:pt x="1568" y="23"/>
                </a:lnTo>
                <a:lnTo>
                  <a:pt x="1521" y="23"/>
                </a:lnTo>
                <a:lnTo>
                  <a:pt x="1521" y="0"/>
                </a:lnTo>
                <a:moveTo>
                  <a:pt x="1614" y="0"/>
                </a:moveTo>
                <a:lnTo>
                  <a:pt x="1661" y="0"/>
                </a:lnTo>
                <a:lnTo>
                  <a:pt x="1661" y="23"/>
                </a:lnTo>
                <a:lnTo>
                  <a:pt x="1614" y="23"/>
                </a:lnTo>
                <a:lnTo>
                  <a:pt x="1614" y="0"/>
                </a:lnTo>
                <a:moveTo>
                  <a:pt x="1707" y="0"/>
                </a:moveTo>
                <a:lnTo>
                  <a:pt x="1753" y="0"/>
                </a:lnTo>
                <a:lnTo>
                  <a:pt x="1753" y="23"/>
                </a:lnTo>
                <a:lnTo>
                  <a:pt x="1707" y="23"/>
                </a:lnTo>
                <a:lnTo>
                  <a:pt x="1707" y="0"/>
                </a:lnTo>
                <a:moveTo>
                  <a:pt x="1800" y="0"/>
                </a:moveTo>
                <a:lnTo>
                  <a:pt x="1846" y="0"/>
                </a:lnTo>
                <a:lnTo>
                  <a:pt x="1846" y="23"/>
                </a:lnTo>
                <a:lnTo>
                  <a:pt x="1800" y="23"/>
                </a:lnTo>
                <a:lnTo>
                  <a:pt x="1800" y="0"/>
                </a:lnTo>
                <a:moveTo>
                  <a:pt x="1893" y="0"/>
                </a:moveTo>
                <a:lnTo>
                  <a:pt x="1939" y="0"/>
                </a:lnTo>
                <a:lnTo>
                  <a:pt x="1939" y="23"/>
                </a:lnTo>
                <a:lnTo>
                  <a:pt x="1893" y="23"/>
                </a:lnTo>
                <a:lnTo>
                  <a:pt x="1893" y="0"/>
                </a:lnTo>
                <a:moveTo>
                  <a:pt x="1986" y="0"/>
                </a:moveTo>
                <a:lnTo>
                  <a:pt x="2032" y="0"/>
                </a:lnTo>
                <a:lnTo>
                  <a:pt x="2032" y="23"/>
                </a:lnTo>
                <a:lnTo>
                  <a:pt x="1986" y="23"/>
                </a:lnTo>
                <a:lnTo>
                  <a:pt x="1986" y="0"/>
                </a:lnTo>
                <a:moveTo>
                  <a:pt x="2079" y="0"/>
                </a:moveTo>
                <a:lnTo>
                  <a:pt x="2125" y="0"/>
                </a:lnTo>
                <a:lnTo>
                  <a:pt x="2125" y="23"/>
                </a:lnTo>
                <a:lnTo>
                  <a:pt x="2079" y="23"/>
                </a:lnTo>
                <a:lnTo>
                  <a:pt x="2079" y="0"/>
                </a:lnTo>
                <a:moveTo>
                  <a:pt x="2172" y="0"/>
                </a:moveTo>
                <a:lnTo>
                  <a:pt x="2218" y="0"/>
                </a:lnTo>
                <a:lnTo>
                  <a:pt x="2218" y="23"/>
                </a:lnTo>
                <a:lnTo>
                  <a:pt x="2172" y="23"/>
                </a:lnTo>
                <a:lnTo>
                  <a:pt x="2172" y="0"/>
                </a:lnTo>
                <a:moveTo>
                  <a:pt x="2264" y="0"/>
                </a:moveTo>
                <a:lnTo>
                  <a:pt x="2311" y="0"/>
                </a:lnTo>
                <a:lnTo>
                  <a:pt x="2311" y="23"/>
                </a:lnTo>
                <a:lnTo>
                  <a:pt x="2264" y="23"/>
                </a:lnTo>
                <a:lnTo>
                  <a:pt x="2264" y="0"/>
                </a:lnTo>
                <a:moveTo>
                  <a:pt x="2357" y="0"/>
                </a:moveTo>
                <a:lnTo>
                  <a:pt x="2404" y="0"/>
                </a:lnTo>
                <a:lnTo>
                  <a:pt x="2404" y="23"/>
                </a:lnTo>
                <a:lnTo>
                  <a:pt x="2357" y="23"/>
                </a:lnTo>
                <a:lnTo>
                  <a:pt x="2357" y="0"/>
                </a:lnTo>
                <a:moveTo>
                  <a:pt x="2450" y="0"/>
                </a:moveTo>
                <a:lnTo>
                  <a:pt x="2497" y="0"/>
                </a:lnTo>
                <a:lnTo>
                  <a:pt x="2497" y="23"/>
                </a:lnTo>
                <a:lnTo>
                  <a:pt x="2450" y="23"/>
                </a:lnTo>
                <a:lnTo>
                  <a:pt x="2450" y="0"/>
                </a:lnTo>
                <a:moveTo>
                  <a:pt x="2543" y="0"/>
                </a:moveTo>
                <a:lnTo>
                  <a:pt x="2590" y="0"/>
                </a:lnTo>
                <a:lnTo>
                  <a:pt x="2590" y="23"/>
                </a:lnTo>
                <a:lnTo>
                  <a:pt x="2543" y="23"/>
                </a:lnTo>
                <a:lnTo>
                  <a:pt x="2543" y="0"/>
                </a:lnTo>
                <a:moveTo>
                  <a:pt x="2636" y="0"/>
                </a:moveTo>
                <a:lnTo>
                  <a:pt x="2682" y="0"/>
                </a:lnTo>
                <a:lnTo>
                  <a:pt x="2682" y="23"/>
                </a:lnTo>
                <a:lnTo>
                  <a:pt x="2636" y="23"/>
                </a:lnTo>
                <a:lnTo>
                  <a:pt x="2636" y="0"/>
                </a:lnTo>
                <a:moveTo>
                  <a:pt x="2729" y="0"/>
                </a:moveTo>
                <a:lnTo>
                  <a:pt x="2775" y="0"/>
                </a:lnTo>
                <a:lnTo>
                  <a:pt x="2775" y="23"/>
                </a:lnTo>
                <a:lnTo>
                  <a:pt x="2729" y="23"/>
                </a:lnTo>
                <a:lnTo>
                  <a:pt x="2729" y="0"/>
                </a:lnTo>
                <a:moveTo>
                  <a:pt x="2822" y="0"/>
                </a:moveTo>
                <a:lnTo>
                  <a:pt x="2868" y="0"/>
                </a:lnTo>
                <a:lnTo>
                  <a:pt x="2868" y="23"/>
                </a:lnTo>
                <a:lnTo>
                  <a:pt x="2822" y="23"/>
                </a:lnTo>
                <a:lnTo>
                  <a:pt x="2822" y="0"/>
                </a:lnTo>
                <a:moveTo>
                  <a:pt x="2915" y="0"/>
                </a:moveTo>
                <a:lnTo>
                  <a:pt x="2961" y="0"/>
                </a:lnTo>
                <a:lnTo>
                  <a:pt x="2961" y="23"/>
                </a:lnTo>
                <a:lnTo>
                  <a:pt x="2915" y="23"/>
                </a:lnTo>
                <a:lnTo>
                  <a:pt x="2915" y="0"/>
                </a:lnTo>
                <a:moveTo>
                  <a:pt x="3008" y="0"/>
                </a:moveTo>
                <a:lnTo>
                  <a:pt x="3054" y="0"/>
                </a:lnTo>
                <a:lnTo>
                  <a:pt x="3054" y="23"/>
                </a:lnTo>
                <a:lnTo>
                  <a:pt x="3008" y="23"/>
                </a:lnTo>
                <a:lnTo>
                  <a:pt x="3008" y="0"/>
                </a:lnTo>
                <a:moveTo>
                  <a:pt x="3101" y="0"/>
                </a:moveTo>
                <a:lnTo>
                  <a:pt x="3147" y="0"/>
                </a:lnTo>
                <a:lnTo>
                  <a:pt x="3147" y="23"/>
                </a:lnTo>
                <a:lnTo>
                  <a:pt x="3101" y="23"/>
                </a:lnTo>
                <a:lnTo>
                  <a:pt x="3101" y="0"/>
                </a:lnTo>
                <a:moveTo>
                  <a:pt x="3193" y="0"/>
                </a:moveTo>
                <a:lnTo>
                  <a:pt x="3240" y="0"/>
                </a:lnTo>
                <a:lnTo>
                  <a:pt x="3240" y="23"/>
                </a:lnTo>
                <a:lnTo>
                  <a:pt x="3193" y="23"/>
                </a:lnTo>
                <a:lnTo>
                  <a:pt x="3193" y="0"/>
                </a:lnTo>
                <a:moveTo>
                  <a:pt x="3286" y="0"/>
                </a:moveTo>
                <a:lnTo>
                  <a:pt x="3333" y="0"/>
                </a:lnTo>
                <a:lnTo>
                  <a:pt x="3333" y="23"/>
                </a:lnTo>
                <a:lnTo>
                  <a:pt x="3286" y="23"/>
                </a:lnTo>
                <a:lnTo>
                  <a:pt x="3286" y="0"/>
                </a:lnTo>
                <a:moveTo>
                  <a:pt x="3379" y="0"/>
                </a:moveTo>
                <a:lnTo>
                  <a:pt x="3426" y="0"/>
                </a:lnTo>
                <a:lnTo>
                  <a:pt x="3426" y="23"/>
                </a:lnTo>
                <a:lnTo>
                  <a:pt x="3379" y="23"/>
                </a:lnTo>
                <a:lnTo>
                  <a:pt x="3379" y="0"/>
                </a:lnTo>
                <a:moveTo>
                  <a:pt x="3472" y="0"/>
                </a:moveTo>
                <a:lnTo>
                  <a:pt x="3519" y="0"/>
                </a:lnTo>
                <a:lnTo>
                  <a:pt x="3519" y="23"/>
                </a:lnTo>
                <a:lnTo>
                  <a:pt x="3472" y="23"/>
                </a:lnTo>
                <a:lnTo>
                  <a:pt x="3472" y="0"/>
                </a:lnTo>
                <a:moveTo>
                  <a:pt x="3565" y="0"/>
                </a:moveTo>
                <a:lnTo>
                  <a:pt x="3612" y="0"/>
                </a:lnTo>
                <a:lnTo>
                  <a:pt x="3612" y="23"/>
                </a:lnTo>
                <a:lnTo>
                  <a:pt x="3565" y="23"/>
                </a:lnTo>
                <a:lnTo>
                  <a:pt x="3565" y="0"/>
                </a:lnTo>
                <a:moveTo>
                  <a:pt x="3658" y="0"/>
                </a:moveTo>
                <a:lnTo>
                  <a:pt x="3704" y="0"/>
                </a:lnTo>
                <a:lnTo>
                  <a:pt x="3704" y="23"/>
                </a:lnTo>
                <a:lnTo>
                  <a:pt x="3658" y="23"/>
                </a:lnTo>
                <a:lnTo>
                  <a:pt x="3658" y="0"/>
                </a:lnTo>
                <a:moveTo>
                  <a:pt x="3751" y="0"/>
                </a:moveTo>
                <a:lnTo>
                  <a:pt x="3798" y="0"/>
                </a:lnTo>
                <a:lnTo>
                  <a:pt x="3798" y="23"/>
                </a:lnTo>
                <a:lnTo>
                  <a:pt x="3751" y="23"/>
                </a:lnTo>
                <a:lnTo>
                  <a:pt x="3751" y="0"/>
                </a:lnTo>
                <a:moveTo>
                  <a:pt x="3845" y="0"/>
                </a:moveTo>
                <a:lnTo>
                  <a:pt x="3891" y="0"/>
                </a:lnTo>
                <a:lnTo>
                  <a:pt x="3891" y="23"/>
                </a:lnTo>
                <a:lnTo>
                  <a:pt x="3845" y="23"/>
                </a:lnTo>
                <a:lnTo>
                  <a:pt x="3845" y="0"/>
                </a:lnTo>
                <a:moveTo>
                  <a:pt x="3938" y="0"/>
                </a:moveTo>
                <a:lnTo>
                  <a:pt x="3984" y="0"/>
                </a:lnTo>
                <a:lnTo>
                  <a:pt x="3984" y="23"/>
                </a:lnTo>
                <a:lnTo>
                  <a:pt x="3938" y="23"/>
                </a:lnTo>
                <a:lnTo>
                  <a:pt x="3938" y="0"/>
                </a:lnTo>
                <a:moveTo>
                  <a:pt x="4031" y="0"/>
                </a:moveTo>
                <a:lnTo>
                  <a:pt x="4077" y="0"/>
                </a:lnTo>
                <a:lnTo>
                  <a:pt x="4077" y="23"/>
                </a:lnTo>
                <a:lnTo>
                  <a:pt x="4031" y="23"/>
                </a:lnTo>
                <a:lnTo>
                  <a:pt x="4031" y="0"/>
                </a:lnTo>
                <a:moveTo>
                  <a:pt x="4124" y="0"/>
                </a:moveTo>
                <a:lnTo>
                  <a:pt x="4170" y="0"/>
                </a:lnTo>
                <a:lnTo>
                  <a:pt x="4170" y="23"/>
                </a:lnTo>
                <a:lnTo>
                  <a:pt x="4124" y="23"/>
                </a:lnTo>
                <a:lnTo>
                  <a:pt x="4124" y="0"/>
                </a:lnTo>
                <a:moveTo>
                  <a:pt x="4216" y="0"/>
                </a:moveTo>
                <a:lnTo>
                  <a:pt x="4263" y="0"/>
                </a:lnTo>
                <a:lnTo>
                  <a:pt x="4263" y="23"/>
                </a:lnTo>
                <a:lnTo>
                  <a:pt x="4216" y="23"/>
                </a:lnTo>
                <a:lnTo>
                  <a:pt x="4216" y="0"/>
                </a:lnTo>
                <a:moveTo>
                  <a:pt x="4309" y="0"/>
                </a:moveTo>
                <a:lnTo>
                  <a:pt x="4356" y="0"/>
                </a:lnTo>
                <a:lnTo>
                  <a:pt x="4356" y="23"/>
                </a:lnTo>
                <a:lnTo>
                  <a:pt x="4309" y="23"/>
                </a:lnTo>
                <a:lnTo>
                  <a:pt x="4309" y="0"/>
                </a:lnTo>
                <a:moveTo>
                  <a:pt x="4402" y="0"/>
                </a:moveTo>
                <a:lnTo>
                  <a:pt x="4449" y="0"/>
                </a:lnTo>
                <a:lnTo>
                  <a:pt x="4449" y="23"/>
                </a:lnTo>
                <a:lnTo>
                  <a:pt x="4402" y="23"/>
                </a:lnTo>
                <a:lnTo>
                  <a:pt x="4402" y="0"/>
                </a:lnTo>
                <a:moveTo>
                  <a:pt x="4495" y="0"/>
                </a:moveTo>
                <a:lnTo>
                  <a:pt x="4542" y="0"/>
                </a:lnTo>
                <a:lnTo>
                  <a:pt x="4542" y="23"/>
                </a:lnTo>
                <a:lnTo>
                  <a:pt x="4495" y="23"/>
                </a:lnTo>
                <a:lnTo>
                  <a:pt x="4495" y="0"/>
                </a:lnTo>
                <a:moveTo>
                  <a:pt x="4588" y="0"/>
                </a:moveTo>
                <a:lnTo>
                  <a:pt x="4634" y="0"/>
                </a:lnTo>
                <a:lnTo>
                  <a:pt x="4634" y="23"/>
                </a:lnTo>
                <a:lnTo>
                  <a:pt x="4588" y="23"/>
                </a:lnTo>
                <a:lnTo>
                  <a:pt x="4588" y="0"/>
                </a:lnTo>
                <a:moveTo>
                  <a:pt x="4681" y="0"/>
                </a:moveTo>
                <a:lnTo>
                  <a:pt x="4727" y="0"/>
                </a:lnTo>
                <a:lnTo>
                  <a:pt x="4727" y="23"/>
                </a:lnTo>
                <a:lnTo>
                  <a:pt x="4681" y="23"/>
                </a:lnTo>
                <a:lnTo>
                  <a:pt x="4681" y="0"/>
                </a:lnTo>
                <a:moveTo>
                  <a:pt x="4774" y="0"/>
                </a:moveTo>
                <a:lnTo>
                  <a:pt x="4820" y="0"/>
                </a:lnTo>
                <a:lnTo>
                  <a:pt x="4820" y="23"/>
                </a:lnTo>
                <a:lnTo>
                  <a:pt x="4774" y="23"/>
                </a:lnTo>
                <a:lnTo>
                  <a:pt x="4774" y="0"/>
                </a:lnTo>
                <a:moveTo>
                  <a:pt x="4867" y="0"/>
                </a:moveTo>
                <a:lnTo>
                  <a:pt x="4913" y="0"/>
                </a:lnTo>
                <a:lnTo>
                  <a:pt x="4913" y="23"/>
                </a:lnTo>
                <a:lnTo>
                  <a:pt x="4867" y="23"/>
                </a:lnTo>
                <a:lnTo>
                  <a:pt x="4867" y="0"/>
                </a:lnTo>
                <a:moveTo>
                  <a:pt x="4960" y="0"/>
                </a:moveTo>
                <a:lnTo>
                  <a:pt x="5006" y="0"/>
                </a:lnTo>
                <a:lnTo>
                  <a:pt x="5006" y="23"/>
                </a:lnTo>
                <a:lnTo>
                  <a:pt x="4960" y="23"/>
                </a:lnTo>
                <a:lnTo>
                  <a:pt x="4960" y="0"/>
                </a:lnTo>
                <a:moveTo>
                  <a:pt x="5053" y="0"/>
                </a:moveTo>
                <a:lnTo>
                  <a:pt x="5099" y="0"/>
                </a:lnTo>
                <a:lnTo>
                  <a:pt x="5099" y="23"/>
                </a:lnTo>
                <a:lnTo>
                  <a:pt x="5053" y="23"/>
                </a:lnTo>
                <a:lnTo>
                  <a:pt x="5053" y="0"/>
                </a:lnTo>
                <a:moveTo>
                  <a:pt x="5145" y="0"/>
                </a:moveTo>
                <a:lnTo>
                  <a:pt x="5192" y="0"/>
                </a:lnTo>
                <a:lnTo>
                  <a:pt x="5192" y="23"/>
                </a:lnTo>
                <a:lnTo>
                  <a:pt x="5145" y="23"/>
                </a:lnTo>
                <a:lnTo>
                  <a:pt x="5145" y="0"/>
                </a:lnTo>
                <a:moveTo>
                  <a:pt x="5238" y="0"/>
                </a:moveTo>
                <a:lnTo>
                  <a:pt x="5285" y="0"/>
                </a:lnTo>
                <a:lnTo>
                  <a:pt x="5285" y="23"/>
                </a:lnTo>
                <a:lnTo>
                  <a:pt x="5238" y="23"/>
                </a:lnTo>
                <a:lnTo>
                  <a:pt x="5238" y="0"/>
                </a:lnTo>
                <a:moveTo>
                  <a:pt x="5331" y="0"/>
                </a:moveTo>
                <a:lnTo>
                  <a:pt x="5378" y="0"/>
                </a:lnTo>
                <a:lnTo>
                  <a:pt x="5378" y="23"/>
                </a:lnTo>
                <a:lnTo>
                  <a:pt x="5331" y="23"/>
                </a:lnTo>
                <a:lnTo>
                  <a:pt x="5331" y="0"/>
                </a:lnTo>
                <a:moveTo>
                  <a:pt x="5424" y="0"/>
                </a:moveTo>
                <a:lnTo>
                  <a:pt x="5471" y="0"/>
                </a:lnTo>
                <a:lnTo>
                  <a:pt x="5471" y="23"/>
                </a:lnTo>
                <a:lnTo>
                  <a:pt x="5424" y="23"/>
                </a:lnTo>
                <a:lnTo>
                  <a:pt x="5424" y="0"/>
                </a:lnTo>
                <a:moveTo>
                  <a:pt x="5517" y="0"/>
                </a:moveTo>
                <a:lnTo>
                  <a:pt x="5564" y="0"/>
                </a:lnTo>
                <a:lnTo>
                  <a:pt x="5564" y="23"/>
                </a:lnTo>
                <a:lnTo>
                  <a:pt x="5517" y="23"/>
                </a:lnTo>
                <a:lnTo>
                  <a:pt x="5517" y="0"/>
                </a:lnTo>
                <a:moveTo>
                  <a:pt x="5610" y="0"/>
                </a:moveTo>
                <a:lnTo>
                  <a:pt x="5656" y="0"/>
                </a:lnTo>
                <a:lnTo>
                  <a:pt x="5656" y="23"/>
                </a:lnTo>
                <a:lnTo>
                  <a:pt x="5610" y="23"/>
                </a:lnTo>
                <a:lnTo>
                  <a:pt x="5610" y="0"/>
                </a:lnTo>
                <a:moveTo>
                  <a:pt x="5703" y="0"/>
                </a:moveTo>
                <a:lnTo>
                  <a:pt x="5749" y="0"/>
                </a:lnTo>
                <a:lnTo>
                  <a:pt x="5749" y="23"/>
                </a:lnTo>
                <a:lnTo>
                  <a:pt x="5703" y="23"/>
                </a:lnTo>
                <a:lnTo>
                  <a:pt x="5703" y="0"/>
                </a:lnTo>
                <a:moveTo>
                  <a:pt x="5796" y="0"/>
                </a:moveTo>
                <a:lnTo>
                  <a:pt x="5842" y="0"/>
                </a:lnTo>
                <a:lnTo>
                  <a:pt x="5842" y="23"/>
                </a:lnTo>
                <a:lnTo>
                  <a:pt x="5796" y="23"/>
                </a:lnTo>
                <a:lnTo>
                  <a:pt x="5796" y="0"/>
                </a:lnTo>
                <a:moveTo>
                  <a:pt x="5889" y="0"/>
                </a:moveTo>
                <a:lnTo>
                  <a:pt x="5935" y="0"/>
                </a:lnTo>
                <a:lnTo>
                  <a:pt x="5935" y="23"/>
                </a:lnTo>
                <a:lnTo>
                  <a:pt x="5889" y="23"/>
                </a:lnTo>
                <a:lnTo>
                  <a:pt x="5889" y="0"/>
                </a:lnTo>
                <a:moveTo>
                  <a:pt x="5982" y="0"/>
                </a:moveTo>
                <a:lnTo>
                  <a:pt x="6028" y="0"/>
                </a:lnTo>
                <a:lnTo>
                  <a:pt x="6028" y="23"/>
                </a:lnTo>
                <a:lnTo>
                  <a:pt x="5982" y="23"/>
                </a:lnTo>
                <a:lnTo>
                  <a:pt x="5982" y="0"/>
                </a:lnTo>
                <a:moveTo>
                  <a:pt x="6074" y="0"/>
                </a:moveTo>
                <a:lnTo>
                  <a:pt x="6121" y="0"/>
                </a:lnTo>
                <a:lnTo>
                  <a:pt x="6121" y="23"/>
                </a:lnTo>
                <a:lnTo>
                  <a:pt x="6074" y="23"/>
                </a:lnTo>
                <a:lnTo>
                  <a:pt x="6074" y="0"/>
                </a:lnTo>
                <a:moveTo>
                  <a:pt x="6167" y="0"/>
                </a:moveTo>
                <a:lnTo>
                  <a:pt x="6214" y="0"/>
                </a:lnTo>
                <a:lnTo>
                  <a:pt x="6214" y="23"/>
                </a:lnTo>
                <a:lnTo>
                  <a:pt x="6167" y="23"/>
                </a:lnTo>
                <a:lnTo>
                  <a:pt x="6167" y="0"/>
                </a:lnTo>
                <a:moveTo>
                  <a:pt x="6260" y="0"/>
                </a:moveTo>
                <a:lnTo>
                  <a:pt x="6307" y="0"/>
                </a:lnTo>
                <a:lnTo>
                  <a:pt x="6307" y="23"/>
                </a:lnTo>
                <a:lnTo>
                  <a:pt x="6260" y="23"/>
                </a:lnTo>
                <a:lnTo>
                  <a:pt x="6260" y="0"/>
                </a:lnTo>
                <a:moveTo>
                  <a:pt x="6353" y="0"/>
                </a:moveTo>
                <a:lnTo>
                  <a:pt x="6400" y="0"/>
                </a:lnTo>
                <a:lnTo>
                  <a:pt x="6400" y="23"/>
                </a:lnTo>
                <a:lnTo>
                  <a:pt x="6353" y="23"/>
                </a:lnTo>
                <a:lnTo>
                  <a:pt x="6353" y="0"/>
                </a:lnTo>
                <a:moveTo>
                  <a:pt x="6446" y="0"/>
                </a:moveTo>
                <a:lnTo>
                  <a:pt x="6493" y="0"/>
                </a:lnTo>
                <a:lnTo>
                  <a:pt x="6493" y="23"/>
                </a:lnTo>
                <a:lnTo>
                  <a:pt x="6446" y="23"/>
                </a:lnTo>
                <a:lnTo>
                  <a:pt x="6446" y="0"/>
                </a:lnTo>
                <a:moveTo>
                  <a:pt x="6539" y="0"/>
                </a:moveTo>
                <a:lnTo>
                  <a:pt x="6585" y="0"/>
                </a:lnTo>
                <a:lnTo>
                  <a:pt x="6585" y="23"/>
                </a:lnTo>
                <a:lnTo>
                  <a:pt x="6539" y="23"/>
                </a:lnTo>
                <a:lnTo>
                  <a:pt x="6539" y="0"/>
                </a:lnTo>
                <a:moveTo>
                  <a:pt x="6632" y="0"/>
                </a:moveTo>
                <a:lnTo>
                  <a:pt x="6678" y="0"/>
                </a:lnTo>
                <a:lnTo>
                  <a:pt x="6678" y="23"/>
                </a:lnTo>
                <a:lnTo>
                  <a:pt x="6632" y="23"/>
                </a:lnTo>
                <a:lnTo>
                  <a:pt x="6632" y="0"/>
                </a:lnTo>
                <a:moveTo>
                  <a:pt x="6725" y="0"/>
                </a:moveTo>
                <a:lnTo>
                  <a:pt x="6771" y="0"/>
                </a:lnTo>
                <a:lnTo>
                  <a:pt x="6771" y="23"/>
                </a:lnTo>
                <a:lnTo>
                  <a:pt x="6725" y="23"/>
                </a:lnTo>
                <a:lnTo>
                  <a:pt x="6725" y="0"/>
                </a:lnTo>
                <a:moveTo>
                  <a:pt x="6818" y="0"/>
                </a:moveTo>
                <a:lnTo>
                  <a:pt x="6864" y="0"/>
                </a:lnTo>
                <a:lnTo>
                  <a:pt x="6864" y="23"/>
                </a:lnTo>
                <a:lnTo>
                  <a:pt x="6818" y="23"/>
                </a:lnTo>
                <a:lnTo>
                  <a:pt x="6818" y="0"/>
                </a:lnTo>
                <a:moveTo>
                  <a:pt x="6911" y="0"/>
                </a:moveTo>
                <a:lnTo>
                  <a:pt x="6957" y="0"/>
                </a:lnTo>
                <a:lnTo>
                  <a:pt x="6957" y="23"/>
                </a:lnTo>
                <a:lnTo>
                  <a:pt x="6911" y="23"/>
                </a:lnTo>
                <a:lnTo>
                  <a:pt x="6911" y="0"/>
                </a:lnTo>
                <a:moveTo>
                  <a:pt x="7004" y="0"/>
                </a:moveTo>
                <a:lnTo>
                  <a:pt x="7050" y="0"/>
                </a:lnTo>
                <a:lnTo>
                  <a:pt x="7050" y="23"/>
                </a:lnTo>
                <a:lnTo>
                  <a:pt x="7004" y="23"/>
                </a:lnTo>
                <a:lnTo>
                  <a:pt x="7004" y="0"/>
                </a:lnTo>
                <a:moveTo>
                  <a:pt x="7096" y="0"/>
                </a:moveTo>
                <a:lnTo>
                  <a:pt x="7143" y="0"/>
                </a:lnTo>
                <a:lnTo>
                  <a:pt x="7143" y="23"/>
                </a:lnTo>
                <a:lnTo>
                  <a:pt x="7096" y="23"/>
                </a:lnTo>
                <a:lnTo>
                  <a:pt x="7096" y="0"/>
                </a:lnTo>
                <a:moveTo>
                  <a:pt x="7189" y="0"/>
                </a:moveTo>
                <a:lnTo>
                  <a:pt x="7236" y="0"/>
                </a:lnTo>
                <a:lnTo>
                  <a:pt x="7236" y="23"/>
                </a:lnTo>
                <a:lnTo>
                  <a:pt x="7189" y="23"/>
                </a:lnTo>
                <a:lnTo>
                  <a:pt x="7189" y="0"/>
                </a:lnTo>
                <a:moveTo>
                  <a:pt x="7282" y="0"/>
                </a:moveTo>
                <a:lnTo>
                  <a:pt x="7329" y="0"/>
                </a:lnTo>
                <a:lnTo>
                  <a:pt x="7329" y="23"/>
                </a:lnTo>
                <a:lnTo>
                  <a:pt x="7282" y="23"/>
                </a:lnTo>
                <a:lnTo>
                  <a:pt x="7282" y="0"/>
                </a:lnTo>
                <a:moveTo>
                  <a:pt x="7375" y="0"/>
                </a:moveTo>
                <a:lnTo>
                  <a:pt x="7422" y="0"/>
                </a:lnTo>
                <a:lnTo>
                  <a:pt x="7422" y="23"/>
                </a:lnTo>
                <a:lnTo>
                  <a:pt x="7375" y="23"/>
                </a:lnTo>
                <a:lnTo>
                  <a:pt x="7375" y="0"/>
                </a:lnTo>
                <a:moveTo>
                  <a:pt x="7468" y="0"/>
                </a:moveTo>
                <a:lnTo>
                  <a:pt x="7515" y="0"/>
                </a:lnTo>
                <a:lnTo>
                  <a:pt x="7515" y="23"/>
                </a:lnTo>
                <a:lnTo>
                  <a:pt x="7468" y="23"/>
                </a:lnTo>
                <a:lnTo>
                  <a:pt x="7468" y="0"/>
                </a:lnTo>
                <a:moveTo>
                  <a:pt x="7561" y="0"/>
                </a:moveTo>
                <a:lnTo>
                  <a:pt x="7607" y="0"/>
                </a:lnTo>
                <a:lnTo>
                  <a:pt x="7607" y="23"/>
                </a:lnTo>
                <a:lnTo>
                  <a:pt x="7561" y="23"/>
                </a:lnTo>
                <a:lnTo>
                  <a:pt x="7561" y="0"/>
                </a:lnTo>
                <a:moveTo>
                  <a:pt x="7654" y="0"/>
                </a:moveTo>
                <a:lnTo>
                  <a:pt x="7700" y="0"/>
                </a:lnTo>
                <a:lnTo>
                  <a:pt x="7700" y="23"/>
                </a:lnTo>
                <a:lnTo>
                  <a:pt x="7654" y="23"/>
                </a:lnTo>
                <a:lnTo>
                  <a:pt x="7654" y="0"/>
                </a:lnTo>
                <a:moveTo>
                  <a:pt x="7747" y="0"/>
                </a:moveTo>
                <a:lnTo>
                  <a:pt x="7793" y="0"/>
                </a:lnTo>
                <a:lnTo>
                  <a:pt x="7793" y="23"/>
                </a:lnTo>
                <a:lnTo>
                  <a:pt x="7747" y="23"/>
                </a:lnTo>
                <a:lnTo>
                  <a:pt x="7747" y="0"/>
                </a:lnTo>
                <a:moveTo>
                  <a:pt x="7840" y="0"/>
                </a:moveTo>
                <a:lnTo>
                  <a:pt x="7886" y="0"/>
                </a:lnTo>
                <a:lnTo>
                  <a:pt x="7886" y="23"/>
                </a:lnTo>
                <a:lnTo>
                  <a:pt x="7840" y="23"/>
                </a:lnTo>
                <a:lnTo>
                  <a:pt x="7840" y="0"/>
                </a:lnTo>
                <a:moveTo>
                  <a:pt x="7933" y="0"/>
                </a:moveTo>
                <a:lnTo>
                  <a:pt x="7979" y="0"/>
                </a:lnTo>
                <a:lnTo>
                  <a:pt x="7979" y="23"/>
                </a:lnTo>
                <a:lnTo>
                  <a:pt x="7933" y="23"/>
                </a:lnTo>
                <a:lnTo>
                  <a:pt x="7933" y="0"/>
                </a:lnTo>
                <a:moveTo>
                  <a:pt x="8025" y="0"/>
                </a:moveTo>
                <a:lnTo>
                  <a:pt x="8072" y="0"/>
                </a:lnTo>
                <a:lnTo>
                  <a:pt x="8072" y="23"/>
                </a:lnTo>
                <a:lnTo>
                  <a:pt x="8025" y="23"/>
                </a:lnTo>
                <a:lnTo>
                  <a:pt x="8025" y="0"/>
                </a:lnTo>
                <a:moveTo>
                  <a:pt x="8118" y="0"/>
                </a:moveTo>
                <a:lnTo>
                  <a:pt x="8165" y="0"/>
                </a:lnTo>
                <a:lnTo>
                  <a:pt x="8165" y="23"/>
                </a:lnTo>
                <a:lnTo>
                  <a:pt x="8118" y="23"/>
                </a:lnTo>
                <a:lnTo>
                  <a:pt x="8118" y="0"/>
                </a:lnTo>
                <a:moveTo>
                  <a:pt x="8211" y="0"/>
                </a:moveTo>
                <a:lnTo>
                  <a:pt x="8258" y="0"/>
                </a:lnTo>
                <a:lnTo>
                  <a:pt x="8258" y="23"/>
                </a:lnTo>
                <a:lnTo>
                  <a:pt x="8211" y="23"/>
                </a:lnTo>
                <a:lnTo>
                  <a:pt x="8211" y="0"/>
                </a:lnTo>
                <a:moveTo>
                  <a:pt x="8304" y="0"/>
                </a:moveTo>
                <a:lnTo>
                  <a:pt x="8351" y="0"/>
                </a:lnTo>
                <a:lnTo>
                  <a:pt x="8351" y="23"/>
                </a:lnTo>
                <a:lnTo>
                  <a:pt x="8304" y="23"/>
                </a:lnTo>
                <a:lnTo>
                  <a:pt x="8304" y="0"/>
                </a:lnTo>
                <a:moveTo>
                  <a:pt x="8397" y="0"/>
                </a:moveTo>
                <a:lnTo>
                  <a:pt x="8444" y="0"/>
                </a:lnTo>
                <a:lnTo>
                  <a:pt x="8444" y="23"/>
                </a:lnTo>
                <a:lnTo>
                  <a:pt x="8397" y="23"/>
                </a:lnTo>
                <a:lnTo>
                  <a:pt x="8397" y="0"/>
                </a:lnTo>
                <a:moveTo>
                  <a:pt x="8490" y="0"/>
                </a:moveTo>
                <a:lnTo>
                  <a:pt x="8536" y="0"/>
                </a:lnTo>
                <a:lnTo>
                  <a:pt x="8536" y="23"/>
                </a:lnTo>
                <a:lnTo>
                  <a:pt x="8490" y="23"/>
                </a:lnTo>
                <a:lnTo>
                  <a:pt x="8490" y="0"/>
                </a:lnTo>
                <a:moveTo>
                  <a:pt x="8583" y="0"/>
                </a:moveTo>
                <a:lnTo>
                  <a:pt x="8629" y="0"/>
                </a:lnTo>
                <a:lnTo>
                  <a:pt x="8629" y="23"/>
                </a:lnTo>
                <a:lnTo>
                  <a:pt x="8583" y="23"/>
                </a:lnTo>
                <a:lnTo>
                  <a:pt x="8583" y="0"/>
                </a:lnTo>
                <a:moveTo>
                  <a:pt x="8676" y="0"/>
                </a:moveTo>
                <a:lnTo>
                  <a:pt x="8722" y="0"/>
                </a:lnTo>
                <a:lnTo>
                  <a:pt x="8722" y="23"/>
                </a:lnTo>
                <a:lnTo>
                  <a:pt x="8676" y="23"/>
                </a:lnTo>
                <a:lnTo>
                  <a:pt x="8676" y="0"/>
                </a:lnTo>
                <a:moveTo>
                  <a:pt x="8769" y="0"/>
                </a:moveTo>
                <a:lnTo>
                  <a:pt x="8815" y="0"/>
                </a:lnTo>
                <a:lnTo>
                  <a:pt x="8815" y="23"/>
                </a:lnTo>
                <a:lnTo>
                  <a:pt x="8769" y="23"/>
                </a:lnTo>
                <a:lnTo>
                  <a:pt x="8769" y="0"/>
                </a:lnTo>
                <a:moveTo>
                  <a:pt x="8862" y="0"/>
                </a:moveTo>
                <a:lnTo>
                  <a:pt x="8908" y="0"/>
                </a:lnTo>
                <a:lnTo>
                  <a:pt x="8908" y="23"/>
                </a:lnTo>
                <a:lnTo>
                  <a:pt x="8862" y="23"/>
                </a:lnTo>
                <a:lnTo>
                  <a:pt x="8862" y="0"/>
                </a:lnTo>
                <a:moveTo>
                  <a:pt x="8955" y="0"/>
                </a:moveTo>
                <a:lnTo>
                  <a:pt x="9001" y="0"/>
                </a:lnTo>
                <a:lnTo>
                  <a:pt x="9001" y="23"/>
                </a:lnTo>
                <a:lnTo>
                  <a:pt x="8955" y="23"/>
                </a:lnTo>
                <a:lnTo>
                  <a:pt x="8955" y="0"/>
                </a:lnTo>
                <a:moveTo>
                  <a:pt x="9047" y="0"/>
                </a:moveTo>
                <a:lnTo>
                  <a:pt x="9094" y="0"/>
                </a:lnTo>
                <a:lnTo>
                  <a:pt x="9094" y="23"/>
                </a:lnTo>
                <a:lnTo>
                  <a:pt x="9047" y="23"/>
                </a:lnTo>
                <a:lnTo>
                  <a:pt x="9047" y="0"/>
                </a:lnTo>
                <a:moveTo>
                  <a:pt x="9140" y="0"/>
                </a:moveTo>
                <a:lnTo>
                  <a:pt x="9187" y="0"/>
                </a:lnTo>
                <a:lnTo>
                  <a:pt x="9187" y="23"/>
                </a:lnTo>
                <a:lnTo>
                  <a:pt x="9140" y="23"/>
                </a:lnTo>
                <a:lnTo>
                  <a:pt x="9140" y="0"/>
                </a:lnTo>
                <a:moveTo>
                  <a:pt x="9233" y="0"/>
                </a:moveTo>
                <a:lnTo>
                  <a:pt x="9280" y="0"/>
                </a:lnTo>
                <a:lnTo>
                  <a:pt x="9280" y="23"/>
                </a:lnTo>
                <a:lnTo>
                  <a:pt x="9233" y="23"/>
                </a:lnTo>
                <a:lnTo>
                  <a:pt x="9233" y="0"/>
                </a:lnTo>
                <a:moveTo>
                  <a:pt x="9326" y="0"/>
                </a:moveTo>
                <a:lnTo>
                  <a:pt x="9373" y="0"/>
                </a:lnTo>
                <a:lnTo>
                  <a:pt x="9373" y="23"/>
                </a:lnTo>
                <a:lnTo>
                  <a:pt x="9326" y="23"/>
                </a:lnTo>
                <a:lnTo>
                  <a:pt x="9326" y="0"/>
                </a:lnTo>
                <a:moveTo>
                  <a:pt x="9419" y="0"/>
                </a:moveTo>
                <a:lnTo>
                  <a:pt x="9465" y="0"/>
                </a:lnTo>
                <a:lnTo>
                  <a:pt x="9465" y="23"/>
                </a:lnTo>
                <a:lnTo>
                  <a:pt x="9419" y="23"/>
                </a:lnTo>
                <a:lnTo>
                  <a:pt x="9419" y="0"/>
                </a:lnTo>
                <a:moveTo>
                  <a:pt x="9512" y="0"/>
                </a:moveTo>
                <a:lnTo>
                  <a:pt x="9558" y="0"/>
                </a:lnTo>
                <a:lnTo>
                  <a:pt x="9558" y="23"/>
                </a:lnTo>
                <a:lnTo>
                  <a:pt x="9512" y="23"/>
                </a:lnTo>
                <a:lnTo>
                  <a:pt x="9512" y="0"/>
                </a:lnTo>
                <a:moveTo>
                  <a:pt x="9605" y="0"/>
                </a:moveTo>
                <a:lnTo>
                  <a:pt x="9651" y="0"/>
                </a:lnTo>
                <a:lnTo>
                  <a:pt x="9651" y="23"/>
                </a:lnTo>
                <a:lnTo>
                  <a:pt x="9605" y="23"/>
                </a:lnTo>
                <a:lnTo>
                  <a:pt x="9605" y="0"/>
                </a:lnTo>
                <a:moveTo>
                  <a:pt x="9698" y="0"/>
                </a:moveTo>
                <a:lnTo>
                  <a:pt x="9744" y="0"/>
                </a:lnTo>
                <a:lnTo>
                  <a:pt x="9744" y="23"/>
                </a:lnTo>
                <a:lnTo>
                  <a:pt x="9698" y="23"/>
                </a:lnTo>
                <a:lnTo>
                  <a:pt x="9698" y="0"/>
                </a:lnTo>
                <a:moveTo>
                  <a:pt x="9791" y="0"/>
                </a:moveTo>
                <a:lnTo>
                  <a:pt x="9837" y="0"/>
                </a:lnTo>
                <a:lnTo>
                  <a:pt x="9837" y="23"/>
                </a:lnTo>
                <a:lnTo>
                  <a:pt x="9791" y="23"/>
                </a:lnTo>
                <a:lnTo>
                  <a:pt x="9791" y="0"/>
                </a:lnTo>
                <a:moveTo>
                  <a:pt x="9884" y="0"/>
                </a:moveTo>
                <a:lnTo>
                  <a:pt x="9930" y="0"/>
                </a:lnTo>
                <a:lnTo>
                  <a:pt x="9930" y="23"/>
                </a:lnTo>
                <a:lnTo>
                  <a:pt x="9884" y="23"/>
                </a:lnTo>
                <a:lnTo>
                  <a:pt x="9884" y="0"/>
                </a:lnTo>
                <a:moveTo>
                  <a:pt x="9976" y="0"/>
                </a:moveTo>
                <a:lnTo>
                  <a:pt x="10023" y="0"/>
                </a:lnTo>
                <a:lnTo>
                  <a:pt x="10023" y="23"/>
                </a:lnTo>
                <a:lnTo>
                  <a:pt x="9976" y="23"/>
                </a:lnTo>
                <a:lnTo>
                  <a:pt x="9976" y="0"/>
                </a:lnTo>
                <a:moveTo>
                  <a:pt x="10069" y="0"/>
                </a:moveTo>
                <a:lnTo>
                  <a:pt x="10116" y="0"/>
                </a:lnTo>
                <a:lnTo>
                  <a:pt x="10116" y="23"/>
                </a:lnTo>
                <a:lnTo>
                  <a:pt x="10069" y="23"/>
                </a:lnTo>
                <a:lnTo>
                  <a:pt x="10069" y="0"/>
                </a:lnTo>
                <a:moveTo>
                  <a:pt x="10162" y="0"/>
                </a:moveTo>
                <a:lnTo>
                  <a:pt x="10209" y="0"/>
                </a:lnTo>
                <a:lnTo>
                  <a:pt x="10209" y="23"/>
                </a:lnTo>
                <a:lnTo>
                  <a:pt x="10162" y="23"/>
                </a:lnTo>
                <a:lnTo>
                  <a:pt x="10162" y="0"/>
                </a:lnTo>
                <a:moveTo>
                  <a:pt x="10255" y="0"/>
                </a:moveTo>
                <a:lnTo>
                  <a:pt x="10302" y="0"/>
                </a:lnTo>
                <a:lnTo>
                  <a:pt x="10302" y="23"/>
                </a:lnTo>
                <a:lnTo>
                  <a:pt x="10255" y="23"/>
                </a:lnTo>
                <a:lnTo>
                  <a:pt x="10255" y="0"/>
                </a:lnTo>
                <a:moveTo>
                  <a:pt x="10348" y="0"/>
                </a:moveTo>
                <a:lnTo>
                  <a:pt x="10371" y="0"/>
                </a:lnTo>
                <a:cubicBezTo>
                  <a:pt x="10379" y="0"/>
                  <a:pt x="10387" y="0"/>
                  <a:pt x="10395" y="1"/>
                </a:cubicBezTo>
                <a:lnTo>
                  <a:pt x="10392" y="24"/>
                </a:lnTo>
                <a:cubicBezTo>
                  <a:pt x="10385" y="23"/>
                  <a:pt x="10378" y="23"/>
                  <a:pt x="10371" y="23"/>
                </a:cubicBezTo>
                <a:lnTo>
                  <a:pt x="10348" y="23"/>
                </a:lnTo>
                <a:lnTo>
                  <a:pt x="10348" y="0"/>
                </a:lnTo>
                <a:moveTo>
                  <a:pt x="10443" y="12"/>
                </a:moveTo>
                <a:cubicBezTo>
                  <a:pt x="10459" y="17"/>
                  <a:pt x="10474" y="24"/>
                  <a:pt x="10488" y="33"/>
                </a:cubicBezTo>
                <a:lnTo>
                  <a:pt x="10476" y="53"/>
                </a:lnTo>
                <a:cubicBezTo>
                  <a:pt x="10463" y="45"/>
                  <a:pt x="10450" y="39"/>
                  <a:pt x="10436" y="34"/>
                </a:cubicBezTo>
                <a:lnTo>
                  <a:pt x="10443" y="12"/>
                </a:lnTo>
                <a:moveTo>
                  <a:pt x="10527" y="64"/>
                </a:moveTo>
                <a:cubicBezTo>
                  <a:pt x="10539" y="76"/>
                  <a:pt x="10549" y="89"/>
                  <a:pt x="10558" y="103"/>
                </a:cubicBezTo>
                <a:lnTo>
                  <a:pt x="10538" y="115"/>
                </a:lnTo>
                <a:cubicBezTo>
                  <a:pt x="10530" y="102"/>
                  <a:pt x="10521" y="91"/>
                  <a:pt x="10511" y="80"/>
                </a:cubicBezTo>
                <a:lnTo>
                  <a:pt x="10527" y="64"/>
                </a:lnTo>
                <a:moveTo>
                  <a:pt x="10579" y="147"/>
                </a:moveTo>
                <a:cubicBezTo>
                  <a:pt x="10585" y="163"/>
                  <a:pt x="10589" y="179"/>
                  <a:pt x="10591" y="196"/>
                </a:cubicBezTo>
                <a:lnTo>
                  <a:pt x="10567" y="198"/>
                </a:lnTo>
                <a:cubicBezTo>
                  <a:pt x="10566" y="183"/>
                  <a:pt x="10562" y="169"/>
                  <a:pt x="10558" y="155"/>
                </a:cubicBezTo>
                <a:lnTo>
                  <a:pt x="10579" y="147"/>
                </a:lnTo>
                <a:moveTo>
                  <a:pt x="10592" y="242"/>
                </a:moveTo>
                <a:lnTo>
                  <a:pt x="10592" y="243"/>
                </a:lnTo>
                <a:cubicBezTo>
                  <a:pt x="10592" y="259"/>
                  <a:pt x="10590" y="275"/>
                  <a:pt x="10587" y="290"/>
                </a:cubicBezTo>
                <a:lnTo>
                  <a:pt x="10564" y="285"/>
                </a:lnTo>
                <a:cubicBezTo>
                  <a:pt x="10567" y="271"/>
                  <a:pt x="10569" y="257"/>
                  <a:pt x="10569" y="243"/>
                </a:cubicBezTo>
                <a:lnTo>
                  <a:pt x="10569" y="242"/>
                </a:lnTo>
                <a:lnTo>
                  <a:pt x="10592" y="242"/>
                </a:lnTo>
                <a:moveTo>
                  <a:pt x="10571" y="337"/>
                </a:moveTo>
                <a:cubicBezTo>
                  <a:pt x="10564" y="353"/>
                  <a:pt x="10555" y="367"/>
                  <a:pt x="10545" y="380"/>
                </a:cubicBezTo>
                <a:lnTo>
                  <a:pt x="10527" y="366"/>
                </a:lnTo>
                <a:cubicBezTo>
                  <a:pt x="10536" y="354"/>
                  <a:pt x="10544" y="341"/>
                  <a:pt x="10550" y="328"/>
                </a:cubicBezTo>
                <a:lnTo>
                  <a:pt x="10571" y="337"/>
                </a:lnTo>
                <a:moveTo>
                  <a:pt x="10510" y="416"/>
                </a:moveTo>
                <a:cubicBezTo>
                  <a:pt x="10497" y="426"/>
                  <a:pt x="10483" y="435"/>
                  <a:pt x="10468" y="442"/>
                </a:cubicBezTo>
                <a:lnTo>
                  <a:pt x="10458" y="422"/>
                </a:lnTo>
                <a:cubicBezTo>
                  <a:pt x="10472" y="415"/>
                  <a:pt x="10484" y="407"/>
                  <a:pt x="10495" y="398"/>
                </a:cubicBezTo>
                <a:lnTo>
                  <a:pt x="10510" y="416"/>
                </a:lnTo>
                <a:moveTo>
                  <a:pt x="10421" y="459"/>
                </a:moveTo>
                <a:cubicBezTo>
                  <a:pt x="10406" y="463"/>
                  <a:pt x="10390" y="465"/>
                  <a:pt x="10373" y="465"/>
                </a:cubicBezTo>
                <a:lnTo>
                  <a:pt x="10373" y="442"/>
                </a:lnTo>
                <a:cubicBezTo>
                  <a:pt x="10388" y="441"/>
                  <a:pt x="10402" y="440"/>
                  <a:pt x="10416" y="437"/>
                </a:cubicBezTo>
                <a:lnTo>
                  <a:pt x="10421" y="459"/>
                </a:lnTo>
                <a:moveTo>
                  <a:pt x="10327" y="465"/>
                </a:moveTo>
                <a:lnTo>
                  <a:pt x="10281" y="465"/>
                </a:lnTo>
                <a:lnTo>
                  <a:pt x="10281" y="442"/>
                </a:lnTo>
                <a:lnTo>
                  <a:pt x="10327" y="442"/>
                </a:lnTo>
                <a:lnTo>
                  <a:pt x="10327" y="465"/>
                </a:lnTo>
                <a:moveTo>
                  <a:pt x="10234" y="465"/>
                </a:moveTo>
                <a:lnTo>
                  <a:pt x="10188" y="465"/>
                </a:lnTo>
                <a:lnTo>
                  <a:pt x="10188" y="442"/>
                </a:lnTo>
                <a:lnTo>
                  <a:pt x="10234" y="442"/>
                </a:lnTo>
                <a:lnTo>
                  <a:pt x="10234" y="465"/>
                </a:lnTo>
                <a:moveTo>
                  <a:pt x="10141" y="465"/>
                </a:moveTo>
                <a:lnTo>
                  <a:pt x="10095" y="465"/>
                </a:lnTo>
                <a:lnTo>
                  <a:pt x="10095" y="442"/>
                </a:lnTo>
                <a:lnTo>
                  <a:pt x="10141" y="442"/>
                </a:lnTo>
                <a:lnTo>
                  <a:pt x="10141" y="465"/>
                </a:lnTo>
                <a:moveTo>
                  <a:pt x="10048" y="465"/>
                </a:moveTo>
                <a:lnTo>
                  <a:pt x="10002" y="465"/>
                </a:lnTo>
                <a:lnTo>
                  <a:pt x="10002" y="442"/>
                </a:lnTo>
                <a:lnTo>
                  <a:pt x="10048" y="442"/>
                </a:lnTo>
                <a:lnTo>
                  <a:pt x="10048" y="465"/>
                </a:lnTo>
                <a:moveTo>
                  <a:pt x="9955" y="465"/>
                </a:moveTo>
                <a:lnTo>
                  <a:pt x="9909" y="465"/>
                </a:lnTo>
                <a:lnTo>
                  <a:pt x="9909" y="442"/>
                </a:lnTo>
                <a:lnTo>
                  <a:pt x="9955" y="442"/>
                </a:lnTo>
                <a:lnTo>
                  <a:pt x="9955" y="465"/>
                </a:lnTo>
                <a:moveTo>
                  <a:pt x="9862" y="465"/>
                </a:moveTo>
                <a:lnTo>
                  <a:pt x="9816" y="465"/>
                </a:lnTo>
                <a:lnTo>
                  <a:pt x="9816" y="442"/>
                </a:lnTo>
                <a:lnTo>
                  <a:pt x="9862" y="442"/>
                </a:lnTo>
                <a:lnTo>
                  <a:pt x="9862" y="465"/>
                </a:lnTo>
                <a:moveTo>
                  <a:pt x="9770" y="465"/>
                </a:moveTo>
                <a:lnTo>
                  <a:pt x="9723" y="465"/>
                </a:lnTo>
                <a:lnTo>
                  <a:pt x="9723" y="442"/>
                </a:lnTo>
                <a:lnTo>
                  <a:pt x="9770" y="442"/>
                </a:lnTo>
                <a:lnTo>
                  <a:pt x="9770" y="465"/>
                </a:lnTo>
                <a:moveTo>
                  <a:pt x="9677" y="465"/>
                </a:moveTo>
                <a:lnTo>
                  <a:pt x="9630" y="465"/>
                </a:lnTo>
                <a:lnTo>
                  <a:pt x="9630" y="442"/>
                </a:lnTo>
                <a:lnTo>
                  <a:pt x="9677" y="442"/>
                </a:lnTo>
                <a:lnTo>
                  <a:pt x="9677" y="465"/>
                </a:lnTo>
                <a:moveTo>
                  <a:pt x="9584" y="465"/>
                </a:moveTo>
                <a:lnTo>
                  <a:pt x="9537" y="465"/>
                </a:lnTo>
                <a:lnTo>
                  <a:pt x="9537" y="442"/>
                </a:lnTo>
                <a:lnTo>
                  <a:pt x="9584" y="442"/>
                </a:lnTo>
                <a:lnTo>
                  <a:pt x="9584" y="465"/>
                </a:lnTo>
                <a:moveTo>
                  <a:pt x="9491" y="465"/>
                </a:moveTo>
                <a:lnTo>
                  <a:pt x="9444" y="465"/>
                </a:lnTo>
                <a:lnTo>
                  <a:pt x="9444" y="442"/>
                </a:lnTo>
                <a:lnTo>
                  <a:pt x="9491" y="442"/>
                </a:lnTo>
                <a:lnTo>
                  <a:pt x="9491" y="465"/>
                </a:lnTo>
                <a:moveTo>
                  <a:pt x="9398" y="465"/>
                </a:moveTo>
                <a:lnTo>
                  <a:pt x="9351" y="465"/>
                </a:lnTo>
                <a:lnTo>
                  <a:pt x="9351" y="442"/>
                </a:lnTo>
                <a:lnTo>
                  <a:pt x="9398" y="442"/>
                </a:lnTo>
                <a:lnTo>
                  <a:pt x="9398" y="465"/>
                </a:lnTo>
                <a:moveTo>
                  <a:pt x="9305" y="465"/>
                </a:moveTo>
                <a:lnTo>
                  <a:pt x="9259" y="465"/>
                </a:lnTo>
                <a:lnTo>
                  <a:pt x="9259" y="442"/>
                </a:lnTo>
                <a:lnTo>
                  <a:pt x="9305" y="442"/>
                </a:lnTo>
                <a:lnTo>
                  <a:pt x="9305" y="465"/>
                </a:lnTo>
                <a:moveTo>
                  <a:pt x="9212" y="465"/>
                </a:moveTo>
                <a:lnTo>
                  <a:pt x="9166" y="465"/>
                </a:lnTo>
                <a:lnTo>
                  <a:pt x="9166" y="442"/>
                </a:lnTo>
                <a:lnTo>
                  <a:pt x="9212" y="442"/>
                </a:lnTo>
                <a:lnTo>
                  <a:pt x="9212" y="465"/>
                </a:lnTo>
                <a:moveTo>
                  <a:pt x="9119" y="465"/>
                </a:moveTo>
                <a:lnTo>
                  <a:pt x="9073" y="465"/>
                </a:lnTo>
                <a:lnTo>
                  <a:pt x="9073" y="442"/>
                </a:lnTo>
                <a:lnTo>
                  <a:pt x="9119" y="442"/>
                </a:lnTo>
                <a:lnTo>
                  <a:pt x="9119" y="465"/>
                </a:lnTo>
                <a:moveTo>
                  <a:pt x="9026" y="465"/>
                </a:moveTo>
                <a:lnTo>
                  <a:pt x="8980" y="465"/>
                </a:lnTo>
                <a:lnTo>
                  <a:pt x="8980" y="442"/>
                </a:lnTo>
                <a:lnTo>
                  <a:pt x="9026" y="442"/>
                </a:lnTo>
                <a:lnTo>
                  <a:pt x="9026" y="465"/>
                </a:lnTo>
                <a:moveTo>
                  <a:pt x="8933" y="465"/>
                </a:moveTo>
                <a:lnTo>
                  <a:pt x="8887" y="465"/>
                </a:lnTo>
                <a:lnTo>
                  <a:pt x="8887" y="442"/>
                </a:lnTo>
                <a:lnTo>
                  <a:pt x="8933" y="442"/>
                </a:lnTo>
                <a:lnTo>
                  <a:pt x="8933" y="465"/>
                </a:lnTo>
                <a:moveTo>
                  <a:pt x="8841" y="465"/>
                </a:moveTo>
                <a:lnTo>
                  <a:pt x="8794" y="465"/>
                </a:lnTo>
                <a:lnTo>
                  <a:pt x="8794" y="442"/>
                </a:lnTo>
                <a:lnTo>
                  <a:pt x="8841" y="442"/>
                </a:lnTo>
                <a:lnTo>
                  <a:pt x="8841" y="465"/>
                </a:lnTo>
                <a:moveTo>
                  <a:pt x="8748" y="465"/>
                </a:moveTo>
                <a:lnTo>
                  <a:pt x="8701" y="465"/>
                </a:lnTo>
                <a:lnTo>
                  <a:pt x="8701" y="442"/>
                </a:lnTo>
                <a:lnTo>
                  <a:pt x="8748" y="442"/>
                </a:lnTo>
                <a:lnTo>
                  <a:pt x="8748" y="465"/>
                </a:lnTo>
                <a:moveTo>
                  <a:pt x="8655" y="465"/>
                </a:moveTo>
                <a:lnTo>
                  <a:pt x="8608" y="465"/>
                </a:lnTo>
                <a:lnTo>
                  <a:pt x="8608" y="442"/>
                </a:lnTo>
                <a:lnTo>
                  <a:pt x="8655" y="442"/>
                </a:lnTo>
                <a:lnTo>
                  <a:pt x="8655" y="465"/>
                </a:lnTo>
                <a:moveTo>
                  <a:pt x="8562" y="465"/>
                </a:moveTo>
                <a:lnTo>
                  <a:pt x="8515" y="465"/>
                </a:lnTo>
                <a:lnTo>
                  <a:pt x="8515" y="442"/>
                </a:lnTo>
                <a:lnTo>
                  <a:pt x="8562" y="442"/>
                </a:lnTo>
                <a:lnTo>
                  <a:pt x="8562" y="465"/>
                </a:lnTo>
                <a:moveTo>
                  <a:pt x="8469" y="465"/>
                </a:moveTo>
                <a:lnTo>
                  <a:pt x="8422" y="465"/>
                </a:lnTo>
                <a:lnTo>
                  <a:pt x="8422" y="442"/>
                </a:lnTo>
                <a:lnTo>
                  <a:pt x="8469" y="442"/>
                </a:lnTo>
                <a:lnTo>
                  <a:pt x="8469" y="465"/>
                </a:lnTo>
                <a:moveTo>
                  <a:pt x="8376" y="465"/>
                </a:moveTo>
                <a:lnTo>
                  <a:pt x="8330" y="465"/>
                </a:lnTo>
                <a:lnTo>
                  <a:pt x="8330" y="442"/>
                </a:lnTo>
                <a:lnTo>
                  <a:pt x="8376" y="442"/>
                </a:lnTo>
                <a:lnTo>
                  <a:pt x="8376" y="465"/>
                </a:lnTo>
                <a:moveTo>
                  <a:pt x="8283" y="465"/>
                </a:moveTo>
                <a:lnTo>
                  <a:pt x="8237" y="465"/>
                </a:lnTo>
                <a:lnTo>
                  <a:pt x="8237" y="442"/>
                </a:lnTo>
                <a:lnTo>
                  <a:pt x="8283" y="442"/>
                </a:lnTo>
                <a:lnTo>
                  <a:pt x="8283" y="465"/>
                </a:lnTo>
                <a:moveTo>
                  <a:pt x="8190" y="465"/>
                </a:moveTo>
                <a:lnTo>
                  <a:pt x="8144" y="465"/>
                </a:lnTo>
                <a:lnTo>
                  <a:pt x="8144" y="442"/>
                </a:lnTo>
                <a:lnTo>
                  <a:pt x="8190" y="442"/>
                </a:lnTo>
                <a:lnTo>
                  <a:pt x="8190" y="465"/>
                </a:lnTo>
                <a:moveTo>
                  <a:pt x="8097" y="465"/>
                </a:moveTo>
                <a:lnTo>
                  <a:pt x="8051" y="465"/>
                </a:lnTo>
                <a:lnTo>
                  <a:pt x="8051" y="442"/>
                </a:lnTo>
                <a:lnTo>
                  <a:pt x="8097" y="442"/>
                </a:lnTo>
                <a:lnTo>
                  <a:pt x="8097" y="465"/>
                </a:lnTo>
                <a:moveTo>
                  <a:pt x="8004" y="465"/>
                </a:moveTo>
                <a:lnTo>
                  <a:pt x="7958" y="465"/>
                </a:lnTo>
                <a:lnTo>
                  <a:pt x="7958" y="442"/>
                </a:lnTo>
                <a:lnTo>
                  <a:pt x="8004" y="442"/>
                </a:lnTo>
                <a:lnTo>
                  <a:pt x="8004" y="465"/>
                </a:lnTo>
                <a:moveTo>
                  <a:pt x="7911" y="465"/>
                </a:moveTo>
                <a:lnTo>
                  <a:pt x="7865" y="465"/>
                </a:lnTo>
                <a:lnTo>
                  <a:pt x="7865" y="442"/>
                </a:lnTo>
                <a:lnTo>
                  <a:pt x="7911" y="442"/>
                </a:lnTo>
                <a:lnTo>
                  <a:pt x="7911" y="465"/>
                </a:lnTo>
                <a:moveTo>
                  <a:pt x="7819" y="465"/>
                </a:moveTo>
                <a:lnTo>
                  <a:pt x="7772" y="465"/>
                </a:lnTo>
                <a:lnTo>
                  <a:pt x="7772" y="442"/>
                </a:lnTo>
                <a:lnTo>
                  <a:pt x="7819" y="442"/>
                </a:lnTo>
                <a:lnTo>
                  <a:pt x="7819" y="465"/>
                </a:lnTo>
                <a:moveTo>
                  <a:pt x="7726" y="465"/>
                </a:moveTo>
                <a:lnTo>
                  <a:pt x="7679" y="465"/>
                </a:lnTo>
                <a:lnTo>
                  <a:pt x="7679" y="442"/>
                </a:lnTo>
                <a:lnTo>
                  <a:pt x="7726" y="442"/>
                </a:lnTo>
                <a:lnTo>
                  <a:pt x="7726" y="465"/>
                </a:lnTo>
                <a:moveTo>
                  <a:pt x="7633" y="465"/>
                </a:moveTo>
                <a:lnTo>
                  <a:pt x="7586" y="465"/>
                </a:lnTo>
                <a:lnTo>
                  <a:pt x="7586" y="442"/>
                </a:lnTo>
                <a:lnTo>
                  <a:pt x="7633" y="442"/>
                </a:lnTo>
                <a:lnTo>
                  <a:pt x="7633" y="465"/>
                </a:lnTo>
                <a:moveTo>
                  <a:pt x="7540" y="465"/>
                </a:moveTo>
                <a:lnTo>
                  <a:pt x="7493" y="465"/>
                </a:lnTo>
                <a:lnTo>
                  <a:pt x="7493" y="442"/>
                </a:lnTo>
                <a:lnTo>
                  <a:pt x="7540" y="442"/>
                </a:lnTo>
                <a:lnTo>
                  <a:pt x="7540" y="465"/>
                </a:lnTo>
                <a:moveTo>
                  <a:pt x="7447" y="465"/>
                </a:moveTo>
                <a:lnTo>
                  <a:pt x="7401" y="465"/>
                </a:lnTo>
                <a:lnTo>
                  <a:pt x="7401" y="442"/>
                </a:lnTo>
                <a:lnTo>
                  <a:pt x="7447" y="442"/>
                </a:lnTo>
                <a:lnTo>
                  <a:pt x="7447" y="465"/>
                </a:lnTo>
                <a:moveTo>
                  <a:pt x="7354" y="465"/>
                </a:moveTo>
                <a:lnTo>
                  <a:pt x="7308" y="465"/>
                </a:lnTo>
                <a:lnTo>
                  <a:pt x="7308" y="442"/>
                </a:lnTo>
                <a:lnTo>
                  <a:pt x="7354" y="442"/>
                </a:lnTo>
                <a:lnTo>
                  <a:pt x="7354" y="465"/>
                </a:lnTo>
                <a:moveTo>
                  <a:pt x="7261" y="465"/>
                </a:moveTo>
                <a:lnTo>
                  <a:pt x="7215" y="465"/>
                </a:lnTo>
                <a:lnTo>
                  <a:pt x="7215" y="442"/>
                </a:lnTo>
                <a:lnTo>
                  <a:pt x="7261" y="442"/>
                </a:lnTo>
                <a:lnTo>
                  <a:pt x="7261" y="465"/>
                </a:lnTo>
                <a:moveTo>
                  <a:pt x="7168" y="465"/>
                </a:moveTo>
                <a:lnTo>
                  <a:pt x="7122" y="465"/>
                </a:lnTo>
                <a:lnTo>
                  <a:pt x="7122" y="442"/>
                </a:lnTo>
                <a:lnTo>
                  <a:pt x="7168" y="442"/>
                </a:lnTo>
                <a:lnTo>
                  <a:pt x="7168" y="465"/>
                </a:lnTo>
                <a:moveTo>
                  <a:pt x="7075" y="465"/>
                </a:moveTo>
                <a:lnTo>
                  <a:pt x="7029" y="465"/>
                </a:lnTo>
                <a:lnTo>
                  <a:pt x="7029" y="442"/>
                </a:lnTo>
                <a:lnTo>
                  <a:pt x="7075" y="442"/>
                </a:lnTo>
                <a:lnTo>
                  <a:pt x="7075" y="465"/>
                </a:lnTo>
                <a:moveTo>
                  <a:pt x="6982" y="465"/>
                </a:moveTo>
                <a:lnTo>
                  <a:pt x="6936" y="465"/>
                </a:lnTo>
                <a:lnTo>
                  <a:pt x="6936" y="442"/>
                </a:lnTo>
                <a:lnTo>
                  <a:pt x="6982" y="442"/>
                </a:lnTo>
                <a:lnTo>
                  <a:pt x="6982" y="465"/>
                </a:lnTo>
                <a:moveTo>
                  <a:pt x="6890" y="465"/>
                </a:moveTo>
                <a:lnTo>
                  <a:pt x="6843" y="465"/>
                </a:lnTo>
                <a:lnTo>
                  <a:pt x="6843" y="442"/>
                </a:lnTo>
                <a:lnTo>
                  <a:pt x="6890" y="442"/>
                </a:lnTo>
                <a:lnTo>
                  <a:pt x="6890" y="465"/>
                </a:lnTo>
                <a:moveTo>
                  <a:pt x="6797" y="465"/>
                </a:moveTo>
                <a:lnTo>
                  <a:pt x="6750" y="465"/>
                </a:lnTo>
                <a:lnTo>
                  <a:pt x="6750" y="442"/>
                </a:lnTo>
                <a:lnTo>
                  <a:pt x="6797" y="442"/>
                </a:lnTo>
                <a:lnTo>
                  <a:pt x="6797" y="465"/>
                </a:lnTo>
                <a:moveTo>
                  <a:pt x="6704" y="465"/>
                </a:moveTo>
                <a:lnTo>
                  <a:pt x="6657" y="465"/>
                </a:lnTo>
                <a:lnTo>
                  <a:pt x="6657" y="442"/>
                </a:lnTo>
                <a:lnTo>
                  <a:pt x="6704" y="442"/>
                </a:lnTo>
                <a:lnTo>
                  <a:pt x="6704" y="465"/>
                </a:lnTo>
                <a:moveTo>
                  <a:pt x="6611" y="465"/>
                </a:moveTo>
                <a:lnTo>
                  <a:pt x="6564" y="465"/>
                </a:lnTo>
                <a:lnTo>
                  <a:pt x="6564" y="442"/>
                </a:lnTo>
                <a:lnTo>
                  <a:pt x="6611" y="442"/>
                </a:lnTo>
                <a:lnTo>
                  <a:pt x="6611" y="465"/>
                </a:lnTo>
                <a:moveTo>
                  <a:pt x="6518" y="465"/>
                </a:moveTo>
                <a:lnTo>
                  <a:pt x="6471" y="465"/>
                </a:lnTo>
                <a:lnTo>
                  <a:pt x="6471" y="442"/>
                </a:lnTo>
                <a:lnTo>
                  <a:pt x="6518" y="442"/>
                </a:lnTo>
                <a:lnTo>
                  <a:pt x="6518" y="465"/>
                </a:lnTo>
                <a:moveTo>
                  <a:pt x="6425" y="465"/>
                </a:moveTo>
                <a:lnTo>
                  <a:pt x="6379" y="465"/>
                </a:lnTo>
                <a:lnTo>
                  <a:pt x="6379" y="442"/>
                </a:lnTo>
                <a:lnTo>
                  <a:pt x="6425" y="442"/>
                </a:lnTo>
                <a:lnTo>
                  <a:pt x="6425" y="465"/>
                </a:lnTo>
                <a:moveTo>
                  <a:pt x="6332" y="465"/>
                </a:moveTo>
                <a:lnTo>
                  <a:pt x="6286" y="465"/>
                </a:lnTo>
                <a:lnTo>
                  <a:pt x="6286" y="442"/>
                </a:lnTo>
                <a:lnTo>
                  <a:pt x="6332" y="442"/>
                </a:lnTo>
                <a:lnTo>
                  <a:pt x="6332" y="465"/>
                </a:lnTo>
                <a:moveTo>
                  <a:pt x="6239" y="465"/>
                </a:moveTo>
                <a:lnTo>
                  <a:pt x="6193" y="465"/>
                </a:lnTo>
                <a:lnTo>
                  <a:pt x="6193" y="442"/>
                </a:lnTo>
                <a:lnTo>
                  <a:pt x="6239" y="442"/>
                </a:lnTo>
                <a:lnTo>
                  <a:pt x="6239" y="465"/>
                </a:lnTo>
                <a:moveTo>
                  <a:pt x="6146" y="465"/>
                </a:moveTo>
                <a:lnTo>
                  <a:pt x="6100" y="465"/>
                </a:lnTo>
                <a:lnTo>
                  <a:pt x="6100" y="442"/>
                </a:lnTo>
                <a:lnTo>
                  <a:pt x="6146" y="442"/>
                </a:lnTo>
                <a:lnTo>
                  <a:pt x="6146" y="465"/>
                </a:lnTo>
                <a:moveTo>
                  <a:pt x="6053" y="465"/>
                </a:moveTo>
                <a:lnTo>
                  <a:pt x="6007" y="465"/>
                </a:lnTo>
                <a:lnTo>
                  <a:pt x="6007" y="442"/>
                </a:lnTo>
                <a:lnTo>
                  <a:pt x="6053" y="442"/>
                </a:lnTo>
                <a:lnTo>
                  <a:pt x="6053" y="465"/>
                </a:lnTo>
                <a:moveTo>
                  <a:pt x="5960" y="465"/>
                </a:moveTo>
                <a:lnTo>
                  <a:pt x="5914" y="465"/>
                </a:lnTo>
                <a:lnTo>
                  <a:pt x="5914" y="442"/>
                </a:lnTo>
                <a:lnTo>
                  <a:pt x="5960" y="442"/>
                </a:lnTo>
                <a:lnTo>
                  <a:pt x="5960" y="465"/>
                </a:lnTo>
                <a:moveTo>
                  <a:pt x="5868" y="465"/>
                </a:moveTo>
                <a:lnTo>
                  <a:pt x="5821" y="465"/>
                </a:lnTo>
                <a:lnTo>
                  <a:pt x="5821" y="442"/>
                </a:lnTo>
                <a:lnTo>
                  <a:pt x="5868" y="442"/>
                </a:lnTo>
                <a:lnTo>
                  <a:pt x="5868" y="465"/>
                </a:lnTo>
                <a:moveTo>
                  <a:pt x="5775" y="465"/>
                </a:moveTo>
                <a:lnTo>
                  <a:pt x="5728" y="465"/>
                </a:lnTo>
                <a:lnTo>
                  <a:pt x="5728" y="442"/>
                </a:lnTo>
                <a:lnTo>
                  <a:pt x="5775" y="442"/>
                </a:lnTo>
                <a:lnTo>
                  <a:pt x="5775" y="465"/>
                </a:lnTo>
                <a:moveTo>
                  <a:pt x="5682" y="465"/>
                </a:moveTo>
                <a:lnTo>
                  <a:pt x="5635" y="465"/>
                </a:lnTo>
                <a:lnTo>
                  <a:pt x="5635" y="442"/>
                </a:lnTo>
                <a:lnTo>
                  <a:pt x="5682" y="442"/>
                </a:lnTo>
                <a:lnTo>
                  <a:pt x="5682" y="465"/>
                </a:lnTo>
                <a:moveTo>
                  <a:pt x="5589" y="465"/>
                </a:moveTo>
                <a:lnTo>
                  <a:pt x="5542" y="465"/>
                </a:lnTo>
                <a:lnTo>
                  <a:pt x="5542" y="442"/>
                </a:lnTo>
                <a:lnTo>
                  <a:pt x="5589" y="442"/>
                </a:lnTo>
                <a:lnTo>
                  <a:pt x="5589" y="465"/>
                </a:lnTo>
                <a:moveTo>
                  <a:pt x="5496" y="465"/>
                </a:moveTo>
                <a:lnTo>
                  <a:pt x="5450" y="465"/>
                </a:lnTo>
                <a:lnTo>
                  <a:pt x="5450" y="442"/>
                </a:lnTo>
                <a:lnTo>
                  <a:pt x="5496" y="442"/>
                </a:lnTo>
                <a:lnTo>
                  <a:pt x="5496" y="465"/>
                </a:lnTo>
                <a:moveTo>
                  <a:pt x="5403" y="465"/>
                </a:moveTo>
                <a:lnTo>
                  <a:pt x="5357" y="465"/>
                </a:lnTo>
                <a:lnTo>
                  <a:pt x="5357" y="442"/>
                </a:lnTo>
                <a:lnTo>
                  <a:pt x="5403" y="442"/>
                </a:lnTo>
                <a:lnTo>
                  <a:pt x="5403" y="465"/>
                </a:lnTo>
                <a:moveTo>
                  <a:pt x="5310" y="465"/>
                </a:moveTo>
                <a:lnTo>
                  <a:pt x="5264" y="465"/>
                </a:lnTo>
                <a:lnTo>
                  <a:pt x="5264" y="442"/>
                </a:lnTo>
                <a:lnTo>
                  <a:pt x="5310" y="442"/>
                </a:lnTo>
                <a:lnTo>
                  <a:pt x="5310" y="465"/>
                </a:lnTo>
                <a:moveTo>
                  <a:pt x="5217" y="465"/>
                </a:moveTo>
                <a:lnTo>
                  <a:pt x="5171" y="465"/>
                </a:lnTo>
                <a:lnTo>
                  <a:pt x="5171" y="442"/>
                </a:lnTo>
                <a:lnTo>
                  <a:pt x="5217" y="442"/>
                </a:lnTo>
                <a:lnTo>
                  <a:pt x="5217" y="465"/>
                </a:lnTo>
                <a:moveTo>
                  <a:pt x="5124" y="465"/>
                </a:moveTo>
                <a:lnTo>
                  <a:pt x="5078" y="465"/>
                </a:lnTo>
                <a:lnTo>
                  <a:pt x="5078" y="442"/>
                </a:lnTo>
                <a:lnTo>
                  <a:pt x="5124" y="442"/>
                </a:lnTo>
                <a:lnTo>
                  <a:pt x="5124" y="465"/>
                </a:lnTo>
                <a:moveTo>
                  <a:pt x="5031" y="465"/>
                </a:moveTo>
                <a:lnTo>
                  <a:pt x="4985" y="465"/>
                </a:lnTo>
                <a:lnTo>
                  <a:pt x="4985" y="442"/>
                </a:lnTo>
                <a:lnTo>
                  <a:pt x="5031" y="442"/>
                </a:lnTo>
                <a:lnTo>
                  <a:pt x="5031" y="465"/>
                </a:lnTo>
                <a:moveTo>
                  <a:pt x="4939" y="465"/>
                </a:moveTo>
                <a:lnTo>
                  <a:pt x="4892" y="465"/>
                </a:lnTo>
                <a:lnTo>
                  <a:pt x="4892" y="442"/>
                </a:lnTo>
                <a:lnTo>
                  <a:pt x="4939" y="442"/>
                </a:lnTo>
                <a:lnTo>
                  <a:pt x="4939" y="465"/>
                </a:lnTo>
                <a:moveTo>
                  <a:pt x="4846" y="465"/>
                </a:moveTo>
                <a:lnTo>
                  <a:pt x="4799" y="465"/>
                </a:lnTo>
                <a:lnTo>
                  <a:pt x="4799" y="442"/>
                </a:lnTo>
                <a:lnTo>
                  <a:pt x="4846" y="442"/>
                </a:lnTo>
                <a:lnTo>
                  <a:pt x="4846" y="465"/>
                </a:lnTo>
                <a:moveTo>
                  <a:pt x="4753" y="465"/>
                </a:moveTo>
                <a:lnTo>
                  <a:pt x="4706" y="465"/>
                </a:lnTo>
                <a:lnTo>
                  <a:pt x="4706" y="442"/>
                </a:lnTo>
                <a:lnTo>
                  <a:pt x="4753" y="442"/>
                </a:lnTo>
                <a:lnTo>
                  <a:pt x="4753" y="465"/>
                </a:lnTo>
                <a:moveTo>
                  <a:pt x="4660" y="465"/>
                </a:moveTo>
                <a:lnTo>
                  <a:pt x="4613" y="465"/>
                </a:lnTo>
                <a:lnTo>
                  <a:pt x="4613" y="442"/>
                </a:lnTo>
                <a:lnTo>
                  <a:pt x="4660" y="442"/>
                </a:lnTo>
                <a:lnTo>
                  <a:pt x="4660" y="465"/>
                </a:lnTo>
                <a:moveTo>
                  <a:pt x="4567" y="465"/>
                </a:moveTo>
                <a:lnTo>
                  <a:pt x="4520" y="465"/>
                </a:lnTo>
                <a:lnTo>
                  <a:pt x="4520" y="442"/>
                </a:lnTo>
                <a:lnTo>
                  <a:pt x="4567" y="442"/>
                </a:lnTo>
                <a:lnTo>
                  <a:pt x="4567" y="465"/>
                </a:lnTo>
                <a:moveTo>
                  <a:pt x="4474" y="465"/>
                </a:moveTo>
                <a:lnTo>
                  <a:pt x="4428" y="465"/>
                </a:lnTo>
                <a:lnTo>
                  <a:pt x="4428" y="442"/>
                </a:lnTo>
                <a:lnTo>
                  <a:pt x="4474" y="442"/>
                </a:lnTo>
                <a:lnTo>
                  <a:pt x="4474" y="465"/>
                </a:lnTo>
                <a:moveTo>
                  <a:pt x="4381" y="465"/>
                </a:moveTo>
                <a:lnTo>
                  <a:pt x="4335" y="465"/>
                </a:lnTo>
                <a:lnTo>
                  <a:pt x="4335" y="442"/>
                </a:lnTo>
                <a:lnTo>
                  <a:pt x="4381" y="442"/>
                </a:lnTo>
                <a:lnTo>
                  <a:pt x="4381" y="465"/>
                </a:lnTo>
                <a:moveTo>
                  <a:pt x="4288" y="465"/>
                </a:moveTo>
                <a:lnTo>
                  <a:pt x="4242" y="465"/>
                </a:lnTo>
                <a:lnTo>
                  <a:pt x="4242" y="442"/>
                </a:lnTo>
                <a:lnTo>
                  <a:pt x="4288" y="442"/>
                </a:lnTo>
                <a:lnTo>
                  <a:pt x="4288" y="465"/>
                </a:lnTo>
                <a:moveTo>
                  <a:pt x="4195" y="465"/>
                </a:moveTo>
                <a:lnTo>
                  <a:pt x="4149" y="465"/>
                </a:lnTo>
                <a:lnTo>
                  <a:pt x="4149" y="442"/>
                </a:lnTo>
                <a:lnTo>
                  <a:pt x="4195" y="442"/>
                </a:lnTo>
                <a:lnTo>
                  <a:pt x="4195" y="465"/>
                </a:lnTo>
                <a:moveTo>
                  <a:pt x="4102" y="465"/>
                </a:moveTo>
                <a:lnTo>
                  <a:pt x="4056" y="465"/>
                </a:lnTo>
                <a:lnTo>
                  <a:pt x="4056" y="442"/>
                </a:lnTo>
                <a:lnTo>
                  <a:pt x="4102" y="442"/>
                </a:lnTo>
                <a:lnTo>
                  <a:pt x="4102" y="465"/>
                </a:lnTo>
                <a:moveTo>
                  <a:pt x="4010" y="465"/>
                </a:moveTo>
                <a:lnTo>
                  <a:pt x="3963" y="465"/>
                </a:lnTo>
                <a:lnTo>
                  <a:pt x="3963" y="442"/>
                </a:lnTo>
                <a:lnTo>
                  <a:pt x="4010" y="442"/>
                </a:lnTo>
                <a:lnTo>
                  <a:pt x="4010" y="465"/>
                </a:lnTo>
                <a:moveTo>
                  <a:pt x="3917" y="465"/>
                </a:moveTo>
                <a:lnTo>
                  <a:pt x="3870" y="465"/>
                </a:lnTo>
                <a:lnTo>
                  <a:pt x="3870" y="442"/>
                </a:lnTo>
                <a:lnTo>
                  <a:pt x="3917" y="442"/>
                </a:lnTo>
                <a:lnTo>
                  <a:pt x="3917" y="465"/>
                </a:lnTo>
                <a:moveTo>
                  <a:pt x="3824" y="465"/>
                </a:moveTo>
                <a:lnTo>
                  <a:pt x="3777" y="465"/>
                </a:lnTo>
                <a:lnTo>
                  <a:pt x="3777" y="442"/>
                </a:lnTo>
                <a:lnTo>
                  <a:pt x="3824" y="442"/>
                </a:lnTo>
                <a:lnTo>
                  <a:pt x="3824" y="465"/>
                </a:lnTo>
                <a:moveTo>
                  <a:pt x="3730" y="465"/>
                </a:moveTo>
                <a:lnTo>
                  <a:pt x="3683" y="465"/>
                </a:lnTo>
                <a:lnTo>
                  <a:pt x="3683" y="442"/>
                </a:lnTo>
                <a:lnTo>
                  <a:pt x="3730" y="442"/>
                </a:lnTo>
                <a:lnTo>
                  <a:pt x="3730" y="465"/>
                </a:lnTo>
                <a:moveTo>
                  <a:pt x="3637" y="465"/>
                </a:moveTo>
                <a:lnTo>
                  <a:pt x="3590" y="465"/>
                </a:lnTo>
                <a:lnTo>
                  <a:pt x="3590" y="442"/>
                </a:lnTo>
                <a:lnTo>
                  <a:pt x="3637" y="442"/>
                </a:lnTo>
                <a:lnTo>
                  <a:pt x="3637" y="465"/>
                </a:lnTo>
                <a:moveTo>
                  <a:pt x="3544" y="465"/>
                </a:moveTo>
                <a:lnTo>
                  <a:pt x="3498" y="465"/>
                </a:lnTo>
                <a:lnTo>
                  <a:pt x="3498" y="442"/>
                </a:lnTo>
                <a:lnTo>
                  <a:pt x="3544" y="442"/>
                </a:lnTo>
                <a:lnTo>
                  <a:pt x="3544" y="465"/>
                </a:lnTo>
                <a:moveTo>
                  <a:pt x="3451" y="465"/>
                </a:moveTo>
                <a:lnTo>
                  <a:pt x="3405" y="465"/>
                </a:lnTo>
                <a:lnTo>
                  <a:pt x="3405" y="442"/>
                </a:lnTo>
                <a:lnTo>
                  <a:pt x="3451" y="442"/>
                </a:lnTo>
                <a:lnTo>
                  <a:pt x="3451" y="465"/>
                </a:lnTo>
                <a:moveTo>
                  <a:pt x="3358" y="465"/>
                </a:moveTo>
                <a:lnTo>
                  <a:pt x="3312" y="465"/>
                </a:lnTo>
                <a:lnTo>
                  <a:pt x="3312" y="442"/>
                </a:lnTo>
                <a:lnTo>
                  <a:pt x="3358" y="442"/>
                </a:lnTo>
                <a:lnTo>
                  <a:pt x="3358" y="465"/>
                </a:lnTo>
                <a:moveTo>
                  <a:pt x="3265" y="465"/>
                </a:moveTo>
                <a:lnTo>
                  <a:pt x="3219" y="465"/>
                </a:lnTo>
                <a:lnTo>
                  <a:pt x="3219" y="442"/>
                </a:lnTo>
                <a:lnTo>
                  <a:pt x="3265" y="442"/>
                </a:lnTo>
                <a:lnTo>
                  <a:pt x="3265" y="465"/>
                </a:lnTo>
                <a:moveTo>
                  <a:pt x="3172" y="465"/>
                </a:moveTo>
                <a:lnTo>
                  <a:pt x="3126" y="465"/>
                </a:lnTo>
                <a:lnTo>
                  <a:pt x="3126" y="442"/>
                </a:lnTo>
                <a:lnTo>
                  <a:pt x="3172" y="442"/>
                </a:lnTo>
                <a:lnTo>
                  <a:pt x="3172" y="465"/>
                </a:lnTo>
                <a:moveTo>
                  <a:pt x="3079" y="465"/>
                </a:moveTo>
                <a:lnTo>
                  <a:pt x="3033" y="465"/>
                </a:lnTo>
                <a:lnTo>
                  <a:pt x="3033" y="442"/>
                </a:lnTo>
                <a:lnTo>
                  <a:pt x="3079" y="442"/>
                </a:lnTo>
                <a:lnTo>
                  <a:pt x="3079" y="465"/>
                </a:lnTo>
                <a:moveTo>
                  <a:pt x="2987" y="465"/>
                </a:moveTo>
                <a:lnTo>
                  <a:pt x="2940" y="465"/>
                </a:lnTo>
                <a:lnTo>
                  <a:pt x="2940" y="442"/>
                </a:lnTo>
                <a:lnTo>
                  <a:pt x="2987" y="442"/>
                </a:lnTo>
                <a:lnTo>
                  <a:pt x="2987" y="465"/>
                </a:lnTo>
                <a:moveTo>
                  <a:pt x="2894" y="465"/>
                </a:moveTo>
                <a:lnTo>
                  <a:pt x="2847" y="465"/>
                </a:lnTo>
                <a:lnTo>
                  <a:pt x="2847" y="442"/>
                </a:lnTo>
                <a:lnTo>
                  <a:pt x="2894" y="442"/>
                </a:lnTo>
                <a:lnTo>
                  <a:pt x="2894" y="465"/>
                </a:lnTo>
                <a:moveTo>
                  <a:pt x="2801" y="465"/>
                </a:moveTo>
                <a:lnTo>
                  <a:pt x="2754" y="465"/>
                </a:lnTo>
                <a:lnTo>
                  <a:pt x="2754" y="442"/>
                </a:lnTo>
                <a:lnTo>
                  <a:pt x="2801" y="442"/>
                </a:lnTo>
                <a:lnTo>
                  <a:pt x="2801" y="465"/>
                </a:lnTo>
                <a:moveTo>
                  <a:pt x="2708" y="465"/>
                </a:moveTo>
                <a:lnTo>
                  <a:pt x="2661" y="465"/>
                </a:lnTo>
                <a:lnTo>
                  <a:pt x="2661" y="442"/>
                </a:lnTo>
                <a:lnTo>
                  <a:pt x="2708" y="442"/>
                </a:lnTo>
                <a:lnTo>
                  <a:pt x="2708" y="465"/>
                </a:lnTo>
                <a:moveTo>
                  <a:pt x="2615" y="465"/>
                </a:moveTo>
                <a:lnTo>
                  <a:pt x="2569" y="465"/>
                </a:lnTo>
                <a:lnTo>
                  <a:pt x="2569" y="442"/>
                </a:lnTo>
                <a:lnTo>
                  <a:pt x="2615" y="442"/>
                </a:lnTo>
                <a:lnTo>
                  <a:pt x="2615" y="465"/>
                </a:lnTo>
                <a:moveTo>
                  <a:pt x="2522" y="465"/>
                </a:moveTo>
                <a:lnTo>
                  <a:pt x="2476" y="465"/>
                </a:lnTo>
                <a:lnTo>
                  <a:pt x="2476" y="442"/>
                </a:lnTo>
                <a:lnTo>
                  <a:pt x="2522" y="442"/>
                </a:lnTo>
                <a:lnTo>
                  <a:pt x="2522" y="465"/>
                </a:lnTo>
                <a:moveTo>
                  <a:pt x="2429" y="465"/>
                </a:moveTo>
                <a:lnTo>
                  <a:pt x="2383" y="465"/>
                </a:lnTo>
                <a:lnTo>
                  <a:pt x="2383" y="442"/>
                </a:lnTo>
                <a:lnTo>
                  <a:pt x="2429" y="442"/>
                </a:lnTo>
                <a:lnTo>
                  <a:pt x="2429" y="465"/>
                </a:lnTo>
                <a:moveTo>
                  <a:pt x="2336" y="465"/>
                </a:moveTo>
                <a:lnTo>
                  <a:pt x="2290" y="465"/>
                </a:lnTo>
                <a:lnTo>
                  <a:pt x="2290" y="442"/>
                </a:lnTo>
                <a:lnTo>
                  <a:pt x="2336" y="442"/>
                </a:lnTo>
                <a:lnTo>
                  <a:pt x="2336" y="465"/>
                </a:lnTo>
                <a:moveTo>
                  <a:pt x="2243" y="465"/>
                </a:moveTo>
                <a:lnTo>
                  <a:pt x="2197" y="465"/>
                </a:lnTo>
                <a:lnTo>
                  <a:pt x="2197" y="442"/>
                </a:lnTo>
                <a:lnTo>
                  <a:pt x="2243" y="442"/>
                </a:lnTo>
                <a:lnTo>
                  <a:pt x="2243" y="465"/>
                </a:lnTo>
                <a:moveTo>
                  <a:pt x="2150" y="465"/>
                </a:moveTo>
                <a:lnTo>
                  <a:pt x="2104" y="465"/>
                </a:lnTo>
                <a:lnTo>
                  <a:pt x="2104" y="442"/>
                </a:lnTo>
                <a:lnTo>
                  <a:pt x="2150" y="442"/>
                </a:lnTo>
                <a:lnTo>
                  <a:pt x="2150" y="465"/>
                </a:lnTo>
                <a:moveTo>
                  <a:pt x="2058" y="465"/>
                </a:moveTo>
                <a:lnTo>
                  <a:pt x="2011" y="465"/>
                </a:lnTo>
                <a:lnTo>
                  <a:pt x="2011" y="442"/>
                </a:lnTo>
                <a:lnTo>
                  <a:pt x="2058" y="442"/>
                </a:lnTo>
                <a:lnTo>
                  <a:pt x="2058" y="465"/>
                </a:lnTo>
                <a:moveTo>
                  <a:pt x="1965" y="465"/>
                </a:moveTo>
                <a:lnTo>
                  <a:pt x="1918" y="465"/>
                </a:lnTo>
                <a:lnTo>
                  <a:pt x="1918" y="442"/>
                </a:lnTo>
                <a:lnTo>
                  <a:pt x="1965" y="442"/>
                </a:lnTo>
                <a:lnTo>
                  <a:pt x="1965" y="465"/>
                </a:lnTo>
                <a:moveTo>
                  <a:pt x="1872" y="465"/>
                </a:moveTo>
                <a:lnTo>
                  <a:pt x="1825" y="465"/>
                </a:lnTo>
                <a:lnTo>
                  <a:pt x="1825" y="442"/>
                </a:lnTo>
                <a:lnTo>
                  <a:pt x="1872" y="442"/>
                </a:lnTo>
                <a:lnTo>
                  <a:pt x="1872" y="465"/>
                </a:lnTo>
                <a:moveTo>
                  <a:pt x="1779" y="465"/>
                </a:moveTo>
                <a:lnTo>
                  <a:pt x="1732" y="465"/>
                </a:lnTo>
                <a:lnTo>
                  <a:pt x="1732" y="442"/>
                </a:lnTo>
                <a:lnTo>
                  <a:pt x="1779" y="442"/>
                </a:lnTo>
                <a:lnTo>
                  <a:pt x="1779" y="465"/>
                </a:lnTo>
                <a:moveTo>
                  <a:pt x="1686" y="465"/>
                </a:moveTo>
                <a:lnTo>
                  <a:pt x="1639" y="465"/>
                </a:lnTo>
                <a:lnTo>
                  <a:pt x="1639" y="442"/>
                </a:lnTo>
                <a:lnTo>
                  <a:pt x="1686" y="442"/>
                </a:lnTo>
                <a:lnTo>
                  <a:pt x="1686" y="465"/>
                </a:lnTo>
                <a:moveTo>
                  <a:pt x="1593" y="465"/>
                </a:moveTo>
                <a:lnTo>
                  <a:pt x="1547" y="465"/>
                </a:lnTo>
                <a:lnTo>
                  <a:pt x="1547" y="442"/>
                </a:lnTo>
                <a:lnTo>
                  <a:pt x="1593" y="442"/>
                </a:lnTo>
                <a:lnTo>
                  <a:pt x="1593" y="465"/>
                </a:lnTo>
                <a:moveTo>
                  <a:pt x="1500" y="465"/>
                </a:moveTo>
                <a:lnTo>
                  <a:pt x="1454" y="465"/>
                </a:lnTo>
                <a:lnTo>
                  <a:pt x="1454" y="442"/>
                </a:lnTo>
                <a:lnTo>
                  <a:pt x="1500" y="442"/>
                </a:lnTo>
                <a:lnTo>
                  <a:pt x="1500" y="465"/>
                </a:lnTo>
                <a:moveTo>
                  <a:pt x="1407" y="465"/>
                </a:moveTo>
                <a:lnTo>
                  <a:pt x="1361" y="465"/>
                </a:lnTo>
                <a:lnTo>
                  <a:pt x="1361" y="442"/>
                </a:lnTo>
                <a:lnTo>
                  <a:pt x="1407" y="442"/>
                </a:lnTo>
                <a:lnTo>
                  <a:pt x="1407" y="465"/>
                </a:lnTo>
                <a:moveTo>
                  <a:pt x="1314" y="465"/>
                </a:moveTo>
                <a:lnTo>
                  <a:pt x="1268" y="465"/>
                </a:lnTo>
                <a:lnTo>
                  <a:pt x="1268" y="442"/>
                </a:lnTo>
                <a:lnTo>
                  <a:pt x="1314" y="442"/>
                </a:lnTo>
                <a:lnTo>
                  <a:pt x="1314" y="465"/>
                </a:lnTo>
                <a:moveTo>
                  <a:pt x="1221" y="465"/>
                </a:moveTo>
                <a:lnTo>
                  <a:pt x="1175" y="465"/>
                </a:lnTo>
                <a:lnTo>
                  <a:pt x="1175" y="442"/>
                </a:lnTo>
                <a:lnTo>
                  <a:pt x="1221" y="442"/>
                </a:lnTo>
                <a:lnTo>
                  <a:pt x="1221" y="465"/>
                </a:lnTo>
                <a:moveTo>
                  <a:pt x="1128" y="465"/>
                </a:moveTo>
                <a:lnTo>
                  <a:pt x="1082" y="465"/>
                </a:lnTo>
                <a:lnTo>
                  <a:pt x="1082" y="442"/>
                </a:lnTo>
                <a:lnTo>
                  <a:pt x="1128" y="442"/>
                </a:lnTo>
                <a:lnTo>
                  <a:pt x="1128" y="465"/>
                </a:lnTo>
                <a:moveTo>
                  <a:pt x="1036" y="465"/>
                </a:moveTo>
                <a:lnTo>
                  <a:pt x="989" y="465"/>
                </a:lnTo>
                <a:lnTo>
                  <a:pt x="989" y="442"/>
                </a:lnTo>
                <a:lnTo>
                  <a:pt x="1036" y="442"/>
                </a:lnTo>
                <a:lnTo>
                  <a:pt x="1036" y="465"/>
                </a:lnTo>
                <a:moveTo>
                  <a:pt x="943" y="465"/>
                </a:moveTo>
                <a:lnTo>
                  <a:pt x="896" y="465"/>
                </a:lnTo>
                <a:lnTo>
                  <a:pt x="896" y="442"/>
                </a:lnTo>
                <a:lnTo>
                  <a:pt x="943" y="442"/>
                </a:lnTo>
                <a:lnTo>
                  <a:pt x="943" y="465"/>
                </a:lnTo>
                <a:moveTo>
                  <a:pt x="850" y="465"/>
                </a:moveTo>
                <a:lnTo>
                  <a:pt x="803" y="465"/>
                </a:lnTo>
                <a:lnTo>
                  <a:pt x="803" y="442"/>
                </a:lnTo>
                <a:lnTo>
                  <a:pt x="850" y="442"/>
                </a:lnTo>
                <a:lnTo>
                  <a:pt x="850" y="465"/>
                </a:lnTo>
                <a:moveTo>
                  <a:pt x="757" y="465"/>
                </a:moveTo>
                <a:lnTo>
                  <a:pt x="710" y="465"/>
                </a:lnTo>
                <a:lnTo>
                  <a:pt x="710" y="442"/>
                </a:lnTo>
                <a:lnTo>
                  <a:pt x="757" y="442"/>
                </a:lnTo>
                <a:lnTo>
                  <a:pt x="757" y="465"/>
                </a:lnTo>
                <a:moveTo>
                  <a:pt x="664" y="465"/>
                </a:moveTo>
                <a:lnTo>
                  <a:pt x="618" y="465"/>
                </a:lnTo>
                <a:lnTo>
                  <a:pt x="618" y="442"/>
                </a:lnTo>
                <a:lnTo>
                  <a:pt x="664" y="442"/>
                </a:lnTo>
                <a:lnTo>
                  <a:pt x="664" y="465"/>
                </a:lnTo>
                <a:moveTo>
                  <a:pt x="571" y="465"/>
                </a:moveTo>
                <a:lnTo>
                  <a:pt x="525" y="465"/>
                </a:lnTo>
                <a:lnTo>
                  <a:pt x="525" y="442"/>
                </a:lnTo>
                <a:lnTo>
                  <a:pt x="571" y="442"/>
                </a:lnTo>
                <a:lnTo>
                  <a:pt x="571" y="465"/>
                </a:lnTo>
                <a:moveTo>
                  <a:pt x="478" y="465"/>
                </a:moveTo>
                <a:lnTo>
                  <a:pt x="432" y="465"/>
                </a:lnTo>
                <a:lnTo>
                  <a:pt x="432" y="442"/>
                </a:lnTo>
                <a:lnTo>
                  <a:pt x="478" y="442"/>
                </a:lnTo>
                <a:lnTo>
                  <a:pt x="478" y="465"/>
                </a:lnTo>
                <a:moveTo>
                  <a:pt x="385" y="465"/>
                </a:moveTo>
                <a:lnTo>
                  <a:pt x="339" y="465"/>
                </a:lnTo>
                <a:lnTo>
                  <a:pt x="339" y="442"/>
                </a:lnTo>
                <a:lnTo>
                  <a:pt x="385" y="442"/>
                </a:lnTo>
                <a:lnTo>
                  <a:pt x="385" y="465"/>
                </a:lnTo>
                <a:moveTo>
                  <a:pt x="292" y="465"/>
                </a:moveTo>
                <a:lnTo>
                  <a:pt x="246" y="465"/>
                </a:lnTo>
                <a:lnTo>
                  <a:pt x="246" y="442"/>
                </a:lnTo>
                <a:lnTo>
                  <a:pt x="292" y="442"/>
                </a:lnTo>
                <a:lnTo>
                  <a:pt x="292" y="465"/>
                </a:lnTo>
                <a:moveTo>
                  <a:pt x="199" y="464"/>
                </a:moveTo>
                <a:cubicBezTo>
                  <a:pt x="183" y="462"/>
                  <a:pt x="166" y="459"/>
                  <a:pt x="151" y="453"/>
                </a:cubicBezTo>
                <a:lnTo>
                  <a:pt x="158" y="431"/>
                </a:lnTo>
                <a:cubicBezTo>
                  <a:pt x="172" y="436"/>
                  <a:pt x="187" y="439"/>
                  <a:pt x="201" y="441"/>
                </a:cubicBezTo>
                <a:lnTo>
                  <a:pt x="199" y="464"/>
                </a:lnTo>
                <a:moveTo>
                  <a:pt x="106" y="433"/>
                </a:moveTo>
                <a:cubicBezTo>
                  <a:pt x="92" y="424"/>
                  <a:pt x="79" y="414"/>
                  <a:pt x="67" y="402"/>
                </a:cubicBezTo>
                <a:lnTo>
                  <a:pt x="83" y="386"/>
                </a:lnTo>
                <a:cubicBezTo>
                  <a:pt x="93" y="396"/>
                  <a:pt x="105" y="405"/>
                  <a:pt x="118" y="413"/>
                </a:cubicBezTo>
                <a:lnTo>
                  <a:pt x="106" y="433"/>
                </a:lnTo>
                <a:moveTo>
                  <a:pt x="35" y="364"/>
                </a:moveTo>
                <a:cubicBezTo>
                  <a:pt x="26" y="350"/>
                  <a:pt x="19" y="334"/>
                  <a:pt x="13" y="319"/>
                </a:cubicBezTo>
                <a:lnTo>
                  <a:pt x="35" y="311"/>
                </a:lnTo>
                <a:cubicBezTo>
                  <a:pt x="40" y="325"/>
                  <a:pt x="47" y="338"/>
                  <a:pt x="55" y="351"/>
                </a:cubicBezTo>
                <a:lnTo>
                  <a:pt x="35" y="364"/>
                </a:lnTo>
                <a:moveTo>
                  <a:pt x="2" y="270"/>
                </a:moveTo>
                <a:cubicBezTo>
                  <a:pt x="0" y="261"/>
                  <a:pt x="0" y="252"/>
                  <a:pt x="0" y="243"/>
                </a:cubicBezTo>
                <a:lnTo>
                  <a:pt x="0" y="223"/>
                </a:lnTo>
                <a:lnTo>
                  <a:pt x="23" y="223"/>
                </a:lnTo>
                <a:lnTo>
                  <a:pt x="23" y="243"/>
                </a:lnTo>
                <a:cubicBezTo>
                  <a:pt x="23" y="251"/>
                  <a:pt x="24" y="259"/>
                  <a:pt x="25" y="267"/>
                </a:cubicBezTo>
                <a:lnTo>
                  <a:pt x="2" y="270"/>
                </a:lnTo>
                <a:moveTo>
                  <a:pt x="4" y="176"/>
                </a:moveTo>
                <a:cubicBezTo>
                  <a:pt x="8" y="159"/>
                  <a:pt x="13" y="143"/>
                  <a:pt x="20" y="128"/>
                </a:cubicBezTo>
                <a:lnTo>
                  <a:pt x="41" y="138"/>
                </a:lnTo>
                <a:cubicBezTo>
                  <a:pt x="35" y="152"/>
                  <a:pt x="30" y="166"/>
                  <a:pt x="27" y="180"/>
                </a:cubicBezTo>
                <a:lnTo>
                  <a:pt x="4" y="176"/>
                </a:lnTo>
                <a:moveTo>
                  <a:pt x="45" y="86"/>
                </a:moveTo>
                <a:cubicBezTo>
                  <a:pt x="56" y="73"/>
                  <a:pt x="67" y="61"/>
                  <a:pt x="80" y="50"/>
                </a:cubicBezTo>
                <a:lnTo>
                  <a:pt x="95" y="68"/>
                </a:lnTo>
                <a:cubicBezTo>
                  <a:pt x="83" y="78"/>
                  <a:pt x="73" y="88"/>
                  <a:pt x="64" y="100"/>
                </a:cubicBezTo>
                <a:lnTo>
                  <a:pt x="45" y="86"/>
                </a:lnTo>
                <a:moveTo>
                  <a:pt x="121" y="23"/>
                </a:moveTo>
                <a:cubicBezTo>
                  <a:pt x="136" y="16"/>
                  <a:pt x="152" y="10"/>
                  <a:pt x="168" y="6"/>
                </a:cubicBezTo>
                <a:lnTo>
                  <a:pt x="174" y="29"/>
                </a:lnTo>
                <a:cubicBezTo>
                  <a:pt x="159" y="32"/>
                  <a:pt x="145" y="37"/>
                  <a:pt x="132" y="44"/>
                </a:cubicBezTo>
                <a:lnTo>
                  <a:pt x="121" y="23"/>
                </a:lnTo>
                <a:moveTo>
                  <a:pt x="216" y="0"/>
                </a:moveTo>
                <a:cubicBezTo>
                  <a:pt x="218" y="0"/>
                  <a:pt x="219" y="0"/>
                  <a:pt x="221" y="0"/>
                </a:cubicBezTo>
                <a:lnTo>
                  <a:pt x="267" y="0"/>
                </a:lnTo>
                <a:lnTo>
                  <a:pt x="267" y="23"/>
                </a:lnTo>
                <a:lnTo>
                  <a:pt x="221" y="23"/>
                </a:lnTo>
                <a:cubicBezTo>
                  <a:pt x="219" y="23"/>
                  <a:pt x="218" y="23"/>
                  <a:pt x="217" y="23"/>
                </a:cubicBezTo>
                <a:lnTo>
                  <a:pt x="216" y="0"/>
                </a:lnTo>
                <a:close/>
              </a:path>
            </a:pathLst>
          </a:custGeom>
          <a:solidFill>
            <a:srgbClr val="c8cc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6544440" y="1240560"/>
            <a:ext cx="13053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Onderwijscatalogus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9" name=""/>
          <p:cNvSpPr/>
          <p:nvPr/>
        </p:nvSpPr>
        <p:spPr>
          <a:xfrm>
            <a:off x="4568760" y="1248840"/>
            <a:ext cx="12960" cy="426240"/>
          </a:xfrm>
          <a:custGeom>
            <a:avLst/>
            <a:gdLst/>
            <a:ahLst/>
            <a:rect l="0" t="0" r="r" b="b"/>
            <a:pathLst>
              <a:path w="36" h="1184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7"/>
                </a:lnTo>
                <a:lnTo>
                  <a:pt x="0" y="627"/>
                </a:lnTo>
                <a:lnTo>
                  <a:pt x="0" y="557"/>
                </a:lnTo>
                <a:lnTo>
                  <a:pt x="36" y="557"/>
                </a:lnTo>
                <a:moveTo>
                  <a:pt x="36" y="697"/>
                </a:moveTo>
                <a:lnTo>
                  <a:pt x="36" y="767"/>
                </a:lnTo>
                <a:lnTo>
                  <a:pt x="0" y="767"/>
                </a:lnTo>
                <a:lnTo>
                  <a:pt x="0" y="697"/>
                </a:lnTo>
                <a:lnTo>
                  <a:pt x="36" y="697"/>
                </a:lnTo>
                <a:moveTo>
                  <a:pt x="36" y="836"/>
                </a:moveTo>
                <a:lnTo>
                  <a:pt x="36" y="906"/>
                </a:lnTo>
                <a:lnTo>
                  <a:pt x="0" y="906"/>
                </a:lnTo>
                <a:lnTo>
                  <a:pt x="0" y="836"/>
                </a:lnTo>
                <a:lnTo>
                  <a:pt x="36" y="836"/>
                </a:lnTo>
                <a:moveTo>
                  <a:pt x="36" y="976"/>
                </a:moveTo>
                <a:lnTo>
                  <a:pt x="36" y="1045"/>
                </a:lnTo>
                <a:lnTo>
                  <a:pt x="0" y="1045"/>
                </a:lnTo>
                <a:lnTo>
                  <a:pt x="0" y="976"/>
                </a:lnTo>
                <a:lnTo>
                  <a:pt x="36" y="976"/>
                </a:lnTo>
                <a:moveTo>
                  <a:pt x="36" y="1115"/>
                </a:moveTo>
                <a:lnTo>
                  <a:pt x="36" y="1184"/>
                </a:lnTo>
                <a:lnTo>
                  <a:pt x="0" y="1184"/>
                </a:lnTo>
                <a:lnTo>
                  <a:pt x="0" y="1115"/>
                </a:lnTo>
                <a:lnTo>
                  <a:pt x="36" y="1115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0" name=""/>
          <p:cNvSpPr/>
          <p:nvPr/>
        </p:nvSpPr>
        <p:spPr>
          <a:xfrm>
            <a:off x="986040" y="1733400"/>
            <a:ext cx="12960" cy="1027800"/>
          </a:xfrm>
          <a:custGeom>
            <a:avLst/>
            <a:gdLst/>
            <a:ahLst/>
            <a:rect l="0" t="0" r="r" b="b"/>
            <a:pathLst>
              <a:path w="36" h="2855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6"/>
                </a:lnTo>
                <a:lnTo>
                  <a:pt x="0" y="766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5"/>
                </a:lnTo>
                <a:lnTo>
                  <a:pt x="0" y="905"/>
                </a:lnTo>
                <a:lnTo>
                  <a:pt x="0" y="835"/>
                </a:lnTo>
                <a:lnTo>
                  <a:pt x="36" y="835"/>
                </a:lnTo>
                <a:moveTo>
                  <a:pt x="36" y="975"/>
                </a:moveTo>
                <a:lnTo>
                  <a:pt x="36" y="1044"/>
                </a:lnTo>
                <a:lnTo>
                  <a:pt x="0" y="1044"/>
                </a:lnTo>
                <a:lnTo>
                  <a:pt x="0" y="975"/>
                </a:lnTo>
                <a:lnTo>
                  <a:pt x="36" y="975"/>
                </a:lnTo>
                <a:moveTo>
                  <a:pt x="36" y="1114"/>
                </a:moveTo>
                <a:lnTo>
                  <a:pt x="36" y="1183"/>
                </a:lnTo>
                <a:lnTo>
                  <a:pt x="0" y="1183"/>
                </a:lnTo>
                <a:lnTo>
                  <a:pt x="0" y="1114"/>
                </a:lnTo>
                <a:lnTo>
                  <a:pt x="36" y="1114"/>
                </a:lnTo>
                <a:moveTo>
                  <a:pt x="36" y="1253"/>
                </a:moveTo>
                <a:lnTo>
                  <a:pt x="36" y="1323"/>
                </a:lnTo>
                <a:lnTo>
                  <a:pt x="0" y="1323"/>
                </a:lnTo>
                <a:lnTo>
                  <a:pt x="0" y="1253"/>
                </a:lnTo>
                <a:lnTo>
                  <a:pt x="36" y="1253"/>
                </a:lnTo>
                <a:moveTo>
                  <a:pt x="36" y="1392"/>
                </a:moveTo>
                <a:lnTo>
                  <a:pt x="36" y="1462"/>
                </a:lnTo>
                <a:lnTo>
                  <a:pt x="0" y="1462"/>
                </a:lnTo>
                <a:lnTo>
                  <a:pt x="0" y="1392"/>
                </a:lnTo>
                <a:lnTo>
                  <a:pt x="36" y="1392"/>
                </a:lnTo>
                <a:moveTo>
                  <a:pt x="36" y="1531"/>
                </a:moveTo>
                <a:lnTo>
                  <a:pt x="36" y="1601"/>
                </a:lnTo>
                <a:lnTo>
                  <a:pt x="0" y="1601"/>
                </a:lnTo>
                <a:lnTo>
                  <a:pt x="0" y="1531"/>
                </a:lnTo>
                <a:lnTo>
                  <a:pt x="36" y="1531"/>
                </a:lnTo>
                <a:moveTo>
                  <a:pt x="36" y="1671"/>
                </a:moveTo>
                <a:lnTo>
                  <a:pt x="36" y="1740"/>
                </a:lnTo>
                <a:lnTo>
                  <a:pt x="0" y="1740"/>
                </a:lnTo>
                <a:lnTo>
                  <a:pt x="0" y="1671"/>
                </a:lnTo>
                <a:lnTo>
                  <a:pt x="36" y="1671"/>
                </a:lnTo>
                <a:moveTo>
                  <a:pt x="36" y="1810"/>
                </a:moveTo>
                <a:lnTo>
                  <a:pt x="36" y="1880"/>
                </a:lnTo>
                <a:lnTo>
                  <a:pt x="0" y="1880"/>
                </a:lnTo>
                <a:lnTo>
                  <a:pt x="0" y="1810"/>
                </a:lnTo>
                <a:lnTo>
                  <a:pt x="36" y="1810"/>
                </a:lnTo>
                <a:moveTo>
                  <a:pt x="36" y="1949"/>
                </a:moveTo>
                <a:lnTo>
                  <a:pt x="36" y="2019"/>
                </a:lnTo>
                <a:lnTo>
                  <a:pt x="0" y="2019"/>
                </a:lnTo>
                <a:lnTo>
                  <a:pt x="0" y="1949"/>
                </a:lnTo>
                <a:lnTo>
                  <a:pt x="36" y="1949"/>
                </a:lnTo>
                <a:moveTo>
                  <a:pt x="36" y="2088"/>
                </a:moveTo>
                <a:lnTo>
                  <a:pt x="36" y="2158"/>
                </a:lnTo>
                <a:lnTo>
                  <a:pt x="0" y="2158"/>
                </a:lnTo>
                <a:lnTo>
                  <a:pt x="0" y="2088"/>
                </a:lnTo>
                <a:lnTo>
                  <a:pt x="36" y="2088"/>
                </a:lnTo>
                <a:moveTo>
                  <a:pt x="36" y="2228"/>
                </a:moveTo>
                <a:lnTo>
                  <a:pt x="36" y="2297"/>
                </a:lnTo>
                <a:lnTo>
                  <a:pt x="0" y="2297"/>
                </a:lnTo>
                <a:lnTo>
                  <a:pt x="0" y="2228"/>
                </a:lnTo>
                <a:lnTo>
                  <a:pt x="36" y="2228"/>
                </a:lnTo>
                <a:moveTo>
                  <a:pt x="36" y="2368"/>
                </a:moveTo>
                <a:lnTo>
                  <a:pt x="36" y="2437"/>
                </a:lnTo>
                <a:lnTo>
                  <a:pt x="0" y="2437"/>
                </a:lnTo>
                <a:lnTo>
                  <a:pt x="0" y="2368"/>
                </a:lnTo>
                <a:lnTo>
                  <a:pt x="36" y="2368"/>
                </a:lnTo>
                <a:moveTo>
                  <a:pt x="36" y="2507"/>
                </a:moveTo>
                <a:lnTo>
                  <a:pt x="36" y="2577"/>
                </a:lnTo>
                <a:lnTo>
                  <a:pt x="0" y="2577"/>
                </a:lnTo>
                <a:lnTo>
                  <a:pt x="0" y="2507"/>
                </a:lnTo>
                <a:lnTo>
                  <a:pt x="36" y="2507"/>
                </a:lnTo>
                <a:moveTo>
                  <a:pt x="36" y="2646"/>
                </a:moveTo>
                <a:lnTo>
                  <a:pt x="36" y="2716"/>
                </a:lnTo>
                <a:lnTo>
                  <a:pt x="0" y="2716"/>
                </a:lnTo>
                <a:lnTo>
                  <a:pt x="0" y="2646"/>
                </a:lnTo>
                <a:lnTo>
                  <a:pt x="36" y="2646"/>
                </a:lnTo>
                <a:moveTo>
                  <a:pt x="36" y="2786"/>
                </a:moveTo>
                <a:lnTo>
                  <a:pt x="36" y="2855"/>
                </a:lnTo>
                <a:lnTo>
                  <a:pt x="0" y="2855"/>
                </a:lnTo>
                <a:lnTo>
                  <a:pt x="0" y="2786"/>
                </a:lnTo>
                <a:lnTo>
                  <a:pt x="36" y="2786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1" name=""/>
          <p:cNvSpPr/>
          <p:nvPr/>
        </p:nvSpPr>
        <p:spPr>
          <a:xfrm>
            <a:off x="986040" y="1733400"/>
            <a:ext cx="12960" cy="3183120"/>
          </a:xfrm>
          <a:custGeom>
            <a:avLst/>
            <a:gdLst/>
            <a:ahLst/>
            <a:rect l="0" t="0" r="r" b="b"/>
            <a:pathLst>
              <a:path w="36" h="8842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6"/>
                </a:lnTo>
                <a:lnTo>
                  <a:pt x="0" y="766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5"/>
                </a:lnTo>
                <a:lnTo>
                  <a:pt x="0" y="905"/>
                </a:lnTo>
                <a:lnTo>
                  <a:pt x="0" y="835"/>
                </a:lnTo>
                <a:lnTo>
                  <a:pt x="36" y="835"/>
                </a:lnTo>
                <a:moveTo>
                  <a:pt x="36" y="975"/>
                </a:moveTo>
                <a:lnTo>
                  <a:pt x="36" y="1044"/>
                </a:lnTo>
                <a:lnTo>
                  <a:pt x="0" y="1044"/>
                </a:lnTo>
                <a:lnTo>
                  <a:pt x="0" y="975"/>
                </a:lnTo>
                <a:lnTo>
                  <a:pt x="36" y="975"/>
                </a:lnTo>
                <a:moveTo>
                  <a:pt x="36" y="1114"/>
                </a:moveTo>
                <a:lnTo>
                  <a:pt x="36" y="1183"/>
                </a:lnTo>
                <a:lnTo>
                  <a:pt x="0" y="1183"/>
                </a:lnTo>
                <a:lnTo>
                  <a:pt x="0" y="1114"/>
                </a:lnTo>
                <a:lnTo>
                  <a:pt x="36" y="1114"/>
                </a:lnTo>
                <a:moveTo>
                  <a:pt x="36" y="1253"/>
                </a:moveTo>
                <a:lnTo>
                  <a:pt x="36" y="1323"/>
                </a:lnTo>
                <a:lnTo>
                  <a:pt x="0" y="1323"/>
                </a:lnTo>
                <a:lnTo>
                  <a:pt x="0" y="1253"/>
                </a:lnTo>
                <a:lnTo>
                  <a:pt x="36" y="1253"/>
                </a:lnTo>
                <a:moveTo>
                  <a:pt x="36" y="1392"/>
                </a:moveTo>
                <a:lnTo>
                  <a:pt x="36" y="1462"/>
                </a:lnTo>
                <a:lnTo>
                  <a:pt x="0" y="1462"/>
                </a:lnTo>
                <a:lnTo>
                  <a:pt x="0" y="1392"/>
                </a:lnTo>
                <a:lnTo>
                  <a:pt x="36" y="1392"/>
                </a:lnTo>
                <a:moveTo>
                  <a:pt x="36" y="1531"/>
                </a:moveTo>
                <a:lnTo>
                  <a:pt x="36" y="1601"/>
                </a:lnTo>
                <a:lnTo>
                  <a:pt x="0" y="1601"/>
                </a:lnTo>
                <a:lnTo>
                  <a:pt x="0" y="1531"/>
                </a:lnTo>
                <a:lnTo>
                  <a:pt x="36" y="1531"/>
                </a:lnTo>
                <a:moveTo>
                  <a:pt x="36" y="1671"/>
                </a:moveTo>
                <a:lnTo>
                  <a:pt x="36" y="1740"/>
                </a:lnTo>
                <a:lnTo>
                  <a:pt x="0" y="1740"/>
                </a:lnTo>
                <a:lnTo>
                  <a:pt x="0" y="1671"/>
                </a:lnTo>
                <a:lnTo>
                  <a:pt x="36" y="1671"/>
                </a:lnTo>
                <a:moveTo>
                  <a:pt x="36" y="1810"/>
                </a:moveTo>
                <a:lnTo>
                  <a:pt x="36" y="1880"/>
                </a:lnTo>
                <a:lnTo>
                  <a:pt x="0" y="1880"/>
                </a:lnTo>
                <a:lnTo>
                  <a:pt x="0" y="1810"/>
                </a:lnTo>
                <a:lnTo>
                  <a:pt x="36" y="1810"/>
                </a:lnTo>
                <a:moveTo>
                  <a:pt x="36" y="1949"/>
                </a:moveTo>
                <a:lnTo>
                  <a:pt x="36" y="2019"/>
                </a:lnTo>
                <a:lnTo>
                  <a:pt x="0" y="2019"/>
                </a:lnTo>
                <a:lnTo>
                  <a:pt x="0" y="1949"/>
                </a:lnTo>
                <a:lnTo>
                  <a:pt x="36" y="1949"/>
                </a:lnTo>
                <a:moveTo>
                  <a:pt x="36" y="2088"/>
                </a:moveTo>
                <a:lnTo>
                  <a:pt x="36" y="2158"/>
                </a:lnTo>
                <a:lnTo>
                  <a:pt x="0" y="2158"/>
                </a:lnTo>
                <a:lnTo>
                  <a:pt x="0" y="2088"/>
                </a:lnTo>
                <a:lnTo>
                  <a:pt x="36" y="2088"/>
                </a:lnTo>
                <a:moveTo>
                  <a:pt x="36" y="2228"/>
                </a:moveTo>
                <a:lnTo>
                  <a:pt x="36" y="2297"/>
                </a:lnTo>
                <a:lnTo>
                  <a:pt x="0" y="2297"/>
                </a:lnTo>
                <a:lnTo>
                  <a:pt x="0" y="2228"/>
                </a:lnTo>
                <a:lnTo>
                  <a:pt x="36" y="2228"/>
                </a:lnTo>
                <a:moveTo>
                  <a:pt x="36" y="2367"/>
                </a:moveTo>
                <a:lnTo>
                  <a:pt x="36" y="2436"/>
                </a:lnTo>
                <a:lnTo>
                  <a:pt x="0" y="2436"/>
                </a:lnTo>
                <a:lnTo>
                  <a:pt x="0" y="2367"/>
                </a:lnTo>
                <a:lnTo>
                  <a:pt x="36" y="2367"/>
                </a:lnTo>
                <a:moveTo>
                  <a:pt x="36" y="2506"/>
                </a:moveTo>
                <a:lnTo>
                  <a:pt x="36" y="2576"/>
                </a:lnTo>
                <a:lnTo>
                  <a:pt x="0" y="2576"/>
                </a:lnTo>
                <a:lnTo>
                  <a:pt x="0" y="2506"/>
                </a:lnTo>
                <a:lnTo>
                  <a:pt x="36" y="2506"/>
                </a:lnTo>
                <a:moveTo>
                  <a:pt x="36" y="2645"/>
                </a:moveTo>
                <a:lnTo>
                  <a:pt x="36" y="2715"/>
                </a:lnTo>
                <a:lnTo>
                  <a:pt x="0" y="2715"/>
                </a:lnTo>
                <a:lnTo>
                  <a:pt x="0" y="2645"/>
                </a:lnTo>
                <a:lnTo>
                  <a:pt x="36" y="2645"/>
                </a:lnTo>
                <a:moveTo>
                  <a:pt x="36" y="2785"/>
                </a:moveTo>
                <a:lnTo>
                  <a:pt x="36" y="2854"/>
                </a:lnTo>
                <a:lnTo>
                  <a:pt x="0" y="2854"/>
                </a:lnTo>
                <a:lnTo>
                  <a:pt x="0" y="2785"/>
                </a:lnTo>
                <a:lnTo>
                  <a:pt x="36" y="2785"/>
                </a:lnTo>
                <a:moveTo>
                  <a:pt x="36" y="2924"/>
                </a:moveTo>
                <a:lnTo>
                  <a:pt x="36" y="2993"/>
                </a:lnTo>
                <a:lnTo>
                  <a:pt x="0" y="2993"/>
                </a:lnTo>
                <a:lnTo>
                  <a:pt x="0" y="2924"/>
                </a:lnTo>
                <a:lnTo>
                  <a:pt x="36" y="2924"/>
                </a:lnTo>
                <a:moveTo>
                  <a:pt x="36" y="3063"/>
                </a:moveTo>
                <a:lnTo>
                  <a:pt x="36" y="3133"/>
                </a:lnTo>
                <a:lnTo>
                  <a:pt x="0" y="3133"/>
                </a:lnTo>
                <a:lnTo>
                  <a:pt x="0" y="3063"/>
                </a:lnTo>
                <a:lnTo>
                  <a:pt x="36" y="3063"/>
                </a:lnTo>
                <a:moveTo>
                  <a:pt x="36" y="3202"/>
                </a:moveTo>
                <a:lnTo>
                  <a:pt x="36" y="3272"/>
                </a:lnTo>
                <a:lnTo>
                  <a:pt x="0" y="3272"/>
                </a:lnTo>
                <a:lnTo>
                  <a:pt x="0" y="3202"/>
                </a:lnTo>
                <a:lnTo>
                  <a:pt x="36" y="3202"/>
                </a:lnTo>
                <a:moveTo>
                  <a:pt x="36" y="3341"/>
                </a:moveTo>
                <a:lnTo>
                  <a:pt x="36" y="3411"/>
                </a:lnTo>
                <a:lnTo>
                  <a:pt x="0" y="3411"/>
                </a:lnTo>
                <a:lnTo>
                  <a:pt x="0" y="3341"/>
                </a:lnTo>
                <a:lnTo>
                  <a:pt x="36" y="3341"/>
                </a:lnTo>
                <a:moveTo>
                  <a:pt x="36" y="3481"/>
                </a:moveTo>
                <a:lnTo>
                  <a:pt x="36" y="3550"/>
                </a:lnTo>
                <a:lnTo>
                  <a:pt x="0" y="3550"/>
                </a:lnTo>
                <a:lnTo>
                  <a:pt x="0" y="3481"/>
                </a:lnTo>
                <a:lnTo>
                  <a:pt x="36" y="3481"/>
                </a:lnTo>
                <a:moveTo>
                  <a:pt x="36" y="3620"/>
                </a:moveTo>
                <a:lnTo>
                  <a:pt x="36" y="3690"/>
                </a:lnTo>
                <a:lnTo>
                  <a:pt x="0" y="3690"/>
                </a:lnTo>
                <a:lnTo>
                  <a:pt x="0" y="3620"/>
                </a:lnTo>
                <a:lnTo>
                  <a:pt x="36" y="3620"/>
                </a:lnTo>
                <a:moveTo>
                  <a:pt x="36" y="3759"/>
                </a:moveTo>
                <a:lnTo>
                  <a:pt x="36" y="3829"/>
                </a:lnTo>
                <a:lnTo>
                  <a:pt x="0" y="3829"/>
                </a:lnTo>
                <a:lnTo>
                  <a:pt x="0" y="3759"/>
                </a:lnTo>
                <a:lnTo>
                  <a:pt x="36" y="3759"/>
                </a:lnTo>
                <a:moveTo>
                  <a:pt x="36" y="3898"/>
                </a:moveTo>
                <a:lnTo>
                  <a:pt x="36" y="3968"/>
                </a:lnTo>
                <a:lnTo>
                  <a:pt x="0" y="3968"/>
                </a:lnTo>
                <a:lnTo>
                  <a:pt x="0" y="3898"/>
                </a:lnTo>
                <a:lnTo>
                  <a:pt x="36" y="3898"/>
                </a:lnTo>
                <a:moveTo>
                  <a:pt x="36" y="4038"/>
                </a:moveTo>
                <a:lnTo>
                  <a:pt x="36" y="4107"/>
                </a:lnTo>
                <a:lnTo>
                  <a:pt x="0" y="4107"/>
                </a:lnTo>
                <a:lnTo>
                  <a:pt x="0" y="4038"/>
                </a:lnTo>
                <a:lnTo>
                  <a:pt x="36" y="4038"/>
                </a:lnTo>
                <a:moveTo>
                  <a:pt x="36" y="4177"/>
                </a:moveTo>
                <a:lnTo>
                  <a:pt x="36" y="4246"/>
                </a:lnTo>
                <a:lnTo>
                  <a:pt x="0" y="4246"/>
                </a:lnTo>
                <a:lnTo>
                  <a:pt x="0" y="4177"/>
                </a:lnTo>
                <a:lnTo>
                  <a:pt x="36" y="4177"/>
                </a:lnTo>
                <a:moveTo>
                  <a:pt x="36" y="4316"/>
                </a:moveTo>
                <a:lnTo>
                  <a:pt x="36" y="4386"/>
                </a:lnTo>
                <a:lnTo>
                  <a:pt x="0" y="4386"/>
                </a:lnTo>
                <a:lnTo>
                  <a:pt x="0" y="4316"/>
                </a:lnTo>
                <a:lnTo>
                  <a:pt x="36" y="4316"/>
                </a:lnTo>
                <a:moveTo>
                  <a:pt x="36" y="4455"/>
                </a:moveTo>
                <a:lnTo>
                  <a:pt x="36" y="4525"/>
                </a:lnTo>
                <a:lnTo>
                  <a:pt x="0" y="4525"/>
                </a:lnTo>
                <a:lnTo>
                  <a:pt x="0" y="4455"/>
                </a:lnTo>
                <a:lnTo>
                  <a:pt x="36" y="4455"/>
                </a:lnTo>
                <a:moveTo>
                  <a:pt x="36" y="4595"/>
                </a:moveTo>
                <a:lnTo>
                  <a:pt x="36" y="4664"/>
                </a:lnTo>
                <a:lnTo>
                  <a:pt x="0" y="4664"/>
                </a:lnTo>
                <a:lnTo>
                  <a:pt x="0" y="4595"/>
                </a:lnTo>
                <a:lnTo>
                  <a:pt x="36" y="4595"/>
                </a:lnTo>
                <a:moveTo>
                  <a:pt x="36" y="4734"/>
                </a:moveTo>
                <a:lnTo>
                  <a:pt x="36" y="4803"/>
                </a:lnTo>
                <a:lnTo>
                  <a:pt x="0" y="4803"/>
                </a:lnTo>
                <a:lnTo>
                  <a:pt x="0" y="4734"/>
                </a:lnTo>
                <a:lnTo>
                  <a:pt x="36" y="4734"/>
                </a:lnTo>
                <a:moveTo>
                  <a:pt x="36" y="4873"/>
                </a:moveTo>
                <a:lnTo>
                  <a:pt x="36" y="4943"/>
                </a:lnTo>
                <a:lnTo>
                  <a:pt x="0" y="4943"/>
                </a:lnTo>
                <a:lnTo>
                  <a:pt x="0" y="4873"/>
                </a:lnTo>
                <a:lnTo>
                  <a:pt x="36" y="4873"/>
                </a:lnTo>
                <a:moveTo>
                  <a:pt x="36" y="5012"/>
                </a:moveTo>
                <a:lnTo>
                  <a:pt x="36" y="5082"/>
                </a:lnTo>
                <a:lnTo>
                  <a:pt x="0" y="5082"/>
                </a:lnTo>
                <a:lnTo>
                  <a:pt x="0" y="5012"/>
                </a:lnTo>
                <a:lnTo>
                  <a:pt x="36" y="5012"/>
                </a:lnTo>
                <a:moveTo>
                  <a:pt x="36" y="5151"/>
                </a:moveTo>
                <a:lnTo>
                  <a:pt x="36" y="5221"/>
                </a:lnTo>
                <a:lnTo>
                  <a:pt x="0" y="5221"/>
                </a:lnTo>
                <a:lnTo>
                  <a:pt x="0" y="5151"/>
                </a:lnTo>
                <a:lnTo>
                  <a:pt x="36" y="5151"/>
                </a:lnTo>
                <a:moveTo>
                  <a:pt x="36" y="5291"/>
                </a:moveTo>
                <a:lnTo>
                  <a:pt x="36" y="5360"/>
                </a:lnTo>
                <a:lnTo>
                  <a:pt x="0" y="5360"/>
                </a:lnTo>
                <a:lnTo>
                  <a:pt x="0" y="5291"/>
                </a:lnTo>
                <a:lnTo>
                  <a:pt x="36" y="5291"/>
                </a:lnTo>
                <a:moveTo>
                  <a:pt x="36" y="5430"/>
                </a:moveTo>
                <a:lnTo>
                  <a:pt x="36" y="5500"/>
                </a:lnTo>
                <a:lnTo>
                  <a:pt x="0" y="5500"/>
                </a:lnTo>
                <a:lnTo>
                  <a:pt x="0" y="5430"/>
                </a:lnTo>
                <a:lnTo>
                  <a:pt x="36" y="5430"/>
                </a:lnTo>
                <a:moveTo>
                  <a:pt x="36" y="5569"/>
                </a:moveTo>
                <a:lnTo>
                  <a:pt x="36" y="5639"/>
                </a:lnTo>
                <a:lnTo>
                  <a:pt x="0" y="5639"/>
                </a:lnTo>
                <a:lnTo>
                  <a:pt x="0" y="5569"/>
                </a:lnTo>
                <a:lnTo>
                  <a:pt x="36" y="5569"/>
                </a:lnTo>
                <a:moveTo>
                  <a:pt x="36" y="5708"/>
                </a:moveTo>
                <a:lnTo>
                  <a:pt x="36" y="5778"/>
                </a:lnTo>
                <a:lnTo>
                  <a:pt x="0" y="5778"/>
                </a:lnTo>
                <a:lnTo>
                  <a:pt x="0" y="5708"/>
                </a:lnTo>
                <a:lnTo>
                  <a:pt x="36" y="5708"/>
                </a:lnTo>
                <a:moveTo>
                  <a:pt x="36" y="5848"/>
                </a:moveTo>
                <a:lnTo>
                  <a:pt x="36" y="5917"/>
                </a:lnTo>
                <a:lnTo>
                  <a:pt x="0" y="5917"/>
                </a:lnTo>
                <a:lnTo>
                  <a:pt x="0" y="5848"/>
                </a:lnTo>
                <a:lnTo>
                  <a:pt x="36" y="5848"/>
                </a:lnTo>
                <a:moveTo>
                  <a:pt x="36" y="5987"/>
                </a:moveTo>
                <a:lnTo>
                  <a:pt x="36" y="6056"/>
                </a:lnTo>
                <a:lnTo>
                  <a:pt x="0" y="6056"/>
                </a:lnTo>
                <a:lnTo>
                  <a:pt x="0" y="5987"/>
                </a:lnTo>
                <a:lnTo>
                  <a:pt x="36" y="5987"/>
                </a:lnTo>
                <a:moveTo>
                  <a:pt x="36" y="6126"/>
                </a:moveTo>
                <a:lnTo>
                  <a:pt x="36" y="6196"/>
                </a:lnTo>
                <a:lnTo>
                  <a:pt x="0" y="6196"/>
                </a:lnTo>
                <a:lnTo>
                  <a:pt x="0" y="6126"/>
                </a:lnTo>
                <a:lnTo>
                  <a:pt x="36" y="6126"/>
                </a:lnTo>
                <a:moveTo>
                  <a:pt x="36" y="6265"/>
                </a:moveTo>
                <a:lnTo>
                  <a:pt x="36" y="6335"/>
                </a:lnTo>
                <a:lnTo>
                  <a:pt x="0" y="6335"/>
                </a:lnTo>
                <a:lnTo>
                  <a:pt x="0" y="6265"/>
                </a:lnTo>
                <a:lnTo>
                  <a:pt x="36" y="6265"/>
                </a:lnTo>
                <a:moveTo>
                  <a:pt x="36" y="6405"/>
                </a:moveTo>
                <a:lnTo>
                  <a:pt x="36" y="6474"/>
                </a:lnTo>
                <a:lnTo>
                  <a:pt x="0" y="6474"/>
                </a:lnTo>
                <a:lnTo>
                  <a:pt x="0" y="6405"/>
                </a:lnTo>
                <a:lnTo>
                  <a:pt x="36" y="6405"/>
                </a:lnTo>
                <a:moveTo>
                  <a:pt x="36" y="6544"/>
                </a:moveTo>
                <a:lnTo>
                  <a:pt x="36" y="6613"/>
                </a:lnTo>
                <a:lnTo>
                  <a:pt x="0" y="6613"/>
                </a:lnTo>
                <a:lnTo>
                  <a:pt x="0" y="6544"/>
                </a:lnTo>
                <a:lnTo>
                  <a:pt x="36" y="6544"/>
                </a:lnTo>
                <a:moveTo>
                  <a:pt x="36" y="6683"/>
                </a:moveTo>
                <a:lnTo>
                  <a:pt x="36" y="6753"/>
                </a:lnTo>
                <a:lnTo>
                  <a:pt x="0" y="6753"/>
                </a:lnTo>
                <a:lnTo>
                  <a:pt x="0" y="6683"/>
                </a:lnTo>
                <a:lnTo>
                  <a:pt x="36" y="6683"/>
                </a:lnTo>
                <a:moveTo>
                  <a:pt x="36" y="6822"/>
                </a:moveTo>
                <a:lnTo>
                  <a:pt x="36" y="6892"/>
                </a:lnTo>
                <a:lnTo>
                  <a:pt x="0" y="6892"/>
                </a:lnTo>
                <a:lnTo>
                  <a:pt x="0" y="6822"/>
                </a:lnTo>
                <a:lnTo>
                  <a:pt x="36" y="6822"/>
                </a:lnTo>
                <a:moveTo>
                  <a:pt x="36" y="6961"/>
                </a:moveTo>
                <a:lnTo>
                  <a:pt x="36" y="7031"/>
                </a:lnTo>
                <a:lnTo>
                  <a:pt x="0" y="7031"/>
                </a:lnTo>
                <a:lnTo>
                  <a:pt x="0" y="6961"/>
                </a:lnTo>
                <a:lnTo>
                  <a:pt x="36" y="6961"/>
                </a:lnTo>
                <a:moveTo>
                  <a:pt x="36" y="7101"/>
                </a:moveTo>
                <a:lnTo>
                  <a:pt x="36" y="7170"/>
                </a:lnTo>
                <a:lnTo>
                  <a:pt x="0" y="7170"/>
                </a:lnTo>
                <a:lnTo>
                  <a:pt x="0" y="7101"/>
                </a:lnTo>
                <a:lnTo>
                  <a:pt x="36" y="7101"/>
                </a:lnTo>
                <a:moveTo>
                  <a:pt x="36" y="7240"/>
                </a:moveTo>
                <a:lnTo>
                  <a:pt x="36" y="7310"/>
                </a:lnTo>
                <a:lnTo>
                  <a:pt x="0" y="7310"/>
                </a:lnTo>
                <a:lnTo>
                  <a:pt x="0" y="7240"/>
                </a:lnTo>
                <a:lnTo>
                  <a:pt x="36" y="7240"/>
                </a:lnTo>
                <a:moveTo>
                  <a:pt x="36" y="7379"/>
                </a:moveTo>
                <a:lnTo>
                  <a:pt x="36" y="7449"/>
                </a:lnTo>
                <a:lnTo>
                  <a:pt x="0" y="7449"/>
                </a:lnTo>
                <a:lnTo>
                  <a:pt x="0" y="7379"/>
                </a:lnTo>
                <a:lnTo>
                  <a:pt x="36" y="7379"/>
                </a:lnTo>
                <a:moveTo>
                  <a:pt x="36" y="7518"/>
                </a:moveTo>
                <a:lnTo>
                  <a:pt x="36" y="7588"/>
                </a:lnTo>
                <a:lnTo>
                  <a:pt x="0" y="7588"/>
                </a:lnTo>
                <a:lnTo>
                  <a:pt x="0" y="7518"/>
                </a:lnTo>
                <a:lnTo>
                  <a:pt x="36" y="7518"/>
                </a:lnTo>
                <a:moveTo>
                  <a:pt x="36" y="7658"/>
                </a:moveTo>
                <a:lnTo>
                  <a:pt x="36" y="7727"/>
                </a:lnTo>
                <a:lnTo>
                  <a:pt x="0" y="7727"/>
                </a:lnTo>
                <a:lnTo>
                  <a:pt x="0" y="7658"/>
                </a:lnTo>
                <a:lnTo>
                  <a:pt x="36" y="7658"/>
                </a:lnTo>
                <a:moveTo>
                  <a:pt x="36" y="7797"/>
                </a:moveTo>
                <a:lnTo>
                  <a:pt x="36" y="7866"/>
                </a:lnTo>
                <a:lnTo>
                  <a:pt x="0" y="7866"/>
                </a:lnTo>
                <a:lnTo>
                  <a:pt x="0" y="7797"/>
                </a:lnTo>
                <a:lnTo>
                  <a:pt x="36" y="7797"/>
                </a:lnTo>
                <a:moveTo>
                  <a:pt x="36" y="7936"/>
                </a:moveTo>
                <a:lnTo>
                  <a:pt x="36" y="8006"/>
                </a:lnTo>
                <a:lnTo>
                  <a:pt x="0" y="8006"/>
                </a:lnTo>
                <a:lnTo>
                  <a:pt x="0" y="7936"/>
                </a:lnTo>
                <a:lnTo>
                  <a:pt x="36" y="7936"/>
                </a:lnTo>
                <a:moveTo>
                  <a:pt x="36" y="8075"/>
                </a:moveTo>
                <a:lnTo>
                  <a:pt x="36" y="8145"/>
                </a:lnTo>
                <a:lnTo>
                  <a:pt x="0" y="8145"/>
                </a:lnTo>
                <a:lnTo>
                  <a:pt x="0" y="8075"/>
                </a:lnTo>
                <a:lnTo>
                  <a:pt x="36" y="8075"/>
                </a:lnTo>
                <a:moveTo>
                  <a:pt x="36" y="8215"/>
                </a:moveTo>
                <a:lnTo>
                  <a:pt x="36" y="8284"/>
                </a:lnTo>
                <a:lnTo>
                  <a:pt x="0" y="8284"/>
                </a:lnTo>
                <a:lnTo>
                  <a:pt x="0" y="8215"/>
                </a:lnTo>
                <a:lnTo>
                  <a:pt x="36" y="8215"/>
                </a:lnTo>
                <a:moveTo>
                  <a:pt x="36" y="8354"/>
                </a:moveTo>
                <a:lnTo>
                  <a:pt x="36" y="8423"/>
                </a:lnTo>
                <a:lnTo>
                  <a:pt x="0" y="8423"/>
                </a:lnTo>
                <a:lnTo>
                  <a:pt x="0" y="8354"/>
                </a:lnTo>
                <a:lnTo>
                  <a:pt x="36" y="8354"/>
                </a:lnTo>
                <a:moveTo>
                  <a:pt x="36" y="8494"/>
                </a:moveTo>
                <a:lnTo>
                  <a:pt x="36" y="8564"/>
                </a:lnTo>
                <a:lnTo>
                  <a:pt x="0" y="8564"/>
                </a:lnTo>
                <a:lnTo>
                  <a:pt x="0" y="8494"/>
                </a:lnTo>
                <a:lnTo>
                  <a:pt x="36" y="8494"/>
                </a:lnTo>
                <a:moveTo>
                  <a:pt x="36" y="8633"/>
                </a:moveTo>
                <a:lnTo>
                  <a:pt x="36" y="8703"/>
                </a:lnTo>
                <a:lnTo>
                  <a:pt x="0" y="8703"/>
                </a:lnTo>
                <a:lnTo>
                  <a:pt x="0" y="8633"/>
                </a:lnTo>
                <a:lnTo>
                  <a:pt x="36" y="8633"/>
                </a:lnTo>
                <a:moveTo>
                  <a:pt x="36" y="8773"/>
                </a:moveTo>
                <a:lnTo>
                  <a:pt x="36" y="8842"/>
                </a:lnTo>
                <a:lnTo>
                  <a:pt x="0" y="8842"/>
                </a:lnTo>
                <a:lnTo>
                  <a:pt x="0" y="8773"/>
                </a:lnTo>
                <a:lnTo>
                  <a:pt x="36" y="8773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2" name=""/>
          <p:cNvSpPr/>
          <p:nvPr/>
        </p:nvSpPr>
        <p:spPr>
          <a:xfrm>
            <a:off x="986040" y="1733400"/>
            <a:ext cx="12960" cy="5388480"/>
          </a:xfrm>
          <a:custGeom>
            <a:avLst/>
            <a:gdLst/>
            <a:ahLst/>
            <a:rect l="0" t="0" r="r" b="b"/>
            <a:pathLst>
              <a:path w="36" h="14968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6"/>
                </a:lnTo>
                <a:lnTo>
                  <a:pt x="0" y="766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5"/>
                </a:lnTo>
                <a:lnTo>
                  <a:pt x="0" y="905"/>
                </a:lnTo>
                <a:lnTo>
                  <a:pt x="0" y="835"/>
                </a:lnTo>
                <a:lnTo>
                  <a:pt x="36" y="835"/>
                </a:lnTo>
                <a:moveTo>
                  <a:pt x="36" y="975"/>
                </a:moveTo>
                <a:lnTo>
                  <a:pt x="36" y="1044"/>
                </a:lnTo>
                <a:lnTo>
                  <a:pt x="0" y="1044"/>
                </a:lnTo>
                <a:lnTo>
                  <a:pt x="0" y="975"/>
                </a:lnTo>
                <a:lnTo>
                  <a:pt x="36" y="975"/>
                </a:lnTo>
                <a:moveTo>
                  <a:pt x="36" y="1114"/>
                </a:moveTo>
                <a:lnTo>
                  <a:pt x="36" y="1183"/>
                </a:lnTo>
                <a:lnTo>
                  <a:pt x="0" y="1183"/>
                </a:lnTo>
                <a:lnTo>
                  <a:pt x="0" y="1114"/>
                </a:lnTo>
                <a:lnTo>
                  <a:pt x="36" y="1114"/>
                </a:lnTo>
                <a:moveTo>
                  <a:pt x="36" y="1253"/>
                </a:moveTo>
                <a:lnTo>
                  <a:pt x="36" y="1323"/>
                </a:lnTo>
                <a:lnTo>
                  <a:pt x="0" y="1323"/>
                </a:lnTo>
                <a:lnTo>
                  <a:pt x="0" y="1253"/>
                </a:lnTo>
                <a:lnTo>
                  <a:pt x="36" y="1253"/>
                </a:lnTo>
                <a:moveTo>
                  <a:pt x="36" y="1392"/>
                </a:moveTo>
                <a:lnTo>
                  <a:pt x="36" y="1462"/>
                </a:lnTo>
                <a:lnTo>
                  <a:pt x="0" y="1462"/>
                </a:lnTo>
                <a:lnTo>
                  <a:pt x="0" y="1392"/>
                </a:lnTo>
                <a:lnTo>
                  <a:pt x="36" y="1392"/>
                </a:lnTo>
                <a:moveTo>
                  <a:pt x="36" y="1531"/>
                </a:moveTo>
                <a:lnTo>
                  <a:pt x="36" y="1601"/>
                </a:lnTo>
                <a:lnTo>
                  <a:pt x="0" y="1601"/>
                </a:lnTo>
                <a:lnTo>
                  <a:pt x="0" y="1531"/>
                </a:lnTo>
                <a:lnTo>
                  <a:pt x="36" y="1531"/>
                </a:lnTo>
                <a:moveTo>
                  <a:pt x="36" y="1671"/>
                </a:moveTo>
                <a:lnTo>
                  <a:pt x="36" y="1740"/>
                </a:lnTo>
                <a:lnTo>
                  <a:pt x="0" y="1740"/>
                </a:lnTo>
                <a:lnTo>
                  <a:pt x="0" y="1671"/>
                </a:lnTo>
                <a:lnTo>
                  <a:pt x="36" y="1671"/>
                </a:lnTo>
                <a:moveTo>
                  <a:pt x="36" y="1810"/>
                </a:moveTo>
                <a:lnTo>
                  <a:pt x="36" y="1880"/>
                </a:lnTo>
                <a:lnTo>
                  <a:pt x="0" y="1880"/>
                </a:lnTo>
                <a:lnTo>
                  <a:pt x="0" y="1810"/>
                </a:lnTo>
                <a:lnTo>
                  <a:pt x="36" y="1810"/>
                </a:lnTo>
                <a:moveTo>
                  <a:pt x="36" y="1949"/>
                </a:moveTo>
                <a:lnTo>
                  <a:pt x="36" y="2019"/>
                </a:lnTo>
                <a:lnTo>
                  <a:pt x="0" y="2019"/>
                </a:lnTo>
                <a:lnTo>
                  <a:pt x="0" y="1949"/>
                </a:lnTo>
                <a:lnTo>
                  <a:pt x="36" y="1949"/>
                </a:lnTo>
                <a:moveTo>
                  <a:pt x="36" y="2088"/>
                </a:moveTo>
                <a:lnTo>
                  <a:pt x="36" y="2158"/>
                </a:lnTo>
                <a:lnTo>
                  <a:pt x="0" y="2158"/>
                </a:lnTo>
                <a:lnTo>
                  <a:pt x="0" y="2088"/>
                </a:lnTo>
                <a:lnTo>
                  <a:pt x="36" y="2088"/>
                </a:lnTo>
                <a:moveTo>
                  <a:pt x="36" y="2228"/>
                </a:moveTo>
                <a:lnTo>
                  <a:pt x="36" y="2297"/>
                </a:lnTo>
                <a:lnTo>
                  <a:pt x="0" y="2297"/>
                </a:lnTo>
                <a:lnTo>
                  <a:pt x="0" y="2228"/>
                </a:lnTo>
                <a:lnTo>
                  <a:pt x="36" y="2228"/>
                </a:lnTo>
                <a:moveTo>
                  <a:pt x="36" y="2367"/>
                </a:moveTo>
                <a:lnTo>
                  <a:pt x="36" y="2436"/>
                </a:lnTo>
                <a:lnTo>
                  <a:pt x="0" y="2436"/>
                </a:lnTo>
                <a:lnTo>
                  <a:pt x="0" y="2367"/>
                </a:lnTo>
                <a:lnTo>
                  <a:pt x="36" y="2367"/>
                </a:lnTo>
                <a:moveTo>
                  <a:pt x="36" y="2506"/>
                </a:moveTo>
                <a:lnTo>
                  <a:pt x="36" y="2576"/>
                </a:lnTo>
                <a:lnTo>
                  <a:pt x="0" y="2576"/>
                </a:lnTo>
                <a:lnTo>
                  <a:pt x="0" y="2506"/>
                </a:lnTo>
                <a:lnTo>
                  <a:pt x="36" y="2506"/>
                </a:lnTo>
                <a:moveTo>
                  <a:pt x="36" y="2645"/>
                </a:moveTo>
                <a:lnTo>
                  <a:pt x="36" y="2716"/>
                </a:lnTo>
                <a:lnTo>
                  <a:pt x="0" y="2716"/>
                </a:lnTo>
                <a:lnTo>
                  <a:pt x="0" y="2645"/>
                </a:lnTo>
                <a:lnTo>
                  <a:pt x="36" y="2645"/>
                </a:lnTo>
                <a:moveTo>
                  <a:pt x="36" y="2786"/>
                </a:moveTo>
                <a:lnTo>
                  <a:pt x="36" y="2855"/>
                </a:lnTo>
                <a:lnTo>
                  <a:pt x="0" y="2855"/>
                </a:lnTo>
                <a:lnTo>
                  <a:pt x="0" y="2786"/>
                </a:lnTo>
                <a:lnTo>
                  <a:pt x="36" y="2786"/>
                </a:lnTo>
                <a:moveTo>
                  <a:pt x="36" y="2925"/>
                </a:moveTo>
                <a:lnTo>
                  <a:pt x="36" y="2994"/>
                </a:lnTo>
                <a:lnTo>
                  <a:pt x="0" y="2994"/>
                </a:lnTo>
                <a:lnTo>
                  <a:pt x="0" y="2925"/>
                </a:lnTo>
                <a:lnTo>
                  <a:pt x="36" y="2925"/>
                </a:lnTo>
                <a:moveTo>
                  <a:pt x="36" y="3064"/>
                </a:moveTo>
                <a:lnTo>
                  <a:pt x="36" y="3134"/>
                </a:lnTo>
                <a:lnTo>
                  <a:pt x="0" y="3134"/>
                </a:lnTo>
                <a:lnTo>
                  <a:pt x="0" y="3064"/>
                </a:lnTo>
                <a:lnTo>
                  <a:pt x="36" y="3064"/>
                </a:lnTo>
                <a:moveTo>
                  <a:pt x="36" y="3203"/>
                </a:moveTo>
                <a:lnTo>
                  <a:pt x="36" y="3273"/>
                </a:lnTo>
                <a:lnTo>
                  <a:pt x="0" y="3273"/>
                </a:lnTo>
                <a:lnTo>
                  <a:pt x="0" y="3203"/>
                </a:lnTo>
                <a:lnTo>
                  <a:pt x="36" y="3203"/>
                </a:lnTo>
                <a:moveTo>
                  <a:pt x="36" y="3342"/>
                </a:moveTo>
                <a:lnTo>
                  <a:pt x="36" y="3412"/>
                </a:lnTo>
                <a:lnTo>
                  <a:pt x="0" y="3412"/>
                </a:lnTo>
                <a:lnTo>
                  <a:pt x="0" y="3342"/>
                </a:lnTo>
                <a:lnTo>
                  <a:pt x="36" y="3342"/>
                </a:lnTo>
                <a:moveTo>
                  <a:pt x="36" y="3482"/>
                </a:moveTo>
                <a:lnTo>
                  <a:pt x="36" y="3551"/>
                </a:lnTo>
                <a:lnTo>
                  <a:pt x="0" y="3551"/>
                </a:lnTo>
                <a:lnTo>
                  <a:pt x="0" y="3482"/>
                </a:lnTo>
                <a:lnTo>
                  <a:pt x="36" y="3482"/>
                </a:lnTo>
                <a:moveTo>
                  <a:pt x="36" y="3621"/>
                </a:moveTo>
                <a:lnTo>
                  <a:pt x="36" y="3691"/>
                </a:lnTo>
                <a:lnTo>
                  <a:pt x="0" y="3691"/>
                </a:lnTo>
                <a:lnTo>
                  <a:pt x="0" y="3621"/>
                </a:lnTo>
                <a:lnTo>
                  <a:pt x="36" y="3621"/>
                </a:lnTo>
                <a:moveTo>
                  <a:pt x="36" y="3760"/>
                </a:moveTo>
                <a:lnTo>
                  <a:pt x="36" y="3830"/>
                </a:lnTo>
                <a:lnTo>
                  <a:pt x="0" y="3830"/>
                </a:lnTo>
                <a:lnTo>
                  <a:pt x="0" y="3760"/>
                </a:lnTo>
                <a:lnTo>
                  <a:pt x="36" y="3760"/>
                </a:lnTo>
                <a:moveTo>
                  <a:pt x="36" y="3899"/>
                </a:moveTo>
                <a:lnTo>
                  <a:pt x="36" y="3969"/>
                </a:lnTo>
                <a:lnTo>
                  <a:pt x="0" y="3969"/>
                </a:lnTo>
                <a:lnTo>
                  <a:pt x="0" y="3899"/>
                </a:lnTo>
                <a:lnTo>
                  <a:pt x="36" y="3899"/>
                </a:lnTo>
                <a:moveTo>
                  <a:pt x="36" y="4039"/>
                </a:moveTo>
                <a:lnTo>
                  <a:pt x="36" y="4108"/>
                </a:lnTo>
                <a:lnTo>
                  <a:pt x="0" y="4108"/>
                </a:lnTo>
                <a:lnTo>
                  <a:pt x="0" y="4039"/>
                </a:lnTo>
                <a:lnTo>
                  <a:pt x="36" y="4039"/>
                </a:lnTo>
                <a:moveTo>
                  <a:pt x="36" y="4178"/>
                </a:moveTo>
                <a:lnTo>
                  <a:pt x="36" y="4247"/>
                </a:lnTo>
                <a:lnTo>
                  <a:pt x="0" y="4247"/>
                </a:lnTo>
                <a:lnTo>
                  <a:pt x="0" y="4178"/>
                </a:lnTo>
                <a:lnTo>
                  <a:pt x="36" y="4178"/>
                </a:lnTo>
                <a:moveTo>
                  <a:pt x="36" y="4317"/>
                </a:moveTo>
                <a:lnTo>
                  <a:pt x="36" y="4387"/>
                </a:lnTo>
                <a:lnTo>
                  <a:pt x="0" y="4387"/>
                </a:lnTo>
                <a:lnTo>
                  <a:pt x="0" y="4317"/>
                </a:lnTo>
                <a:lnTo>
                  <a:pt x="36" y="4317"/>
                </a:lnTo>
                <a:moveTo>
                  <a:pt x="36" y="4456"/>
                </a:moveTo>
                <a:lnTo>
                  <a:pt x="36" y="4526"/>
                </a:lnTo>
                <a:lnTo>
                  <a:pt x="0" y="4526"/>
                </a:lnTo>
                <a:lnTo>
                  <a:pt x="0" y="4456"/>
                </a:lnTo>
                <a:lnTo>
                  <a:pt x="36" y="4456"/>
                </a:lnTo>
                <a:moveTo>
                  <a:pt x="36" y="4596"/>
                </a:moveTo>
                <a:lnTo>
                  <a:pt x="36" y="4665"/>
                </a:lnTo>
                <a:lnTo>
                  <a:pt x="0" y="4665"/>
                </a:lnTo>
                <a:lnTo>
                  <a:pt x="0" y="4596"/>
                </a:lnTo>
                <a:lnTo>
                  <a:pt x="36" y="4596"/>
                </a:lnTo>
                <a:moveTo>
                  <a:pt x="36" y="4735"/>
                </a:moveTo>
                <a:lnTo>
                  <a:pt x="36" y="4804"/>
                </a:lnTo>
                <a:lnTo>
                  <a:pt x="0" y="4804"/>
                </a:lnTo>
                <a:lnTo>
                  <a:pt x="0" y="4735"/>
                </a:lnTo>
                <a:lnTo>
                  <a:pt x="36" y="4735"/>
                </a:lnTo>
                <a:moveTo>
                  <a:pt x="36" y="4874"/>
                </a:moveTo>
                <a:lnTo>
                  <a:pt x="36" y="4944"/>
                </a:lnTo>
                <a:lnTo>
                  <a:pt x="0" y="4944"/>
                </a:lnTo>
                <a:lnTo>
                  <a:pt x="0" y="4874"/>
                </a:lnTo>
                <a:lnTo>
                  <a:pt x="36" y="4874"/>
                </a:lnTo>
                <a:moveTo>
                  <a:pt x="36" y="5013"/>
                </a:moveTo>
                <a:lnTo>
                  <a:pt x="36" y="5083"/>
                </a:lnTo>
                <a:lnTo>
                  <a:pt x="0" y="5083"/>
                </a:lnTo>
                <a:lnTo>
                  <a:pt x="0" y="5013"/>
                </a:lnTo>
                <a:lnTo>
                  <a:pt x="36" y="5013"/>
                </a:lnTo>
                <a:moveTo>
                  <a:pt x="36" y="5152"/>
                </a:moveTo>
                <a:lnTo>
                  <a:pt x="36" y="5222"/>
                </a:lnTo>
                <a:lnTo>
                  <a:pt x="0" y="5222"/>
                </a:lnTo>
                <a:lnTo>
                  <a:pt x="0" y="5152"/>
                </a:lnTo>
                <a:lnTo>
                  <a:pt x="36" y="5152"/>
                </a:lnTo>
                <a:moveTo>
                  <a:pt x="36" y="5292"/>
                </a:moveTo>
                <a:lnTo>
                  <a:pt x="36" y="5361"/>
                </a:lnTo>
                <a:lnTo>
                  <a:pt x="0" y="5361"/>
                </a:lnTo>
                <a:lnTo>
                  <a:pt x="0" y="5292"/>
                </a:lnTo>
                <a:lnTo>
                  <a:pt x="36" y="5292"/>
                </a:lnTo>
                <a:moveTo>
                  <a:pt x="36" y="5431"/>
                </a:moveTo>
                <a:lnTo>
                  <a:pt x="36" y="5501"/>
                </a:lnTo>
                <a:lnTo>
                  <a:pt x="0" y="5501"/>
                </a:lnTo>
                <a:lnTo>
                  <a:pt x="0" y="5431"/>
                </a:lnTo>
                <a:lnTo>
                  <a:pt x="36" y="5431"/>
                </a:lnTo>
                <a:moveTo>
                  <a:pt x="36" y="5570"/>
                </a:moveTo>
                <a:lnTo>
                  <a:pt x="36" y="5640"/>
                </a:lnTo>
                <a:lnTo>
                  <a:pt x="0" y="5640"/>
                </a:lnTo>
                <a:lnTo>
                  <a:pt x="0" y="5570"/>
                </a:lnTo>
                <a:lnTo>
                  <a:pt x="36" y="5570"/>
                </a:lnTo>
                <a:moveTo>
                  <a:pt x="36" y="5709"/>
                </a:moveTo>
                <a:lnTo>
                  <a:pt x="36" y="5779"/>
                </a:lnTo>
                <a:lnTo>
                  <a:pt x="0" y="5779"/>
                </a:lnTo>
                <a:lnTo>
                  <a:pt x="0" y="5709"/>
                </a:lnTo>
                <a:lnTo>
                  <a:pt x="36" y="5709"/>
                </a:lnTo>
                <a:moveTo>
                  <a:pt x="36" y="5849"/>
                </a:moveTo>
                <a:lnTo>
                  <a:pt x="36" y="5918"/>
                </a:lnTo>
                <a:lnTo>
                  <a:pt x="0" y="5918"/>
                </a:lnTo>
                <a:lnTo>
                  <a:pt x="0" y="5849"/>
                </a:lnTo>
                <a:lnTo>
                  <a:pt x="36" y="5849"/>
                </a:lnTo>
                <a:moveTo>
                  <a:pt x="36" y="5988"/>
                </a:moveTo>
                <a:lnTo>
                  <a:pt x="36" y="6057"/>
                </a:lnTo>
                <a:lnTo>
                  <a:pt x="0" y="6057"/>
                </a:lnTo>
                <a:lnTo>
                  <a:pt x="0" y="5988"/>
                </a:lnTo>
                <a:lnTo>
                  <a:pt x="36" y="5988"/>
                </a:lnTo>
                <a:moveTo>
                  <a:pt x="36" y="6127"/>
                </a:moveTo>
                <a:lnTo>
                  <a:pt x="36" y="6197"/>
                </a:lnTo>
                <a:lnTo>
                  <a:pt x="0" y="6197"/>
                </a:lnTo>
                <a:lnTo>
                  <a:pt x="0" y="6127"/>
                </a:lnTo>
                <a:lnTo>
                  <a:pt x="36" y="6127"/>
                </a:lnTo>
                <a:moveTo>
                  <a:pt x="36" y="6266"/>
                </a:moveTo>
                <a:lnTo>
                  <a:pt x="36" y="6336"/>
                </a:lnTo>
                <a:lnTo>
                  <a:pt x="0" y="6336"/>
                </a:lnTo>
                <a:lnTo>
                  <a:pt x="0" y="6266"/>
                </a:lnTo>
                <a:lnTo>
                  <a:pt x="36" y="6266"/>
                </a:lnTo>
                <a:moveTo>
                  <a:pt x="36" y="6406"/>
                </a:moveTo>
                <a:lnTo>
                  <a:pt x="36" y="6475"/>
                </a:lnTo>
                <a:lnTo>
                  <a:pt x="0" y="6475"/>
                </a:lnTo>
                <a:lnTo>
                  <a:pt x="0" y="6406"/>
                </a:lnTo>
                <a:lnTo>
                  <a:pt x="36" y="6406"/>
                </a:lnTo>
                <a:moveTo>
                  <a:pt x="36" y="6545"/>
                </a:moveTo>
                <a:lnTo>
                  <a:pt x="36" y="6614"/>
                </a:lnTo>
                <a:lnTo>
                  <a:pt x="0" y="6614"/>
                </a:lnTo>
                <a:lnTo>
                  <a:pt x="0" y="6545"/>
                </a:lnTo>
                <a:lnTo>
                  <a:pt x="36" y="6545"/>
                </a:lnTo>
                <a:moveTo>
                  <a:pt x="36" y="6684"/>
                </a:moveTo>
                <a:lnTo>
                  <a:pt x="36" y="6754"/>
                </a:lnTo>
                <a:lnTo>
                  <a:pt x="0" y="6754"/>
                </a:lnTo>
                <a:lnTo>
                  <a:pt x="0" y="6684"/>
                </a:lnTo>
                <a:lnTo>
                  <a:pt x="36" y="6684"/>
                </a:lnTo>
                <a:moveTo>
                  <a:pt x="36" y="6823"/>
                </a:moveTo>
                <a:lnTo>
                  <a:pt x="36" y="6893"/>
                </a:lnTo>
                <a:lnTo>
                  <a:pt x="0" y="6893"/>
                </a:lnTo>
                <a:lnTo>
                  <a:pt x="0" y="6823"/>
                </a:lnTo>
                <a:lnTo>
                  <a:pt x="36" y="6823"/>
                </a:lnTo>
                <a:moveTo>
                  <a:pt x="36" y="6962"/>
                </a:moveTo>
                <a:lnTo>
                  <a:pt x="36" y="7032"/>
                </a:lnTo>
                <a:lnTo>
                  <a:pt x="0" y="7032"/>
                </a:lnTo>
                <a:lnTo>
                  <a:pt x="0" y="6962"/>
                </a:lnTo>
                <a:lnTo>
                  <a:pt x="36" y="6962"/>
                </a:lnTo>
                <a:moveTo>
                  <a:pt x="36" y="7102"/>
                </a:moveTo>
                <a:lnTo>
                  <a:pt x="36" y="7171"/>
                </a:lnTo>
                <a:lnTo>
                  <a:pt x="0" y="7171"/>
                </a:lnTo>
                <a:lnTo>
                  <a:pt x="0" y="7102"/>
                </a:lnTo>
                <a:lnTo>
                  <a:pt x="36" y="7102"/>
                </a:lnTo>
                <a:moveTo>
                  <a:pt x="36" y="7241"/>
                </a:moveTo>
                <a:lnTo>
                  <a:pt x="36" y="7311"/>
                </a:lnTo>
                <a:lnTo>
                  <a:pt x="0" y="7311"/>
                </a:lnTo>
                <a:lnTo>
                  <a:pt x="0" y="7241"/>
                </a:lnTo>
                <a:lnTo>
                  <a:pt x="36" y="7241"/>
                </a:lnTo>
                <a:moveTo>
                  <a:pt x="36" y="7380"/>
                </a:moveTo>
                <a:lnTo>
                  <a:pt x="36" y="7450"/>
                </a:lnTo>
                <a:lnTo>
                  <a:pt x="0" y="7450"/>
                </a:lnTo>
                <a:lnTo>
                  <a:pt x="0" y="7380"/>
                </a:lnTo>
                <a:lnTo>
                  <a:pt x="36" y="7380"/>
                </a:lnTo>
                <a:moveTo>
                  <a:pt x="36" y="7519"/>
                </a:moveTo>
                <a:lnTo>
                  <a:pt x="36" y="7589"/>
                </a:lnTo>
                <a:lnTo>
                  <a:pt x="0" y="7589"/>
                </a:lnTo>
                <a:lnTo>
                  <a:pt x="0" y="7519"/>
                </a:lnTo>
                <a:lnTo>
                  <a:pt x="36" y="7519"/>
                </a:lnTo>
                <a:moveTo>
                  <a:pt x="36" y="7659"/>
                </a:moveTo>
                <a:lnTo>
                  <a:pt x="36" y="7728"/>
                </a:lnTo>
                <a:lnTo>
                  <a:pt x="0" y="7728"/>
                </a:lnTo>
                <a:lnTo>
                  <a:pt x="0" y="7659"/>
                </a:lnTo>
                <a:lnTo>
                  <a:pt x="36" y="7659"/>
                </a:lnTo>
                <a:moveTo>
                  <a:pt x="36" y="7798"/>
                </a:moveTo>
                <a:lnTo>
                  <a:pt x="36" y="7867"/>
                </a:lnTo>
                <a:lnTo>
                  <a:pt x="0" y="7867"/>
                </a:lnTo>
                <a:lnTo>
                  <a:pt x="0" y="7798"/>
                </a:lnTo>
                <a:lnTo>
                  <a:pt x="36" y="7798"/>
                </a:lnTo>
                <a:moveTo>
                  <a:pt x="36" y="7937"/>
                </a:moveTo>
                <a:lnTo>
                  <a:pt x="36" y="8007"/>
                </a:lnTo>
                <a:lnTo>
                  <a:pt x="0" y="8007"/>
                </a:lnTo>
                <a:lnTo>
                  <a:pt x="0" y="7937"/>
                </a:lnTo>
                <a:lnTo>
                  <a:pt x="36" y="7937"/>
                </a:lnTo>
                <a:moveTo>
                  <a:pt x="36" y="8076"/>
                </a:moveTo>
                <a:lnTo>
                  <a:pt x="36" y="8146"/>
                </a:lnTo>
                <a:lnTo>
                  <a:pt x="0" y="8146"/>
                </a:lnTo>
                <a:lnTo>
                  <a:pt x="0" y="8076"/>
                </a:lnTo>
                <a:lnTo>
                  <a:pt x="36" y="8076"/>
                </a:lnTo>
                <a:moveTo>
                  <a:pt x="36" y="8216"/>
                </a:moveTo>
                <a:lnTo>
                  <a:pt x="36" y="8285"/>
                </a:lnTo>
                <a:lnTo>
                  <a:pt x="0" y="8285"/>
                </a:lnTo>
                <a:lnTo>
                  <a:pt x="0" y="8216"/>
                </a:lnTo>
                <a:lnTo>
                  <a:pt x="36" y="8216"/>
                </a:lnTo>
                <a:moveTo>
                  <a:pt x="36" y="8355"/>
                </a:moveTo>
                <a:lnTo>
                  <a:pt x="36" y="8424"/>
                </a:lnTo>
                <a:lnTo>
                  <a:pt x="0" y="8424"/>
                </a:lnTo>
                <a:lnTo>
                  <a:pt x="0" y="8355"/>
                </a:lnTo>
                <a:lnTo>
                  <a:pt x="36" y="8355"/>
                </a:lnTo>
                <a:moveTo>
                  <a:pt x="36" y="8494"/>
                </a:moveTo>
                <a:lnTo>
                  <a:pt x="36" y="8564"/>
                </a:lnTo>
                <a:lnTo>
                  <a:pt x="0" y="8564"/>
                </a:lnTo>
                <a:lnTo>
                  <a:pt x="0" y="8494"/>
                </a:lnTo>
                <a:lnTo>
                  <a:pt x="36" y="8494"/>
                </a:lnTo>
                <a:moveTo>
                  <a:pt x="36" y="8633"/>
                </a:moveTo>
                <a:lnTo>
                  <a:pt x="36" y="8703"/>
                </a:lnTo>
                <a:lnTo>
                  <a:pt x="0" y="8703"/>
                </a:lnTo>
                <a:lnTo>
                  <a:pt x="0" y="8633"/>
                </a:lnTo>
                <a:lnTo>
                  <a:pt x="36" y="8633"/>
                </a:lnTo>
                <a:moveTo>
                  <a:pt x="36" y="8773"/>
                </a:moveTo>
                <a:lnTo>
                  <a:pt x="36" y="8842"/>
                </a:lnTo>
                <a:lnTo>
                  <a:pt x="0" y="8842"/>
                </a:lnTo>
                <a:lnTo>
                  <a:pt x="0" y="8773"/>
                </a:lnTo>
                <a:lnTo>
                  <a:pt x="36" y="8773"/>
                </a:lnTo>
                <a:moveTo>
                  <a:pt x="36" y="8912"/>
                </a:moveTo>
                <a:lnTo>
                  <a:pt x="36" y="8981"/>
                </a:lnTo>
                <a:lnTo>
                  <a:pt x="0" y="8981"/>
                </a:lnTo>
                <a:lnTo>
                  <a:pt x="0" y="8912"/>
                </a:lnTo>
                <a:lnTo>
                  <a:pt x="36" y="8912"/>
                </a:lnTo>
                <a:moveTo>
                  <a:pt x="36" y="9051"/>
                </a:moveTo>
                <a:lnTo>
                  <a:pt x="36" y="9121"/>
                </a:lnTo>
                <a:lnTo>
                  <a:pt x="0" y="9121"/>
                </a:lnTo>
                <a:lnTo>
                  <a:pt x="0" y="9051"/>
                </a:lnTo>
                <a:lnTo>
                  <a:pt x="36" y="9051"/>
                </a:lnTo>
                <a:moveTo>
                  <a:pt x="36" y="9190"/>
                </a:moveTo>
                <a:lnTo>
                  <a:pt x="36" y="9260"/>
                </a:lnTo>
                <a:lnTo>
                  <a:pt x="0" y="9260"/>
                </a:lnTo>
                <a:lnTo>
                  <a:pt x="0" y="9190"/>
                </a:lnTo>
                <a:lnTo>
                  <a:pt x="36" y="9190"/>
                </a:lnTo>
                <a:moveTo>
                  <a:pt x="36" y="9329"/>
                </a:moveTo>
                <a:lnTo>
                  <a:pt x="36" y="9399"/>
                </a:lnTo>
                <a:lnTo>
                  <a:pt x="0" y="9399"/>
                </a:lnTo>
                <a:lnTo>
                  <a:pt x="0" y="9329"/>
                </a:lnTo>
                <a:lnTo>
                  <a:pt x="36" y="9329"/>
                </a:lnTo>
                <a:moveTo>
                  <a:pt x="36" y="9469"/>
                </a:moveTo>
                <a:lnTo>
                  <a:pt x="36" y="9538"/>
                </a:lnTo>
                <a:lnTo>
                  <a:pt x="0" y="9538"/>
                </a:lnTo>
                <a:lnTo>
                  <a:pt x="0" y="9469"/>
                </a:lnTo>
                <a:lnTo>
                  <a:pt x="36" y="9469"/>
                </a:lnTo>
                <a:moveTo>
                  <a:pt x="36" y="9608"/>
                </a:moveTo>
                <a:lnTo>
                  <a:pt x="36" y="9678"/>
                </a:lnTo>
                <a:lnTo>
                  <a:pt x="0" y="9678"/>
                </a:lnTo>
                <a:lnTo>
                  <a:pt x="0" y="9608"/>
                </a:lnTo>
                <a:lnTo>
                  <a:pt x="36" y="9608"/>
                </a:lnTo>
                <a:moveTo>
                  <a:pt x="36" y="9747"/>
                </a:moveTo>
                <a:lnTo>
                  <a:pt x="36" y="9817"/>
                </a:lnTo>
                <a:lnTo>
                  <a:pt x="0" y="9817"/>
                </a:lnTo>
                <a:lnTo>
                  <a:pt x="0" y="9747"/>
                </a:lnTo>
                <a:lnTo>
                  <a:pt x="36" y="9747"/>
                </a:lnTo>
                <a:moveTo>
                  <a:pt x="36" y="9886"/>
                </a:moveTo>
                <a:lnTo>
                  <a:pt x="36" y="9956"/>
                </a:lnTo>
                <a:lnTo>
                  <a:pt x="0" y="9956"/>
                </a:lnTo>
                <a:lnTo>
                  <a:pt x="0" y="9886"/>
                </a:lnTo>
                <a:lnTo>
                  <a:pt x="36" y="9886"/>
                </a:lnTo>
                <a:moveTo>
                  <a:pt x="36" y="10026"/>
                </a:moveTo>
                <a:lnTo>
                  <a:pt x="36" y="10095"/>
                </a:lnTo>
                <a:lnTo>
                  <a:pt x="0" y="10095"/>
                </a:lnTo>
                <a:lnTo>
                  <a:pt x="0" y="10026"/>
                </a:lnTo>
                <a:lnTo>
                  <a:pt x="36" y="10026"/>
                </a:lnTo>
                <a:moveTo>
                  <a:pt x="36" y="10165"/>
                </a:moveTo>
                <a:lnTo>
                  <a:pt x="36" y="10234"/>
                </a:lnTo>
                <a:lnTo>
                  <a:pt x="0" y="10234"/>
                </a:lnTo>
                <a:lnTo>
                  <a:pt x="0" y="10165"/>
                </a:lnTo>
                <a:lnTo>
                  <a:pt x="36" y="10165"/>
                </a:lnTo>
                <a:moveTo>
                  <a:pt x="36" y="10304"/>
                </a:moveTo>
                <a:lnTo>
                  <a:pt x="36" y="10374"/>
                </a:lnTo>
                <a:lnTo>
                  <a:pt x="0" y="10374"/>
                </a:lnTo>
                <a:lnTo>
                  <a:pt x="0" y="10304"/>
                </a:lnTo>
                <a:lnTo>
                  <a:pt x="36" y="10304"/>
                </a:lnTo>
                <a:moveTo>
                  <a:pt x="36" y="10443"/>
                </a:moveTo>
                <a:lnTo>
                  <a:pt x="36" y="10513"/>
                </a:lnTo>
                <a:lnTo>
                  <a:pt x="0" y="10513"/>
                </a:lnTo>
                <a:lnTo>
                  <a:pt x="0" y="10443"/>
                </a:lnTo>
                <a:lnTo>
                  <a:pt x="36" y="10443"/>
                </a:lnTo>
                <a:moveTo>
                  <a:pt x="36" y="10583"/>
                </a:moveTo>
                <a:lnTo>
                  <a:pt x="36" y="10652"/>
                </a:lnTo>
                <a:lnTo>
                  <a:pt x="0" y="10652"/>
                </a:lnTo>
                <a:lnTo>
                  <a:pt x="0" y="10583"/>
                </a:lnTo>
                <a:lnTo>
                  <a:pt x="36" y="10583"/>
                </a:lnTo>
                <a:moveTo>
                  <a:pt x="36" y="10722"/>
                </a:moveTo>
                <a:lnTo>
                  <a:pt x="36" y="10791"/>
                </a:lnTo>
                <a:lnTo>
                  <a:pt x="0" y="10791"/>
                </a:lnTo>
                <a:lnTo>
                  <a:pt x="0" y="10722"/>
                </a:lnTo>
                <a:lnTo>
                  <a:pt x="36" y="10722"/>
                </a:lnTo>
                <a:moveTo>
                  <a:pt x="36" y="10861"/>
                </a:moveTo>
                <a:lnTo>
                  <a:pt x="36" y="10931"/>
                </a:lnTo>
                <a:lnTo>
                  <a:pt x="0" y="10931"/>
                </a:lnTo>
                <a:lnTo>
                  <a:pt x="0" y="10861"/>
                </a:lnTo>
                <a:lnTo>
                  <a:pt x="36" y="10861"/>
                </a:lnTo>
                <a:moveTo>
                  <a:pt x="36" y="11000"/>
                </a:moveTo>
                <a:lnTo>
                  <a:pt x="36" y="11070"/>
                </a:lnTo>
                <a:lnTo>
                  <a:pt x="0" y="11070"/>
                </a:lnTo>
                <a:lnTo>
                  <a:pt x="0" y="11000"/>
                </a:lnTo>
                <a:lnTo>
                  <a:pt x="36" y="11000"/>
                </a:lnTo>
                <a:moveTo>
                  <a:pt x="36" y="11139"/>
                </a:moveTo>
                <a:lnTo>
                  <a:pt x="36" y="11209"/>
                </a:lnTo>
                <a:lnTo>
                  <a:pt x="0" y="11209"/>
                </a:lnTo>
                <a:lnTo>
                  <a:pt x="0" y="11139"/>
                </a:lnTo>
                <a:lnTo>
                  <a:pt x="36" y="11139"/>
                </a:lnTo>
                <a:moveTo>
                  <a:pt x="36" y="11279"/>
                </a:moveTo>
                <a:lnTo>
                  <a:pt x="36" y="11348"/>
                </a:lnTo>
                <a:lnTo>
                  <a:pt x="0" y="11348"/>
                </a:lnTo>
                <a:lnTo>
                  <a:pt x="0" y="11279"/>
                </a:lnTo>
                <a:lnTo>
                  <a:pt x="36" y="11279"/>
                </a:lnTo>
                <a:moveTo>
                  <a:pt x="36" y="11418"/>
                </a:moveTo>
                <a:lnTo>
                  <a:pt x="36" y="11488"/>
                </a:lnTo>
                <a:lnTo>
                  <a:pt x="0" y="11488"/>
                </a:lnTo>
                <a:lnTo>
                  <a:pt x="0" y="11418"/>
                </a:lnTo>
                <a:lnTo>
                  <a:pt x="36" y="11418"/>
                </a:lnTo>
                <a:moveTo>
                  <a:pt x="36" y="11557"/>
                </a:moveTo>
                <a:lnTo>
                  <a:pt x="36" y="11627"/>
                </a:lnTo>
                <a:lnTo>
                  <a:pt x="0" y="11627"/>
                </a:lnTo>
                <a:lnTo>
                  <a:pt x="0" y="11557"/>
                </a:lnTo>
                <a:lnTo>
                  <a:pt x="36" y="11557"/>
                </a:lnTo>
                <a:moveTo>
                  <a:pt x="36" y="11696"/>
                </a:moveTo>
                <a:lnTo>
                  <a:pt x="36" y="11766"/>
                </a:lnTo>
                <a:lnTo>
                  <a:pt x="0" y="11766"/>
                </a:lnTo>
                <a:lnTo>
                  <a:pt x="0" y="11696"/>
                </a:lnTo>
                <a:lnTo>
                  <a:pt x="36" y="11696"/>
                </a:lnTo>
                <a:moveTo>
                  <a:pt x="36" y="11836"/>
                </a:moveTo>
                <a:lnTo>
                  <a:pt x="36" y="11905"/>
                </a:lnTo>
                <a:lnTo>
                  <a:pt x="0" y="11905"/>
                </a:lnTo>
                <a:lnTo>
                  <a:pt x="0" y="11836"/>
                </a:lnTo>
                <a:lnTo>
                  <a:pt x="36" y="11836"/>
                </a:lnTo>
                <a:moveTo>
                  <a:pt x="36" y="11975"/>
                </a:moveTo>
                <a:lnTo>
                  <a:pt x="36" y="12044"/>
                </a:lnTo>
                <a:lnTo>
                  <a:pt x="0" y="12044"/>
                </a:lnTo>
                <a:lnTo>
                  <a:pt x="0" y="11975"/>
                </a:lnTo>
                <a:lnTo>
                  <a:pt x="36" y="11975"/>
                </a:lnTo>
                <a:moveTo>
                  <a:pt x="36" y="12114"/>
                </a:moveTo>
                <a:lnTo>
                  <a:pt x="36" y="12184"/>
                </a:lnTo>
                <a:lnTo>
                  <a:pt x="0" y="12184"/>
                </a:lnTo>
                <a:lnTo>
                  <a:pt x="0" y="12114"/>
                </a:lnTo>
                <a:lnTo>
                  <a:pt x="36" y="12114"/>
                </a:lnTo>
                <a:moveTo>
                  <a:pt x="36" y="12253"/>
                </a:moveTo>
                <a:lnTo>
                  <a:pt x="36" y="12323"/>
                </a:lnTo>
                <a:lnTo>
                  <a:pt x="0" y="12323"/>
                </a:lnTo>
                <a:lnTo>
                  <a:pt x="0" y="12253"/>
                </a:lnTo>
                <a:lnTo>
                  <a:pt x="36" y="12253"/>
                </a:lnTo>
                <a:moveTo>
                  <a:pt x="36" y="12393"/>
                </a:moveTo>
                <a:lnTo>
                  <a:pt x="36" y="12462"/>
                </a:lnTo>
                <a:lnTo>
                  <a:pt x="0" y="12462"/>
                </a:lnTo>
                <a:lnTo>
                  <a:pt x="0" y="12393"/>
                </a:lnTo>
                <a:lnTo>
                  <a:pt x="36" y="12393"/>
                </a:lnTo>
                <a:moveTo>
                  <a:pt x="36" y="12532"/>
                </a:moveTo>
                <a:lnTo>
                  <a:pt x="36" y="12601"/>
                </a:lnTo>
                <a:lnTo>
                  <a:pt x="0" y="12601"/>
                </a:lnTo>
                <a:lnTo>
                  <a:pt x="0" y="12532"/>
                </a:lnTo>
                <a:lnTo>
                  <a:pt x="36" y="12532"/>
                </a:lnTo>
                <a:moveTo>
                  <a:pt x="36" y="12671"/>
                </a:moveTo>
                <a:lnTo>
                  <a:pt x="36" y="12741"/>
                </a:lnTo>
                <a:lnTo>
                  <a:pt x="0" y="12741"/>
                </a:lnTo>
                <a:lnTo>
                  <a:pt x="0" y="12671"/>
                </a:lnTo>
                <a:lnTo>
                  <a:pt x="36" y="12671"/>
                </a:lnTo>
                <a:moveTo>
                  <a:pt x="36" y="12810"/>
                </a:moveTo>
                <a:lnTo>
                  <a:pt x="36" y="12880"/>
                </a:lnTo>
                <a:lnTo>
                  <a:pt x="0" y="12880"/>
                </a:lnTo>
                <a:lnTo>
                  <a:pt x="0" y="12810"/>
                </a:lnTo>
                <a:lnTo>
                  <a:pt x="36" y="12810"/>
                </a:lnTo>
                <a:moveTo>
                  <a:pt x="36" y="12949"/>
                </a:moveTo>
                <a:lnTo>
                  <a:pt x="36" y="13019"/>
                </a:lnTo>
                <a:lnTo>
                  <a:pt x="0" y="13019"/>
                </a:lnTo>
                <a:lnTo>
                  <a:pt x="0" y="12949"/>
                </a:lnTo>
                <a:lnTo>
                  <a:pt x="36" y="12949"/>
                </a:lnTo>
                <a:moveTo>
                  <a:pt x="36" y="13089"/>
                </a:moveTo>
                <a:lnTo>
                  <a:pt x="36" y="13158"/>
                </a:lnTo>
                <a:lnTo>
                  <a:pt x="0" y="13158"/>
                </a:lnTo>
                <a:lnTo>
                  <a:pt x="0" y="13089"/>
                </a:lnTo>
                <a:lnTo>
                  <a:pt x="36" y="13089"/>
                </a:lnTo>
                <a:moveTo>
                  <a:pt x="36" y="13228"/>
                </a:moveTo>
                <a:lnTo>
                  <a:pt x="36" y="13298"/>
                </a:lnTo>
                <a:lnTo>
                  <a:pt x="0" y="13298"/>
                </a:lnTo>
                <a:lnTo>
                  <a:pt x="0" y="13228"/>
                </a:lnTo>
                <a:lnTo>
                  <a:pt x="36" y="13228"/>
                </a:lnTo>
                <a:moveTo>
                  <a:pt x="36" y="13367"/>
                </a:moveTo>
                <a:lnTo>
                  <a:pt x="36" y="13437"/>
                </a:lnTo>
                <a:lnTo>
                  <a:pt x="0" y="13437"/>
                </a:lnTo>
                <a:lnTo>
                  <a:pt x="0" y="13367"/>
                </a:lnTo>
                <a:lnTo>
                  <a:pt x="36" y="13367"/>
                </a:lnTo>
                <a:moveTo>
                  <a:pt x="36" y="13506"/>
                </a:moveTo>
                <a:lnTo>
                  <a:pt x="36" y="13576"/>
                </a:lnTo>
                <a:lnTo>
                  <a:pt x="0" y="13576"/>
                </a:lnTo>
                <a:lnTo>
                  <a:pt x="0" y="13506"/>
                </a:lnTo>
                <a:lnTo>
                  <a:pt x="36" y="13506"/>
                </a:lnTo>
                <a:moveTo>
                  <a:pt x="36" y="13646"/>
                </a:moveTo>
                <a:lnTo>
                  <a:pt x="36" y="13715"/>
                </a:lnTo>
                <a:lnTo>
                  <a:pt x="0" y="13715"/>
                </a:lnTo>
                <a:lnTo>
                  <a:pt x="0" y="13646"/>
                </a:lnTo>
                <a:lnTo>
                  <a:pt x="36" y="13646"/>
                </a:lnTo>
                <a:moveTo>
                  <a:pt x="36" y="13785"/>
                </a:moveTo>
                <a:lnTo>
                  <a:pt x="36" y="13854"/>
                </a:lnTo>
                <a:lnTo>
                  <a:pt x="0" y="13854"/>
                </a:lnTo>
                <a:lnTo>
                  <a:pt x="0" y="13785"/>
                </a:lnTo>
                <a:lnTo>
                  <a:pt x="36" y="13785"/>
                </a:lnTo>
                <a:moveTo>
                  <a:pt x="36" y="13924"/>
                </a:moveTo>
                <a:lnTo>
                  <a:pt x="36" y="13994"/>
                </a:lnTo>
                <a:lnTo>
                  <a:pt x="0" y="13994"/>
                </a:lnTo>
                <a:lnTo>
                  <a:pt x="0" y="13924"/>
                </a:lnTo>
                <a:lnTo>
                  <a:pt x="36" y="13924"/>
                </a:lnTo>
                <a:moveTo>
                  <a:pt x="36" y="14063"/>
                </a:moveTo>
                <a:lnTo>
                  <a:pt x="36" y="14133"/>
                </a:lnTo>
                <a:lnTo>
                  <a:pt x="0" y="14133"/>
                </a:lnTo>
                <a:lnTo>
                  <a:pt x="0" y="14063"/>
                </a:lnTo>
                <a:lnTo>
                  <a:pt x="36" y="14063"/>
                </a:lnTo>
                <a:moveTo>
                  <a:pt x="36" y="14203"/>
                </a:moveTo>
                <a:lnTo>
                  <a:pt x="36" y="14272"/>
                </a:lnTo>
                <a:lnTo>
                  <a:pt x="0" y="14272"/>
                </a:lnTo>
                <a:lnTo>
                  <a:pt x="0" y="14203"/>
                </a:lnTo>
                <a:lnTo>
                  <a:pt x="36" y="14203"/>
                </a:lnTo>
                <a:moveTo>
                  <a:pt x="36" y="14342"/>
                </a:moveTo>
                <a:lnTo>
                  <a:pt x="36" y="14411"/>
                </a:lnTo>
                <a:lnTo>
                  <a:pt x="0" y="14411"/>
                </a:lnTo>
                <a:lnTo>
                  <a:pt x="0" y="14342"/>
                </a:lnTo>
                <a:lnTo>
                  <a:pt x="36" y="14342"/>
                </a:lnTo>
                <a:moveTo>
                  <a:pt x="36" y="14481"/>
                </a:moveTo>
                <a:lnTo>
                  <a:pt x="36" y="14551"/>
                </a:lnTo>
                <a:lnTo>
                  <a:pt x="0" y="14551"/>
                </a:lnTo>
                <a:lnTo>
                  <a:pt x="0" y="14481"/>
                </a:lnTo>
                <a:lnTo>
                  <a:pt x="36" y="14481"/>
                </a:lnTo>
                <a:moveTo>
                  <a:pt x="36" y="14620"/>
                </a:moveTo>
                <a:lnTo>
                  <a:pt x="36" y="14690"/>
                </a:lnTo>
                <a:lnTo>
                  <a:pt x="0" y="14690"/>
                </a:lnTo>
                <a:lnTo>
                  <a:pt x="0" y="14620"/>
                </a:lnTo>
                <a:lnTo>
                  <a:pt x="36" y="14620"/>
                </a:lnTo>
                <a:moveTo>
                  <a:pt x="36" y="14759"/>
                </a:moveTo>
                <a:lnTo>
                  <a:pt x="36" y="14829"/>
                </a:lnTo>
                <a:lnTo>
                  <a:pt x="0" y="14829"/>
                </a:lnTo>
                <a:lnTo>
                  <a:pt x="0" y="14759"/>
                </a:lnTo>
                <a:lnTo>
                  <a:pt x="36" y="14759"/>
                </a:lnTo>
                <a:moveTo>
                  <a:pt x="36" y="14899"/>
                </a:moveTo>
                <a:lnTo>
                  <a:pt x="36" y="14968"/>
                </a:lnTo>
                <a:lnTo>
                  <a:pt x="0" y="14968"/>
                </a:lnTo>
                <a:lnTo>
                  <a:pt x="0" y="14899"/>
                </a:lnTo>
                <a:lnTo>
                  <a:pt x="36" y="14899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3" name=""/>
          <p:cNvSpPr/>
          <p:nvPr/>
        </p:nvSpPr>
        <p:spPr>
          <a:xfrm>
            <a:off x="986040" y="1733400"/>
            <a:ext cx="12960" cy="6182280"/>
          </a:xfrm>
          <a:custGeom>
            <a:avLst/>
            <a:gdLst/>
            <a:ahLst/>
            <a:rect l="0" t="0" r="r" b="b"/>
            <a:pathLst>
              <a:path w="36" h="17173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6"/>
                </a:lnTo>
                <a:lnTo>
                  <a:pt x="0" y="766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5"/>
                </a:lnTo>
                <a:lnTo>
                  <a:pt x="0" y="905"/>
                </a:lnTo>
                <a:lnTo>
                  <a:pt x="0" y="835"/>
                </a:lnTo>
                <a:lnTo>
                  <a:pt x="36" y="835"/>
                </a:lnTo>
                <a:moveTo>
                  <a:pt x="36" y="975"/>
                </a:moveTo>
                <a:lnTo>
                  <a:pt x="36" y="1044"/>
                </a:lnTo>
                <a:lnTo>
                  <a:pt x="0" y="1044"/>
                </a:lnTo>
                <a:lnTo>
                  <a:pt x="0" y="975"/>
                </a:lnTo>
                <a:lnTo>
                  <a:pt x="36" y="975"/>
                </a:lnTo>
                <a:moveTo>
                  <a:pt x="36" y="1114"/>
                </a:moveTo>
                <a:lnTo>
                  <a:pt x="36" y="1183"/>
                </a:lnTo>
                <a:lnTo>
                  <a:pt x="0" y="1183"/>
                </a:lnTo>
                <a:lnTo>
                  <a:pt x="0" y="1114"/>
                </a:lnTo>
                <a:lnTo>
                  <a:pt x="36" y="1114"/>
                </a:lnTo>
                <a:moveTo>
                  <a:pt x="36" y="1253"/>
                </a:moveTo>
                <a:lnTo>
                  <a:pt x="36" y="1323"/>
                </a:lnTo>
                <a:lnTo>
                  <a:pt x="0" y="1323"/>
                </a:lnTo>
                <a:lnTo>
                  <a:pt x="0" y="1253"/>
                </a:lnTo>
                <a:lnTo>
                  <a:pt x="36" y="1253"/>
                </a:lnTo>
                <a:moveTo>
                  <a:pt x="36" y="1392"/>
                </a:moveTo>
                <a:lnTo>
                  <a:pt x="36" y="1462"/>
                </a:lnTo>
                <a:lnTo>
                  <a:pt x="0" y="1462"/>
                </a:lnTo>
                <a:lnTo>
                  <a:pt x="0" y="1392"/>
                </a:lnTo>
                <a:lnTo>
                  <a:pt x="36" y="1392"/>
                </a:lnTo>
                <a:moveTo>
                  <a:pt x="36" y="1531"/>
                </a:moveTo>
                <a:lnTo>
                  <a:pt x="36" y="1601"/>
                </a:lnTo>
                <a:lnTo>
                  <a:pt x="0" y="1601"/>
                </a:lnTo>
                <a:lnTo>
                  <a:pt x="0" y="1531"/>
                </a:lnTo>
                <a:lnTo>
                  <a:pt x="36" y="1531"/>
                </a:lnTo>
                <a:moveTo>
                  <a:pt x="36" y="1671"/>
                </a:moveTo>
                <a:lnTo>
                  <a:pt x="36" y="1740"/>
                </a:lnTo>
                <a:lnTo>
                  <a:pt x="0" y="1740"/>
                </a:lnTo>
                <a:lnTo>
                  <a:pt x="0" y="1671"/>
                </a:lnTo>
                <a:lnTo>
                  <a:pt x="36" y="1671"/>
                </a:lnTo>
                <a:moveTo>
                  <a:pt x="36" y="1810"/>
                </a:moveTo>
                <a:lnTo>
                  <a:pt x="36" y="1880"/>
                </a:lnTo>
                <a:lnTo>
                  <a:pt x="0" y="1880"/>
                </a:lnTo>
                <a:lnTo>
                  <a:pt x="0" y="1810"/>
                </a:lnTo>
                <a:lnTo>
                  <a:pt x="36" y="1810"/>
                </a:lnTo>
                <a:moveTo>
                  <a:pt x="36" y="1949"/>
                </a:moveTo>
                <a:lnTo>
                  <a:pt x="36" y="2019"/>
                </a:lnTo>
                <a:lnTo>
                  <a:pt x="0" y="2019"/>
                </a:lnTo>
                <a:lnTo>
                  <a:pt x="0" y="1949"/>
                </a:lnTo>
                <a:lnTo>
                  <a:pt x="36" y="1949"/>
                </a:lnTo>
                <a:moveTo>
                  <a:pt x="36" y="2088"/>
                </a:moveTo>
                <a:lnTo>
                  <a:pt x="36" y="2158"/>
                </a:lnTo>
                <a:lnTo>
                  <a:pt x="0" y="2158"/>
                </a:lnTo>
                <a:lnTo>
                  <a:pt x="0" y="2088"/>
                </a:lnTo>
                <a:lnTo>
                  <a:pt x="36" y="2088"/>
                </a:lnTo>
                <a:moveTo>
                  <a:pt x="36" y="2228"/>
                </a:moveTo>
                <a:lnTo>
                  <a:pt x="36" y="2297"/>
                </a:lnTo>
                <a:lnTo>
                  <a:pt x="0" y="2297"/>
                </a:lnTo>
                <a:lnTo>
                  <a:pt x="0" y="2228"/>
                </a:lnTo>
                <a:lnTo>
                  <a:pt x="36" y="2228"/>
                </a:lnTo>
                <a:moveTo>
                  <a:pt x="36" y="2367"/>
                </a:moveTo>
                <a:lnTo>
                  <a:pt x="36" y="2436"/>
                </a:lnTo>
                <a:lnTo>
                  <a:pt x="0" y="2436"/>
                </a:lnTo>
                <a:lnTo>
                  <a:pt x="0" y="2367"/>
                </a:lnTo>
                <a:lnTo>
                  <a:pt x="36" y="2367"/>
                </a:lnTo>
                <a:moveTo>
                  <a:pt x="36" y="2506"/>
                </a:moveTo>
                <a:lnTo>
                  <a:pt x="36" y="2576"/>
                </a:lnTo>
                <a:lnTo>
                  <a:pt x="0" y="2576"/>
                </a:lnTo>
                <a:lnTo>
                  <a:pt x="0" y="2506"/>
                </a:lnTo>
                <a:lnTo>
                  <a:pt x="36" y="2506"/>
                </a:lnTo>
                <a:moveTo>
                  <a:pt x="36" y="2645"/>
                </a:moveTo>
                <a:lnTo>
                  <a:pt x="36" y="2715"/>
                </a:lnTo>
                <a:lnTo>
                  <a:pt x="0" y="2715"/>
                </a:lnTo>
                <a:lnTo>
                  <a:pt x="0" y="2645"/>
                </a:lnTo>
                <a:lnTo>
                  <a:pt x="36" y="2645"/>
                </a:lnTo>
                <a:moveTo>
                  <a:pt x="36" y="2785"/>
                </a:moveTo>
                <a:lnTo>
                  <a:pt x="36" y="2854"/>
                </a:lnTo>
                <a:lnTo>
                  <a:pt x="0" y="2854"/>
                </a:lnTo>
                <a:lnTo>
                  <a:pt x="0" y="2785"/>
                </a:lnTo>
                <a:lnTo>
                  <a:pt x="36" y="2785"/>
                </a:lnTo>
                <a:moveTo>
                  <a:pt x="36" y="2924"/>
                </a:moveTo>
                <a:lnTo>
                  <a:pt x="36" y="2993"/>
                </a:lnTo>
                <a:lnTo>
                  <a:pt x="0" y="2993"/>
                </a:lnTo>
                <a:lnTo>
                  <a:pt x="0" y="2924"/>
                </a:lnTo>
                <a:lnTo>
                  <a:pt x="36" y="2924"/>
                </a:lnTo>
                <a:moveTo>
                  <a:pt x="36" y="3063"/>
                </a:moveTo>
                <a:lnTo>
                  <a:pt x="36" y="3133"/>
                </a:lnTo>
                <a:lnTo>
                  <a:pt x="0" y="3133"/>
                </a:lnTo>
                <a:lnTo>
                  <a:pt x="0" y="3063"/>
                </a:lnTo>
                <a:lnTo>
                  <a:pt x="36" y="3063"/>
                </a:lnTo>
                <a:moveTo>
                  <a:pt x="36" y="3202"/>
                </a:moveTo>
                <a:lnTo>
                  <a:pt x="36" y="3272"/>
                </a:lnTo>
                <a:lnTo>
                  <a:pt x="0" y="3272"/>
                </a:lnTo>
                <a:lnTo>
                  <a:pt x="0" y="3202"/>
                </a:lnTo>
                <a:lnTo>
                  <a:pt x="36" y="3202"/>
                </a:lnTo>
                <a:moveTo>
                  <a:pt x="36" y="3341"/>
                </a:moveTo>
                <a:lnTo>
                  <a:pt x="36" y="3411"/>
                </a:lnTo>
                <a:lnTo>
                  <a:pt x="0" y="3411"/>
                </a:lnTo>
                <a:lnTo>
                  <a:pt x="0" y="3341"/>
                </a:lnTo>
                <a:lnTo>
                  <a:pt x="36" y="3341"/>
                </a:lnTo>
                <a:moveTo>
                  <a:pt x="36" y="3481"/>
                </a:moveTo>
                <a:lnTo>
                  <a:pt x="36" y="3550"/>
                </a:lnTo>
                <a:lnTo>
                  <a:pt x="0" y="3550"/>
                </a:lnTo>
                <a:lnTo>
                  <a:pt x="0" y="3481"/>
                </a:lnTo>
                <a:lnTo>
                  <a:pt x="36" y="3481"/>
                </a:lnTo>
                <a:moveTo>
                  <a:pt x="36" y="3620"/>
                </a:moveTo>
                <a:lnTo>
                  <a:pt x="36" y="3690"/>
                </a:lnTo>
                <a:lnTo>
                  <a:pt x="0" y="3690"/>
                </a:lnTo>
                <a:lnTo>
                  <a:pt x="0" y="3620"/>
                </a:lnTo>
                <a:lnTo>
                  <a:pt x="36" y="3620"/>
                </a:lnTo>
                <a:moveTo>
                  <a:pt x="36" y="3759"/>
                </a:moveTo>
                <a:lnTo>
                  <a:pt x="36" y="3830"/>
                </a:lnTo>
                <a:lnTo>
                  <a:pt x="0" y="3830"/>
                </a:lnTo>
                <a:lnTo>
                  <a:pt x="0" y="3759"/>
                </a:lnTo>
                <a:lnTo>
                  <a:pt x="36" y="3759"/>
                </a:lnTo>
                <a:moveTo>
                  <a:pt x="36" y="3899"/>
                </a:moveTo>
                <a:lnTo>
                  <a:pt x="36" y="3969"/>
                </a:lnTo>
                <a:lnTo>
                  <a:pt x="0" y="3969"/>
                </a:lnTo>
                <a:lnTo>
                  <a:pt x="0" y="3899"/>
                </a:lnTo>
                <a:lnTo>
                  <a:pt x="36" y="3899"/>
                </a:lnTo>
                <a:moveTo>
                  <a:pt x="36" y="4039"/>
                </a:moveTo>
                <a:lnTo>
                  <a:pt x="36" y="4108"/>
                </a:lnTo>
                <a:lnTo>
                  <a:pt x="0" y="4108"/>
                </a:lnTo>
                <a:lnTo>
                  <a:pt x="0" y="4039"/>
                </a:lnTo>
                <a:lnTo>
                  <a:pt x="36" y="4039"/>
                </a:lnTo>
                <a:moveTo>
                  <a:pt x="36" y="4178"/>
                </a:moveTo>
                <a:lnTo>
                  <a:pt x="36" y="4247"/>
                </a:lnTo>
                <a:lnTo>
                  <a:pt x="0" y="4247"/>
                </a:lnTo>
                <a:lnTo>
                  <a:pt x="0" y="4178"/>
                </a:lnTo>
                <a:lnTo>
                  <a:pt x="36" y="4178"/>
                </a:lnTo>
                <a:moveTo>
                  <a:pt x="36" y="4317"/>
                </a:moveTo>
                <a:lnTo>
                  <a:pt x="36" y="4387"/>
                </a:lnTo>
                <a:lnTo>
                  <a:pt x="0" y="4387"/>
                </a:lnTo>
                <a:lnTo>
                  <a:pt x="0" y="4317"/>
                </a:lnTo>
                <a:lnTo>
                  <a:pt x="36" y="4317"/>
                </a:lnTo>
                <a:moveTo>
                  <a:pt x="36" y="4456"/>
                </a:moveTo>
                <a:lnTo>
                  <a:pt x="36" y="4526"/>
                </a:lnTo>
                <a:lnTo>
                  <a:pt x="0" y="4526"/>
                </a:lnTo>
                <a:lnTo>
                  <a:pt x="0" y="4456"/>
                </a:lnTo>
                <a:lnTo>
                  <a:pt x="36" y="4456"/>
                </a:lnTo>
                <a:moveTo>
                  <a:pt x="36" y="4596"/>
                </a:moveTo>
                <a:lnTo>
                  <a:pt x="36" y="4665"/>
                </a:lnTo>
                <a:lnTo>
                  <a:pt x="0" y="4665"/>
                </a:lnTo>
                <a:lnTo>
                  <a:pt x="0" y="4596"/>
                </a:lnTo>
                <a:lnTo>
                  <a:pt x="36" y="4596"/>
                </a:lnTo>
                <a:moveTo>
                  <a:pt x="36" y="4735"/>
                </a:moveTo>
                <a:lnTo>
                  <a:pt x="36" y="4804"/>
                </a:lnTo>
                <a:lnTo>
                  <a:pt x="0" y="4804"/>
                </a:lnTo>
                <a:lnTo>
                  <a:pt x="0" y="4735"/>
                </a:lnTo>
                <a:lnTo>
                  <a:pt x="36" y="4735"/>
                </a:lnTo>
                <a:moveTo>
                  <a:pt x="36" y="4874"/>
                </a:moveTo>
                <a:lnTo>
                  <a:pt x="36" y="4944"/>
                </a:lnTo>
                <a:lnTo>
                  <a:pt x="0" y="4944"/>
                </a:lnTo>
                <a:lnTo>
                  <a:pt x="0" y="4874"/>
                </a:lnTo>
                <a:lnTo>
                  <a:pt x="36" y="4874"/>
                </a:lnTo>
                <a:moveTo>
                  <a:pt x="36" y="5013"/>
                </a:moveTo>
                <a:lnTo>
                  <a:pt x="36" y="5083"/>
                </a:lnTo>
                <a:lnTo>
                  <a:pt x="0" y="5083"/>
                </a:lnTo>
                <a:lnTo>
                  <a:pt x="0" y="5013"/>
                </a:lnTo>
                <a:lnTo>
                  <a:pt x="36" y="5013"/>
                </a:lnTo>
                <a:moveTo>
                  <a:pt x="36" y="5152"/>
                </a:moveTo>
                <a:lnTo>
                  <a:pt x="36" y="5222"/>
                </a:lnTo>
                <a:lnTo>
                  <a:pt x="0" y="5222"/>
                </a:lnTo>
                <a:lnTo>
                  <a:pt x="0" y="5152"/>
                </a:lnTo>
                <a:lnTo>
                  <a:pt x="36" y="5152"/>
                </a:lnTo>
                <a:moveTo>
                  <a:pt x="36" y="5292"/>
                </a:moveTo>
                <a:lnTo>
                  <a:pt x="36" y="5361"/>
                </a:lnTo>
                <a:lnTo>
                  <a:pt x="0" y="5361"/>
                </a:lnTo>
                <a:lnTo>
                  <a:pt x="0" y="5292"/>
                </a:lnTo>
                <a:lnTo>
                  <a:pt x="36" y="5292"/>
                </a:lnTo>
                <a:moveTo>
                  <a:pt x="36" y="5431"/>
                </a:moveTo>
                <a:lnTo>
                  <a:pt x="36" y="5501"/>
                </a:lnTo>
                <a:lnTo>
                  <a:pt x="0" y="5501"/>
                </a:lnTo>
                <a:lnTo>
                  <a:pt x="0" y="5431"/>
                </a:lnTo>
                <a:lnTo>
                  <a:pt x="36" y="5431"/>
                </a:lnTo>
                <a:moveTo>
                  <a:pt x="36" y="5570"/>
                </a:moveTo>
                <a:lnTo>
                  <a:pt x="36" y="5640"/>
                </a:lnTo>
                <a:lnTo>
                  <a:pt x="0" y="5640"/>
                </a:lnTo>
                <a:lnTo>
                  <a:pt x="0" y="5570"/>
                </a:lnTo>
                <a:lnTo>
                  <a:pt x="36" y="5570"/>
                </a:lnTo>
                <a:moveTo>
                  <a:pt x="36" y="5709"/>
                </a:moveTo>
                <a:lnTo>
                  <a:pt x="36" y="5779"/>
                </a:lnTo>
                <a:lnTo>
                  <a:pt x="0" y="5779"/>
                </a:lnTo>
                <a:lnTo>
                  <a:pt x="0" y="5709"/>
                </a:lnTo>
                <a:lnTo>
                  <a:pt x="36" y="5709"/>
                </a:lnTo>
                <a:moveTo>
                  <a:pt x="36" y="5849"/>
                </a:moveTo>
                <a:lnTo>
                  <a:pt x="36" y="5918"/>
                </a:lnTo>
                <a:lnTo>
                  <a:pt x="0" y="5918"/>
                </a:lnTo>
                <a:lnTo>
                  <a:pt x="0" y="5849"/>
                </a:lnTo>
                <a:lnTo>
                  <a:pt x="36" y="5849"/>
                </a:lnTo>
                <a:moveTo>
                  <a:pt x="36" y="5988"/>
                </a:moveTo>
                <a:lnTo>
                  <a:pt x="36" y="6057"/>
                </a:lnTo>
                <a:lnTo>
                  <a:pt x="0" y="6057"/>
                </a:lnTo>
                <a:lnTo>
                  <a:pt x="0" y="5988"/>
                </a:lnTo>
                <a:lnTo>
                  <a:pt x="36" y="5988"/>
                </a:lnTo>
                <a:moveTo>
                  <a:pt x="36" y="6127"/>
                </a:moveTo>
                <a:lnTo>
                  <a:pt x="36" y="6197"/>
                </a:lnTo>
                <a:lnTo>
                  <a:pt x="0" y="6197"/>
                </a:lnTo>
                <a:lnTo>
                  <a:pt x="0" y="6127"/>
                </a:lnTo>
                <a:lnTo>
                  <a:pt x="36" y="6127"/>
                </a:lnTo>
                <a:moveTo>
                  <a:pt x="36" y="6266"/>
                </a:moveTo>
                <a:lnTo>
                  <a:pt x="36" y="6336"/>
                </a:lnTo>
                <a:lnTo>
                  <a:pt x="0" y="6336"/>
                </a:lnTo>
                <a:lnTo>
                  <a:pt x="0" y="6266"/>
                </a:lnTo>
                <a:lnTo>
                  <a:pt x="36" y="6266"/>
                </a:lnTo>
                <a:moveTo>
                  <a:pt x="36" y="6406"/>
                </a:moveTo>
                <a:lnTo>
                  <a:pt x="36" y="6475"/>
                </a:lnTo>
                <a:lnTo>
                  <a:pt x="0" y="6475"/>
                </a:lnTo>
                <a:lnTo>
                  <a:pt x="0" y="6406"/>
                </a:lnTo>
                <a:lnTo>
                  <a:pt x="36" y="6406"/>
                </a:lnTo>
                <a:moveTo>
                  <a:pt x="36" y="6545"/>
                </a:moveTo>
                <a:lnTo>
                  <a:pt x="36" y="6614"/>
                </a:lnTo>
                <a:lnTo>
                  <a:pt x="0" y="6614"/>
                </a:lnTo>
                <a:lnTo>
                  <a:pt x="0" y="6545"/>
                </a:lnTo>
                <a:lnTo>
                  <a:pt x="36" y="6545"/>
                </a:lnTo>
                <a:moveTo>
                  <a:pt x="36" y="6684"/>
                </a:moveTo>
                <a:lnTo>
                  <a:pt x="36" y="6754"/>
                </a:lnTo>
                <a:lnTo>
                  <a:pt x="0" y="6754"/>
                </a:lnTo>
                <a:lnTo>
                  <a:pt x="0" y="6684"/>
                </a:lnTo>
                <a:lnTo>
                  <a:pt x="36" y="6684"/>
                </a:lnTo>
                <a:moveTo>
                  <a:pt x="36" y="6823"/>
                </a:moveTo>
                <a:lnTo>
                  <a:pt x="36" y="6893"/>
                </a:lnTo>
                <a:lnTo>
                  <a:pt x="0" y="6893"/>
                </a:lnTo>
                <a:lnTo>
                  <a:pt x="0" y="6823"/>
                </a:lnTo>
                <a:lnTo>
                  <a:pt x="36" y="6823"/>
                </a:lnTo>
                <a:moveTo>
                  <a:pt x="36" y="6962"/>
                </a:moveTo>
                <a:lnTo>
                  <a:pt x="36" y="7032"/>
                </a:lnTo>
                <a:lnTo>
                  <a:pt x="0" y="7032"/>
                </a:lnTo>
                <a:lnTo>
                  <a:pt x="0" y="6962"/>
                </a:lnTo>
                <a:lnTo>
                  <a:pt x="36" y="6962"/>
                </a:lnTo>
                <a:moveTo>
                  <a:pt x="36" y="7102"/>
                </a:moveTo>
                <a:lnTo>
                  <a:pt x="36" y="7171"/>
                </a:lnTo>
                <a:lnTo>
                  <a:pt x="0" y="7171"/>
                </a:lnTo>
                <a:lnTo>
                  <a:pt x="0" y="7102"/>
                </a:lnTo>
                <a:lnTo>
                  <a:pt x="36" y="7102"/>
                </a:lnTo>
                <a:moveTo>
                  <a:pt x="36" y="7241"/>
                </a:moveTo>
                <a:lnTo>
                  <a:pt x="36" y="7311"/>
                </a:lnTo>
                <a:lnTo>
                  <a:pt x="0" y="7311"/>
                </a:lnTo>
                <a:lnTo>
                  <a:pt x="0" y="7241"/>
                </a:lnTo>
                <a:lnTo>
                  <a:pt x="36" y="7241"/>
                </a:lnTo>
                <a:moveTo>
                  <a:pt x="36" y="7380"/>
                </a:moveTo>
                <a:lnTo>
                  <a:pt x="36" y="7450"/>
                </a:lnTo>
                <a:lnTo>
                  <a:pt x="0" y="7450"/>
                </a:lnTo>
                <a:lnTo>
                  <a:pt x="0" y="7380"/>
                </a:lnTo>
                <a:lnTo>
                  <a:pt x="36" y="7380"/>
                </a:lnTo>
                <a:moveTo>
                  <a:pt x="36" y="7519"/>
                </a:moveTo>
                <a:lnTo>
                  <a:pt x="36" y="7589"/>
                </a:lnTo>
                <a:lnTo>
                  <a:pt x="0" y="7589"/>
                </a:lnTo>
                <a:lnTo>
                  <a:pt x="0" y="7519"/>
                </a:lnTo>
                <a:lnTo>
                  <a:pt x="36" y="7519"/>
                </a:lnTo>
                <a:moveTo>
                  <a:pt x="36" y="7659"/>
                </a:moveTo>
                <a:lnTo>
                  <a:pt x="36" y="7728"/>
                </a:lnTo>
                <a:lnTo>
                  <a:pt x="0" y="7728"/>
                </a:lnTo>
                <a:lnTo>
                  <a:pt x="0" y="7659"/>
                </a:lnTo>
                <a:lnTo>
                  <a:pt x="36" y="7659"/>
                </a:lnTo>
                <a:moveTo>
                  <a:pt x="36" y="7798"/>
                </a:moveTo>
                <a:lnTo>
                  <a:pt x="36" y="7867"/>
                </a:lnTo>
                <a:lnTo>
                  <a:pt x="0" y="7867"/>
                </a:lnTo>
                <a:lnTo>
                  <a:pt x="0" y="7798"/>
                </a:lnTo>
                <a:lnTo>
                  <a:pt x="36" y="7798"/>
                </a:lnTo>
                <a:moveTo>
                  <a:pt x="36" y="7937"/>
                </a:moveTo>
                <a:lnTo>
                  <a:pt x="36" y="8007"/>
                </a:lnTo>
                <a:lnTo>
                  <a:pt x="0" y="8007"/>
                </a:lnTo>
                <a:lnTo>
                  <a:pt x="0" y="7937"/>
                </a:lnTo>
                <a:lnTo>
                  <a:pt x="36" y="7937"/>
                </a:lnTo>
                <a:moveTo>
                  <a:pt x="36" y="8076"/>
                </a:moveTo>
                <a:lnTo>
                  <a:pt x="36" y="8146"/>
                </a:lnTo>
                <a:lnTo>
                  <a:pt x="0" y="8146"/>
                </a:lnTo>
                <a:lnTo>
                  <a:pt x="0" y="8076"/>
                </a:lnTo>
                <a:lnTo>
                  <a:pt x="36" y="8076"/>
                </a:lnTo>
                <a:moveTo>
                  <a:pt x="36" y="8216"/>
                </a:moveTo>
                <a:lnTo>
                  <a:pt x="36" y="8285"/>
                </a:lnTo>
                <a:lnTo>
                  <a:pt x="0" y="8285"/>
                </a:lnTo>
                <a:lnTo>
                  <a:pt x="0" y="8216"/>
                </a:lnTo>
                <a:lnTo>
                  <a:pt x="36" y="8216"/>
                </a:lnTo>
                <a:moveTo>
                  <a:pt x="36" y="8355"/>
                </a:moveTo>
                <a:lnTo>
                  <a:pt x="36" y="8424"/>
                </a:lnTo>
                <a:lnTo>
                  <a:pt x="0" y="8424"/>
                </a:lnTo>
                <a:lnTo>
                  <a:pt x="0" y="8355"/>
                </a:lnTo>
                <a:lnTo>
                  <a:pt x="36" y="8355"/>
                </a:lnTo>
                <a:moveTo>
                  <a:pt x="36" y="8494"/>
                </a:moveTo>
                <a:lnTo>
                  <a:pt x="36" y="8564"/>
                </a:lnTo>
                <a:lnTo>
                  <a:pt x="0" y="8564"/>
                </a:lnTo>
                <a:lnTo>
                  <a:pt x="0" y="8494"/>
                </a:lnTo>
                <a:lnTo>
                  <a:pt x="36" y="8494"/>
                </a:lnTo>
                <a:moveTo>
                  <a:pt x="36" y="8633"/>
                </a:moveTo>
                <a:lnTo>
                  <a:pt x="36" y="8703"/>
                </a:lnTo>
                <a:lnTo>
                  <a:pt x="0" y="8703"/>
                </a:lnTo>
                <a:lnTo>
                  <a:pt x="0" y="8633"/>
                </a:lnTo>
                <a:lnTo>
                  <a:pt x="36" y="8633"/>
                </a:lnTo>
                <a:moveTo>
                  <a:pt x="36" y="8773"/>
                </a:moveTo>
                <a:lnTo>
                  <a:pt x="36" y="8842"/>
                </a:lnTo>
                <a:lnTo>
                  <a:pt x="0" y="8842"/>
                </a:lnTo>
                <a:lnTo>
                  <a:pt x="0" y="8773"/>
                </a:lnTo>
                <a:lnTo>
                  <a:pt x="36" y="8773"/>
                </a:lnTo>
                <a:moveTo>
                  <a:pt x="36" y="8912"/>
                </a:moveTo>
                <a:lnTo>
                  <a:pt x="36" y="8981"/>
                </a:lnTo>
                <a:lnTo>
                  <a:pt x="0" y="8981"/>
                </a:lnTo>
                <a:lnTo>
                  <a:pt x="0" y="8912"/>
                </a:lnTo>
                <a:lnTo>
                  <a:pt x="36" y="8912"/>
                </a:lnTo>
                <a:moveTo>
                  <a:pt x="36" y="9051"/>
                </a:moveTo>
                <a:lnTo>
                  <a:pt x="36" y="9121"/>
                </a:lnTo>
                <a:lnTo>
                  <a:pt x="0" y="9121"/>
                </a:lnTo>
                <a:lnTo>
                  <a:pt x="0" y="9051"/>
                </a:lnTo>
                <a:lnTo>
                  <a:pt x="36" y="9051"/>
                </a:lnTo>
                <a:moveTo>
                  <a:pt x="36" y="9190"/>
                </a:moveTo>
                <a:lnTo>
                  <a:pt x="36" y="9260"/>
                </a:lnTo>
                <a:lnTo>
                  <a:pt x="0" y="9260"/>
                </a:lnTo>
                <a:lnTo>
                  <a:pt x="0" y="9190"/>
                </a:lnTo>
                <a:lnTo>
                  <a:pt x="36" y="9190"/>
                </a:lnTo>
                <a:moveTo>
                  <a:pt x="36" y="9329"/>
                </a:moveTo>
                <a:lnTo>
                  <a:pt x="36" y="9399"/>
                </a:lnTo>
                <a:lnTo>
                  <a:pt x="0" y="9399"/>
                </a:lnTo>
                <a:lnTo>
                  <a:pt x="0" y="9329"/>
                </a:lnTo>
                <a:lnTo>
                  <a:pt x="36" y="9329"/>
                </a:lnTo>
                <a:moveTo>
                  <a:pt x="36" y="9469"/>
                </a:moveTo>
                <a:lnTo>
                  <a:pt x="36" y="9538"/>
                </a:lnTo>
                <a:lnTo>
                  <a:pt x="0" y="9538"/>
                </a:lnTo>
                <a:lnTo>
                  <a:pt x="0" y="9469"/>
                </a:lnTo>
                <a:lnTo>
                  <a:pt x="36" y="9469"/>
                </a:lnTo>
                <a:moveTo>
                  <a:pt x="36" y="9608"/>
                </a:moveTo>
                <a:lnTo>
                  <a:pt x="36" y="9678"/>
                </a:lnTo>
                <a:lnTo>
                  <a:pt x="0" y="9678"/>
                </a:lnTo>
                <a:lnTo>
                  <a:pt x="0" y="9608"/>
                </a:lnTo>
                <a:lnTo>
                  <a:pt x="36" y="9608"/>
                </a:lnTo>
                <a:moveTo>
                  <a:pt x="36" y="9747"/>
                </a:moveTo>
                <a:lnTo>
                  <a:pt x="36" y="9817"/>
                </a:lnTo>
                <a:lnTo>
                  <a:pt x="0" y="9817"/>
                </a:lnTo>
                <a:lnTo>
                  <a:pt x="0" y="9747"/>
                </a:lnTo>
                <a:lnTo>
                  <a:pt x="36" y="9747"/>
                </a:lnTo>
                <a:moveTo>
                  <a:pt x="36" y="9886"/>
                </a:moveTo>
                <a:lnTo>
                  <a:pt x="36" y="9956"/>
                </a:lnTo>
                <a:lnTo>
                  <a:pt x="0" y="9956"/>
                </a:lnTo>
                <a:lnTo>
                  <a:pt x="0" y="9886"/>
                </a:lnTo>
                <a:lnTo>
                  <a:pt x="36" y="9886"/>
                </a:lnTo>
                <a:moveTo>
                  <a:pt x="36" y="10026"/>
                </a:moveTo>
                <a:lnTo>
                  <a:pt x="36" y="10095"/>
                </a:lnTo>
                <a:lnTo>
                  <a:pt x="0" y="10095"/>
                </a:lnTo>
                <a:lnTo>
                  <a:pt x="0" y="10026"/>
                </a:lnTo>
                <a:lnTo>
                  <a:pt x="36" y="10026"/>
                </a:lnTo>
                <a:moveTo>
                  <a:pt x="36" y="10165"/>
                </a:moveTo>
                <a:lnTo>
                  <a:pt x="36" y="10234"/>
                </a:lnTo>
                <a:lnTo>
                  <a:pt x="0" y="10234"/>
                </a:lnTo>
                <a:lnTo>
                  <a:pt x="0" y="10165"/>
                </a:lnTo>
                <a:lnTo>
                  <a:pt x="36" y="10165"/>
                </a:lnTo>
                <a:moveTo>
                  <a:pt x="36" y="10304"/>
                </a:moveTo>
                <a:lnTo>
                  <a:pt x="36" y="10374"/>
                </a:lnTo>
                <a:lnTo>
                  <a:pt x="0" y="10374"/>
                </a:lnTo>
                <a:lnTo>
                  <a:pt x="0" y="10304"/>
                </a:lnTo>
                <a:lnTo>
                  <a:pt x="36" y="10304"/>
                </a:lnTo>
                <a:moveTo>
                  <a:pt x="36" y="10443"/>
                </a:moveTo>
                <a:lnTo>
                  <a:pt x="36" y="10513"/>
                </a:lnTo>
                <a:lnTo>
                  <a:pt x="0" y="10513"/>
                </a:lnTo>
                <a:lnTo>
                  <a:pt x="0" y="10443"/>
                </a:lnTo>
                <a:lnTo>
                  <a:pt x="36" y="10443"/>
                </a:lnTo>
                <a:moveTo>
                  <a:pt x="36" y="10583"/>
                </a:moveTo>
                <a:lnTo>
                  <a:pt x="36" y="10652"/>
                </a:lnTo>
                <a:lnTo>
                  <a:pt x="0" y="10652"/>
                </a:lnTo>
                <a:lnTo>
                  <a:pt x="0" y="10583"/>
                </a:lnTo>
                <a:lnTo>
                  <a:pt x="36" y="10583"/>
                </a:lnTo>
                <a:moveTo>
                  <a:pt x="36" y="10722"/>
                </a:moveTo>
                <a:lnTo>
                  <a:pt x="36" y="10791"/>
                </a:lnTo>
                <a:lnTo>
                  <a:pt x="0" y="10791"/>
                </a:lnTo>
                <a:lnTo>
                  <a:pt x="0" y="10722"/>
                </a:lnTo>
                <a:lnTo>
                  <a:pt x="36" y="10722"/>
                </a:lnTo>
                <a:moveTo>
                  <a:pt x="36" y="10861"/>
                </a:moveTo>
                <a:lnTo>
                  <a:pt x="36" y="10931"/>
                </a:lnTo>
                <a:lnTo>
                  <a:pt x="0" y="10931"/>
                </a:lnTo>
                <a:lnTo>
                  <a:pt x="0" y="10861"/>
                </a:lnTo>
                <a:lnTo>
                  <a:pt x="36" y="10861"/>
                </a:lnTo>
                <a:moveTo>
                  <a:pt x="36" y="11000"/>
                </a:moveTo>
                <a:lnTo>
                  <a:pt x="36" y="11070"/>
                </a:lnTo>
                <a:lnTo>
                  <a:pt x="0" y="11070"/>
                </a:lnTo>
                <a:lnTo>
                  <a:pt x="0" y="11000"/>
                </a:lnTo>
                <a:lnTo>
                  <a:pt x="36" y="11000"/>
                </a:lnTo>
                <a:moveTo>
                  <a:pt x="36" y="11139"/>
                </a:moveTo>
                <a:lnTo>
                  <a:pt x="36" y="11209"/>
                </a:lnTo>
                <a:lnTo>
                  <a:pt x="0" y="11209"/>
                </a:lnTo>
                <a:lnTo>
                  <a:pt x="0" y="11139"/>
                </a:lnTo>
                <a:lnTo>
                  <a:pt x="36" y="11139"/>
                </a:lnTo>
                <a:moveTo>
                  <a:pt x="36" y="11279"/>
                </a:moveTo>
                <a:lnTo>
                  <a:pt x="36" y="11348"/>
                </a:lnTo>
                <a:lnTo>
                  <a:pt x="0" y="11348"/>
                </a:lnTo>
                <a:lnTo>
                  <a:pt x="0" y="11279"/>
                </a:lnTo>
                <a:lnTo>
                  <a:pt x="36" y="11279"/>
                </a:lnTo>
                <a:moveTo>
                  <a:pt x="36" y="11418"/>
                </a:moveTo>
                <a:lnTo>
                  <a:pt x="36" y="11488"/>
                </a:lnTo>
                <a:lnTo>
                  <a:pt x="0" y="11488"/>
                </a:lnTo>
                <a:lnTo>
                  <a:pt x="0" y="11418"/>
                </a:lnTo>
                <a:lnTo>
                  <a:pt x="36" y="11418"/>
                </a:lnTo>
                <a:moveTo>
                  <a:pt x="36" y="11557"/>
                </a:moveTo>
                <a:lnTo>
                  <a:pt x="36" y="11627"/>
                </a:lnTo>
                <a:lnTo>
                  <a:pt x="0" y="11627"/>
                </a:lnTo>
                <a:lnTo>
                  <a:pt x="0" y="11557"/>
                </a:lnTo>
                <a:lnTo>
                  <a:pt x="36" y="11557"/>
                </a:lnTo>
                <a:moveTo>
                  <a:pt x="36" y="11696"/>
                </a:moveTo>
                <a:lnTo>
                  <a:pt x="36" y="11766"/>
                </a:lnTo>
                <a:lnTo>
                  <a:pt x="0" y="11766"/>
                </a:lnTo>
                <a:lnTo>
                  <a:pt x="0" y="11696"/>
                </a:lnTo>
                <a:lnTo>
                  <a:pt x="36" y="11696"/>
                </a:lnTo>
                <a:moveTo>
                  <a:pt x="36" y="11836"/>
                </a:moveTo>
                <a:lnTo>
                  <a:pt x="36" y="11905"/>
                </a:lnTo>
                <a:lnTo>
                  <a:pt x="0" y="11905"/>
                </a:lnTo>
                <a:lnTo>
                  <a:pt x="0" y="11836"/>
                </a:lnTo>
                <a:lnTo>
                  <a:pt x="36" y="11836"/>
                </a:lnTo>
                <a:moveTo>
                  <a:pt x="36" y="11975"/>
                </a:moveTo>
                <a:lnTo>
                  <a:pt x="36" y="12044"/>
                </a:lnTo>
                <a:lnTo>
                  <a:pt x="0" y="12044"/>
                </a:lnTo>
                <a:lnTo>
                  <a:pt x="0" y="11975"/>
                </a:lnTo>
                <a:lnTo>
                  <a:pt x="36" y="11975"/>
                </a:lnTo>
                <a:moveTo>
                  <a:pt x="36" y="12114"/>
                </a:moveTo>
                <a:lnTo>
                  <a:pt x="36" y="12184"/>
                </a:lnTo>
                <a:lnTo>
                  <a:pt x="0" y="12184"/>
                </a:lnTo>
                <a:lnTo>
                  <a:pt x="0" y="12114"/>
                </a:lnTo>
                <a:lnTo>
                  <a:pt x="36" y="12114"/>
                </a:lnTo>
                <a:moveTo>
                  <a:pt x="36" y="12253"/>
                </a:moveTo>
                <a:lnTo>
                  <a:pt x="36" y="12323"/>
                </a:lnTo>
                <a:lnTo>
                  <a:pt x="0" y="12323"/>
                </a:lnTo>
                <a:lnTo>
                  <a:pt x="0" y="12253"/>
                </a:lnTo>
                <a:lnTo>
                  <a:pt x="36" y="12253"/>
                </a:lnTo>
                <a:moveTo>
                  <a:pt x="36" y="12393"/>
                </a:moveTo>
                <a:lnTo>
                  <a:pt x="36" y="12462"/>
                </a:lnTo>
                <a:lnTo>
                  <a:pt x="0" y="12462"/>
                </a:lnTo>
                <a:lnTo>
                  <a:pt x="0" y="12393"/>
                </a:lnTo>
                <a:lnTo>
                  <a:pt x="36" y="12393"/>
                </a:lnTo>
                <a:moveTo>
                  <a:pt x="36" y="12532"/>
                </a:moveTo>
                <a:lnTo>
                  <a:pt x="36" y="12601"/>
                </a:lnTo>
                <a:lnTo>
                  <a:pt x="0" y="12601"/>
                </a:lnTo>
                <a:lnTo>
                  <a:pt x="0" y="12532"/>
                </a:lnTo>
                <a:lnTo>
                  <a:pt x="36" y="12532"/>
                </a:lnTo>
                <a:moveTo>
                  <a:pt x="36" y="12671"/>
                </a:moveTo>
                <a:lnTo>
                  <a:pt x="36" y="12741"/>
                </a:lnTo>
                <a:lnTo>
                  <a:pt x="0" y="12741"/>
                </a:lnTo>
                <a:lnTo>
                  <a:pt x="0" y="12671"/>
                </a:lnTo>
                <a:lnTo>
                  <a:pt x="36" y="12671"/>
                </a:lnTo>
                <a:moveTo>
                  <a:pt x="36" y="12810"/>
                </a:moveTo>
                <a:lnTo>
                  <a:pt x="36" y="12880"/>
                </a:lnTo>
                <a:lnTo>
                  <a:pt x="0" y="12880"/>
                </a:lnTo>
                <a:lnTo>
                  <a:pt x="0" y="12810"/>
                </a:lnTo>
                <a:lnTo>
                  <a:pt x="36" y="12810"/>
                </a:lnTo>
                <a:moveTo>
                  <a:pt x="36" y="12949"/>
                </a:moveTo>
                <a:lnTo>
                  <a:pt x="36" y="13019"/>
                </a:lnTo>
                <a:lnTo>
                  <a:pt x="0" y="13019"/>
                </a:lnTo>
                <a:lnTo>
                  <a:pt x="0" y="12949"/>
                </a:lnTo>
                <a:lnTo>
                  <a:pt x="36" y="12949"/>
                </a:lnTo>
                <a:moveTo>
                  <a:pt x="36" y="13089"/>
                </a:moveTo>
                <a:lnTo>
                  <a:pt x="36" y="13158"/>
                </a:lnTo>
                <a:lnTo>
                  <a:pt x="0" y="13158"/>
                </a:lnTo>
                <a:lnTo>
                  <a:pt x="0" y="13089"/>
                </a:lnTo>
                <a:lnTo>
                  <a:pt x="36" y="13089"/>
                </a:lnTo>
                <a:moveTo>
                  <a:pt x="36" y="13228"/>
                </a:moveTo>
                <a:lnTo>
                  <a:pt x="36" y="13298"/>
                </a:lnTo>
                <a:lnTo>
                  <a:pt x="0" y="13298"/>
                </a:lnTo>
                <a:lnTo>
                  <a:pt x="0" y="13228"/>
                </a:lnTo>
                <a:lnTo>
                  <a:pt x="36" y="13228"/>
                </a:lnTo>
                <a:moveTo>
                  <a:pt x="36" y="13367"/>
                </a:moveTo>
                <a:lnTo>
                  <a:pt x="36" y="13437"/>
                </a:lnTo>
                <a:lnTo>
                  <a:pt x="0" y="13437"/>
                </a:lnTo>
                <a:lnTo>
                  <a:pt x="0" y="13367"/>
                </a:lnTo>
                <a:lnTo>
                  <a:pt x="36" y="13367"/>
                </a:lnTo>
                <a:moveTo>
                  <a:pt x="36" y="13506"/>
                </a:moveTo>
                <a:lnTo>
                  <a:pt x="36" y="13576"/>
                </a:lnTo>
                <a:lnTo>
                  <a:pt x="0" y="13576"/>
                </a:lnTo>
                <a:lnTo>
                  <a:pt x="0" y="13506"/>
                </a:lnTo>
                <a:lnTo>
                  <a:pt x="36" y="13506"/>
                </a:lnTo>
                <a:moveTo>
                  <a:pt x="36" y="13646"/>
                </a:moveTo>
                <a:lnTo>
                  <a:pt x="36" y="13715"/>
                </a:lnTo>
                <a:lnTo>
                  <a:pt x="0" y="13715"/>
                </a:lnTo>
                <a:lnTo>
                  <a:pt x="0" y="13646"/>
                </a:lnTo>
                <a:lnTo>
                  <a:pt x="36" y="13646"/>
                </a:lnTo>
                <a:moveTo>
                  <a:pt x="36" y="13785"/>
                </a:moveTo>
                <a:lnTo>
                  <a:pt x="36" y="13854"/>
                </a:lnTo>
                <a:lnTo>
                  <a:pt x="0" y="13854"/>
                </a:lnTo>
                <a:lnTo>
                  <a:pt x="0" y="13785"/>
                </a:lnTo>
                <a:lnTo>
                  <a:pt x="36" y="13785"/>
                </a:lnTo>
                <a:moveTo>
                  <a:pt x="36" y="13924"/>
                </a:moveTo>
                <a:lnTo>
                  <a:pt x="36" y="13994"/>
                </a:lnTo>
                <a:lnTo>
                  <a:pt x="0" y="13994"/>
                </a:lnTo>
                <a:lnTo>
                  <a:pt x="0" y="13924"/>
                </a:lnTo>
                <a:lnTo>
                  <a:pt x="36" y="13924"/>
                </a:lnTo>
                <a:moveTo>
                  <a:pt x="36" y="14063"/>
                </a:moveTo>
                <a:lnTo>
                  <a:pt x="36" y="14133"/>
                </a:lnTo>
                <a:lnTo>
                  <a:pt x="0" y="14133"/>
                </a:lnTo>
                <a:lnTo>
                  <a:pt x="0" y="14063"/>
                </a:lnTo>
                <a:lnTo>
                  <a:pt x="36" y="14063"/>
                </a:lnTo>
                <a:moveTo>
                  <a:pt x="36" y="14203"/>
                </a:moveTo>
                <a:lnTo>
                  <a:pt x="36" y="14272"/>
                </a:lnTo>
                <a:lnTo>
                  <a:pt x="0" y="14272"/>
                </a:lnTo>
                <a:lnTo>
                  <a:pt x="0" y="14203"/>
                </a:lnTo>
                <a:lnTo>
                  <a:pt x="36" y="14203"/>
                </a:lnTo>
                <a:moveTo>
                  <a:pt x="36" y="14342"/>
                </a:moveTo>
                <a:lnTo>
                  <a:pt x="36" y="14411"/>
                </a:lnTo>
                <a:lnTo>
                  <a:pt x="0" y="14411"/>
                </a:lnTo>
                <a:lnTo>
                  <a:pt x="0" y="14342"/>
                </a:lnTo>
                <a:lnTo>
                  <a:pt x="36" y="14342"/>
                </a:lnTo>
                <a:moveTo>
                  <a:pt x="36" y="14481"/>
                </a:moveTo>
                <a:lnTo>
                  <a:pt x="36" y="14551"/>
                </a:lnTo>
                <a:lnTo>
                  <a:pt x="0" y="14551"/>
                </a:lnTo>
                <a:lnTo>
                  <a:pt x="0" y="14481"/>
                </a:lnTo>
                <a:lnTo>
                  <a:pt x="36" y="14481"/>
                </a:lnTo>
                <a:moveTo>
                  <a:pt x="36" y="14620"/>
                </a:moveTo>
                <a:lnTo>
                  <a:pt x="36" y="14690"/>
                </a:lnTo>
                <a:lnTo>
                  <a:pt x="0" y="14690"/>
                </a:lnTo>
                <a:lnTo>
                  <a:pt x="0" y="14620"/>
                </a:lnTo>
                <a:lnTo>
                  <a:pt x="36" y="14620"/>
                </a:lnTo>
                <a:moveTo>
                  <a:pt x="36" y="14759"/>
                </a:moveTo>
                <a:lnTo>
                  <a:pt x="36" y="14829"/>
                </a:lnTo>
                <a:lnTo>
                  <a:pt x="0" y="14829"/>
                </a:lnTo>
                <a:lnTo>
                  <a:pt x="0" y="14759"/>
                </a:lnTo>
                <a:lnTo>
                  <a:pt x="36" y="14759"/>
                </a:lnTo>
                <a:moveTo>
                  <a:pt x="36" y="14899"/>
                </a:moveTo>
                <a:lnTo>
                  <a:pt x="36" y="14968"/>
                </a:lnTo>
                <a:lnTo>
                  <a:pt x="0" y="14968"/>
                </a:lnTo>
                <a:lnTo>
                  <a:pt x="0" y="14899"/>
                </a:lnTo>
                <a:lnTo>
                  <a:pt x="36" y="14899"/>
                </a:lnTo>
                <a:moveTo>
                  <a:pt x="36" y="15038"/>
                </a:moveTo>
                <a:lnTo>
                  <a:pt x="36" y="15108"/>
                </a:lnTo>
                <a:lnTo>
                  <a:pt x="0" y="15108"/>
                </a:lnTo>
                <a:lnTo>
                  <a:pt x="0" y="15038"/>
                </a:lnTo>
                <a:lnTo>
                  <a:pt x="36" y="15038"/>
                </a:lnTo>
                <a:moveTo>
                  <a:pt x="36" y="15177"/>
                </a:moveTo>
                <a:lnTo>
                  <a:pt x="36" y="15247"/>
                </a:lnTo>
                <a:lnTo>
                  <a:pt x="0" y="15247"/>
                </a:lnTo>
                <a:lnTo>
                  <a:pt x="0" y="15177"/>
                </a:lnTo>
                <a:lnTo>
                  <a:pt x="36" y="15177"/>
                </a:lnTo>
                <a:moveTo>
                  <a:pt x="36" y="15316"/>
                </a:moveTo>
                <a:lnTo>
                  <a:pt x="36" y="15386"/>
                </a:lnTo>
                <a:lnTo>
                  <a:pt x="0" y="15386"/>
                </a:lnTo>
                <a:lnTo>
                  <a:pt x="0" y="15316"/>
                </a:lnTo>
                <a:lnTo>
                  <a:pt x="36" y="15316"/>
                </a:lnTo>
                <a:moveTo>
                  <a:pt x="36" y="15456"/>
                </a:moveTo>
                <a:lnTo>
                  <a:pt x="36" y="15525"/>
                </a:lnTo>
                <a:lnTo>
                  <a:pt x="0" y="15525"/>
                </a:lnTo>
                <a:lnTo>
                  <a:pt x="0" y="15456"/>
                </a:lnTo>
                <a:lnTo>
                  <a:pt x="36" y="15456"/>
                </a:lnTo>
                <a:moveTo>
                  <a:pt x="36" y="15595"/>
                </a:moveTo>
                <a:lnTo>
                  <a:pt x="36" y="15664"/>
                </a:lnTo>
                <a:lnTo>
                  <a:pt x="0" y="15664"/>
                </a:lnTo>
                <a:lnTo>
                  <a:pt x="0" y="15595"/>
                </a:lnTo>
                <a:lnTo>
                  <a:pt x="36" y="15595"/>
                </a:lnTo>
                <a:moveTo>
                  <a:pt x="36" y="15734"/>
                </a:moveTo>
                <a:lnTo>
                  <a:pt x="36" y="15804"/>
                </a:lnTo>
                <a:lnTo>
                  <a:pt x="0" y="15804"/>
                </a:lnTo>
                <a:lnTo>
                  <a:pt x="0" y="15734"/>
                </a:lnTo>
                <a:lnTo>
                  <a:pt x="36" y="15734"/>
                </a:lnTo>
                <a:moveTo>
                  <a:pt x="36" y="15873"/>
                </a:moveTo>
                <a:lnTo>
                  <a:pt x="36" y="15943"/>
                </a:lnTo>
                <a:lnTo>
                  <a:pt x="0" y="15943"/>
                </a:lnTo>
                <a:lnTo>
                  <a:pt x="0" y="15873"/>
                </a:lnTo>
                <a:lnTo>
                  <a:pt x="36" y="15873"/>
                </a:lnTo>
                <a:moveTo>
                  <a:pt x="36" y="16013"/>
                </a:moveTo>
                <a:lnTo>
                  <a:pt x="36" y="16082"/>
                </a:lnTo>
                <a:lnTo>
                  <a:pt x="0" y="16082"/>
                </a:lnTo>
                <a:lnTo>
                  <a:pt x="0" y="16013"/>
                </a:lnTo>
                <a:lnTo>
                  <a:pt x="36" y="16013"/>
                </a:lnTo>
                <a:moveTo>
                  <a:pt x="36" y="16152"/>
                </a:moveTo>
                <a:lnTo>
                  <a:pt x="36" y="16221"/>
                </a:lnTo>
                <a:lnTo>
                  <a:pt x="0" y="16221"/>
                </a:lnTo>
                <a:lnTo>
                  <a:pt x="0" y="16152"/>
                </a:lnTo>
                <a:lnTo>
                  <a:pt x="36" y="16152"/>
                </a:lnTo>
                <a:moveTo>
                  <a:pt x="36" y="16291"/>
                </a:moveTo>
                <a:lnTo>
                  <a:pt x="36" y="16361"/>
                </a:lnTo>
                <a:lnTo>
                  <a:pt x="0" y="16361"/>
                </a:lnTo>
                <a:lnTo>
                  <a:pt x="0" y="16291"/>
                </a:lnTo>
                <a:lnTo>
                  <a:pt x="36" y="16291"/>
                </a:lnTo>
                <a:moveTo>
                  <a:pt x="36" y="16430"/>
                </a:moveTo>
                <a:lnTo>
                  <a:pt x="36" y="16500"/>
                </a:lnTo>
                <a:lnTo>
                  <a:pt x="0" y="16500"/>
                </a:lnTo>
                <a:lnTo>
                  <a:pt x="0" y="16430"/>
                </a:lnTo>
                <a:lnTo>
                  <a:pt x="36" y="16430"/>
                </a:lnTo>
                <a:moveTo>
                  <a:pt x="36" y="16569"/>
                </a:moveTo>
                <a:lnTo>
                  <a:pt x="36" y="16639"/>
                </a:lnTo>
                <a:lnTo>
                  <a:pt x="0" y="16639"/>
                </a:lnTo>
                <a:lnTo>
                  <a:pt x="0" y="16569"/>
                </a:lnTo>
                <a:lnTo>
                  <a:pt x="36" y="16569"/>
                </a:lnTo>
                <a:moveTo>
                  <a:pt x="36" y="16709"/>
                </a:moveTo>
                <a:lnTo>
                  <a:pt x="36" y="16778"/>
                </a:lnTo>
                <a:lnTo>
                  <a:pt x="0" y="16778"/>
                </a:lnTo>
                <a:lnTo>
                  <a:pt x="0" y="16709"/>
                </a:lnTo>
                <a:lnTo>
                  <a:pt x="36" y="16709"/>
                </a:lnTo>
                <a:moveTo>
                  <a:pt x="36" y="16848"/>
                </a:moveTo>
                <a:lnTo>
                  <a:pt x="36" y="16918"/>
                </a:lnTo>
                <a:lnTo>
                  <a:pt x="0" y="16918"/>
                </a:lnTo>
                <a:lnTo>
                  <a:pt x="0" y="16848"/>
                </a:lnTo>
                <a:lnTo>
                  <a:pt x="36" y="16848"/>
                </a:lnTo>
                <a:moveTo>
                  <a:pt x="36" y="16987"/>
                </a:moveTo>
                <a:lnTo>
                  <a:pt x="36" y="17057"/>
                </a:lnTo>
                <a:lnTo>
                  <a:pt x="0" y="17057"/>
                </a:lnTo>
                <a:lnTo>
                  <a:pt x="0" y="16987"/>
                </a:lnTo>
                <a:lnTo>
                  <a:pt x="36" y="16987"/>
                </a:lnTo>
                <a:moveTo>
                  <a:pt x="36" y="17126"/>
                </a:moveTo>
                <a:lnTo>
                  <a:pt x="36" y="17173"/>
                </a:lnTo>
                <a:lnTo>
                  <a:pt x="0" y="17173"/>
                </a:lnTo>
                <a:lnTo>
                  <a:pt x="0" y="17126"/>
                </a:lnTo>
                <a:lnTo>
                  <a:pt x="36" y="17126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4" name=""/>
          <p:cNvSpPr/>
          <p:nvPr/>
        </p:nvSpPr>
        <p:spPr>
          <a:xfrm>
            <a:off x="986040" y="1733400"/>
            <a:ext cx="12960" cy="7535520"/>
          </a:xfrm>
          <a:custGeom>
            <a:avLst/>
            <a:gdLst/>
            <a:ahLst/>
            <a:rect l="0" t="0" r="r" b="b"/>
            <a:pathLst>
              <a:path w="36" h="20932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6"/>
                </a:lnTo>
                <a:lnTo>
                  <a:pt x="0" y="766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5"/>
                </a:lnTo>
                <a:lnTo>
                  <a:pt x="0" y="905"/>
                </a:lnTo>
                <a:lnTo>
                  <a:pt x="0" y="835"/>
                </a:lnTo>
                <a:lnTo>
                  <a:pt x="36" y="835"/>
                </a:lnTo>
                <a:moveTo>
                  <a:pt x="36" y="975"/>
                </a:moveTo>
                <a:lnTo>
                  <a:pt x="36" y="1044"/>
                </a:lnTo>
                <a:lnTo>
                  <a:pt x="0" y="1044"/>
                </a:lnTo>
                <a:lnTo>
                  <a:pt x="0" y="975"/>
                </a:lnTo>
                <a:lnTo>
                  <a:pt x="36" y="975"/>
                </a:lnTo>
                <a:moveTo>
                  <a:pt x="36" y="1114"/>
                </a:moveTo>
                <a:lnTo>
                  <a:pt x="36" y="1183"/>
                </a:lnTo>
                <a:lnTo>
                  <a:pt x="0" y="1183"/>
                </a:lnTo>
                <a:lnTo>
                  <a:pt x="0" y="1114"/>
                </a:lnTo>
                <a:lnTo>
                  <a:pt x="36" y="1114"/>
                </a:lnTo>
                <a:moveTo>
                  <a:pt x="36" y="1253"/>
                </a:moveTo>
                <a:lnTo>
                  <a:pt x="36" y="1323"/>
                </a:lnTo>
                <a:lnTo>
                  <a:pt x="0" y="1323"/>
                </a:lnTo>
                <a:lnTo>
                  <a:pt x="0" y="1253"/>
                </a:lnTo>
                <a:lnTo>
                  <a:pt x="36" y="1253"/>
                </a:lnTo>
                <a:moveTo>
                  <a:pt x="36" y="1392"/>
                </a:moveTo>
                <a:lnTo>
                  <a:pt x="36" y="1462"/>
                </a:lnTo>
                <a:lnTo>
                  <a:pt x="0" y="1462"/>
                </a:lnTo>
                <a:lnTo>
                  <a:pt x="0" y="1392"/>
                </a:lnTo>
                <a:lnTo>
                  <a:pt x="36" y="1392"/>
                </a:lnTo>
                <a:moveTo>
                  <a:pt x="36" y="1531"/>
                </a:moveTo>
                <a:lnTo>
                  <a:pt x="36" y="1601"/>
                </a:lnTo>
                <a:lnTo>
                  <a:pt x="0" y="1601"/>
                </a:lnTo>
                <a:lnTo>
                  <a:pt x="0" y="1531"/>
                </a:lnTo>
                <a:lnTo>
                  <a:pt x="36" y="1531"/>
                </a:lnTo>
                <a:moveTo>
                  <a:pt x="36" y="1671"/>
                </a:moveTo>
                <a:lnTo>
                  <a:pt x="36" y="1740"/>
                </a:lnTo>
                <a:lnTo>
                  <a:pt x="0" y="1740"/>
                </a:lnTo>
                <a:lnTo>
                  <a:pt x="0" y="1671"/>
                </a:lnTo>
                <a:lnTo>
                  <a:pt x="36" y="1671"/>
                </a:lnTo>
                <a:moveTo>
                  <a:pt x="36" y="1810"/>
                </a:moveTo>
                <a:lnTo>
                  <a:pt x="36" y="1880"/>
                </a:lnTo>
                <a:lnTo>
                  <a:pt x="0" y="1880"/>
                </a:lnTo>
                <a:lnTo>
                  <a:pt x="0" y="1810"/>
                </a:lnTo>
                <a:lnTo>
                  <a:pt x="36" y="1810"/>
                </a:lnTo>
                <a:moveTo>
                  <a:pt x="36" y="1949"/>
                </a:moveTo>
                <a:lnTo>
                  <a:pt x="36" y="2019"/>
                </a:lnTo>
                <a:lnTo>
                  <a:pt x="0" y="2019"/>
                </a:lnTo>
                <a:lnTo>
                  <a:pt x="0" y="1949"/>
                </a:lnTo>
                <a:lnTo>
                  <a:pt x="36" y="1949"/>
                </a:lnTo>
                <a:moveTo>
                  <a:pt x="36" y="2088"/>
                </a:moveTo>
                <a:lnTo>
                  <a:pt x="36" y="2158"/>
                </a:lnTo>
                <a:lnTo>
                  <a:pt x="0" y="2158"/>
                </a:lnTo>
                <a:lnTo>
                  <a:pt x="0" y="2088"/>
                </a:lnTo>
                <a:lnTo>
                  <a:pt x="36" y="2088"/>
                </a:lnTo>
                <a:moveTo>
                  <a:pt x="36" y="2228"/>
                </a:moveTo>
                <a:lnTo>
                  <a:pt x="36" y="2297"/>
                </a:lnTo>
                <a:lnTo>
                  <a:pt x="0" y="2297"/>
                </a:lnTo>
                <a:lnTo>
                  <a:pt x="0" y="2228"/>
                </a:lnTo>
                <a:lnTo>
                  <a:pt x="36" y="2228"/>
                </a:lnTo>
                <a:moveTo>
                  <a:pt x="36" y="2367"/>
                </a:moveTo>
                <a:lnTo>
                  <a:pt x="36" y="2436"/>
                </a:lnTo>
                <a:lnTo>
                  <a:pt x="0" y="2436"/>
                </a:lnTo>
                <a:lnTo>
                  <a:pt x="0" y="2367"/>
                </a:lnTo>
                <a:lnTo>
                  <a:pt x="36" y="2367"/>
                </a:lnTo>
                <a:moveTo>
                  <a:pt x="36" y="2506"/>
                </a:moveTo>
                <a:lnTo>
                  <a:pt x="36" y="2576"/>
                </a:lnTo>
                <a:lnTo>
                  <a:pt x="0" y="2576"/>
                </a:lnTo>
                <a:lnTo>
                  <a:pt x="0" y="2506"/>
                </a:lnTo>
                <a:lnTo>
                  <a:pt x="36" y="2506"/>
                </a:lnTo>
                <a:moveTo>
                  <a:pt x="36" y="2645"/>
                </a:moveTo>
                <a:lnTo>
                  <a:pt x="36" y="2715"/>
                </a:lnTo>
                <a:lnTo>
                  <a:pt x="0" y="2715"/>
                </a:lnTo>
                <a:lnTo>
                  <a:pt x="0" y="2645"/>
                </a:lnTo>
                <a:lnTo>
                  <a:pt x="36" y="2645"/>
                </a:lnTo>
                <a:moveTo>
                  <a:pt x="36" y="2785"/>
                </a:moveTo>
                <a:lnTo>
                  <a:pt x="36" y="2854"/>
                </a:lnTo>
                <a:lnTo>
                  <a:pt x="0" y="2854"/>
                </a:lnTo>
                <a:lnTo>
                  <a:pt x="0" y="2785"/>
                </a:lnTo>
                <a:lnTo>
                  <a:pt x="36" y="2785"/>
                </a:lnTo>
                <a:moveTo>
                  <a:pt x="36" y="2924"/>
                </a:moveTo>
                <a:lnTo>
                  <a:pt x="36" y="2993"/>
                </a:lnTo>
                <a:lnTo>
                  <a:pt x="0" y="2993"/>
                </a:lnTo>
                <a:lnTo>
                  <a:pt x="0" y="2924"/>
                </a:lnTo>
                <a:lnTo>
                  <a:pt x="36" y="2924"/>
                </a:lnTo>
                <a:moveTo>
                  <a:pt x="36" y="3063"/>
                </a:moveTo>
                <a:lnTo>
                  <a:pt x="36" y="3133"/>
                </a:lnTo>
                <a:lnTo>
                  <a:pt x="0" y="3133"/>
                </a:lnTo>
                <a:lnTo>
                  <a:pt x="0" y="3063"/>
                </a:lnTo>
                <a:lnTo>
                  <a:pt x="36" y="3063"/>
                </a:lnTo>
                <a:moveTo>
                  <a:pt x="36" y="3202"/>
                </a:moveTo>
                <a:lnTo>
                  <a:pt x="36" y="3272"/>
                </a:lnTo>
                <a:lnTo>
                  <a:pt x="0" y="3272"/>
                </a:lnTo>
                <a:lnTo>
                  <a:pt x="0" y="3202"/>
                </a:lnTo>
                <a:lnTo>
                  <a:pt x="36" y="3202"/>
                </a:lnTo>
                <a:moveTo>
                  <a:pt x="36" y="3341"/>
                </a:moveTo>
                <a:lnTo>
                  <a:pt x="36" y="3411"/>
                </a:lnTo>
                <a:lnTo>
                  <a:pt x="0" y="3411"/>
                </a:lnTo>
                <a:lnTo>
                  <a:pt x="0" y="3341"/>
                </a:lnTo>
                <a:lnTo>
                  <a:pt x="36" y="3341"/>
                </a:lnTo>
                <a:moveTo>
                  <a:pt x="36" y="3481"/>
                </a:moveTo>
                <a:lnTo>
                  <a:pt x="36" y="3550"/>
                </a:lnTo>
                <a:lnTo>
                  <a:pt x="0" y="3550"/>
                </a:lnTo>
                <a:lnTo>
                  <a:pt x="0" y="3481"/>
                </a:lnTo>
                <a:lnTo>
                  <a:pt x="36" y="3481"/>
                </a:lnTo>
                <a:moveTo>
                  <a:pt x="36" y="3620"/>
                </a:moveTo>
                <a:lnTo>
                  <a:pt x="36" y="3690"/>
                </a:lnTo>
                <a:lnTo>
                  <a:pt x="0" y="3690"/>
                </a:lnTo>
                <a:lnTo>
                  <a:pt x="0" y="3620"/>
                </a:lnTo>
                <a:lnTo>
                  <a:pt x="36" y="3620"/>
                </a:lnTo>
                <a:moveTo>
                  <a:pt x="36" y="3759"/>
                </a:moveTo>
                <a:lnTo>
                  <a:pt x="36" y="3829"/>
                </a:lnTo>
                <a:lnTo>
                  <a:pt x="0" y="3829"/>
                </a:lnTo>
                <a:lnTo>
                  <a:pt x="0" y="3759"/>
                </a:lnTo>
                <a:lnTo>
                  <a:pt x="36" y="3759"/>
                </a:lnTo>
                <a:moveTo>
                  <a:pt x="36" y="3898"/>
                </a:moveTo>
                <a:lnTo>
                  <a:pt x="36" y="3968"/>
                </a:lnTo>
                <a:lnTo>
                  <a:pt x="0" y="3968"/>
                </a:lnTo>
                <a:lnTo>
                  <a:pt x="0" y="3898"/>
                </a:lnTo>
                <a:lnTo>
                  <a:pt x="36" y="3898"/>
                </a:lnTo>
                <a:moveTo>
                  <a:pt x="36" y="4038"/>
                </a:moveTo>
                <a:lnTo>
                  <a:pt x="36" y="4107"/>
                </a:lnTo>
                <a:lnTo>
                  <a:pt x="0" y="4107"/>
                </a:lnTo>
                <a:lnTo>
                  <a:pt x="0" y="4038"/>
                </a:lnTo>
                <a:lnTo>
                  <a:pt x="36" y="4038"/>
                </a:lnTo>
                <a:moveTo>
                  <a:pt x="36" y="4177"/>
                </a:moveTo>
                <a:lnTo>
                  <a:pt x="36" y="4246"/>
                </a:lnTo>
                <a:lnTo>
                  <a:pt x="0" y="4246"/>
                </a:lnTo>
                <a:lnTo>
                  <a:pt x="0" y="4177"/>
                </a:lnTo>
                <a:lnTo>
                  <a:pt x="36" y="4177"/>
                </a:lnTo>
                <a:moveTo>
                  <a:pt x="36" y="4316"/>
                </a:moveTo>
                <a:lnTo>
                  <a:pt x="36" y="4386"/>
                </a:lnTo>
                <a:lnTo>
                  <a:pt x="0" y="4386"/>
                </a:lnTo>
                <a:lnTo>
                  <a:pt x="0" y="4316"/>
                </a:lnTo>
                <a:lnTo>
                  <a:pt x="36" y="4316"/>
                </a:lnTo>
                <a:moveTo>
                  <a:pt x="36" y="4455"/>
                </a:moveTo>
                <a:lnTo>
                  <a:pt x="36" y="4525"/>
                </a:lnTo>
                <a:lnTo>
                  <a:pt x="0" y="4525"/>
                </a:lnTo>
                <a:lnTo>
                  <a:pt x="0" y="4455"/>
                </a:lnTo>
                <a:lnTo>
                  <a:pt x="36" y="4455"/>
                </a:lnTo>
                <a:moveTo>
                  <a:pt x="36" y="4595"/>
                </a:moveTo>
                <a:lnTo>
                  <a:pt x="36" y="4664"/>
                </a:lnTo>
                <a:lnTo>
                  <a:pt x="0" y="4664"/>
                </a:lnTo>
                <a:lnTo>
                  <a:pt x="0" y="4595"/>
                </a:lnTo>
                <a:lnTo>
                  <a:pt x="36" y="4595"/>
                </a:lnTo>
                <a:moveTo>
                  <a:pt x="36" y="4734"/>
                </a:moveTo>
                <a:lnTo>
                  <a:pt x="36" y="4803"/>
                </a:lnTo>
                <a:lnTo>
                  <a:pt x="0" y="4803"/>
                </a:lnTo>
                <a:lnTo>
                  <a:pt x="0" y="4734"/>
                </a:lnTo>
                <a:lnTo>
                  <a:pt x="36" y="4734"/>
                </a:lnTo>
                <a:moveTo>
                  <a:pt x="36" y="4873"/>
                </a:moveTo>
                <a:lnTo>
                  <a:pt x="36" y="4943"/>
                </a:lnTo>
                <a:lnTo>
                  <a:pt x="0" y="4943"/>
                </a:lnTo>
                <a:lnTo>
                  <a:pt x="0" y="4873"/>
                </a:lnTo>
                <a:lnTo>
                  <a:pt x="36" y="4873"/>
                </a:lnTo>
                <a:moveTo>
                  <a:pt x="36" y="5012"/>
                </a:moveTo>
                <a:lnTo>
                  <a:pt x="36" y="5082"/>
                </a:lnTo>
                <a:lnTo>
                  <a:pt x="0" y="5082"/>
                </a:lnTo>
                <a:lnTo>
                  <a:pt x="0" y="5012"/>
                </a:lnTo>
                <a:lnTo>
                  <a:pt x="36" y="5012"/>
                </a:lnTo>
                <a:moveTo>
                  <a:pt x="36" y="5151"/>
                </a:moveTo>
                <a:lnTo>
                  <a:pt x="36" y="5221"/>
                </a:lnTo>
                <a:lnTo>
                  <a:pt x="0" y="5221"/>
                </a:lnTo>
                <a:lnTo>
                  <a:pt x="0" y="5151"/>
                </a:lnTo>
                <a:lnTo>
                  <a:pt x="36" y="5151"/>
                </a:lnTo>
                <a:moveTo>
                  <a:pt x="36" y="5291"/>
                </a:moveTo>
                <a:lnTo>
                  <a:pt x="36" y="5360"/>
                </a:lnTo>
                <a:lnTo>
                  <a:pt x="0" y="5360"/>
                </a:lnTo>
                <a:lnTo>
                  <a:pt x="0" y="5291"/>
                </a:lnTo>
                <a:lnTo>
                  <a:pt x="36" y="5291"/>
                </a:lnTo>
                <a:moveTo>
                  <a:pt x="36" y="5430"/>
                </a:moveTo>
                <a:lnTo>
                  <a:pt x="36" y="5500"/>
                </a:lnTo>
                <a:lnTo>
                  <a:pt x="0" y="5500"/>
                </a:lnTo>
                <a:lnTo>
                  <a:pt x="0" y="5430"/>
                </a:lnTo>
                <a:lnTo>
                  <a:pt x="36" y="5430"/>
                </a:lnTo>
                <a:moveTo>
                  <a:pt x="36" y="5569"/>
                </a:moveTo>
                <a:lnTo>
                  <a:pt x="36" y="5639"/>
                </a:lnTo>
                <a:lnTo>
                  <a:pt x="0" y="5639"/>
                </a:lnTo>
                <a:lnTo>
                  <a:pt x="0" y="5569"/>
                </a:lnTo>
                <a:lnTo>
                  <a:pt x="36" y="5569"/>
                </a:lnTo>
                <a:moveTo>
                  <a:pt x="36" y="5709"/>
                </a:moveTo>
                <a:lnTo>
                  <a:pt x="36" y="5779"/>
                </a:lnTo>
                <a:lnTo>
                  <a:pt x="0" y="5779"/>
                </a:lnTo>
                <a:lnTo>
                  <a:pt x="0" y="5709"/>
                </a:lnTo>
                <a:lnTo>
                  <a:pt x="36" y="5709"/>
                </a:lnTo>
                <a:moveTo>
                  <a:pt x="36" y="5849"/>
                </a:moveTo>
                <a:lnTo>
                  <a:pt x="36" y="5918"/>
                </a:lnTo>
                <a:lnTo>
                  <a:pt x="0" y="5918"/>
                </a:lnTo>
                <a:lnTo>
                  <a:pt x="0" y="5849"/>
                </a:lnTo>
                <a:lnTo>
                  <a:pt x="36" y="5849"/>
                </a:lnTo>
                <a:moveTo>
                  <a:pt x="36" y="5988"/>
                </a:moveTo>
                <a:lnTo>
                  <a:pt x="36" y="6057"/>
                </a:lnTo>
                <a:lnTo>
                  <a:pt x="0" y="6057"/>
                </a:lnTo>
                <a:lnTo>
                  <a:pt x="0" y="5988"/>
                </a:lnTo>
                <a:lnTo>
                  <a:pt x="36" y="5988"/>
                </a:lnTo>
                <a:moveTo>
                  <a:pt x="36" y="6127"/>
                </a:moveTo>
                <a:lnTo>
                  <a:pt x="36" y="6197"/>
                </a:lnTo>
                <a:lnTo>
                  <a:pt x="0" y="6197"/>
                </a:lnTo>
                <a:lnTo>
                  <a:pt x="0" y="6127"/>
                </a:lnTo>
                <a:lnTo>
                  <a:pt x="36" y="6127"/>
                </a:lnTo>
                <a:moveTo>
                  <a:pt x="36" y="6266"/>
                </a:moveTo>
                <a:lnTo>
                  <a:pt x="36" y="6336"/>
                </a:lnTo>
                <a:lnTo>
                  <a:pt x="0" y="6336"/>
                </a:lnTo>
                <a:lnTo>
                  <a:pt x="0" y="6266"/>
                </a:lnTo>
                <a:lnTo>
                  <a:pt x="36" y="6266"/>
                </a:lnTo>
                <a:moveTo>
                  <a:pt x="36" y="6406"/>
                </a:moveTo>
                <a:lnTo>
                  <a:pt x="36" y="6475"/>
                </a:lnTo>
                <a:lnTo>
                  <a:pt x="0" y="6475"/>
                </a:lnTo>
                <a:lnTo>
                  <a:pt x="0" y="6406"/>
                </a:lnTo>
                <a:lnTo>
                  <a:pt x="36" y="6406"/>
                </a:lnTo>
                <a:moveTo>
                  <a:pt x="36" y="6545"/>
                </a:moveTo>
                <a:lnTo>
                  <a:pt x="36" y="6614"/>
                </a:lnTo>
                <a:lnTo>
                  <a:pt x="0" y="6614"/>
                </a:lnTo>
                <a:lnTo>
                  <a:pt x="0" y="6545"/>
                </a:lnTo>
                <a:lnTo>
                  <a:pt x="36" y="6545"/>
                </a:lnTo>
                <a:moveTo>
                  <a:pt x="36" y="6684"/>
                </a:moveTo>
                <a:lnTo>
                  <a:pt x="36" y="6754"/>
                </a:lnTo>
                <a:lnTo>
                  <a:pt x="0" y="6754"/>
                </a:lnTo>
                <a:lnTo>
                  <a:pt x="0" y="6684"/>
                </a:lnTo>
                <a:lnTo>
                  <a:pt x="36" y="6684"/>
                </a:lnTo>
                <a:moveTo>
                  <a:pt x="36" y="6823"/>
                </a:moveTo>
                <a:lnTo>
                  <a:pt x="36" y="6893"/>
                </a:lnTo>
                <a:lnTo>
                  <a:pt x="0" y="6893"/>
                </a:lnTo>
                <a:lnTo>
                  <a:pt x="0" y="6823"/>
                </a:lnTo>
                <a:lnTo>
                  <a:pt x="36" y="6823"/>
                </a:lnTo>
                <a:moveTo>
                  <a:pt x="36" y="6962"/>
                </a:moveTo>
                <a:lnTo>
                  <a:pt x="36" y="7032"/>
                </a:lnTo>
                <a:lnTo>
                  <a:pt x="0" y="7032"/>
                </a:lnTo>
                <a:lnTo>
                  <a:pt x="0" y="6962"/>
                </a:lnTo>
                <a:lnTo>
                  <a:pt x="36" y="6962"/>
                </a:lnTo>
                <a:moveTo>
                  <a:pt x="36" y="7102"/>
                </a:moveTo>
                <a:lnTo>
                  <a:pt x="36" y="7171"/>
                </a:lnTo>
                <a:lnTo>
                  <a:pt x="0" y="7171"/>
                </a:lnTo>
                <a:lnTo>
                  <a:pt x="0" y="7102"/>
                </a:lnTo>
                <a:lnTo>
                  <a:pt x="36" y="7102"/>
                </a:lnTo>
                <a:moveTo>
                  <a:pt x="36" y="7241"/>
                </a:moveTo>
                <a:lnTo>
                  <a:pt x="36" y="7311"/>
                </a:lnTo>
                <a:lnTo>
                  <a:pt x="0" y="7311"/>
                </a:lnTo>
                <a:lnTo>
                  <a:pt x="0" y="7241"/>
                </a:lnTo>
                <a:lnTo>
                  <a:pt x="36" y="7241"/>
                </a:lnTo>
                <a:moveTo>
                  <a:pt x="36" y="7380"/>
                </a:moveTo>
                <a:lnTo>
                  <a:pt x="36" y="7450"/>
                </a:lnTo>
                <a:lnTo>
                  <a:pt x="0" y="7450"/>
                </a:lnTo>
                <a:lnTo>
                  <a:pt x="0" y="7380"/>
                </a:lnTo>
                <a:lnTo>
                  <a:pt x="36" y="7380"/>
                </a:lnTo>
                <a:moveTo>
                  <a:pt x="36" y="7519"/>
                </a:moveTo>
                <a:lnTo>
                  <a:pt x="36" y="7589"/>
                </a:lnTo>
                <a:lnTo>
                  <a:pt x="0" y="7589"/>
                </a:lnTo>
                <a:lnTo>
                  <a:pt x="0" y="7519"/>
                </a:lnTo>
                <a:lnTo>
                  <a:pt x="36" y="7519"/>
                </a:lnTo>
                <a:moveTo>
                  <a:pt x="36" y="7659"/>
                </a:moveTo>
                <a:lnTo>
                  <a:pt x="36" y="7728"/>
                </a:lnTo>
                <a:lnTo>
                  <a:pt x="0" y="7728"/>
                </a:lnTo>
                <a:lnTo>
                  <a:pt x="0" y="7659"/>
                </a:lnTo>
                <a:lnTo>
                  <a:pt x="36" y="7659"/>
                </a:lnTo>
                <a:moveTo>
                  <a:pt x="36" y="7798"/>
                </a:moveTo>
                <a:lnTo>
                  <a:pt x="36" y="7867"/>
                </a:lnTo>
                <a:lnTo>
                  <a:pt x="0" y="7867"/>
                </a:lnTo>
                <a:lnTo>
                  <a:pt x="0" y="7798"/>
                </a:lnTo>
                <a:lnTo>
                  <a:pt x="36" y="7798"/>
                </a:lnTo>
                <a:moveTo>
                  <a:pt x="36" y="7937"/>
                </a:moveTo>
                <a:lnTo>
                  <a:pt x="36" y="8007"/>
                </a:lnTo>
                <a:lnTo>
                  <a:pt x="0" y="8007"/>
                </a:lnTo>
                <a:lnTo>
                  <a:pt x="0" y="7937"/>
                </a:lnTo>
                <a:lnTo>
                  <a:pt x="36" y="7937"/>
                </a:lnTo>
                <a:moveTo>
                  <a:pt x="36" y="8076"/>
                </a:moveTo>
                <a:lnTo>
                  <a:pt x="36" y="8146"/>
                </a:lnTo>
                <a:lnTo>
                  <a:pt x="0" y="8146"/>
                </a:lnTo>
                <a:lnTo>
                  <a:pt x="0" y="8076"/>
                </a:lnTo>
                <a:lnTo>
                  <a:pt x="36" y="8076"/>
                </a:lnTo>
                <a:moveTo>
                  <a:pt x="36" y="8216"/>
                </a:moveTo>
                <a:lnTo>
                  <a:pt x="36" y="8285"/>
                </a:lnTo>
                <a:lnTo>
                  <a:pt x="0" y="8285"/>
                </a:lnTo>
                <a:lnTo>
                  <a:pt x="0" y="8216"/>
                </a:lnTo>
                <a:lnTo>
                  <a:pt x="36" y="8216"/>
                </a:lnTo>
                <a:moveTo>
                  <a:pt x="36" y="8355"/>
                </a:moveTo>
                <a:lnTo>
                  <a:pt x="36" y="8424"/>
                </a:lnTo>
                <a:lnTo>
                  <a:pt x="0" y="8424"/>
                </a:lnTo>
                <a:lnTo>
                  <a:pt x="0" y="8355"/>
                </a:lnTo>
                <a:lnTo>
                  <a:pt x="36" y="8355"/>
                </a:lnTo>
                <a:moveTo>
                  <a:pt x="36" y="8494"/>
                </a:moveTo>
                <a:lnTo>
                  <a:pt x="36" y="8564"/>
                </a:lnTo>
                <a:lnTo>
                  <a:pt x="0" y="8564"/>
                </a:lnTo>
                <a:lnTo>
                  <a:pt x="0" y="8494"/>
                </a:lnTo>
                <a:lnTo>
                  <a:pt x="36" y="8494"/>
                </a:lnTo>
                <a:moveTo>
                  <a:pt x="36" y="8633"/>
                </a:moveTo>
                <a:lnTo>
                  <a:pt x="36" y="8703"/>
                </a:lnTo>
                <a:lnTo>
                  <a:pt x="0" y="8703"/>
                </a:lnTo>
                <a:lnTo>
                  <a:pt x="0" y="8633"/>
                </a:lnTo>
                <a:lnTo>
                  <a:pt x="36" y="8633"/>
                </a:lnTo>
                <a:moveTo>
                  <a:pt x="36" y="8773"/>
                </a:moveTo>
                <a:lnTo>
                  <a:pt x="36" y="8842"/>
                </a:lnTo>
                <a:lnTo>
                  <a:pt x="0" y="8842"/>
                </a:lnTo>
                <a:lnTo>
                  <a:pt x="0" y="8773"/>
                </a:lnTo>
                <a:lnTo>
                  <a:pt x="36" y="8773"/>
                </a:lnTo>
                <a:moveTo>
                  <a:pt x="36" y="8912"/>
                </a:moveTo>
                <a:lnTo>
                  <a:pt x="36" y="8981"/>
                </a:lnTo>
                <a:lnTo>
                  <a:pt x="0" y="8981"/>
                </a:lnTo>
                <a:lnTo>
                  <a:pt x="0" y="8912"/>
                </a:lnTo>
                <a:lnTo>
                  <a:pt x="36" y="8912"/>
                </a:lnTo>
                <a:moveTo>
                  <a:pt x="36" y="9051"/>
                </a:moveTo>
                <a:lnTo>
                  <a:pt x="36" y="9121"/>
                </a:lnTo>
                <a:lnTo>
                  <a:pt x="0" y="9121"/>
                </a:lnTo>
                <a:lnTo>
                  <a:pt x="0" y="9051"/>
                </a:lnTo>
                <a:lnTo>
                  <a:pt x="36" y="9051"/>
                </a:lnTo>
                <a:moveTo>
                  <a:pt x="36" y="9190"/>
                </a:moveTo>
                <a:lnTo>
                  <a:pt x="36" y="9260"/>
                </a:lnTo>
                <a:lnTo>
                  <a:pt x="0" y="9260"/>
                </a:lnTo>
                <a:lnTo>
                  <a:pt x="0" y="9190"/>
                </a:lnTo>
                <a:lnTo>
                  <a:pt x="36" y="9190"/>
                </a:lnTo>
                <a:moveTo>
                  <a:pt x="36" y="9329"/>
                </a:moveTo>
                <a:lnTo>
                  <a:pt x="36" y="9399"/>
                </a:lnTo>
                <a:lnTo>
                  <a:pt x="0" y="9399"/>
                </a:lnTo>
                <a:lnTo>
                  <a:pt x="0" y="9329"/>
                </a:lnTo>
                <a:lnTo>
                  <a:pt x="36" y="9329"/>
                </a:lnTo>
                <a:moveTo>
                  <a:pt x="36" y="9469"/>
                </a:moveTo>
                <a:lnTo>
                  <a:pt x="36" y="9538"/>
                </a:lnTo>
                <a:lnTo>
                  <a:pt x="0" y="9538"/>
                </a:lnTo>
                <a:lnTo>
                  <a:pt x="0" y="9469"/>
                </a:lnTo>
                <a:lnTo>
                  <a:pt x="36" y="9469"/>
                </a:lnTo>
                <a:moveTo>
                  <a:pt x="36" y="9608"/>
                </a:moveTo>
                <a:lnTo>
                  <a:pt x="36" y="9678"/>
                </a:lnTo>
                <a:lnTo>
                  <a:pt x="0" y="9678"/>
                </a:lnTo>
                <a:lnTo>
                  <a:pt x="0" y="9608"/>
                </a:lnTo>
                <a:lnTo>
                  <a:pt x="36" y="9608"/>
                </a:lnTo>
                <a:moveTo>
                  <a:pt x="36" y="9747"/>
                </a:moveTo>
                <a:lnTo>
                  <a:pt x="36" y="9817"/>
                </a:lnTo>
                <a:lnTo>
                  <a:pt x="0" y="9817"/>
                </a:lnTo>
                <a:lnTo>
                  <a:pt x="0" y="9747"/>
                </a:lnTo>
                <a:lnTo>
                  <a:pt x="36" y="9747"/>
                </a:lnTo>
                <a:moveTo>
                  <a:pt x="36" y="9886"/>
                </a:moveTo>
                <a:lnTo>
                  <a:pt x="36" y="9956"/>
                </a:lnTo>
                <a:lnTo>
                  <a:pt x="0" y="9956"/>
                </a:lnTo>
                <a:lnTo>
                  <a:pt x="0" y="9886"/>
                </a:lnTo>
                <a:lnTo>
                  <a:pt x="36" y="9886"/>
                </a:lnTo>
                <a:moveTo>
                  <a:pt x="36" y="10026"/>
                </a:moveTo>
                <a:lnTo>
                  <a:pt x="36" y="10095"/>
                </a:lnTo>
                <a:lnTo>
                  <a:pt x="0" y="10095"/>
                </a:lnTo>
                <a:lnTo>
                  <a:pt x="0" y="10026"/>
                </a:lnTo>
                <a:lnTo>
                  <a:pt x="36" y="10026"/>
                </a:lnTo>
                <a:moveTo>
                  <a:pt x="36" y="10165"/>
                </a:moveTo>
                <a:lnTo>
                  <a:pt x="36" y="10234"/>
                </a:lnTo>
                <a:lnTo>
                  <a:pt x="0" y="10234"/>
                </a:lnTo>
                <a:lnTo>
                  <a:pt x="0" y="10165"/>
                </a:lnTo>
                <a:lnTo>
                  <a:pt x="36" y="10165"/>
                </a:lnTo>
                <a:moveTo>
                  <a:pt x="36" y="10304"/>
                </a:moveTo>
                <a:lnTo>
                  <a:pt x="36" y="10374"/>
                </a:lnTo>
                <a:lnTo>
                  <a:pt x="0" y="10374"/>
                </a:lnTo>
                <a:lnTo>
                  <a:pt x="0" y="10304"/>
                </a:lnTo>
                <a:lnTo>
                  <a:pt x="36" y="10304"/>
                </a:lnTo>
                <a:moveTo>
                  <a:pt x="36" y="10443"/>
                </a:moveTo>
                <a:lnTo>
                  <a:pt x="36" y="10513"/>
                </a:lnTo>
                <a:lnTo>
                  <a:pt x="0" y="10513"/>
                </a:lnTo>
                <a:lnTo>
                  <a:pt x="0" y="10443"/>
                </a:lnTo>
                <a:lnTo>
                  <a:pt x="36" y="10443"/>
                </a:lnTo>
                <a:moveTo>
                  <a:pt x="36" y="10583"/>
                </a:moveTo>
                <a:lnTo>
                  <a:pt x="36" y="10652"/>
                </a:lnTo>
                <a:lnTo>
                  <a:pt x="0" y="10652"/>
                </a:lnTo>
                <a:lnTo>
                  <a:pt x="0" y="10583"/>
                </a:lnTo>
                <a:lnTo>
                  <a:pt x="36" y="10583"/>
                </a:lnTo>
                <a:moveTo>
                  <a:pt x="36" y="10722"/>
                </a:moveTo>
                <a:lnTo>
                  <a:pt x="36" y="10791"/>
                </a:lnTo>
                <a:lnTo>
                  <a:pt x="0" y="10791"/>
                </a:lnTo>
                <a:lnTo>
                  <a:pt x="0" y="10722"/>
                </a:lnTo>
                <a:lnTo>
                  <a:pt x="36" y="10722"/>
                </a:lnTo>
                <a:moveTo>
                  <a:pt x="36" y="10861"/>
                </a:moveTo>
                <a:lnTo>
                  <a:pt x="36" y="10931"/>
                </a:lnTo>
                <a:lnTo>
                  <a:pt x="0" y="10931"/>
                </a:lnTo>
                <a:lnTo>
                  <a:pt x="0" y="10861"/>
                </a:lnTo>
                <a:lnTo>
                  <a:pt x="36" y="10861"/>
                </a:lnTo>
                <a:moveTo>
                  <a:pt x="36" y="11000"/>
                </a:moveTo>
                <a:lnTo>
                  <a:pt x="36" y="11070"/>
                </a:lnTo>
                <a:lnTo>
                  <a:pt x="0" y="11070"/>
                </a:lnTo>
                <a:lnTo>
                  <a:pt x="0" y="11000"/>
                </a:lnTo>
                <a:lnTo>
                  <a:pt x="36" y="11000"/>
                </a:lnTo>
                <a:moveTo>
                  <a:pt x="36" y="11139"/>
                </a:moveTo>
                <a:lnTo>
                  <a:pt x="36" y="11209"/>
                </a:lnTo>
                <a:lnTo>
                  <a:pt x="0" y="11209"/>
                </a:lnTo>
                <a:lnTo>
                  <a:pt x="0" y="11139"/>
                </a:lnTo>
                <a:lnTo>
                  <a:pt x="36" y="11139"/>
                </a:lnTo>
                <a:moveTo>
                  <a:pt x="36" y="11279"/>
                </a:moveTo>
                <a:lnTo>
                  <a:pt x="36" y="11348"/>
                </a:lnTo>
                <a:lnTo>
                  <a:pt x="0" y="11348"/>
                </a:lnTo>
                <a:lnTo>
                  <a:pt x="0" y="11279"/>
                </a:lnTo>
                <a:lnTo>
                  <a:pt x="36" y="11279"/>
                </a:lnTo>
                <a:moveTo>
                  <a:pt x="36" y="11418"/>
                </a:moveTo>
                <a:lnTo>
                  <a:pt x="36" y="11488"/>
                </a:lnTo>
                <a:lnTo>
                  <a:pt x="0" y="11488"/>
                </a:lnTo>
                <a:lnTo>
                  <a:pt x="0" y="11418"/>
                </a:lnTo>
                <a:lnTo>
                  <a:pt x="36" y="11418"/>
                </a:lnTo>
                <a:moveTo>
                  <a:pt x="36" y="11557"/>
                </a:moveTo>
                <a:lnTo>
                  <a:pt x="36" y="11627"/>
                </a:lnTo>
                <a:lnTo>
                  <a:pt x="0" y="11627"/>
                </a:lnTo>
                <a:lnTo>
                  <a:pt x="0" y="11557"/>
                </a:lnTo>
                <a:lnTo>
                  <a:pt x="36" y="11557"/>
                </a:lnTo>
                <a:moveTo>
                  <a:pt x="36" y="11696"/>
                </a:moveTo>
                <a:lnTo>
                  <a:pt x="36" y="11766"/>
                </a:lnTo>
                <a:lnTo>
                  <a:pt x="0" y="11766"/>
                </a:lnTo>
                <a:lnTo>
                  <a:pt x="0" y="11696"/>
                </a:lnTo>
                <a:lnTo>
                  <a:pt x="36" y="11696"/>
                </a:lnTo>
                <a:moveTo>
                  <a:pt x="36" y="11836"/>
                </a:moveTo>
                <a:lnTo>
                  <a:pt x="36" y="11905"/>
                </a:lnTo>
                <a:lnTo>
                  <a:pt x="0" y="11905"/>
                </a:lnTo>
                <a:lnTo>
                  <a:pt x="0" y="11836"/>
                </a:lnTo>
                <a:lnTo>
                  <a:pt x="36" y="11836"/>
                </a:lnTo>
                <a:moveTo>
                  <a:pt x="36" y="11975"/>
                </a:moveTo>
                <a:lnTo>
                  <a:pt x="36" y="12044"/>
                </a:lnTo>
                <a:lnTo>
                  <a:pt x="0" y="12044"/>
                </a:lnTo>
                <a:lnTo>
                  <a:pt x="0" y="11975"/>
                </a:lnTo>
                <a:lnTo>
                  <a:pt x="36" y="11975"/>
                </a:lnTo>
                <a:moveTo>
                  <a:pt x="36" y="12114"/>
                </a:moveTo>
                <a:lnTo>
                  <a:pt x="36" y="12184"/>
                </a:lnTo>
                <a:lnTo>
                  <a:pt x="0" y="12184"/>
                </a:lnTo>
                <a:lnTo>
                  <a:pt x="0" y="12114"/>
                </a:lnTo>
                <a:lnTo>
                  <a:pt x="36" y="12114"/>
                </a:lnTo>
                <a:moveTo>
                  <a:pt x="36" y="12253"/>
                </a:moveTo>
                <a:lnTo>
                  <a:pt x="36" y="12323"/>
                </a:lnTo>
                <a:lnTo>
                  <a:pt x="0" y="12323"/>
                </a:lnTo>
                <a:lnTo>
                  <a:pt x="0" y="12253"/>
                </a:lnTo>
                <a:lnTo>
                  <a:pt x="36" y="12253"/>
                </a:lnTo>
                <a:moveTo>
                  <a:pt x="36" y="12393"/>
                </a:moveTo>
                <a:lnTo>
                  <a:pt x="36" y="12462"/>
                </a:lnTo>
                <a:lnTo>
                  <a:pt x="0" y="12462"/>
                </a:lnTo>
                <a:lnTo>
                  <a:pt x="0" y="12393"/>
                </a:lnTo>
                <a:lnTo>
                  <a:pt x="36" y="12393"/>
                </a:lnTo>
                <a:moveTo>
                  <a:pt x="36" y="12532"/>
                </a:moveTo>
                <a:lnTo>
                  <a:pt x="36" y="12601"/>
                </a:lnTo>
                <a:lnTo>
                  <a:pt x="0" y="12601"/>
                </a:lnTo>
                <a:lnTo>
                  <a:pt x="0" y="12532"/>
                </a:lnTo>
                <a:lnTo>
                  <a:pt x="36" y="12532"/>
                </a:lnTo>
                <a:moveTo>
                  <a:pt x="36" y="12671"/>
                </a:moveTo>
                <a:lnTo>
                  <a:pt x="36" y="12741"/>
                </a:lnTo>
                <a:lnTo>
                  <a:pt x="0" y="12741"/>
                </a:lnTo>
                <a:lnTo>
                  <a:pt x="0" y="12671"/>
                </a:lnTo>
                <a:lnTo>
                  <a:pt x="36" y="12671"/>
                </a:lnTo>
                <a:moveTo>
                  <a:pt x="36" y="12810"/>
                </a:moveTo>
                <a:lnTo>
                  <a:pt x="36" y="12880"/>
                </a:lnTo>
                <a:lnTo>
                  <a:pt x="0" y="12880"/>
                </a:lnTo>
                <a:lnTo>
                  <a:pt x="0" y="12810"/>
                </a:lnTo>
                <a:lnTo>
                  <a:pt x="36" y="12810"/>
                </a:lnTo>
                <a:moveTo>
                  <a:pt x="36" y="12949"/>
                </a:moveTo>
                <a:lnTo>
                  <a:pt x="36" y="13019"/>
                </a:lnTo>
                <a:lnTo>
                  <a:pt x="0" y="13019"/>
                </a:lnTo>
                <a:lnTo>
                  <a:pt x="0" y="12949"/>
                </a:lnTo>
                <a:lnTo>
                  <a:pt x="36" y="12949"/>
                </a:lnTo>
                <a:moveTo>
                  <a:pt x="36" y="13089"/>
                </a:moveTo>
                <a:lnTo>
                  <a:pt x="36" y="13158"/>
                </a:lnTo>
                <a:lnTo>
                  <a:pt x="0" y="13158"/>
                </a:lnTo>
                <a:lnTo>
                  <a:pt x="0" y="13089"/>
                </a:lnTo>
                <a:lnTo>
                  <a:pt x="36" y="13089"/>
                </a:lnTo>
                <a:moveTo>
                  <a:pt x="36" y="13228"/>
                </a:moveTo>
                <a:lnTo>
                  <a:pt x="36" y="13298"/>
                </a:lnTo>
                <a:lnTo>
                  <a:pt x="0" y="13298"/>
                </a:lnTo>
                <a:lnTo>
                  <a:pt x="0" y="13228"/>
                </a:lnTo>
                <a:lnTo>
                  <a:pt x="36" y="13228"/>
                </a:lnTo>
                <a:moveTo>
                  <a:pt x="36" y="13367"/>
                </a:moveTo>
                <a:lnTo>
                  <a:pt x="36" y="13437"/>
                </a:lnTo>
                <a:lnTo>
                  <a:pt x="0" y="13437"/>
                </a:lnTo>
                <a:lnTo>
                  <a:pt x="0" y="13367"/>
                </a:lnTo>
                <a:lnTo>
                  <a:pt x="36" y="13367"/>
                </a:lnTo>
                <a:moveTo>
                  <a:pt x="36" y="13506"/>
                </a:moveTo>
                <a:lnTo>
                  <a:pt x="36" y="13576"/>
                </a:lnTo>
                <a:lnTo>
                  <a:pt x="0" y="13576"/>
                </a:lnTo>
                <a:lnTo>
                  <a:pt x="0" y="13506"/>
                </a:lnTo>
                <a:lnTo>
                  <a:pt x="36" y="13506"/>
                </a:lnTo>
                <a:moveTo>
                  <a:pt x="36" y="13646"/>
                </a:moveTo>
                <a:lnTo>
                  <a:pt x="36" y="13715"/>
                </a:lnTo>
                <a:lnTo>
                  <a:pt x="0" y="13715"/>
                </a:lnTo>
                <a:lnTo>
                  <a:pt x="0" y="13646"/>
                </a:lnTo>
                <a:lnTo>
                  <a:pt x="36" y="13646"/>
                </a:lnTo>
                <a:moveTo>
                  <a:pt x="36" y="13785"/>
                </a:moveTo>
                <a:lnTo>
                  <a:pt x="36" y="13854"/>
                </a:lnTo>
                <a:lnTo>
                  <a:pt x="0" y="13854"/>
                </a:lnTo>
                <a:lnTo>
                  <a:pt x="0" y="13785"/>
                </a:lnTo>
                <a:lnTo>
                  <a:pt x="36" y="13785"/>
                </a:lnTo>
                <a:moveTo>
                  <a:pt x="36" y="13924"/>
                </a:moveTo>
                <a:lnTo>
                  <a:pt x="36" y="13994"/>
                </a:lnTo>
                <a:lnTo>
                  <a:pt x="0" y="13994"/>
                </a:lnTo>
                <a:lnTo>
                  <a:pt x="0" y="13924"/>
                </a:lnTo>
                <a:lnTo>
                  <a:pt x="36" y="13924"/>
                </a:lnTo>
                <a:moveTo>
                  <a:pt x="36" y="14063"/>
                </a:moveTo>
                <a:lnTo>
                  <a:pt x="36" y="14133"/>
                </a:lnTo>
                <a:lnTo>
                  <a:pt x="0" y="14133"/>
                </a:lnTo>
                <a:lnTo>
                  <a:pt x="0" y="14063"/>
                </a:lnTo>
                <a:lnTo>
                  <a:pt x="36" y="14063"/>
                </a:lnTo>
                <a:moveTo>
                  <a:pt x="36" y="14203"/>
                </a:moveTo>
                <a:lnTo>
                  <a:pt x="36" y="14272"/>
                </a:lnTo>
                <a:lnTo>
                  <a:pt x="0" y="14272"/>
                </a:lnTo>
                <a:lnTo>
                  <a:pt x="0" y="14203"/>
                </a:lnTo>
                <a:lnTo>
                  <a:pt x="36" y="14203"/>
                </a:lnTo>
                <a:moveTo>
                  <a:pt x="36" y="14342"/>
                </a:moveTo>
                <a:lnTo>
                  <a:pt x="36" y="14411"/>
                </a:lnTo>
                <a:lnTo>
                  <a:pt x="0" y="14411"/>
                </a:lnTo>
                <a:lnTo>
                  <a:pt x="0" y="14342"/>
                </a:lnTo>
                <a:lnTo>
                  <a:pt x="36" y="14342"/>
                </a:lnTo>
                <a:moveTo>
                  <a:pt x="36" y="14481"/>
                </a:moveTo>
                <a:lnTo>
                  <a:pt x="36" y="14551"/>
                </a:lnTo>
                <a:lnTo>
                  <a:pt x="0" y="14551"/>
                </a:lnTo>
                <a:lnTo>
                  <a:pt x="0" y="14481"/>
                </a:lnTo>
                <a:lnTo>
                  <a:pt x="36" y="14481"/>
                </a:lnTo>
                <a:moveTo>
                  <a:pt x="36" y="14620"/>
                </a:moveTo>
                <a:lnTo>
                  <a:pt x="36" y="14690"/>
                </a:lnTo>
                <a:lnTo>
                  <a:pt x="0" y="14690"/>
                </a:lnTo>
                <a:lnTo>
                  <a:pt x="0" y="14620"/>
                </a:lnTo>
                <a:lnTo>
                  <a:pt x="36" y="14620"/>
                </a:lnTo>
                <a:moveTo>
                  <a:pt x="36" y="14759"/>
                </a:moveTo>
                <a:lnTo>
                  <a:pt x="36" y="14829"/>
                </a:lnTo>
                <a:lnTo>
                  <a:pt x="0" y="14829"/>
                </a:lnTo>
                <a:lnTo>
                  <a:pt x="0" y="14759"/>
                </a:lnTo>
                <a:lnTo>
                  <a:pt x="36" y="14759"/>
                </a:lnTo>
                <a:moveTo>
                  <a:pt x="36" y="14899"/>
                </a:moveTo>
                <a:lnTo>
                  <a:pt x="36" y="14968"/>
                </a:lnTo>
                <a:lnTo>
                  <a:pt x="0" y="14968"/>
                </a:lnTo>
                <a:lnTo>
                  <a:pt x="0" y="14899"/>
                </a:lnTo>
                <a:lnTo>
                  <a:pt x="36" y="14899"/>
                </a:lnTo>
                <a:moveTo>
                  <a:pt x="36" y="15038"/>
                </a:moveTo>
                <a:lnTo>
                  <a:pt x="36" y="15108"/>
                </a:lnTo>
                <a:lnTo>
                  <a:pt x="0" y="15108"/>
                </a:lnTo>
                <a:lnTo>
                  <a:pt x="0" y="15038"/>
                </a:lnTo>
                <a:lnTo>
                  <a:pt x="36" y="15038"/>
                </a:lnTo>
                <a:moveTo>
                  <a:pt x="36" y="15177"/>
                </a:moveTo>
                <a:lnTo>
                  <a:pt x="36" y="15247"/>
                </a:lnTo>
                <a:lnTo>
                  <a:pt x="0" y="15247"/>
                </a:lnTo>
                <a:lnTo>
                  <a:pt x="0" y="15177"/>
                </a:lnTo>
                <a:lnTo>
                  <a:pt x="36" y="15177"/>
                </a:lnTo>
                <a:moveTo>
                  <a:pt x="36" y="15316"/>
                </a:moveTo>
                <a:lnTo>
                  <a:pt x="36" y="15386"/>
                </a:lnTo>
                <a:lnTo>
                  <a:pt x="0" y="15386"/>
                </a:lnTo>
                <a:lnTo>
                  <a:pt x="0" y="15316"/>
                </a:lnTo>
                <a:lnTo>
                  <a:pt x="36" y="15316"/>
                </a:lnTo>
                <a:moveTo>
                  <a:pt x="36" y="15456"/>
                </a:moveTo>
                <a:lnTo>
                  <a:pt x="36" y="15525"/>
                </a:lnTo>
                <a:lnTo>
                  <a:pt x="0" y="15525"/>
                </a:lnTo>
                <a:lnTo>
                  <a:pt x="0" y="15456"/>
                </a:lnTo>
                <a:lnTo>
                  <a:pt x="36" y="15456"/>
                </a:lnTo>
                <a:moveTo>
                  <a:pt x="36" y="15595"/>
                </a:moveTo>
                <a:lnTo>
                  <a:pt x="36" y="15664"/>
                </a:lnTo>
                <a:lnTo>
                  <a:pt x="0" y="15664"/>
                </a:lnTo>
                <a:lnTo>
                  <a:pt x="0" y="15595"/>
                </a:lnTo>
                <a:lnTo>
                  <a:pt x="36" y="15595"/>
                </a:lnTo>
                <a:moveTo>
                  <a:pt x="36" y="15734"/>
                </a:moveTo>
                <a:lnTo>
                  <a:pt x="36" y="15804"/>
                </a:lnTo>
                <a:lnTo>
                  <a:pt x="0" y="15804"/>
                </a:lnTo>
                <a:lnTo>
                  <a:pt x="0" y="15734"/>
                </a:lnTo>
                <a:lnTo>
                  <a:pt x="36" y="15734"/>
                </a:lnTo>
                <a:moveTo>
                  <a:pt x="36" y="15873"/>
                </a:moveTo>
                <a:lnTo>
                  <a:pt x="36" y="15943"/>
                </a:lnTo>
                <a:lnTo>
                  <a:pt x="0" y="15943"/>
                </a:lnTo>
                <a:lnTo>
                  <a:pt x="0" y="15873"/>
                </a:lnTo>
                <a:lnTo>
                  <a:pt x="36" y="15873"/>
                </a:lnTo>
                <a:moveTo>
                  <a:pt x="36" y="16013"/>
                </a:moveTo>
                <a:lnTo>
                  <a:pt x="36" y="16082"/>
                </a:lnTo>
                <a:lnTo>
                  <a:pt x="0" y="16082"/>
                </a:lnTo>
                <a:lnTo>
                  <a:pt x="0" y="16013"/>
                </a:lnTo>
                <a:lnTo>
                  <a:pt x="36" y="16013"/>
                </a:lnTo>
                <a:moveTo>
                  <a:pt x="36" y="16152"/>
                </a:moveTo>
                <a:lnTo>
                  <a:pt x="36" y="16221"/>
                </a:lnTo>
                <a:lnTo>
                  <a:pt x="0" y="16221"/>
                </a:lnTo>
                <a:lnTo>
                  <a:pt x="0" y="16152"/>
                </a:lnTo>
                <a:lnTo>
                  <a:pt x="36" y="16152"/>
                </a:lnTo>
                <a:moveTo>
                  <a:pt x="36" y="16291"/>
                </a:moveTo>
                <a:lnTo>
                  <a:pt x="36" y="16361"/>
                </a:lnTo>
                <a:lnTo>
                  <a:pt x="0" y="16361"/>
                </a:lnTo>
                <a:lnTo>
                  <a:pt x="0" y="16291"/>
                </a:lnTo>
                <a:lnTo>
                  <a:pt x="36" y="16291"/>
                </a:lnTo>
                <a:moveTo>
                  <a:pt x="36" y="16430"/>
                </a:moveTo>
                <a:lnTo>
                  <a:pt x="36" y="16500"/>
                </a:lnTo>
                <a:lnTo>
                  <a:pt x="0" y="16500"/>
                </a:lnTo>
                <a:lnTo>
                  <a:pt x="0" y="16430"/>
                </a:lnTo>
                <a:lnTo>
                  <a:pt x="36" y="16430"/>
                </a:lnTo>
                <a:moveTo>
                  <a:pt x="36" y="16569"/>
                </a:moveTo>
                <a:lnTo>
                  <a:pt x="36" y="16639"/>
                </a:lnTo>
                <a:lnTo>
                  <a:pt x="0" y="16639"/>
                </a:lnTo>
                <a:lnTo>
                  <a:pt x="0" y="16569"/>
                </a:lnTo>
                <a:lnTo>
                  <a:pt x="36" y="16569"/>
                </a:lnTo>
                <a:moveTo>
                  <a:pt x="36" y="16709"/>
                </a:moveTo>
                <a:lnTo>
                  <a:pt x="36" y="16778"/>
                </a:lnTo>
                <a:lnTo>
                  <a:pt x="0" y="16778"/>
                </a:lnTo>
                <a:lnTo>
                  <a:pt x="0" y="16709"/>
                </a:lnTo>
                <a:lnTo>
                  <a:pt x="36" y="16709"/>
                </a:lnTo>
                <a:moveTo>
                  <a:pt x="36" y="16848"/>
                </a:moveTo>
                <a:lnTo>
                  <a:pt x="36" y="16918"/>
                </a:lnTo>
                <a:lnTo>
                  <a:pt x="0" y="16918"/>
                </a:lnTo>
                <a:lnTo>
                  <a:pt x="0" y="16848"/>
                </a:lnTo>
                <a:lnTo>
                  <a:pt x="36" y="16848"/>
                </a:lnTo>
                <a:moveTo>
                  <a:pt x="36" y="16987"/>
                </a:moveTo>
                <a:lnTo>
                  <a:pt x="36" y="17057"/>
                </a:lnTo>
                <a:lnTo>
                  <a:pt x="0" y="17057"/>
                </a:lnTo>
                <a:lnTo>
                  <a:pt x="0" y="16987"/>
                </a:lnTo>
                <a:lnTo>
                  <a:pt x="36" y="16987"/>
                </a:lnTo>
                <a:moveTo>
                  <a:pt x="36" y="17126"/>
                </a:moveTo>
                <a:lnTo>
                  <a:pt x="36" y="17196"/>
                </a:lnTo>
                <a:lnTo>
                  <a:pt x="0" y="17196"/>
                </a:lnTo>
                <a:lnTo>
                  <a:pt x="0" y="17126"/>
                </a:lnTo>
                <a:lnTo>
                  <a:pt x="36" y="17126"/>
                </a:lnTo>
                <a:moveTo>
                  <a:pt x="36" y="17266"/>
                </a:moveTo>
                <a:lnTo>
                  <a:pt x="36" y="17335"/>
                </a:lnTo>
                <a:lnTo>
                  <a:pt x="0" y="17335"/>
                </a:lnTo>
                <a:lnTo>
                  <a:pt x="0" y="17266"/>
                </a:lnTo>
                <a:lnTo>
                  <a:pt x="36" y="17266"/>
                </a:lnTo>
                <a:moveTo>
                  <a:pt x="36" y="17405"/>
                </a:moveTo>
                <a:lnTo>
                  <a:pt x="36" y="17474"/>
                </a:lnTo>
                <a:lnTo>
                  <a:pt x="0" y="17474"/>
                </a:lnTo>
                <a:lnTo>
                  <a:pt x="0" y="17405"/>
                </a:lnTo>
                <a:lnTo>
                  <a:pt x="36" y="17405"/>
                </a:lnTo>
                <a:moveTo>
                  <a:pt x="36" y="17544"/>
                </a:moveTo>
                <a:lnTo>
                  <a:pt x="36" y="17614"/>
                </a:lnTo>
                <a:lnTo>
                  <a:pt x="0" y="17614"/>
                </a:lnTo>
                <a:lnTo>
                  <a:pt x="0" y="17544"/>
                </a:lnTo>
                <a:lnTo>
                  <a:pt x="36" y="17544"/>
                </a:lnTo>
                <a:moveTo>
                  <a:pt x="36" y="17683"/>
                </a:moveTo>
                <a:lnTo>
                  <a:pt x="36" y="17753"/>
                </a:lnTo>
                <a:lnTo>
                  <a:pt x="0" y="17753"/>
                </a:lnTo>
                <a:lnTo>
                  <a:pt x="0" y="17683"/>
                </a:lnTo>
                <a:lnTo>
                  <a:pt x="36" y="17683"/>
                </a:lnTo>
                <a:moveTo>
                  <a:pt x="36" y="17823"/>
                </a:moveTo>
                <a:lnTo>
                  <a:pt x="36" y="17892"/>
                </a:lnTo>
                <a:lnTo>
                  <a:pt x="0" y="17892"/>
                </a:lnTo>
                <a:lnTo>
                  <a:pt x="0" y="17823"/>
                </a:lnTo>
                <a:lnTo>
                  <a:pt x="36" y="17823"/>
                </a:lnTo>
                <a:moveTo>
                  <a:pt x="36" y="17962"/>
                </a:moveTo>
                <a:lnTo>
                  <a:pt x="36" y="18031"/>
                </a:lnTo>
                <a:lnTo>
                  <a:pt x="0" y="18031"/>
                </a:lnTo>
                <a:lnTo>
                  <a:pt x="0" y="17962"/>
                </a:lnTo>
                <a:lnTo>
                  <a:pt x="36" y="17962"/>
                </a:lnTo>
                <a:moveTo>
                  <a:pt x="36" y="18101"/>
                </a:moveTo>
                <a:lnTo>
                  <a:pt x="36" y="18171"/>
                </a:lnTo>
                <a:lnTo>
                  <a:pt x="0" y="18171"/>
                </a:lnTo>
                <a:lnTo>
                  <a:pt x="0" y="18101"/>
                </a:lnTo>
                <a:lnTo>
                  <a:pt x="36" y="18101"/>
                </a:lnTo>
                <a:moveTo>
                  <a:pt x="36" y="18240"/>
                </a:moveTo>
                <a:lnTo>
                  <a:pt x="36" y="18310"/>
                </a:lnTo>
                <a:lnTo>
                  <a:pt x="0" y="18310"/>
                </a:lnTo>
                <a:lnTo>
                  <a:pt x="0" y="18240"/>
                </a:lnTo>
                <a:lnTo>
                  <a:pt x="36" y="18240"/>
                </a:lnTo>
                <a:moveTo>
                  <a:pt x="36" y="18379"/>
                </a:moveTo>
                <a:lnTo>
                  <a:pt x="36" y="18449"/>
                </a:lnTo>
                <a:lnTo>
                  <a:pt x="0" y="18449"/>
                </a:lnTo>
                <a:lnTo>
                  <a:pt x="0" y="18379"/>
                </a:lnTo>
                <a:lnTo>
                  <a:pt x="36" y="18379"/>
                </a:lnTo>
                <a:moveTo>
                  <a:pt x="36" y="18519"/>
                </a:moveTo>
                <a:lnTo>
                  <a:pt x="36" y="18588"/>
                </a:lnTo>
                <a:lnTo>
                  <a:pt x="0" y="18588"/>
                </a:lnTo>
                <a:lnTo>
                  <a:pt x="0" y="18519"/>
                </a:lnTo>
                <a:lnTo>
                  <a:pt x="36" y="18519"/>
                </a:lnTo>
                <a:moveTo>
                  <a:pt x="36" y="18658"/>
                </a:moveTo>
                <a:lnTo>
                  <a:pt x="36" y="18728"/>
                </a:lnTo>
                <a:lnTo>
                  <a:pt x="0" y="18728"/>
                </a:lnTo>
                <a:lnTo>
                  <a:pt x="0" y="18658"/>
                </a:lnTo>
                <a:lnTo>
                  <a:pt x="36" y="18658"/>
                </a:lnTo>
                <a:moveTo>
                  <a:pt x="36" y="18797"/>
                </a:moveTo>
                <a:lnTo>
                  <a:pt x="36" y="18867"/>
                </a:lnTo>
                <a:lnTo>
                  <a:pt x="0" y="18867"/>
                </a:lnTo>
                <a:lnTo>
                  <a:pt x="0" y="18797"/>
                </a:lnTo>
                <a:lnTo>
                  <a:pt x="36" y="18797"/>
                </a:lnTo>
                <a:moveTo>
                  <a:pt x="36" y="18936"/>
                </a:moveTo>
                <a:lnTo>
                  <a:pt x="36" y="19006"/>
                </a:lnTo>
                <a:lnTo>
                  <a:pt x="0" y="19006"/>
                </a:lnTo>
                <a:lnTo>
                  <a:pt x="0" y="18936"/>
                </a:lnTo>
                <a:lnTo>
                  <a:pt x="36" y="18936"/>
                </a:lnTo>
                <a:moveTo>
                  <a:pt x="36" y="19076"/>
                </a:moveTo>
                <a:lnTo>
                  <a:pt x="36" y="19145"/>
                </a:lnTo>
                <a:lnTo>
                  <a:pt x="0" y="19145"/>
                </a:lnTo>
                <a:lnTo>
                  <a:pt x="0" y="19076"/>
                </a:lnTo>
                <a:lnTo>
                  <a:pt x="36" y="19076"/>
                </a:lnTo>
                <a:moveTo>
                  <a:pt x="36" y="19215"/>
                </a:moveTo>
                <a:lnTo>
                  <a:pt x="36" y="19284"/>
                </a:lnTo>
                <a:lnTo>
                  <a:pt x="0" y="19284"/>
                </a:lnTo>
                <a:lnTo>
                  <a:pt x="0" y="19215"/>
                </a:lnTo>
                <a:lnTo>
                  <a:pt x="36" y="19215"/>
                </a:lnTo>
                <a:moveTo>
                  <a:pt x="36" y="19354"/>
                </a:moveTo>
                <a:lnTo>
                  <a:pt x="36" y="19424"/>
                </a:lnTo>
                <a:lnTo>
                  <a:pt x="0" y="19424"/>
                </a:lnTo>
                <a:lnTo>
                  <a:pt x="0" y="19354"/>
                </a:lnTo>
                <a:lnTo>
                  <a:pt x="36" y="19354"/>
                </a:lnTo>
                <a:moveTo>
                  <a:pt x="36" y="19493"/>
                </a:moveTo>
                <a:lnTo>
                  <a:pt x="36" y="19563"/>
                </a:lnTo>
                <a:lnTo>
                  <a:pt x="0" y="19563"/>
                </a:lnTo>
                <a:lnTo>
                  <a:pt x="0" y="19493"/>
                </a:lnTo>
                <a:lnTo>
                  <a:pt x="36" y="19493"/>
                </a:lnTo>
                <a:moveTo>
                  <a:pt x="36" y="19633"/>
                </a:moveTo>
                <a:lnTo>
                  <a:pt x="36" y="19702"/>
                </a:lnTo>
                <a:lnTo>
                  <a:pt x="0" y="19702"/>
                </a:lnTo>
                <a:lnTo>
                  <a:pt x="0" y="19633"/>
                </a:lnTo>
                <a:lnTo>
                  <a:pt x="36" y="19633"/>
                </a:lnTo>
                <a:moveTo>
                  <a:pt x="36" y="19772"/>
                </a:moveTo>
                <a:lnTo>
                  <a:pt x="36" y="19841"/>
                </a:lnTo>
                <a:lnTo>
                  <a:pt x="0" y="19841"/>
                </a:lnTo>
                <a:lnTo>
                  <a:pt x="0" y="19772"/>
                </a:lnTo>
                <a:lnTo>
                  <a:pt x="36" y="19772"/>
                </a:lnTo>
                <a:moveTo>
                  <a:pt x="36" y="19911"/>
                </a:moveTo>
                <a:lnTo>
                  <a:pt x="36" y="19981"/>
                </a:lnTo>
                <a:lnTo>
                  <a:pt x="0" y="19981"/>
                </a:lnTo>
                <a:lnTo>
                  <a:pt x="0" y="19911"/>
                </a:lnTo>
                <a:lnTo>
                  <a:pt x="36" y="19911"/>
                </a:lnTo>
                <a:moveTo>
                  <a:pt x="36" y="20050"/>
                </a:moveTo>
                <a:lnTo>
                  <a:pt x="36" y="20120"/>
                </a:lnTo>
                <a:lnTo>
                  <a:pt x="0" y="20120"/>
                </a:lnTo>
                <a:lnTo>
                  <a:pt x="0" y="20050"/>
                </a:lnTo>
                <a:lnTo>
                  <a:pt x="36" y="20050"/>
                </a:lnTo>
                <a:moveTo>
                  <a:pt x="36" y="20189"/>
                </a:moveTo>
                <a:lnTo>
                  <a:pt x="36" y="20259"/>
                </a:lnTo>
                <a:lnTo>
                  <a:pt x="0" y="20259"/>
                </a:lnTo>
                <a:lnTo>
                  <a:pt x="0" y="20189"/>
                </a:lnTo>
                <a:lnTo>
                  <a:pt x="36" y="20189"/>
                </a:lnTo>
                <a:moveTo>
                  <a:pt x="36" y="20329"/>
                </a:moveTo>
                <a:lnTo>
                  <a:pt x="36" y="20398"/>
                </a:lnTo>
                <a:lnTo>
                  <a:pt x="0" y="20398"/>
                </a:lnTo>
                <a:lnTo>
                  <a:pt x="0" y="20329"/>
                </a:lnTo>
                <a:lnTo>
                  <a:pt x="36" y="20329"/>
                </a:lnTo>
                <a:moveTo>
                  <a:pt x="36" y="20468"/>
                </a:moveTo>
                <a:lnTo>
                  <a:pt x="36" y="20538"/>
                </a:lnTo>
                <a:lnTo>
                  <a:pt x="0" y="20538"/>
                </a:lnTo>
                <a:lnTo>
                  <a:pt x="0" y="20468"/>
                </a:lnTo>
                <a:lnTo>
                  <a:pt x="36" y="20468"/>
                </a:lnTo>
                <a:moveTo>
                  <a:pt x="36" y="20607"/>
                </a:moveTo>
                <a:lnTo>
                  <a:pt x="36" y="20677"/>
                </a:lnTo>
                <a:lnTo>
                  <a:pt x="0" y="20677"/>
                </a:lnTo>
                <a:lnTo>
                  <a:pt x="0" y="20607"/>
                </a:lnTo>
                <a:lnTo>
                  <a:pt x="36" y="20607"/>
                </a:lnTo>
                <a:moveTo>
                  <a:pt x="36" y="20746"/>
                </a:moveTo>
                <a:lnTo>
                  <a:pt x="36" y="20816"/>
                </a:lnTo>
                <a:lnTo>
                  <a:pt x="0" y="20816"/>
                </a:lnTo>
                <a:lnTo>
                  <a:pt x="0" y="20746"/>
                </a:lnTo>
                <a:lnTo>
                  <a:pt x="36" y="20746"/>
                </a:lnTo>
                <a:moveTo>
                  <a:pt x="36" y="20886"/>
                </a:moveTo>
                <a:lnTo>
                  <a:pt x="36" y="20932"/>
                </a:lnTo>
                <a:lnTo>
                  <a:pt x="0" y="20932"/>
                </a:lnTo>
                <a:lnTo>
                  <a:pt x="0" y="20886"/>
                </a:lnTo>
                <a:lnTo>
                  <a:pt x="36" y="20886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5" name=""/>
          <p:cNvSpPr/>
          <p:nvPr/>
        </p:nvSpPr>
        <p:spPr>
          <a:xfrm>
            <a:off x="986040" y="1733400"/>
            <a:ext cx="12960" cy="8445960"/>
          </a:xfrm>
          <a:custGeom>
            <a:avLst/>
            <a:gdLst/>
            <a:ahLst/>
            <a:rect l="0" t="0" r="r" b="b"/>
            <a:pathLst>
              <a:path w="36" h="23461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8"/>
                </a:moveTo>
                <a:lnTo>
                  <a:pt x="36" y="348"/>
                </a:lnTo>
                <a:lnTo>
                  <a:pt x="0" y="348"/>
                </a:lnTo>
                <a:lnTo>
                  <a:pt x="0" y="278"/>
                </a:lnTo>
                <a:lnTo>
                  <a:pt x="36" y="278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6"/>
                </a:lnTo>
                <a:lnTo>
                  <a:pt x="0" y="766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5"/>
                </a:lnTo>
                <a:lnTo>
                  <a:pt x="0" y="905"/>
                </a:lnTo>
                <a:lnTo>
                  <a:pt x="0" y="835"/>
                </a:lnTo>
                <a:lnTo>
                  <a:pt x="36" y="835"/>
                </a:lnTo>
                <a:moveTo>
                  <a:pt x="36" y="975"/>
                </a:moveTo>
                <a:lnTo>
                  <a:pt x="36" y="1044"/>
                </a:lnTo>
                <a:lnTo>
                  <a:pt x="0" y="1044"/>
                </a:lnTo>
                <a:lnTo>
                  <a:pt x="0" y="975"/>
                </a:lnTo>
                <a:lnTo>
                  <a:pt x="36" y="975"/>
                </a:lnTo>
                <a:moveTo>
                  <a:pt x="36" y="1114"/>
                </a:moveTo>
                <a:lnTo>
                  <a:pt x="36" y="1183"/>
                </a:lnTo>
                <a:lnTo>
                  <a:pt x="0" y="1183"/>
                </a:lnTo>
                <a:lnTo>
                  <a:pt x="0" y="1114"/>
                </a:lnTo>
                <a:lnTo>
                  <a:pt x="36" y="1114"/>
                </a:lnTo>
                <a:moveTo>
                  <a:pt x="36" y="1253"/>
                </a:moveTo>
                <a:lnTo>
                  <a:pt x="36" y="1323"/>
                </a:lnTo>
                <a:lnTo>
                  <a:pt x="0" y="1323"/>
                </a:lnTo>
                <a:lnTo>
                  <a:pt x="0" y="1253"/>
                </a:lnTo>
                <a:lnTo>
                  <a:pt x="36" y="1253"/>
                </a:lnTo>
                <a:moveTo>
                  <a:pt x="36" y="1392"/>
                </a:moveTo>
                <a:lnTo>
                  <a:pt x="36" y="1462"/>
                </a:lnTo>
                <a:lnTo>
                  <a:pt x="0" y="1462"/>
                </a:lnTo>
                <a:lnTo>
                  <a:pt x="0" y="1392"/>
                </a:lnTo>
                <a:lnTo>
                  <a:pt x="36" y="1392"/>
                </a:lnTo>
                <a:moveTo>
                  <a:pt x="36" y="1531"/>
                </a:moveTo>
                <a:lnTo>
                  <a:pt x="36" y="1601"/>
                </a:lnTo>
                <a:lnTo>
                  <a:pt x="0" y="1601"/>
                </a:lnTo>
                <a:lnTo>
                  <a:pt x="0" y="1531"/>
                </a:lnTo>
                <a:lnTo>
                  <a:pt x="36" y="1531"/>
                </a:lnTo>
                <a:moveTo>
                  <a:pt x="36" y="1671"/>
                </a:moveTo>
                <a:lnTo>
                  <a:pt x="36" y="1740"/>
                </a:lnTo>
                <a:lnTo>
                  <a:pt x="0" y="1740"/>
                </a:lnTo>
                <a:lnTo>
                  <a:pt x="0" y="1671"/>
                </a:lnTo>
                <a:lnTo>
                  <a:pt x="36" y="1671"/>
                </a:lnTo>
                <a:moveTo>
                  <a:pt x="36" y="1810"/>
                </a:moveTo>
                <a:lnTo>
                  <a:pt x="36" y="1880"/>
                </a:lnTo>
                <a:lnTo>
                  <a:pt x="0" y="1880"/>
                </a:lnTo>
                <a:lnTo>
                  <a:pt x="0" y="1810"/>
                </a:lnTo>
                <a:lnTo>
                  <a:pt x="36" y="1810"/>
                </a:lnTo>
                <a:moveTo>
                  <a:pt x="36" y="1949"/>
                </a:moveTo>
                <a:lnTo>
                  <a:pt x="36" y="2019"/>
                </a:lnTo>
                <a:lnTo>
                  <a:pt x="0" y="2019"/>
                </a:lnTo>
                <a:lnTo>
                  <a:pt x="0" y="1949"/>
                </a:lnTo>
                <a:lnTo>
                  <a:pt x="36" y="1949"/>
                </a:lnTo>
                <a:moveTo>
                  <a:pt x="36" y="2088"/>
                </a:moveTo>
                <a:lnTo>
                  <a:pt x="36" y="2158"/>
                </a:lnTo>
                <a:lnTo>
                  <a:pt x="0" y="2158"/>
                </a:lnTo>
                <a:lnTo>
                  <a:pt x="0" y="2088"/>
                </a:lnTo>
                <a:lnTo>
                  <a:pt x="36" y="2088"/>
                </a:lnTo>
                <a:moveTo>
                  <a:pt x="36" y="2228"/>
                </a:moveTo>
                <a:lnTo>
                  <a:pt x="36" y="2297"/>
                </a:lnTo>
                <a:lnTo>
                  <a:pt x="0" y="2297"/>
                </a:lnTo>
                <a:lnTo>
                  <a:pt x="0" y="2228"/>
                </a:lnTo>
                <a:lnTo>
                  <a:pt x="36" y="2228"/>
                </a:lnTo>
                <a:moveTo>
                  <a:pt x="36" y="2367"/>
                </a:moveTo>
                <a:lnTo>
                  <a:pt x="36" y="2436"/>
                </a:lnTo>
                <a:lnTo>
                  <a:pt x="0" y="2436"/>
                </a:lnTo>
                <a:lnTo>
                  <a:pt x="0" y="2367"/>
                </a:lnTo>
                <a:lnTo>
                  <a:pt x="36" y="2367"/>
                </a:lnTo>
                <a:moveTo>
                  <a:pt x="36" y="2506"/>
                </a:moveTo>
                <a:lnTo>
                  <a:pt x="36" y="2576"/>
                </a:lnTo>
                <a:lnTo>
                  <a:pt x="0" y="2576"/>
                </a:lnTo>
                <a:lnTo>
                  <a:pt x="0" y="2506"/>
                </a:lnTo>
                <a:lnTo>
                  <a:pt x="36" y="2506"/>
                </a:lnTo>
                <a:moveTo>
                  <a:pt x="36" y="2645"/>
                </a:moveTo>
                <a:lnTo>
                  <a:pt x="36" y="2715"/>
                </a:lnTo>
                <a:lnTo>
                  <a:pt x="0" y="2715"/>
                </a:lnTo>
                <a:lnTo>
                  <a:pt x="0" y="2645"/>
                </a:lnTo>
                <a:lnTo>
                  <a:pt x="36" y="2645"/>
                </a:lnTo>
                <a:moveTo>
                  <a:pt x="36" y="2785"/>
                </a:moveTo>
                <a:lnTo>
                  <a:pt x="36" y="2854"/>
                </a:lnTo>
                <a:lnTo>
                  <a:pt x="0" y="2854"/>
                </a:lnTo>
                <a:lnTo>
                  <a:pt x="0" y="2785"/>
                </a:lnTo>
                <a:lnTo>
                  <a:pt x="36" y="2785"/>
                </a:lnTo>
                <a:moveTo>
                  <a:pt x="36" y="2924"/>
                </a:moveTo>
                <a:lnTo>
                  <a:pt x="36" y="2993"/>
                </a:lnTo>
                <a:lnTo>
                  <a:pt x="0" y="2993"/>
                </a:lnTo>
                <a:lnTo>
                  <a:pt x="0" y="2924"/>
                </a:lnTo>
                <a:lnTo>
                  <a:pt x="36" y="2924"/>
                </a:lnTo>
                <a:moveTo>
                  <a:pt x="36" y="3063"/>
                </a:moveTo>
                <a:lnTo>
                  <a:pt x="36" y="3133"/>
                </a:lnTo>
                <a:lnTo>
                  <a:pt x="0" y="3133"/>
                </a:lnTo>
                <a:lnTo>
                  <a:pt x="0" y="3063"/>
                </a:lnTo>
                <a:lnTo>
                  <a:pt x="36" y="3063"/>
                </a:lnTo>
                <a:moveTo>
                  <a:pt x="36" y="3202"/>
                </a:moveTo>
                <a:lnTo>
                  <a:pt x="36" y="3272"/>
                </a:lnTo>
                <a:lnTo>
                  <a:pt x="0" y="3272"/>
                </a:lnTo>
                <a:lnTo>
                  <a:pt x="0" y="3202"/>
                </a:lnTo>
                <a:lnTo>
                  <a:pt x="36" y="3202"/>
                </a:lnTo>
                <a:moveTo>
                  <a:pt x="36" y="3341"/>
                </a:moveTo>
                <a:lnTo>
                  <a:pt x="36" y="3411"/>
                </a:lnTo>
                <a:lnTo>
                  <a:pt x="0" y="3411"/>
                </a:lnTo>
                <a:lnTo>
                  <a:pt x="0" y="3341"/>
                </a:lnTo>
                <a:lnTo>
                  <a:pt x="36" y="3341"/>
                </a:lnTo>
                <a:moveTo>
                  <a:pt x="36" y="3481"/>
                </a:moveTo>
                <a:lnTo>
                  <a:pt x="36" y="3550"/>
                </a:lnTo>
                <a:lnTo>
                  <a:pt x="0" y="3550"/>
                </a:lnTo>
                <a:lnTo>
                  <a:pt x="0" y="3481"/>
                </a:lnTo>
                <a:lnTo>
                  <a:pt x="36" y="3481"/>
                </a:lnTo>
                <a:moveTo>
                  <a:pt x="36" y="3620"/>
                </a:moveTo>
                <a:lnTo>
                  <a:pt x="36" y="3690"/>
                </a:lnTo>
                <a:lnTo>
                  <a:pt x="0" y="3690"/>
                </a:lnTo>
                <a:lnTo>
                  <a:pt x="0" y="3620"/>
                </a:lnTo>
                <a:lnTo>
                  <a:pt x="36" y="3620"/>
                </a:lnTo>
                <a:moveTo>
                  <a:pt x="36" y="3759"/>
                </a:moveTo>
                <a:lnTo>
                  <a:pt x="36" y="3829"/>
                </a:lnTo>
                <a:lnTo>
                  <a:pt x="0" y="3829"/>
                </a:lnTo>
                <a:lnTo>
                  <a:pt x="0" y="3759"/>
                </a:lnTo>
                <a:lnTo>
                  <a:pt x="36" y="3759"/>
                </a:lnTo>
                <a:moveTo>
                  <a:pt x="36" y="3898"/>
                </a:moveTo>
                <a:lnTo>
                  <a:pt x="36" y="3968"/>
                </a:lnTo>
                <a:lnTo>
                  <a:pt x="0" y="3968"/>
                </a:lnTo>
                <a:lnTo>
                  <a:pt x="0" y="3898"/>
                </a:lnTo>
                <a:lnTo>
                  <a:pt x="36" y="3898"/>
                </a:lnTo>
                <a:moveTo>
                  <a:pt x="36" y="4038"/>
                </a:moveTo>
                <a:lnTo>
                  <a:pt x="36" y="4107"/>
                </a:lnTo>
                <a:lnTo>
                  <a:pt x="0" y="4107"/>
                </a:lnTo>
                <a:lnTo>
                  <a:pt x="0" y="4038"/>
                </a:lnTo>
                <a:lnTo>
                  <a:pt x="36" y="4038"/>
                </a:lnTo>
                <a:moveTo>
                  <a:pt x="36" y="4177"/>
                </a:moveTo>
                <a:lnTo>
                  <a:pt x="36" y="4246"/>
                </a:lnTo>
                <a:lnTo>
                  <a:pt x="0" y="4246"/>
                </a:lnTo>
                <a:lnTo>
                  <a:pt x="0" y="4177"/>
                </a:lnTo>
                <a:lnTo>
                  <a:pt x="36" y="4177"/>
                </a:lnTo>
                <a:moveTo>
                  <a:pt x="36" y="4316"/>
                </a:moveTo>
                <a:lnTo>
                  <a:pt x="36" y="4386"/>
                </a:lnTo>
                <a:lnTo>
                  <a:pt x="0" y="4386"/>
                </a:lnTo>
                <a:lnTo>
                  <a:pt x="0" y="4316"/>
                </a:lnTo>
                <a:lnTo>
                  <a:pt x="36" y="4316"/>
                </a:lnTo>
                <a:moveTo>
                  <a:pt x="36" y="4455"/>
                </a:moveTo>
                <a:lnTo>
                  <a:pt x="36" y="4525"/>
                </a:lnTo>
                <a:lnTo>
                  <a:pt x="0" y="4525"/>
                </a:lnTo>
                <a:lnTo>
                  <a:pt x="0" y="4455"/>
                </a:lnTo>
                <a:lnTo>
                  <a:pt x="36" y="4455"/>
                </a:lnTo>
                <a:moveTo>
                  <a:pt x="36" y="4595"/>
                </a:moveTo>
                <a:lnTo>
                  <a:pt x="36" y="4664"/>
                </a:lnTo>
                <a:lnTo>
                  <a:pt x="0" y="4664"/>
                </a:lnTo>
                <a:lnTo>
                  <a:pt x="0" y="4595"/>
                </a:lnTo>
                <a:lnTo>
                  <a:pt x="36" y="4595"/>
                </a:lnTo>
                <a:moveTo>
                  <a:pt x="36" y="4734"/>
                </a:moveTo>
                <a:lnTo>
                  <a:pt x="36" y="4803"/>
                </a:lnTo>
                <a:lnTo>
                  <a:pt x="0" y="4803"/>
                </a:lnTo>
                <a:lnTo>
                  <a:pt x="0" y="4734"/>
                </a:lnTo>
                <a:lnTo>
                  <a:pt x="36" y="4734"/>
                </a:lnTo>
                <a:moveTo>
                  <a:pt x="36" y="4873"/>
                </a:moveTo>
                <a:lnTo>
                  <a:pt x="36" y="4943"/>
                </a:lnTo>
                <a:lnTo>
                  <a:pt x="0" y="4943"/>
                </a:lnTo>
                <a:lnTo>
                  <a:pt x="0" y="4873"/>
                </a:lnTo>
                <a:lnTo>
                  <a:pt x="36" y="4873"/>
                </a:lnTo>
                <a:moveTo>
                  <a:pt x="36" y="5012"/>
                </a:moveTo>
                <a:lnTo>
                  <a:pt x="36" y="5082"/>
                </a:lnTo>
                <a:lnTo>
                  <a:pt x="0" y="5082"/>
                </a:lnTo>
                <a:lnTo>
                  <a:pt x="0" y="5012"/>
                </a:lnTo>
                <a:lnTo>
                  <a:pt x="36" y="5012"/>
                </a:lnTo>
                <a:moveTo>
                  <a:pt x="36" y="5151"/>
                </a:moveTo>
                <a:lnTo>
                  <a:pt x="36" y="5221"/>
                </a:lnTo>
                <a:lnTo>
                  <a:pt x="0" y="5221"/>
                </a:lnTo>
                <a:lnTo>
                  <a:pt x="0" y="5151"/>
                </a:lnTo>
                <a:lnTo>
                  <a:pt x="36" y="5151"/>
                </a:lnTo>
                <a:moveTo>
                  <a:pt x="36" y="5291"/>
                </a:moveTo>
                <a:lnTo>
                  <a:pt x="36" y="5360"/>
                </a:lnTo>
                <a:lnTo>
                  <a:pt x="0" y="5360"/>
                </a:lnTo>
                <a:lnTo>
                  <a:pt x="0" y="5291"/>
                </a:lnTo>
                <a:lnTo>
                  <a:pt x="36" y="5291"/>
                </a:lnTo>
                <a:moveTo>
                  <a:pt x="36" y="5430"/>
                </a:moveTo>
                <a:lnTo>
                  <a:pt x="36" y="5500"/>
                </a:lnTo>
                <a:lnTo>
                  <a:pt x="0" y="5500"/>
                </a:lnTo>
                <a:lnTo>
                  <a:pt x="0" y="5430"/>
                </a:lnTo>
                <a:lnTo>
                  <a:pt x="36" y="5430"/>
                </a:lnTo>
                <a:moveTo>
                  <a:pt x="36" y="5569"/>
                </a:moveTo>
                <a:lnTo>
                  <a:pt x="36" y="5639"/>
                </a:lnTo>
                <a:lnTo>
                  <a:pt x="0" y="5639"/>
                </a:lnTo>
                <a:lnTo>
                  <a:pt x="0" y="5569"/>
                </a:lnTo>
                <a:lnTo>
                  <a:pt x="36" y="5569"/>
                </a:lnTo>
                <a:moveTo>
                  <a:pt x="36" y="5708"/>
                </a:moveTo>
                <a:lnTo>
                  <a:pt x="36" y="5778"/>
                </a:lnTo>
                <a:lnTo>
                  <a:pt x="0" y="5778"/>
                </a:lnTo>
                <a:lnTo>
                  <a:pt x="0" y="5708"/>
                </a:lnTo>
                <a:lnTo>
                  <a:pt x="36" y="5708"/>
                </a:lnTo>
                <a:moveTo>
                  <a:pt x="36" y="5848"/>
                </a:moveTo>
                <a:lnTo>
                  <a:pt x="36" y="5917"/>
                </a:lnTo>
                <a:lnTo>
                  <a:pt x="0" y="5917"/>
                </a:lnTo>
                <a:lnTo>
                  <a:pt x="0" y="5848"/>
                </a:lnTo>
                <a:lnTo>
                  <a:pt x="36" y="5848"/>
                </a:lnTo>
                <a:moveTo>
                  <a:pt x="36" y="5987"/>
                </a:moveTo>
                <a:lnTo>
                  <a:pt x="36" y="6056"/>
                </a:lnTo>
                <a:lnTo>
                  <a:pt x="0" y="6056"/>
                </a:lnTo>
                <a:lnTo>
                  <a:pt x="0" y="5987"/>
                </a:lnTo>
                <a:lnTo>
                  <a:pt x="36" y="5987"/>
                </a:lnTo>
                <a:moveTo>
                  <a:pt x="36" y="6126"/>
                </a:moveTo>
                <a:lnTo>
                  <a:pt x="36" y="6196"/>
                </a:lnTo>
                <a:lnTo>
                  <a:pt x="0" y="6196"/>
                </a:lnTo>
                <a:lnTo>
                  <a:pt x="0" y="6126"/>
                </a:lnTo>
                <a:lnTo>
                  <a:pt x="36" y="6126"/>
                </a:lnTo>
                <a:moveTo>
                  <a:pt x="36" y="6265"/>
                </a:moveTo>
                <a:lnTo>
                  <a:pt x="36" y="6335"/>
                </a:lnTo>
                <a:lnTo>
                  <a:pt x="0" y="6335"/>
                </a:lnTo>
                <a:lnTo>
                  <a:pt x="0" y="6265"/>
                </a:lnTo>
                <a:lnTo>
                  <a:pt x="36" y="6265"/>
                </a:lnTo>
                <a:moveTo>
                  <a:pt x="36" y="6405"/>
                </a:moveTo>
                <a:lnTo>
                  <a:pt x="36" y="6474"/>
                </a:lnTo>
                <a:lnTo>
                  <a:pt x="0" y="6474"/>
                </a:lnTo>
                <a:lnTo>
                  <a:pt x="0" y="6405"/>
                </a:lnTo>
                <a:lnTo>
                  <a:pt x="36" y="6405"/>
                </a:lnTo>
                <a:moveTo>
                  <a:pt x="36" y="6544"/>
                </a:moveTo>
                <a:lnTo>
                  <a:pt x="36" y="6613"/>
                </a:lnTo>
                <a:lnTo>
                  <a:pt x="0" y="6613"/>
                </a:lnTo>
                <a:lnTo>
                  <a:pt x="0" y="6544"/>
                </a:lnTo>
                <a:lnTo>
                  <a:pt x="36" y="6544"/>
                </a:lnTo>
                <a:moveTo>
                  <a:pt x="36" y="6683"/>
                </a:moveTo>
                <a:lnTo>
                  <a:pt x="36" y="6753"/>
                </a:lnTo>
                <a:lnTo>
                  <a:pt x="0" y="6753"/>
                </a:lnTo>
                <a:lnTo>
                  <a:pt x="0" y="6683"/>
                </a:lnTo>
                <a:lnTo>
                  <a:pt x="36" y="6683"/>
                </a:lnTo>
                <a:moveTo>
                  <a:pt x="36" y="6822"/>
                </a:moveTo>
                <a:lnTo>
                  <a:pt x="36" y="6892"/>
                </a:lnTo>
                <a:lnTo>
                  <a:pt x="0" y="6892"/>
                </a:lnTo>
                <a:lnTo>
                  <a:pt x="0" y="6822"/>
                </a:lnTo>
                <a:lnTo>
                  <a:pt x="36" y="6822"/>
                </a:lnTo>
                <a:moveTo>
                  <a:pt x="36" y="6962"/>
                </a:moveTo>
                <a:lnTo>
                  <a:pt x="36" y="7032"/>
                </a:lnTo>
                <a:lnTo>
                  <a:pt x="0" y="7032"/>
                </a:lnTo>
                <a:lnTo>
                  <a:pt x="0" y="6962"/>
                </a:lnTo>
                <a:lnTo>
                  <a:pt x="36" y="6962"/>
                </a:lnTo>
                <a:moveTo>
                  <a:pt x="36" y="7102"/>
                </a:moveTo>
                <a:lnTo>
                  <a:pt x="36" y="7171"/>
                </a:lnTo>
                <a:lnTo>
                  <a:pt x="0" y="7171"/>
                </a:lnTo>
                <a:lnTo>
                  <a:pt x="0" y="7102"/>
                </a:lnTo>
                <a:lnTo>
                  <a:pt x="36" y="7102"/>
                </a:lnTo>
                <a:moveTo>
                  <a:pt x="36" y="7241"/>
                </a:moveTo>
                <a:lnTo>
                  <a:pt x="36" y="7311"/>
                </a:lnTo>
                <a:lnTo>
                  <a:pt x="0" y="7311"/>
                </a:lnTo>
                <a:lnTo>
                  <a:pt x="0" y="7241"/>
                </a:lnTo>
                <a:lnTo>
                  <a:pt x="36" y="7241"/>
                </a:lnTo>
                <a:moveTo>
                  <a:pt x="36" y="7380"/>
                </a:moveTo>
                <a:lnTo>
                  <a:pt x="36" y="7450"/>
                </a:lnTo>
                <a:lnTo>
                  <a:pt x="0" y="7450"/>
                </a:lnTo>
                <a:lnTo>
                  <a:pt x="0" y="7380"/>
                </a:lnTo>
                <a:lnTo>
                  <a:pt x="36" y="7380"/>
                </a:lnTo>
                <a:moveTo>
                  <a:pt x="36" y="7519"/>
                </a:moveTo>
                <a:lnTo>
                  <a:pt x="36" y="7589"/>
                </a:lnTo>
                <a:lnTo>
                  <a:pt x="0" y="7589"/>
                </a:lnTo>
                <a:lnTo>
                  <a:pt x="0" y="7519"/>
                </a:lnTo>
                <a:lnTo>
                  <a:pt x="36" y="7519"/>
                </a:lnTo>
                <a:moveTo>
                  <a:pt x="36" y="7659"/>
                </a:moveTo>
                <a:lnTo>
                  <a:pt x="36" y="7728"/>
                </a:lnTo>
                <a:lnTo>
                  <a:pt x="0" y="7728"/>
                </a:lnTo>
                <a:lnTo>
                  <a:pt x="0" y="7659"/>
                </a:lnTo>
                <a:lnTo>
                  <a:pt x="36" y="7659"/>
                </a:lnTo>
                <a:moveTo>
                  <a:pt x="36" y="7798"/>
                </a:moveTo>
                <a:lnTo>
                  <a:pt x="36" y="7867"/>
                </a:lnTo>
                <a:lnTo>
                  <a:pt x="0" y="7867"/>
                </a:lnTo>
                <a:lnTo>
                  <a:pt x="0" y="7798"/>
                </a:lnTo>
                <a:lnTo>
                  <a:pt x="36" y="7798"/>
                </a:lnTo>
                <a:moveTo>
                  <a:pt x="36" y="7937"/>
                </a:moveTo>
                <a:lnTo>
                  <a:pt x="36" y="8007"/>
                </a:lnTo>
                <a:lnTo>
                  <a:pt x="0" y="8007"/>
                </a:lnTo>
                <a:lnTo>
                  <a:pt x="0" y="7937"/>
                </a:lnTo>
                <a:lnTo>
                  <a:pt x="36" y="7937"/>
                </a:lnTo>
                <a:moveTo>
                  <a:pt x="36" y="8076"/>
                </a:moveTo>
                <a:lnTo>
                  <a:pt x="36" y="8146"/>
                </a:lnTo>
                <a:lnTo>
                  <a:pt x="0" y="8146"/>
                </a:lnTo>
                <a:lnTo>
                  <a:pt x="0" y="8076"/>
                </a:lnTo>
                <a:lnTo>
                  <a:pt x="36" y="8076"/>
                </a:lnTo>
                <a:moveTo>
                  <a:pt x="36" y="8216"/>
                </a:moveTo>
                <a:lnTo>
                  <a:pt x="36" y="8285"/>
                </a:lnTo>
                <a:lnTo>
                  <a:pt x="0" y="8285"/>
                </a:lnTo>
                <a:lnTo>
                  <a:pt x="0" y="8216"/>
                </a:lnTo>
                <a:lnTo>
                  <a:pt x="36" y="8216"/>
                </a:lnTo>
                <a:moveTo>
                  <a:pt x="36" y="8355"/>
                </a:moveTo>
                <a:lnTo>
                  <a:pt x="36" y="8424"/>
                </a:lnTo>
                <a:lnTo>
                  <a:pt x="0" y="8424"/>
                </a:lnTo>
                <a:lnTo>
                  <a:pt x="0" y="8355"/>
                </a:lnTo>
                <a:lnTo>
                  <a:pt x="36" y="8355"/>
                </a:lnTo>
                <a:moveTo>
                  <a:pt x="36" y="8494"/>
                </a:moveTo>
                <a:lnTo>
                  <a:pt x="36" y="8564"/>
                </a:lnTo>
                <a:lnTo>
                  <a:pt x="0" y="8564"/>
                </a:lnTo>
                <a:lnTo>
                  <a:pt x="0" y="8494"/>
                </a:lnTo>
                <a:lnTo>
                  <a:pt x="36" y="8494"/>
                </a:lnTo>
                <a:moveTo>
                  <a:pt x="36" y="8633"/>
                </a:moveTo>
                <a:lnTo>
                  <a:pt x="36" y="8703"/>
                </a:lnTo>
                <a:lnTo>
                  <a:pt x="0" y="8703"/>
                </a:lnTo>
                <a:lnTo>
                  <a:pt x="0" y="8633"/>
                </a:lnTo>
                <a:lnTo>
                  <a:pt x="36" y="8633"/>
                </a:lnTo>
                <a:moveTo>
                  <a:pt x="36" y="8773"/>
                </a:moveTo>
                <a:lnTo>
                  <a:pt x="36" y="8842"/>
                </a:lnTo>
                <a:lnTo>
                  <a:pt x="0" y="8842"/>
                </a:lnTo>
                <a:lnTo>
                  <a:pt x="0" y="8773"/>
                </a:lnTo>
                <a:lnTo>
                  <a:pt x="36" y="8773"/>
                </a:lnTo>
                <a:moveTo>
                  <a:pt x="36" y="8912"/>
                </a:moveTo>
                <a:lnTo>
                  <a:pt x="36" y="8981"/>
                </a:lnTo>
                <a:lnTo>
                  <a:pt x="0" y="8981"/>
                </a:lnTo>
                <a:lnTo>
                  <a:pt x="0" y="8912"/>
                </a:lnTo>
                <a:lnTo>
                  <a:pt x="36" y="8912"/>
                </a:lnTo>
                <a:moveTo>
                  <a:pt x="36" y="9051"/>
                </a:moveTo>
                <a:lnTo>
                  <a:pt x="36" y="9121"/>
                </a:lnTo>
                <a:lnTo>
                  <a:pt x="0" y="9121"/>
                </a:lnTo>
                <a:lnTo>
                  <a:pt x="0" y="9051"/>
                </a:lnTo>
                <a:lnTo>
                  <a:pt x="36" y="9051"/>
                </a:lnTo>
                <a:moveTo>
                  <a:pt x="36" y="9190"/>
                </a:moveTo>
                <a:lnTo>
                  <a:pt x="36" y="9260"/>
                </a:lnTo>
                <a:lnTo>
                  <a:pt x="0" y="9260"/>
                </a:lnTo>
                <a:lnTo>
                  <a:pt x="0" y="9190"/>
                </a:lnTo>
                <a:lnTo>
                  <a:pt x="36" y="9190"/>
                </a:lnTo>
                <a:moveTo>
                  <a:pt x="36" y="9329"/>
                </a:moveTo>
                <a:lnTo>
                  <a:pt x="36" y="9399"/>
                </a:lnTo>
                <a:lnTo>
                  <a:pt x="0" y="9399"/>
                </a:lnTo>
                <a:lnTo>
                  <a:pt x="0" y="9329"/>
                </a:lnTo>
                <a:lnTo>
                  <a:pt x="36" y="9329"/>
                </a:lnTo>
                <a:moveTo>
                  <a:pt x="36" y="9469"/>
                </a:moveTo>
                <a:lnTo>
                  <a:pt x="36" y="9538"/>
                </a:lnTo>
                <a:lnTo>
                  <a:pt x="0" y="9538"/>
                </a:lnTo>
                <a:lnTo>
                  <a:pt x="0" y="9469"/>
                </a:lnTo>
                <a:lnTo>
                  <a:pt x="36" y="9469"/>
                </a:lnTo>
                <a:moveTo>
                  <a:pt x="36" y="9608"/>
                </a:moveTo>
                <a:lnTo>
                  <a:pt x="36" y="9678"/>
                </a:lnTo>
                <a:lnTo>
                  <a:pt x="0" y="9678"/>
                </a:lnTo>
                <a:lnTo>
                  <a:pt x="0" y="9608"/>
                </a:lnTo>
                <a:lnTo>
                  <a:pt x="36" y="9608"/>
                </a:lnTo>
                <a:moveTo>
                  <a:pt x="36" y="9747"/>
                </a:moveTo>
                <a:lnTo>
                  <a:pt x="36" y="9817"/>
                </a:lnTo>
                <a:lnTo>
                  <a:pt x="0" y="9817"/>
                </a:lnTo>
                <a:lnTo>
                  <a:pt x="0" y="9747"/>
                </a:lnTo>
                <a:lnTo>
                  <a:pt x="36" y="9747"/>
                </a:lnTo>
                <a:moveTo>
                  <a:pt x="36" y="9886"/>
                </a:moveTo>
                <a:lnTo>
                  <a:pt x="36" y="9956"/>
                </a:lnTo>
                <a:lnTo>
                  <a:pt x="0" y="9956"/>
                </a:lnTo>
                <a:lnTo>
                  <a:pt x="0" y="9886"/>
                </a:lnTo>
                <a:lnTo>
                  <a:pt x="36" y="9886"/>
                </a:lnTo>
                <a:moveTo>
                  <a:pt x="36" y="10026"/>
                </a:moveTo>
                <a:lnTo>
                  <a:pt x="36" y="10095"/>
                </a:lnTo>
                <a:lnTo>
                  <a:pt x="0" y="10095"/>
                </a:lnTo>
                <a:lnTo>
                  <a:pt x="0" y="10026"/>
                </a:lnTo>
                <a:lnTo>
                  <a:pt x="36" y="10026"/>
                </a:lnTo>
                <a:moveTo>
                  <a:pt x="36" y="10165"/>
                </a:moveTo>
                <a:lnTo>
                  <a:pt x="36" y="10234"/>
                </a:lnTo>
                <a:lnTo>
                  <a:pt x="0" y="10234"/>
                </a:lnTo>
                <a:lnTo>
                  <a:pt x="0" y="10165"/>
                </a:lnTo>
                <a:lnTo>
                  <a:pt x="36" y="10165"/>
                </a:lnTo>
                <a:moveTo>
                  <a:pt x="36" y="10304"/>
                </a:moveTo>
                <a:lnTo>
                  <a:pt x="36" y="10374"/>
                </a:lnTo>
                <a:lnTo>
                  <a:pt x="0" y="10374"/>
                </a:lnTo>
                <a:lnTo>
                  <a:pt x="0" y="10304"/>
                </a:lnTo>
                <a:lnTo>
                  <a:pt x="36" y="10304"/>
                </a:lnTo>
                <a:moveTo>
                  <a:pt x="36" y="10443"/>
                </a:moveTo>
                <a:lnTo>
                  <a:pt x="36" y="10513"/>
                </a:lnTo>
                <a:lnTo>
                  <a:pt x="0" y="10513"/>
                </a:lnTo>
                <a:lnTo>
                  <a:pt x="0" y="10443"/>
                </a:lnTo>
                <a:lnTo>
                  <a:pt x="36" y="10443"/>
                </a:lnTo>
                <a:moveTo>
                  <a:pt x="36" y="10583"/>
                </a:moveTo>
                <a:lnTo>
                  <a:pt x="36" y="10652"/>
                </a:lnTo>
                <a:lnTo>
                  <a:pt x="0" y="10652"/>
                </a:lnTo>
                <a:lnTo>
                  <a:pt x="0" y="10583"/>
                </a:lnTo>
                <a:lnTo>
                  <a:pt x="36" y="10583"/>
                </a:lnTo>
                <a:moveTo>
                  <a:pt x="36" y="10722"/>
                </a:moveTo>
                <a:lnTo>
                  <a:pt x="36" y="10791"/>
                </a:lnTo>
                <a:lnTo>
                  <a:pt x="0" y="10791"/>
                </a:lnTo>
                <a:lnTo>
                  <a:pt x="0" y="10722"/>
                </a:lnTo>
                <a:lnTo>
                  <a:pt x="36" y="10722"/>
                </a:lnTo>
                <a:moveTo>
                  <a:pt x="36" y="10861"/>
                </a:moveTo>
                <a:lnTo>
                  <a:pt x="36" y="10931"/>
                </a:lnTo>
                <a:lnTo>
                  <a:pt x="0" y="10931"/>
                </a:lnTo>
                <a:lnTo>
                  <a:pt x="0" y="10861"/>
                </a:lnTo>
                <a:lnTo>
                  <a:pt x="36" y="10861"/>
                </a:lnTo>
                <a:moveTo>
                  <a:pt x="36" y="11000"/>
                </a:moveTo>
                <a:lnTo>
                  <a:pt x="36" y="11070"/>
                </a:lnTo>
                <a:lnTo>
                  <a:pt x="0" y="11070"/>
                </a:lnTo>
                <a:lnTo>
                  <a:pt x="0" y="11000"/>
                </a:lnTo>
                <a:lnTo>
                  <a:pt x="36" y="11000"/>
                </a:lnTo>
                <a:moveTo>
                  <a:pt x="36" y="11139"/>
                </a:moveTo>
                <a:lnTo>
                  <a:pt x="36" y="11209"/>
                </a:lnTo>
                <a:lnTo>
                  <a:pt x="0" y="11209"/>
                </a:lnTo>
                <a:lnTo>
                  <a:pt x="0" y="11139"/>
                </a:lnTo>
                <a:lnTo>
                  <a:pt x="36" y="11139"/>
                </a:lnTo>
                <a:moveTo>
                  <a:pt x="36" y="11279"/>
                </a:moveTo>
                <a:lnTo>
                  <a:pt x="36" y="11348"/>
                </a:lnTo>
                <a:lnTo>
                  <a:pt x="0" y="11348"/>
                </a:lnTo>
                <a:lnTo>
                  <a:pt x="0" y="11279"/>
                </a:lnTo>
                <a:lnTo>
                  <a:pt x="36" y="11279"/>
                </a:lnTo>
                <a:moveTo>
                  <a:pt x="36" y="11418"/>
                </a:moveTo>
                <a:lnTo>
                  <a:pt x="36" y="11488"/>
                </a:lnTo>
                <a:lnTo>
                  <a:pt x="0" y="11488"/>
                </a:lnTo>
                <a:lnTo>
                  <a:pt x="0" y="11418"/>
                </a:lnTo>
                <a:lnTo>
                  <a:pt x="36" y="11418"/>
                </a:lnTo>
                <a:moveTo>
                  <a:pt x="36" y="11557"/>
                </a:moveTo>
                <a:lnTo>
                  <a:pt x="36" y="11627"/>
                </a:lnTo>
                <a:lnTo>
                  <a:pt x="0" y="11627"/>
                </a:lnTo>
                <a:lnTo>
                  <a:pt x="0" y="11557"/>
                </a:lnTo>
                <a:lnTo>
                  <a:pt x="36" y="11557"/>
                </a:lnTo>
                <a:moveTo>
                  <a:pt x="36" y="11696"/>
                </a:moveTo>
                <a:lnTo>
                  <a:pt x="36" y="11766"/>
                </a:lnTo>
                <a:lnTo>
                  <a:pt x="0" y="11766"/>
                </a:lnTo>
                <a:lnTo>
                  <a:pt x="0" y="11696"/>
                </a:lnTo>
                <a:lnTo>
                  <a:pt x="36" y="11696"/>
                </a:lnTo>
                <a:moveTo>
                  <a:pt x="36" y="11836"/>
                </a:moveTo>
                <a:lnTo>
                  <a:pt x="36" y="11905"/>
                </a:lnTo>
                <a:lnTo>
                  <a:pt x="0" y="11905"/>
                </a:lnTo>
                <a:lnTo>
                  <a:pt x="0" y="11836"/>
                </a:lnTo>
                <a:lnTo>
                  <a:pt x="36" y="11836"/>
                </a:lnTo>
                <a:moveTo>
                  <a:pt x="36" y="11975"/>
                </a:moveTo>
                <a:lnTo>
                  <a:pt x="36" y="12044"/>
                </a:lnTo>
                <a:lnTo>
                  <a:pt x="0" y="12044"/>
                </a:lnTo>
                <a:lnTo>
                  <a:pt x="0" y="11975"/>
                </a:lnTo>
                <a:lnTo>
                  <a:pt x="36" y="11975"/>
                </a:lnTo>
                <a:moveTo>
                  <a:pt x="36" y="12114"/>
                </a:moveTo>
                <a:lnTo>
                  <a:pt x="36" y="12184"/>
                </a:lnTo>
                <a:lnTo>
                  <a:pt x="0" y="12184"/>
                </a:lnTo>
                <a:lnTo>
                  <a:pt x="0" y="12114"/>
                </a:lnTo>
                <a:lnTo>
                  <a:pt x="36" y="12114"/>
                </a:lnTo>
                <a:moveTo>
                  <a:pt x="36" y="12253"/>
                </a:moveTo>
                <a:lnTo>
                  <a:pt x="36" y="12323"/>
                </a:lnTo>
                <a:lnTo>
                  <a:pt x="0" y="12323"/>
                </a:lnTo>
                <a:lnTo>
                  <a:pt x="0" y="12253"/>
                </a:lnTo>
                <a:lnTo>
                  <a:pt x="36" y="12253"/>
                </a:lnTo>
                <a:moveTo>
                  <a:pt x="36" y="12393"/>
                </a:moveTo>
                <a:lnTo>
                  <a:pt x="36" y="12462"/>
                </a:lnTo>
                <a:lnTo>
                  <a:pt x="0" y="12462"/>
                </a:lnTo>
                <a:lnTo>
                  <a:pt x="0" y="12393"/>
                </a:lnTo>
                <a:lnTo>
                  <a:pt x="36" y="12393"/>
                </a:lnTo>
                <a:moveTo>
                  <a:pt x="36" y="12532"/>
                </a:moveTo>
                <a:lnTo>
                  <a:pt x="36" y="12601"/>
                </a:lnTo>
                <a:lnTo>
                  <a:pt x="0" y="12601"/>
                </a:lnTo>
                <a:lnTo>
                  <a:pt x="0" y="12532"/>
                </a:lnTo>
                <a:lnTo>
                  <a:pt x="36" y="12532"/>
                </a:lnTo>
                <a:moveTo>
                  <a:pt x="36" y="12671"/>
                </a:moveTo>
                <a:lnTo>
                  <a:pt x="36" y="12741"/>
                </a:lnTo>
                <a:lnTo>
                  <a:pt x="0" y="12741"/>
                </a:lnTo>
                <a:lnTo>
                  <a:pt x="0" y="12671"/>
                </a:lnTo>
                <a:lnTo>
                  <a:pt x="36" y="12671"/>
                </a:lnTo>
                <a:moveTo>
                  <a:pt x="36" y="12810"/>
                </a:moveTo>
                <a:lnTo>
                  <a:pt x="36" y="12880"/>
                </a:lnTo>
                <a:lnTo>
                  <a:pt x="0" y="12880"/>
                </a:lnTo>
                <a:lnTo>
                  <a:pt x="0" y="12810"/>
                </a:lnTo>
                <a:lnTo>
                  <a:pt x="36" y="12810"/>
                </a:lnTo>
                <a:moveTo>
                  <a:pt x="36" y="12949"/>
                </a:moveTo>
                <a:lnTo>
                  <a:pt x="36" y="13019"/>
                </a:lnTo>
                <a:lnTo>
                  <a:pt x="0" y="13019"/>
                </a:lnTo>
                <a:lnTo>
                  <a:pt x="0" y="12949"/>
                </a:lnTo>
                <a:lnTo>
                  <a:pt x="36" y="12949"/>
                </a:lnTo>
                <a:moveTo>
                  <a:pt x="36" y="13089"/>
                </a:moveTo>
                <a:lnTo>
                  <a:pt x="36" y="13158"/>
                </a:lnTo>
                <a:lnTo>
                  <a:pt x="0" y="13158"/>
                </a:lnTo>
                <a:lnTo>
                  <a:pt x="0" y="13089"/>
                </a:lnTo>
                <a:lnTo>
                  <a:pt x="36" y="13089"/>
                </a:lnTo>
                <a:moveTo>
                  <a:pt x="36" y="13228"/>
                </a:moveTo>
                <a:lnTo>
                  <a:pt x="36" y="13298"/>
                </a:lnTo>
                <a:lnTo>
                  <a:pt x="0" y="13298"/>
                </a:lnTo>
                <a:lnTo>
                  <a:pt x="0" y="13228"/>
                </a:lnTo>
                <a:lnTo>
                  <a:pt x="36" y="13228"/>
                </a:lnTo>
                <a:moveTo>
                  <a:pt x="36" y="13367"/>
                </a:moveTo>
                <a:lnTo>
                  <a:pt x="36" y="13437"/>
                </a:lnTo>
                <a:lnTo>
                  <a:pt x="0" y="13437"/>
                </a:lnTo>
                <a:lnTo>
                  <a:pt x="0" y="13367"/>
                </a:lnTo>
                <a:lnTo>
                  <a:pt x="36" y="13367"/>
                </a:lnTo>
                <a:moveTo>
                  <a:pt x="36" y="13506"/>
                </a:moveTo>
                <a:lnTo>
                  <a:pt x="36" y="13576"/>
                </a:lnTo>
                <a:lnTo>
                  <a:pt x="0" y="13576"/>
                </a:lnTo>
                <a:lnTo>
                  <a:pt x="0" y="13506"/>
                </a:lnTo>
                <a:lnTo>
                  <a:pt x="36" y="13506"/>
                </a:lnTo>
                <a:moveTo>
                  <a:pt x="36" y="13646"/>
                </a:moveTo>
                <a:lnTo>
                  <a:pt x="36" y="13715"/>
                </a:lnTo>
                <a:lnTo>
                  <a:pt x="0" y="13715"/>
                </a:lnTo>
                <a:lnTo>
                  <a:pt x="0" y="13646"/>
                </a:lnTo>
                <a:lnTo>
                  <a:pt x="36" y="13646"/>
                </a:lnTo>
                <a:moveTo>
                  <a:pt x="36" y="13785"/>
                </a:moveTo>
                <a:lnTo>
                  <a:pt x="36" y="13854"/>
                </a:lnTo>
                <a:lnTo>
                  <a:pt x="0" y="13854"/>
                </a:lnTo>
                <a:lnTo>
                  <a:pt x="0" y="13785"/>
                </a:lnTo>
                <a:lnTo>
                  <a:pt x="36" y="13785"/>
                </a:lnTo>
                <a:moveTo>
                  <a:pt x="36" y="13924"/>
                </a:moveTo>
                <a:lnTo>
                  <a:pt x="36" y="13994"/>
                </a:lnTo>
                <a:lnTo>
                  <a:pt x="0" y="13994"/>
                </a:lnTo>
                <a:lnTo>
                  <a:pt x="0" y="13924"/>
                </a:lnTo>
                <a:lnTo>
                  <a:pt x="36" y="13924"/>
                </a:lnTo>
                <a:moveTo>
                  <a:pt x="36" y="14063"/>
                </a:moveTo>
                <a:lnTo>
                  <a:pt x="36" y="14133"/>
                </a:lnTo>
                <a:lnTo>
                  <a:pt x="0" y="14133"/>
                </a:lnTo>
                <a:lnTo>
                  <a:pt x="0" y="14063"/>
                </a:lnTo>
                <a:lnTo>
                  <a:pt x="36" y="14063"/>
                </a:lnTo>
                <a:moveTo>
                  <a:pt x="36" y="14203"/>
                </a:moveTo>
                <a:lnTo>
                  <a:pt x="36" y="14272"/>
                </a:lnTo>
                <a:lnTo>
                  <a:pt x="0" y="14272"/>
                </a:lnTo>
                <a:lnTo>
                  <a:pt x="0" y="14203"/>
                </a:lnTo>
                <a:lnTo>
                  <a:pt x="36" y="14203"/>
                </a:lnTo>
                <a:moveTo>
                  <a:pt x="36" y="14342"/>
                </a:moveTo>
                <a:lnTo>
                  <a:pt x="36" y="14411"/>
                </a:lnTo>
                <a:lnTo>
                  <a:pt x="0" y="14411"/>
                </a:lnTo>
                <a:lnTo>
                  <a:pt x="0" y="14342"/>
                </a:lnTo>
                <a:lnTo>
                  <a:pt x="36" y="14342"/>
                </a:lnTo>
                <a:moveTo>
                  <a:pt x="36" y="14481"/>
                </a:moveTo>
                <a:lnTo>
                  <a:pt x="36" y="14551"/>
                </a:lnTo>
                <a:lnTo>
                  <a:pt x="0" y="14551"/>
                </a:lnTo>
                <a:lnTo>
                  <a:pt x="0" y="14481"/>
                </a:lnTo>
                <a:lnTo>
                  <a:pt x="36" y="14481"/>
                </a:lnTo>
                <a:moveTo>
                  <a:pt x="36" y="14620"/>
                </a:moveTo>
                <a:lnTo>
                  <a:pt x="36" y="14690"/>
                </a:lnTo>
                <a:lnTo>
                  <a:pt x="0" y="14690"/>
                </a:lnTo>
                <a:lnTo>
                  <a:pt x="0" y="14620"/>
                </a:lnTo>
                <a:lnTo>
                  <a:pt x="36" y="14620"/>
                </a:lnTo>
                <a:moveTo>
                  <a:pt x="36" y="14759"/>
                </a:moveTo>
                <a:lnTo>
                  <a:pt x="36" y="14829"/>
                </a:lnTo>
                <a:lnTo>
                  <a:pt x="0" y="14829"/>
                </a:lnTo>
                <a:lnTo>
                  <a:pt x="0" y="14759"/>
                </a:lnTo>
                <a:lnTo>
                  <a:pt x="36" y="14759"/>
                </a:lnTo>
                <a:moveTo>
                  <a:pt x="36" y="14899"/>
                </a:moveTo>
                <a:lnTo>
                  <a:pt x="36" y="14968"/>
                </a:lnTo>
                <a:lnTo>
                  <a:pt x="0" y="14968"/>
                </a:lnTo>
                <a:lnTo>
                  <a:pt x="0" y="14899"/>
                </a:lnTo>
                <a:lnTo>
                  <a:pt x="36" y="14899"/>
                </a:lnTo>
                <a:moveTo>
                  <a:pt x="36" y="15038"/>
                </a:moveTo>
                <a:lnTo>
                  <a:pt x="36" y="15108"/>
                </a:lnTo>
                <a:lnTo>
                  <a:pt x="0" y="15108"/>
                </a:lnTo>
                <a:lnTo>
                  <a:pt x="0" y="15038"/>
                </a:lnTo>
                <a:lnTo>
                  <a:pt x="36" y="15038"/>
                </a:lnTo>
                <a:moveTo>
                  <a:pt x="36" y="15177"/>
                </a:moveTo>
                <a:lnTo>
                  <a:pt x="36" y="15247"/>
                </a:lnTo>
                <a:lnTo>
                  <a:pt x="0" y="15247"/>
                </a:lnTo>
                <a:lnTo>
                  <a:pt x="0" y="15177"/>
                </a:lnTo>
                <a:lnTo>
                  <a:pt x="36" y="15177"/>
                </a:lnTo>
                <a:moveTo>
                  <a:pt x="36" y="15316"/>
                </a:moveTo>
                <a:lnTo>
                  <a:pt x="36" y="15386"/>
                </a:lnTo>
                <a:lnTo>
                  <a:pt x="0" y="15386"/>
                </a:lnTo>
                <a:lnTo>
                  <a:pt x="0" y="15316"/>
                </a:lnTo>
                <a:lnTo>
                  <a:pt x="36" y="15316"/>
                </a:lnTo>
                <a:moveTo>
                  <a:pt x="36" y="15456"/>
                </a:moveTo>
                <a:lnTo>
                  <a:pt x="36" y="15525"/>
                </a:lnTo>
                <a:lnTo>
                  <a:pt x="0" y="15525"/>
                </a:lnTo>
                <a:lnTo>
                  <a:pt x="0" y="15456"/>
                </a:lnTo>
                <a:lnTo>
                  <a:pt x="36" y="15456"/>
                </a:lnTo>
                <a:moveTo>
                  <a:pt x="36" y="15595"/>
                </a:moveTo>
                <a:lnTo>
                  <a:pt x="36" y="15664"/>
                </a:lnTo>
                <a:lnTo>
                  <a:pt x="0" y="15664"/>
                </a:lnTo>
                <a:lnTo>
                  <a:pt x="0" y="15595"/>
                </a:lnTo>
                <a:lnTo>
                  <a:pt x="36" y="15595"/>
                </a:lnTo>
                <a:moveTo>
                  <a:pt x="36" y="15734"/>
                </a:moveTo>
                <a:lnTo>
                  <a:pt x="36" y="15804"/>
                </a:lnTo>
                <a:lnTo>
                  <a:pt x="0" y="15804"/>
                </a:lnTo>
                <a:lnTo>
                  <a:pt x="0" y="15734"/>
                </a:lnTo>
                <a:lnTo>
                  <a:pt x="36" y="15734"/>
                </a:lnTo>
                <a:moveTo>
                  <a:pt x="36" y="15873"/>
                </a:moveTo>
                <a:lnTo>
                  <a:pt x="36" y="15943"/>
                </a:lnTo>
                <a:lnTo>
                  <a:pt x="0" y="15943"/>
                </a:lnTo>
                <a:lnTo>
                  <a:pt x="0" y="15873"/>
                </a:lnTo>
                <a:lnTo>
                  <a:pt x="36" y="15873"/>
                </a:lnTo>
                <a:moveTo>
                  <a:pt x="36" y="16013"/>
                </a:moveTo>
                <a:lnTo>
                  <a:pt x="36" y="16082"/>
                </a:lnTo>
                <a:lnTo>
                  <a:pt x="0" y="16082"/>
                </a:lnTo>
                <a:lnTo>
                  <a:pt x="0" y="16013"/>
                </a:lnTo>
                <a:lnTo>
                  <a:pt x="36" y="16013"/>
                </a:lnTo>
                <a:moveTo>
                  <a:pt x="36" y="16152"/>
                </a:moveTo>
                <a:lnTo>
                  <a:pt x="36" y="16221"/>
                </a:lnTo>
                <a:lnTo>
                  <a:pt x="0" y="16221"/>
                </a:lnTo>
                <a:lnTo>
                  <a:pt x="0" y="16152"/>
                </a:lnTo>
                <a:lnTo>
                  <a:pt x="36" y="16152"/>
                </a:lnTo>
                <a:moveTo>
                  <a:pt x="36" y="16291"/>
                </a:moveTo>
                <a:lnTo>
                  <a:pt x="36" y="16361"/>
                </a:lnTo>
                <a:lnTo>
                  <a:pt x="0" y="16361"/>
                </a:lnTo>
                <a:lnTo>
                  <a:pt x="0" y="16291"/>
                </a:lnTo>
                <a:lnTo>
                  <a:pt x="36" y="16291"/>
                </a:lnTo>
                <a:moveTo>
                  <a:pt x="36" y="16430"/>
                </a:moveTo>
                <a:lnTo>
                  <a:pt x="36" y="16500"/>
                </a:lnTo>
                <a:lnTo>
                  <a:pt x="0" y="16500"/>
                </a:lnTo>
                <a:lnTo>
                  <a:pt x="0" y="16430"/>
                </a:lnTo>
                <a:lnTo>
                  <a:pt x="36" y="16430"/>
                </a:lnTo>
                <a:moveTo>
                  <a:pt x="36" y="16569"/>
                </a:moveTo>
                <a:lnTo>
                  <a:pt x="36" y="16639"/>
                </a:lnTo>
                <a:lnTo>
                  <a:pt x="0" y="16639"/>
                </a:lnTo>
                <a:lnTo>
                  <a:pt x="0" y="16569"/>
                </a:lnTo>
                <a:lnTo>
                  <a:pt x="36" y="16569"/>
                </a:lnTo>
                <a:moveTo>
                  <a:pt x="36" y="16709"/>
                </a:moveTo>
                <a:lnTo>
                  <a:pt x="36" y="16778"/>
                </a:lnTo>
                <a:lnTo>
                  <a:pt x="0" y="16778"/>
                </a:lnTo>
                <a:lnTo>
                  <a:pt x="0" y="16709"/>
                </a:lnTo>
                <a:lnTo>
                  <a:pt x="36" y="16709"/>
                </a:lnTo>
                <a:moveTo>
                  <a:pt x="36" y="16848"/>
                </a:moveTo>
                <a:lnTo>
                  <a:pt x="36" y="16918"/>
                </a:lnTo>
                <a:lnTo>
                  <a:pt x="0" y="16918"/>
                </a:lnTo>
                <a:lnTo>
                  <a:pt x="0" y="16848"/>
                </a:lnTo>
                <a:lnTo>
                  <a:pt x="36" y="16848"/>
                </a:lnTo>
                <a:moveTo>
                  <a:pt x="36" y="16987"/>
                </a:moveTo>
                <a:lnTo>
                  <a:pt x="36" y="17057"/>
                </a:lnTo>
                <a:lnTo>
                  <a:pt x="0" y="17057"/>
                </a:lnTo>
                <a:lnTo>
                  <a:pt x="0" y="16987"/>
                </a:lnTo>
                <a:lnTo>
                  <a:pt x="36" y="16987"/>
                </a:lnTo>
                <a:moveTo>
                  <a:pt x="36" y="17126"/>
                </a:moveTo>
                <a:lnTo>
                  <a:pt x="36" y="17196"/>
                </a:lnTo>
                <a:lnTo>
                  <a:pt x="0" y="17196"/>
                </a:lnTo>
                <a:lnTo>
                  <a:pt x="0" y="17126"/>
                </a:lnTo>
                <a:lnTo>
                  <a:pt x="36" y="17126"/>
                </a:lnTo>
                <a:moveTo>
                  <a:pt x="36" y="17266"/>
                </a:moveTo>
                <a:lnTo>
                  <a:pt x="36" y="17335"/>
                </a:lnTo>
                <a:lnTo>
                  <a:pt x="0" y="17335"/>
                </a:lnTo>
                <a:lnTo>
                  <a:pt x="0" y="17266"/>
                </a:lnTo>
                <a:lnTo>
                  <a:pt x="36" y="17266"/>
                </a:lnTo>
                <a:moveTo>
                  <a:pt x="36" y="17405"/>
                </a:moveTo>
                <a:lnTo>
                  <a:pt x="36" y="17474"/>
                </a:lnTo>
                <a:lnTo>
                  <a:pt x="0" y="17474"/>
                </a:lnTo>
                <a:lnTo>
                  <a:pt x="0" y="17405"/>
                </a:lnTo>
                <a:lnTo>
                  <a:pt x="36" y="17405"/>
                </a:lnTo>
                <a:moveTo>
                  <a:pt x="36" y="17544"/>
                </a:moveTo>
                <a:lnTo>
                  <a:pt x="36" y="17614"/>
                </a:lnTo>
                <a:lnTo>
                  <a:pt x="0" y="17614"/>
                </a:lnTo>
                <a:lnTo>
                  <a:pt x="0" y="17544"/>
                </a:lnTo>
                <a:lnTo>
                  <a:pt x="36" y="17544"/>
                </a:lnTo>
                <a:moveTo>
                  <a:pt x="36" y="17683"/>
                </a:moveTo>
                <a:lnTo>
                  <a:pt x="36" y="17753"/>
                </a:lnTo>
                <a:lnTo>
                  <a:pt x="0" y="17753"/>
                </a:lnTo>
                <a:lnTo>
                  <a:pt x="0" y="17683"/>
                </a:lnTo>
                <a:lnTo>
                  <a:pt x="36" y="17683"/>
                </a:lnTo>
                <a:moveTo>
                  <a:pt x="36" y="17823"/>
                </a:moveTo>
                <a:lnTo>
                  <a:pt x="36" y="17892"/>
                </a:lnTo>
                <a:lnTo>
                  <a:pt x="0" y="17892"/>
                </a:lnTo>
                <a:lnTo>
                  <a:pt x="0" y="17823"/>
                </a:lnTo>
                <a:lnTo>
                  <a:pt x="36" y="17823"/>
                </a:lnTo>
                <a:moveTo>
                  <a:pt x="36" y="17962"/>
                </a:moveTo>
                <a:lnTo>
                  <a:pt x="36" y="18031"/>
                </a:lnTo>
                <a:lnTo>
                  <a:pt x="0" y="18031"/>
                </a:lnTo>
                <a:lnTo>
                  <a:pt x="0" y="17962"/>
                </a:lnTo>
                <a:lnTo>
                  <a:pt x="36" y="17962"/>
                </a:lnTo>
                <a:moveTo>
                  <a:pt x="36" y="18101"/>
                </a:moveTo>
                <a:lnTo>
                  <a:pt x="36" y="18171"/>
                </a:lnTo>
                <a:lnTo>
                  <a:pt x="0" y="18171"/>
                </a:lnTo>
                <a:lnTo>
                  <a:pt x="0" y="18101"/>
                </a:lnTo>
                <a:lnTo>
                  <a:pt x="36" y="18101"/>
                </a:lnTo>
                <a:moveTo>
                  <a:pt x="36" y="18240"/>
                </a:moveTo>
                <a:lnTo>
                  <a:pt x="36" y="18310"/>
                </a:lnTo>
                <a:lnTo>
                  <a:pt x="0" y="18310"/>
                </a:lnTo>
                <a:lnTo>
                  <a:pt x="0" y="18240"/>
                </a:lnTo>
                <a:lnTo>
                  <a:pt x="36" y="18240"/>
                </a:lnTo>
                <a:moveTo>
                  <a:pt x="36" y="18379"/>
                </a:moveTo>
                <a:lnTo>
                  <a:pt x="36" y="18449"/>
                </a:lnTo>
                <a:lnTo>
                  <a:pt x="0" y="18449"/>
                </a:lnTo>
                <a:lnTo>
                  <a:pt x="0" y="18379"/>
                </a:lnTo>
                <a:lnTo>
                  <a:pt x="36" y="18379"/>
                </a:lnTo>
                <a:moveTo>
                  <a:pt x="36" y="18519"/>
                </a:moveTo>
                <a:lnTo>
                  <a:pt x="36" y="18588"/>
                </a:lnTo>
                <a:lnTo>
                  <a:pt x="0" y="18588"/>
                </a:lnTo>
                <a:lnTo>
                  <a:pt x="0" y="18519"/>
                </a:lnTo>
                <a:lnTo>
                  <a:pt x="36" y="18519"/>
                </a:lnTo>
                <a:moveTo>
                  <a:pt x="36" y="18658"/>
                </a:moveTo>
                <a:lnTo>
                  <a:pt x="36" y="18728"/>
                </a:lnTo>
                <a:lnTo>
                  <a:pt x="0" y="18728"/>
                </a:lnTo>
                <a:lnTo>
                  <a:pt x="0" y="18658"/>
                </a:lnTo>
                <a:lnTo>
                  <a:pt x="36" y="18658"/>
                </a:lnTo>
                <a:moveTo>
                  <a:pt x="36" y="18797"/>
                </a:moveTo>
                <a:lnTo>
                  <a:pt x="36" y="18867"/>
                </a:lnTo>
                <a:lnTo>
                  <a:pt x="0" y="18867"/>
                </a:lnTo>
                <a:lnTo>
                  <a:pt x="0" y="18797"/>
                </a:lnTo>
                <a:lnTo>
                  <a:pt x="36" y="18797"/>
                </a:lnTo>
                <a:moveTo>
                  <a:pt x="36" y="18936"/>
                </a:moveTo>
                <a:lnTo>
                  <a:pt x="36" y="19006"/>
                </a:lnTo>
                <a:lnTo>
                  <a:pt x="0" y="19006"/>
                </a:lnTo>
                <a:lnTo>
                  <a:pt x="0" y="18936"/>
                </a:lnTo>
                <a:lnTo>
                  <a:pt x="36" y="18936"/>
                </a:lnTo>
                <a:moveTo>
                  <a:pt x="36" y="19076"/>
                </a:moveTo>
                <a:lnTo>
                  <a:pt x="36" y="19145"/>
                </a:lnTo>
                <a:lnTo>
                  <a:pt x="0" y="19145"/>
                </a:lnTo>
                <a:lnTo>
                  <a:pt x="0" y="19076"/>
                </a:lnTo>
                <a:lnTo>
                  <a:pt x="36" y="19076"/>
                </a:lnTo>
                <a:moveTo>
                  <a:pt x="36" y="19215"/>
                </a:moveTo>
                <a:lnTo>
                  <a:pt x="36" y="19284"/>
                </a:lnTo>
                <a:lnTo>
                  <a:pt x="0" y="19284"/>
                </a:lnTo>
                <a:lnTo>
                  <a:pt x="0" y="19215"/>
                </a:lnTo>
                <a:lnTo>
                  <a:pt x="36" y="19215"/>
                </a:lnTo>
                <a:moveTo>
                  <a:pt x="36" y="19354"/>
                </a:moveTo>
                <a:lnTo>
                  <a:pt x="36" y="19424"/>
                </a:lnTo>
                <a:lnTo>
                  <a:pt x="0" y="19424"/>
                </a:lnTo>
                <a:lnTo>
                  <a:pt x="0" y="19354"/>
                </a:lnTo>
                <a:lnTo>
                  <a:pt x="36" y="19354"/>
                </a:lnTo>
                <a:moveTo>
                  <a:pt x="36" y="19493"/>
                </a:moveTo>
                <a:lnTo>
                  <a:pt x="36" y="19563"/>
                </a:lnTo>
                <a:lnTo>
                  <a:pt x="0" y="19563"/>
                </a:lnTo>
                <a:lnTo>
                  <a:pt x="0" y="19493"/>
                </a:lnTo>
                <a:lnTo>
                  <a:pt x="36" y="19493"/>
                </a:lnTo>
                <a:moveTo>
                  <a:pt x="36" y="19633"/>
                </a:moveTo>
                <a:lnTo>
                  <a:pt x="36" y="19702"/>
                </a:lnTo>
                <a:lnTo>
                  <a:pt x="0" y="19702"/>
                </a:lnTo>
                <a:lnTo>
                  <a:pt x="0" y="19633"/>
                </a:lnTo>
                <a:lnTo>
                  <a:pt x="36" y="19633"/>
                </a:lnTo>
                <a:moveTo>
                  <a:pt x="36" y="19772"/>
                </a:moveTo>
                <a:lnTo>
                  <a:pt x="36" y="19841"/>
                </a:lnTo>
                <a:lnTo>
                  <a:pt x="0" y="19841"/>
                </a:lnTo>
                <a:lnTo>
                  <a:pt x="0" y="19772"/>
                </a:lnTo>
                <a:lnTo>
                  <a:pt x="36" y="19772"/>
                </a:lnTo>
                <a:moveTo>
                  <a:pt x="36" y="19911"/>
                </a:moveTo>
                <a:lnTo>
                  <a:pt x="36" y="19981"/>
                </a:lnTo>
                <a:lnTo>
                  <a:pt x="0" y="19981"/>
                </a:lnTo>
                <a:lnTo>
                  <a:pt x="0" y="19911"/>
                </a:lnTo>
                <a:lnTo>
                  <a:pt x="36" y="19911"/>
                </a:lnTo>
                <a:moveTo>
                  <a:pt x="36" y="20050"/>
                </a:moveTo>
                <a:lnTo>
                  <a:pt x="36" y="20120"/>
                </a:lnTo>
                <a:lnTo>
                  <a:pt x="0" y="20120"/>
                </a:lnTo>
                <a:lnTo>
                  <a:pt x="0" y="20050"/>
                </a:lnTo>
                <a:lnTo>
                  <a:pt x="36" y="20050"/>
                </a:lnTo>
                <a:moveTo>
                  <a:pt x="36" y="20189"/>
                </a:moveTo>
                <a:lnTo>
                  <a:pt x="36" y="20259"/>
                </a:lnTo>
                <a:lnTo>
                  <a:pt x="0" y="20259"/>
                </a:lnTo>
                <a:lnTo>
                  <a:pt x="0" y="20189"/>
                </a:lnTo>
                <a:lnTo>
                  <a:pt x="36" y="20189"/>
                </a:lnTo>
                <a:moveTo>
                  <a:pt x="36" y="20329"/>
                </a:moveTo>
                <a:lnTo>
                  <a:pt x="36" y="20398"/>
                </a:lnTo>
                <a:lnTo>
                  <a:pt x="0" y="20398"/>
                </a:lnTo>
                <a:lnTo>
                  <a:pt x="0" y="20329"/>
                </a:lnTo>
                <a:lnTo>
                  <a:pt x="36" y="20329"/>
                </a:lnTo>
                <a:moveTo>
                  <a:pt x="36" y="20468"/>
                </a:moveTo>
                <a:lnTo>
                  <a:pt x="36" y="20538"/>
                </a:lnTo>
                <a:lnTo>
                  <a:pt x="0" y="20538"/>
                </a:lnTo>
                <a:lnTo>
                  <a:pt x="0" y="20468"/>
                </a:lnTo>
                <a:lnTo>
                  <a:pt x="36" y="20468"/>
                </a:lnTo>
                <a:moveTo>
                  <a:pt x="36" y="20607"/>
                </a:moveTo>
                <a:lnTo>
                  <a:pt x="36" y="20677"/>
                </a:lnTo>
                <a:lnTo>
                  <a:pt x="0" y="20677"/>
                </a:lnTo>
                <a:lnTo>
                  <a:pt x="0" y="20607"/>
                </a:lnTo>
                <a:lnTo>
                  <a:pt x="36" y="20607"/>
                </a:lnTo>
                <a:moveTo>
                  <a:pt x="36" y="20746"/>
                </a:moveTo>
                <a:lnTo>
                  <a:pt x="36" y="20816"/>
                </a:lnTo>
                <a:lnTo>
                  <a:pt x="0" y="20816"/>
                </a:lnTo>
                <a:lnTo>
                  <a:pt x="0" y="20746"/>
                </a:lnTo>
                <a:lnTo>
                  <a:pt x="36" y="20746"/>
                </a:lnTo>
                <a:moveTo>
                  <a:pt x="36" y="20886"/>
                </a:moveTo>
                <a:lnTo>
                  <a:pt x="36" y="20955"/>
                </a:lnTo>
                <a:lnTo>
                  <a:pt x="0" y="20955"/>
                </a:lnTo>
                <a:lnTo>
                  <a:pt x="0" y="20886"/>
                </a:lnTo>
                <a:lnTo>
                  <a:pt x="36" y="20886"/>
                </a:lnTo>
                <a:moveTo>
                  <a:pt x="36" y="21025"/>
                </a:moveTo>
                <a:lnTo>
                  <a:pt x="36" y="21094"/>
                </a:lnTo>
                <a:lnTo>
                  <a:pt x="0" y="21094"/>
                </a:lnTo>
                <a:lnTo>
                  <a:pt x="0" y="21025"/>
                </a:lnTo>
                <a:lnTo>
                  <a:pt x="36" y="21025"/>
                </a:lnTo>
                <a:moveTo>
                  <a:pt x="36" y="21164"/>
                </a:moveTo>
                <a:lnTo>
                  <a:pt x="36" y="21234"/>
                </a:lnTo>
                <a:lnTo>
                  <a:pt x="0" y="21234"/>
                </a:lnTo>
                <a:lnTo>
                  <a:pt x="0" y="21164"/>
                </a:lnTo>
                <a:lnTo>
                  <a:pt x="36" y="21164"/>
                </a:lnTo>
                <a:moveTo>
                  <a:pt x="36" y="21303"/>
                </a:moveTo>
                <a:lnTo>
                  <a:pt x="36" y="21373"/>
                </a:lnTo>
                <a:lnTo>
                  <a:pt x="0" y="21373"/>
                </a:lnTo>
                <a:lnTo>
                  <a:pt x="0" y="21303"/>
                </a:lnTo>
                <a:lnTo>
                  <a:pt x="36" y="21303"/>
                </a:lnTo>
                <a:moveTo>
                  <a:pt x="36" y="21443"/>
                </a:moveTo>
                <a:lnTo>
                  <a:pt x="36" y="21512"/>
                </a:lnTo>
                <a:lnTo>
                  <a:pt x="0" y="21512"/>
                </a:lnTo>
                <a:lnTo>
                  <a:pt x="0" y="21443"/>
                </a:lnTo>
                <a:lnTo>
                  <a:pt x="36" y="21443"/>
                </a:lnTo>
                <a:moveTo>
                  <a:pt x="36" y="21582"/>
                </a:moveTo>
                <a:lnTo>
                  <a:pt x="36" y="21651"/>
                </a:lnTo>
                <a:lnTo>
                  <a:pt x="0" y="21651"/>
                </a:lnTo>
                <a:lnTo>
                  <a:pt x="0" y="21582"/>
                </a:lnTo>
                <a:lnTo>
                  <a:pt x="36" y="21582"/>
                </a:lnTo>
                <a:moveTo>
                  <a:pt x="36" y="21721"/>
                </a:moveTo>
                <a:lnTo>
                  <a:pt x="36" y="21791"/>
                </a:lnTo>
                <a:lnTo>
                  <a:pt x="0" y="21791"/>
                </a:lnTo>
                <a:lnTo>
                  <a:pt x="0" y="21721"/>
                </a:lnTo>
                <a:lnTo>
                  <a:pt x="36" y="21721"/>
                </a:lnTo>
                <a:moveTo>
                  <a:pt x="36" y="21860"/>
                </a:moveTo>
                <a:lnTo>
                  <a:pt x="36" y="21930"/>
                </a:lnTo>
                <a:lnTo>
                  <a:pt x="0" y="21930"/>
                </a:lnTo>
                <a:lnTo>
                  <a:pt x="0" y="21860"/>
                </a:lnTo>
                <a:lnTo>
                  <a:pt x="36" y="21860"/>
                </a:lnTo>
                <a:moveTo>
                  <a:pt x="36" y="22000"/>
                </a:moveTo>
                <a:lnTo>
                  <a:pt x="36" y="22069"/>
                </a:lnTo>
                <a:lnTo>
                  <a:pt x="0" y="22069"/>
                </a:lnTo>
                <a:lnTo>
                  <a:pt x="0" y="22000"/>
                </a:lnTo>
                <a:lnTo>
                  <a:pt x="36" y="22000"/>
                </a:lnTo>
                <a:moveTo>
                  <a:pt x="36" y="22139"/>
                </a:moveTo>
                <a:lnTo>
                  <a:pt x="36" y="22208"/>
                </a:lnTo>
                <a:lnTo>
                  <a:pt x="0" y="22208"/>
                </a:lnTo>
                <a:lnTo>
                  <a:pt x="0" y="22139"/>
                </a:lnTo>
                <a:lnTo>
                  <a:pt x="36" y="22139"/>
                </a:lnTo>
                <a:moveTo>
                  <a:pt x="36" y="22278"/>
                </a:moveTo>
                <a:lnTo>
                  <a:pt x="36" y="22348"/>
                </a:lnTo>
                <a:lnTo>
                  <a:pt x="0" y="22348"/>
                </a:lnTo>
                <a:lnTo>
                  <a:pt x="0" y="22278"/>
                </a:lnTo>
                <a:lnTo>
                  <a:pt x="36" y="22278"/>
                </a:lnTo>
                <a:moveTo>
                  <a:pt x="36" y="22417"/>
                </a:moveTo>
                <a:lnTo>
                  <a:pt x="36" y="22487"/>
                </a:lnTo>
                <a:lnTo>
                  <a:pt x="0" y="22487"/>
                </a:lnTo>
                <a:lnTo>
                  <a:pt x="0" y="22417"/>
                </a:lnTo>
                <a:lnTo>
                  <a:pt x="36" y="22417"/>
                </a:lnTo>
                <a:moveTo>
                  <a:pt x="36" y="22556"/>
                </a:moveTo>
                <a:lnTo>
                  <a:pt x="36" y="22626"/>
                </a:lnTo>
                <a:lnTo>
                  <a:pt x="0" y="22626"/>
                </a:lnTo>
                <a:lnTo>
                  <a:pt x="0" y="22556"/>
                </a:lnTo>
                <a:lnTo>
                  <a:pt x="36" y="22556"/>
                </a:lnTo>
                <a:moveTo>
                  <a:pt x="36" y="22696"/>
                </a:moveTo>
                <a:lnTo>
                  <a:pt x="36" y="22765"/>
                </a:lnTo>
                <a:lnTo>
                  <a:pt x="0" y="22765"/>
                </a:lnTo>
                <a:lnTo>
                  <a:pt x="0" y="22696"/>
                </a:lnTo>
                <a:lnTo>
                  <a:pt x="36" y="22696"/>
                </a:lnTo>
                <a:moveTo>
                  <a:pt x="36" y="22835"/>
                </a:moveTo>
                <a:lnTo>
                  <a:pt x="36" y="22905"/>
                </a:lnTo>
                <a:lnTo>
                  <a:pt x="0" y="22905"/>
                </a:lnTo>
                <a:lnTo>
                  <a:pt x="0" y="22835"/>
                </a:lnTo>
                <a:lnTo>
                  <a:pt x="36" y="22835"/>
                </a:lnTo>
                <a:moveTo>
                  <a:pt x="36" y="22974"/>
                </a:moveTo>
                <a:lnTo>
                  <a:pt x="36" y="23044"/>
                </a:lnTo>
                <a:lnTo>
                  <a:pt x="0" y="23044"/>
                </a:lnTo>
                <a:lnTo>
                  <a:pt x="0" y="22974"/>
                </a:lnTo>
                <a:lnTo>
                  <a:pt x="36" y="22974"/>
                </a:lnTo>
                <a:moveTo>
                  <a:pt x="36" y="23113"/>
                </a:moveTo>
                <a:lnTo>
                  <a:pt x="36" y="23183"/>
                </a:lnTo>
                <a:lnTo>
                  <a:pt x="0" y="23183"/>
                </a:lnTo>
                <a:lnTo>
                  <a:pt x="0" y="23113"/>
                </a:lnTo>
                <a:lnTo>
                  <a:pt x="36" y="23113"/>
                </a:lnTo>
                <a:moveTo>
                  <a:pt x="36" y="23253"/>
                </a:moveTo>
                <a:lnTo>
                  <a:pt x="36" y="23322"/>
                </a:lnTo>
                <a:lnTo>
                  <a:pt x="0" y="23322"/>
                </a:lnTo>
                <a:lnTo>
                  <a:pt x="0" y="23253"/>
                </a:lnTo>
                <a:lnTo>
                  <a:pt x="36" y="23253"/>
                </a:lnTo>
                <a:moveTo>
                  <a:pt x="36" y="23392"/>
                </a:moveTo>
                <a:lnTo>
                  <a:pt x="36" y="23461"/>
                </a:lnTo>
                <a:lnTo>
                  <a:pt x="0" y="23461"/>
                </a:lnTo>
                <a:lnTo>
                  <a:pt x="0" y="23392"/>
                </a:lnTo>
                <a:lnTo>
                  <a:pt x="36" y="23392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6" name=""/>
          <p:cNvSpPr/>
          <p:nvPr/>
        </p:nvSpPr>
        <p:spPr>
          <a:xfrm>
            <a:off x="791640" y="1733400"/>
            <a:ext cx="7074000" cy="835560"/>
          </a:xfrm>
          <a:custGeom>
            <a:avLst/>
            <a:gdLst/>
            <a:ahLst/>
            <a:rect l="0" t="0" r="r" b="b"/>
            <a:pathLst>
              <a:path w="19650" h="2321">
                <a:moveTo>
                  <a:pt x="0" y="0"/>
                </a:moveTo>
                <a:lnTo>
                  <a:pt x="19650" y="0"/>
                </a:lnTo>
                <a:lnTo>
                  <a:pt x="19650" y="2321"/>
                </a:lnTo>
                <a:lnTo>
                  <a:pt x="0" y="2321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7" name=""/>
          <p:cNvSpPr/>
          <p:nvPr/>
        </p:nvSpPr>
        <p:spPr>
          <a:xfrm>
            <a:off x="791640" y="1733400"/>
            <a:ext cx="7074000" cy="835560"/>
          </a:xfrm>
          <a:custGeom>
            <a:avLst/>
            <a:gdLst/>
            <a:ahLst/>
            <a:rect l="0" t="0" r="r" b="b"/>
            <a:pathLst>
              <a:path w="19650" h="2321">
                <a:moveTo>
                  <a:pt x="0" y="0"/>
                </a:moveTo>
                <a:lnTo>
                  <a:pt x="19650" y="0"/>
                </a:lnTo>
                <a:lnTo>
                  <a:pt x="19650" y="2321"/>
                </a:lnTo>
                <a:lnTo>
                  <a:pt x="0" y="2321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8" name=""/>
          <p:cNvSpPr/>
          <p:nvPr/>
        </p:nvSpPr>
        <p:spPr>
          <a:xfrm>
            <a:off x="7698240" y="1800360"/>
            <a:ext cx="100440" cy="83880"/>
          </a:xfrm>
          <a:custGeom>
            <a:avLst/>
            <a:gdLst/>
            <a:ahLst/>
            <a:rect l="0" t="0" r="r" b="b"/>
            <a:pathLst>
              <a:path w="279" h="233">
                <a:moveTo>
                  <a:pt x="0" y="0"/>
                </a:moveTo>
                <a:lnTo>
                  <a:pt x="279" y="0"/>
                </a:lnTo>
                <a:lnTo>
                  <a:pt x="279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9" name=""/>
          <p:cNvSpPr/>
          <p:nvPr/>
        </p:nvSpPr>
        <p:spPr>
          <a:xfrm>
            <a:off x="7698240" y="1829520"/>
            <a:ext cx="10008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0" name=""/>
          <p:cNvSpPr txBox="1"/>
          <p:nvPr/>
        </p:nvSpPr>
        <p:spPr>
          <a:xfrm>
            <a:off x="624600" y="1490040"/>
            <a:ext cx="31690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na: Grofmazig resultaat publiceren naar de onderwijscatalogus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875520" y="1791000"/>
            <a:ext cx="6620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2" name=""/>
          <p:cNvSpPr/>
          <p:nvPr/>
        </p:nvSpPr>
        <p:spPr>
          <a:xfrm>
            <a:off x="908640" y="2084400"/>
            <a:ext cx="6145920" cy="401040"/>
          </a:xfrm>
          <a:custGeom>
            <a:avLst/>
            <a:gdLst/>
            <a:ahLst/>
            <a:rect l="0" t="0" r="r" b="b"/>
            <a:pathLst>
              <a:path w="17072" h="1114">
                <a:moveTo>
                  <a:pt x="0" y="0"/>
                </a:moveTo>
                <a:lnTo>
                  <a:pt x="17072" y="0"/>
                </a:lnTo>
                <a:lnTo>
                  <a:pt x="17072" y="1114"/>
                </a:lnTo>
                <a:lnTo>
                  <a:pt x="0" y="111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3" name=""/>
          <p:cNvSpPr/>
          <p:nvPr/>
        </p:nvSpPr>
        <p:spPr>
          <a:xfrm>
            <a:off x="908640" y="2084400"/>
            <a:ext cx="6145920" cy="401040"/>
          </a:xfrm>
          <a:custGeom>
            <a:avLst/>
            <a:gdLst/>
            <a:ahLst/>
            <a:rect l="0" t="0" r="r" b="b"/>
            <a:pathLst>
              <a:path w="17072" h="1114">
                <a:moveTo>
                  <a:pt x="0" y="0"/>
                </a:moveTo>
                <a:lnTo>
                  <a:pt x="17072" y="0"/>
                </a:lnTo>
                <a:lnTo>
                  <a:pt x="17072" y="1114"/>
                </a:lnTo>
                <a:lnTo>
                  <a:pt x="0" y="1114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4" name=""/>
          <p:cNvSpPr/>
          <p:nvPr/>
        </p:nvSpPr>
        <p:spPr>
          <a:xfrm>
            <a:off x="6887160" y="2151000"/>
            <a:ext cx="100440" cy="83880"/>
          </a:xfrm>
          <a:custGeom>
            <a:avLst/>
            <a:gdLst/>
            <a:ahLst/>
            <a:rect l="0" t="0" r="r" b="b"/>
            <a:pathLst>
              <a:path w="279" h="233">
                <a:moveTo>
                  <a:pt x="0" y="0"/>
                </a:moveTo>
                <a:lnTo>
                  <a:pt x="279" y="0"/>
                </a:lnTo>
                <a:lnTo>
                  <a:pt x="279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5" name=""/>
          <p:cNvSpPr/>
          <p:nvPr/>
        </p:nvSpPr>
        <p:spPr>
          <a:xfrm>
            <a:off x="6887160" y="2180160"/>
            <a:ext cx="10008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6" name=""/>
          <p:cNvSpPr txBox="1"/>
          <p:nvPr/>
        </p:nvSpPr>
        <p:spPr>
          <a:xfrm>
            <a:off x="875520" y="1925640"/>
            <a:ext cx="61639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Biedt farmaceutische patiëntenzorg in een levensechte apotheekomgeving (kerntaakniveau)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992520" y="2141640"/>
            <a:ext cx="6620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Leeruitkomst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8" name=""/>
          <p:cNvSpPr/>
          <p:nvPr/>
        </p:nvSpPr>
        <p:spPr>
          <a:xfrm>
            <a:off x="791640" y="2802600"/>
            <a:ext cx="3904920" cy="1913400"/>
          </a:xfrm>
          <a:custGeom>
            <a:avLst/>
            <a:gdLst/>
            <a:ahLst/>
            <a:rect l="0" t="0" r="r" b="b"/>
            <a:pathLst>
              <a:path w="10847" h="5315">
                <a:moveTo>
                  <a:pt x="0" y="0"/>
                </a:moveTo>
                <a:lnTo>
                  <a:pt x="10847" y="0"/>
                </a:lnTo>
                <a:lnTo>
                  <a:pt x="10847" y="5315"/>
                </a:lnTo>
                <a:lnTo>
                  <a:pt x="0" y="5315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9" name=""/>
          <p:cNvSpPr/>
          <p:nvPr/>
        </p:nvSpPr>
        <p:spPr>
          <a:xfrm>
            <a:off x="787320" y="2798640"/>
            <a:ext cx="3913560" cy="1921680"/>
          </a:xfrm>
          <a:custGeom>
            <a:avLst/>
            <a:gdLst/>
            <a:ahLst/>
            <a:rect l="0" t="0" r="r" b="b"/>
            <a:pathLst>
              <a:path w="10871" h="5338">
                <a:moveTo>
                  <a:pt x="198" y="0"/>
                </a:moveTo>
                <a:lnTo>
                  <a:pt x="314" y="0"/>
                </a:lnTo>
                <a:lnTo>
                  <a:pt x="314" y="23"/>
                </a:lnTo>
                <a:lnTo>
                  <a:pt x="198" y="23"/>
                </a:lnTo>
                <a:lnTo>
                  <a:pt x="198" y="0"/>
                </a:lnTo>
                <a:moveTo>
                  <a:pt x="383" y="0"/>
                </a:moveTo>
                <a:lnTo>
                  <a:pt x="500" y="0"/>
                </a:lnTo>
                <a:lnTo>
                  <a:pt x="500" y="23"/>
                </a:lnTo>
                <a:lnTo>
                  <a:pt x="383" y="23"/>
                </a:lnTo>
                <a:lnTo>
                  <a:pt x="383" y="0"/>
                </a:lnTo>
                <a:moveTo>
                  <a:pt x="569" y="0"/>
                </a:moveTo>
                <a:lnTo>
                  <a:pt x="685" y="0"/>
                </a:lnTo>
                <a:lnTo>
                  <a:pt x="685" y="23"/>
                </a:lnTo>
                <a:lnTo>
                  <a:pt x="569" y="23"/>
                </a:lnTo>
                <a:lnTo>
                  <a:pt x="569" y="0"/>
                </a:lnTo>
                <a:moveTo>
                  <a:pt x="755" y="0"/>
                </a:moveTo>
                <a:lnTo>
                  <a:pt x="871" y="0"/>
                </a:lnTo>
                <a:lnTo>
                  <a:pt x="871" y="23"/>
                </a:lnTo>
                <a:lnTo>
                  <a:pt x="755" y="23"/>
                </a:lnTo>
                <a:lnTo>
                  <a:pt x="755" y="0"/>
                </a:lnTo>
                <a:moveTo>
                  <a:pt x="941" y="0"/>
                </a:moveTo>
                <a:lnTo>
                  <a:pt x="1057" y="0"/>
                </a:lnTo>
                <a:lnTo>
                  <a:pt x="1057" y="23"/>
                </a:lnTo>
                <a:lnTo>
                  <a:pt x="941" y="23"/>
                </a:lnTo>
                <a:lnTo>
                  <a:pt x="941" y="0"/>
                </a:lnTo>
                <a:moveTo>
                  <a:pt x="1127" y="0"/>
                </a:moveTo>
                <a:lnTo>
                  <a:pt x="1243" y="0"/>
                </a:lnTo>
                <a:lnTo>
                  <a:pt x="1243" y="23"/>
                </a:lnTo>
                <a:lnTo>
                  <a:pt x="1127" y="23"/>
                </a:lnTo>
                <a:lnTo>
                  <a:pt x="1127" y="0"/>
                </a:lnTo>
                <a:moveTo>
                  <a:pt x="1312" y="0"/>
                </a:moveTo>
                <a:lnTo>
                  <a:pt x="1429" y="0"/>
                </a:lnTo>
                <a:lnTo>
                  <a:pt x="1429" y="23"/>
                </a:lnTo>
                <a:lnTo>
                  <a:pt x="1312" y="23"/>
                </a:lnTo>
                <a:lnTo>
                  <a:pt x="1312" y="0"/>
                </a:lnTo>
                <a:moveTo>
                  <a:pt x="1498" y="0"/>
                </a:moveTo>
                <a:lnTo>
                  <a:pt x="1614" y="0"/>
                </a:lnTo>
                <a:lnTo>
                  <a:pt x="1614" y="23"/>
                </a:lnTo>
                <a:lnTo>
                  <a:pt x="1498" y="23"/>
                </a:lnTo>
                <a:lnTo>
                  <a:pt x="1498" y="0"/>
                </a:lnTo>
                <a:moveTo>
                  <a:pt x="1684" y="0"/>
                </a:moveTo>
                <a:lnTo>
                  <a:pt x="1800" y="0"/>
                </a:lnTo>
                <a:lnTo>
                  <a:pt x="1800" y="23"/>
                </a:lnTo>
                <a:lnTo>
                  <a:pt x="1684" y="23"/>
                </a:lnTo>
                <a:lnTo>
                  <a:pt x="1684" y="0"/>
                </a:lnTo>
                <a:moveTo>
                  <a:pt x="1870" y="0"/>
                </a:moveTo>
                <a:lnTo>
                  <a:pt x="1986" y="0"/>
                </a:lnTo>
                <a:lnTo>
                  <a:pt x="1986" y="23"/>
                </a:lnTo>
                <a:lnTo>
                  <a:pt x="1870" y="23"/>
                </a:lnTo>
                <a:lnTo>
                  <a:pt x="1870" y="0"/>
                </a:lnTo>
                <a:moveTo>
                  <a:pt x="2056" y="0"/>
                </a:moveTo>
                <a:lnTo>
                  <a:pt x="2172" y="0"/>
                </a:lnTo>
                <a:lnTo>
                  <a:pt x="2172" y="23"/>
                </a:lnTo>
                <a:lnTo>
                  <a:pt x="2056" y="23"/>
                </a:lnTo>
                <a:lnTo>
                  <a:pt x="2056" y="0"/>
                </a:lnTo>
                <a:moveTo>
                  <a:pt x="2242" y="0"/>
                </a:moveTo>
                <a:lnTo>
                  <a:pt x="2358" y="0"/>
                </a:lnTo>
                <a:lnTo>
                  <a:pt x="2358" y="23"/>
                </a:lnTo>
                <a:lnTo>
                  <a:pt x="2242" y="23"/>
                </a:lnTo>
                <a:lnTo>
                  <a:pt x="2242" y="0"/>
                </a:lnTo>
                <a:moveTo>
                  <a:pt x="2427" y="0"/>
                </a:moveTo>
                <a:lnTo>
                  <a:pt x="2543" y="0"/>
                </a:lnTo>
                <a:lnTo>
                  <a:pt x="2543" y="23"/>
                </a:lnTo>
                <a:lnTo>
                  <a:pt x="2427" y="23"/>
                </a:lnTo>
                <a:lnTo>
                  <a:pt x="2427" y="0"/>
                </a:lnTo>
                <a:moveTo>
                  <a:pt x="2613" y="0"/>
                </a:moveTo>
                <a:lnTo>
                  <a:pt x="2729" y="0"/>
                </a:lnTo>
                <a:lnTo>
                  <a:pt x="2729" y="23"/>
                </a:lnTo>
                <a:lnTo>
                  <a:pt x="2613" y="23"/>
                </a:lnTo>
                <a:lnTo>
                  <a:pt x="2613" y="0"/>
                </a:lnTo>
                <a:moveTo>
                  <a:pt x="2799" y="0"/>
                </a:moveTo>
                <a:lnTo>
                  <a:pt x="2915" y="0"/>
                </a:lnTo>
                <a:lnTo>
                  <a:pt x="2915" y="23"/>
                </a:lnTo>
                <a:lnTo>
                  <a:pt x="2799" y="23"/>
                </a:lnTo>
                <a:lnTo>
                  <a:pt x="2799" y="0"/>
                </a:lnTo>
                <a:moveTo>
                  <a:pt x="2985" y="0"/>
                </a:moveTo>
                <a:lnTo>
                  <a:pt x="3101" y="0"/>
                </a:lnTo>
                <a:lnTo>
                  <a:pt x="3101" y="23"/>
                </a:lnTo>
                <a:lnTo>
                  <a:pt x="2985" y="23"/>
                </a:lnTo>
                <a:lnTo>
                  <a:pt x="2985" y="0"/>
                </a:lnTo>
                <a:moveTo>
                  <a:pt x="3171" y="0"/>
                </a:moveTo>
                <a:lnTo>
                  <a:pt x="3288" y="0"/>
                </a:lnTo>
                <a:lnTo>
                  <a:pt x="3288" y="23"/>
                </a:lnTo>
                <a:lnTo>
                  <a:pt x="3171" y="23"/>
                </a:lnTo>
                <a:lnTo>
                  <a:pt x="3171" y="0"/>
                </a:lnTo>
                <a:moveTo>
                  <a:pt x="3357" y="0"/>
                </a:moveTo>
                <a:lnTo>
                  <a:pt x="3474" y="0"/>
                </a:lnTo>
                <a:lnTo>
                  <a:pt x="3474" y="23"/>
                </a:lnTo>
                <a:lnTo>
                  <a:pt x="3357" y="23"/>
                </a:lnTo>
                <a:lnTo>
                  <a:pt x="3357" y="0"/>
                </a:lnTo>
                <a:moveTo>
                  <a:pt x="3543" y="0"/>
                </a:moveTo>
                <a:lnTo>
                  <a:pt x="3659" y="0"/>
                </a:lnTo>
                <a:lnTo>
                  <a:pt x="3659" y="23"/>
                </a:lnTo>
                <a:lnTo>
                  <a:pt x="3543" y="23"/>
                </a:lnTo>
                <a:lnTo>
                  <a:pt x="3543" y="0"/>
                </a:lnTo>
                <a:moveTo>
                  <a:pt x="3729" y="0"/>
                </a:moveTo>
                <a:lnTo>
                  <a:pt x="3845" y="0"/>
                </a:lnTo>
                <a:lnTo>
                  <a:pt x="3845" y="23"/>
                </a:lnTo>
                <a:lnTo>
                  <a:pt x="3729" y="23"/>
                </a:lnTo>
                <a:lnTo>
                  <a:pt x="3729" y="0"/>
                </a:lnTo>
                <a:moveTo>
                  <a:pt x="3915" y="0"/>
                </a:moveTo>
                <a:lnTo>
                  <a:pt x="4031" y="0"/>
                </a:lnTo>
                <a:lnTo>
                  <a:pt x="4031" y="23"/>
                </a:lnTo>
                <a:lnTo>
                  <a:pt x="3915" y="23"/>
                </a:lnTo>
                <a:lnTo>
                  <a:pt x="3915" y="0"/>
                </a:lnTo>
                <a:moveTo>
                  <a:pt x="4101" y="0"/>
                </a:moveTo>
                <a:lnTo>
                  <a:pt x="4217" y="0"/>
                </a:lnTo>
                <a:lnTo>
                  <a:pt x="4217" y="23"/>
                </a:lnTo>
                <a:lnTo>
                  <a:pt x="4101" y="23"/>
                </a:lnTo>
                <a:lnTo>
                  <a:pt x="4101" y="0"/>
                </a:lnTo>
                <a:moveTo>
                  <a:pt x="4286" y="0"/>
                </a:moveTo>
                <a:lnTo>
                  <a:pt x="4403" y="0"/>
                </a:lnTo>
                <a:lnTo>
                  <a:pt x="4403" y="23"/>
                </a:lnTo>
                <a:lnTo>
                  <a:pt x="4286" y="23"/>
                </a:lnTo>
                <a:lnTo>
                  <a:pt x="4286" y="0"/>
                </a:lnTo>
                <a:moveTo>
                  <a:pt x="4472" y="0"/>
                </a:moveTo>
                <a:lnTo>
                  <a:pt x="4588" y="0"/>
                </a:lnTo>
                <a:lnTo>
                  <a:pt x="4588" y="23"/>
                </a:lnTo>
                <a:lnTo>
                  <a:pt x="4472" y="23"/>
                </a:lnTo>
                <a:lnTo>
                  <a:pt x="4472" y="0"/>
                </a:lnTo>
                <a:moveTo>
                  <a:pt x="4658" y="0"/>
                </a:moveTo>
                <a:lnTo>
                  <a:pt x="4774" y="0"/>
                </a:lnTo>
                <a:lnTo>
                  <a:pt x="4774" y="23"/>
                </a:lnTo>
                <a:lnTo>
                  <a:pt x="4658" y="23"/>
                </a:lnTo>
                <a:lnTo>
                  <a:pt x="4658" y="0"/>
                </a:lnTo>
                <a:moveTo>
                  <a:pt x="4844" y="0"/>
                </a:moveTo>
                <a:lnTo>
                  <a:pt x="4960" y="0"/>
                </a:lnTo>
                <a:lnTo>
                  <a:pt x="4960" y="23"/>
                </a:lnTo>
                <a:lnTo>
                  <a:pt x="4844" y="23"/>
                </a:lnTo>
                <a:lnTo>
                  <a:pt x="4844" y="0"/>
                </a:lnTo>
                <a:moveTo>
                  <a:pt x="5030" y="0"/>
                </a:moveTo>
                <a:lnTo>
                  <a:pt x="5146" y="0"/>
                </a:lnTo>
                <a:lnTo>
                  <a:pt x="5146" y="23"/>
                </a:lnTo>
                <a:lnTo>
                  <a:pt x="5030" y="23"/>
                </a:lnTo>
                <a:lnTo>
                  <a:pt x="5030" y="0"/>
                </a:lnTo>
                <a:moveTo>
                  <a:pt x="5215" y="0"/>
                </a:moveTo>
                <a:lnTo>
                  <a:pt x="5332" y="0"/>
                </a:lnTo>
                <a:lnTo>
                  <a:pt x="5332" y="23"/>
                </a:lnTo>
                <a:lnTo>
                  <a:pt x="5215" y="23"/>
                </a:lnTo>
                <a:lnTo>
                  <a:pt x="5215" y="0"/>
                </a:lnTo>
                <a:moveTo>
                  <a:pt x="5401" y="0"/>
                </a:moveTo>
                <a:lnTo>
                  <a:pt x="5517" y="0"/>
                </a:lnTo>
                <a:lnTo>
                  <a:pt x="5517" y="23"/>
                </a:lnTo>
                <a:lnTo>
                  <a:pt x="5401" y="23"/>
                </a:lnTo>
                <a:lnTo>
                  <a:pt x="5401" y="0"/>
                </a:lnTo>
                <a:moveTo>
                  <a:pt x="5587" y="0"/>
                </a:moveTo>
                <a:lnTo>
                  <a:pt x="5703" y="0"/>
                </a:lnTo>
                <a:lnTo>
                  <a:pt x="5703" y="23"/>
                </a:lnTo>
                <a:lnTo>
                  <a:pt x="5587" y="23"/>
                </a:lnTo>
                <a:lnTo>
                  <a:pt x="5587" y="0"/>
                </a:lnTo>
                <a:moveTo>
                  <a:pt x="5773" y="0"/>
                </a:moveTo>
                <a:lnTo>
                  <a:pt x="5889" y="0"/>
                </a:lnTo>
                <a:lnTo>
                  <a:pt x="5889" y="23"/>
                </a:lnTo>
                <a:lnTo>
                  <a:pt x="5773" y="23"/>
                </a:lnTo>
                <a:lnTo>
                  <a:pt x="5773" y="0"/>
                </a:lnTo>
                <a:moveTo>
                  <a:pt x="5959" y="0"/>
                </a:moveTo>
                <a:lnTo>
                  <a:pt x="6075" y="0"/>
                </a:lnTo>
                <a:lnTo>
                  <a:pt x="6075" y="23"/>
                </a:lnTo>
                <a:lnTo>
                  <a:pt x="5959" y="23"/>
                </a:lnTo>
                <a:lnTo>
                  <a:pt x="5959" y="0"/>
                </a:lnTo>
                <a:moveTo>
                  <a:pt x="6144" y="0"/>
                </a:moveTo>
                <a:lnTo>
                  <a:pt x="6261" y="0"/>
                </a:lnTo>
                <a:lnTo>
                  <a:pt x="6261" y="23"/>
                </a:lnTo>
                <a:lnTo>
                  <a:pt x="6144" y="23"/>
                </a:lnTo>
                <a:lnTo>
                  <a:pt x="6144" y="0"/>
                </a:lnTo>
                <a:moveTo>
                  <a:pt x="6330" y="0"/>
                </a:moveTo>
                <a:lnTo>
                  <a:pt x="6446" y="0"/>
                </a:lnTo>
                <a:lnTo>
                  <a:pt x="6446" y="23"/>
                </a:lnTo>
                <a:lnTo>
                  <a:pt x="6330" y="23"/>
                </a:lnTo>
                <a:lnTo>
                  <a:pt x="6330" y="0"/>
                </a:lnTo>
                <a:moveTo>
                  <a:pt x="6516" y="0"/>
                </a:moveTo>
                <a:lnTo>
                  <a:pt x="6632" y="0"/>
                </a:lnTo>
                <a:lnTo>
                  <a:pt x="6632" y="23"/>
                </a:lnTo>
                <a:lnTo>
                  <a:pt x="6516" y="23"/>
                </a:lnTo>
                <a:lnTo>
                  <a:pt x="6516" y="0"/>
                </a:lnTo>
                <a:moveTo>
                  <a:pt x="6702" y="0"/>
                </a:moveTo>
                <a:lnTo>
                  <a:pt x="6818" y="0"/>
                </a:lnTo>
                <a:lnTo>
                  <a:pt x="6818" y="23"/>
                </a:lnTo>
                <a:lnTo>
                  <a:pt x="6702" y="23"/>
                </a:lnTo>
                <a:lnTo>
                  <a:pt x="6702" y="0"/>
                </a:lnTo>
                <a:moveTo>
                  <a:pt x="6888" y="0"/>
                </a:moveTo>
                <a:lnTo>
                  <a:pt x="7004" y="0"/>
                </a:lnTo>
                <a:lnTo>
                  <a:pt x="7004" y="23"/>
                </a:lnTo>
                <a:lnTo>
                  <a:pt x="6888" y="23"/>
                </a:lnTo>
                <a:lnTo>
                  <a:pt x="6888" y="0"/>
                </a:lnTo>
                <a:moveTo>
                  <a:pt x="7074" y="0"/>
                </a:moveTo>
                <a:lnTo>
                  <a:pt x="7190" y="0"/>
                </a:lnTo>
                <a:lnTo>
                  <a:pt x="7190" y="23"/>
                </a:lnTo>
                <a:lnTo>
                  <a:pt x="7074" y="23"/>
                </a:lnTo>
                <a:lnTo>
                  <a:pt x="7074" y="0"/>
                </a:lnTo>
                <a:moveTo>
                  <a:pt x="7259" y="0"/>
                </a:moveTo>
                <a:lnTo>
                  <a:pt x="7375" y="0"/>
                </a:lnTo>
                <a:lnTo>
                  <a:pt x="7375" y="23"/>
                </a:lnTo>
                <a:lnTo>
                  <a:pt x="7259" y="23"/>
                </a:lnTo>
                <a:lnTo>
                  <a:pt x="7259" y="0"/>
                </a:lnTo>
                <a:moveTo>
                  <a:pt x="7445" y="0"/>
                </a:moveTo>
                <a:lnTo>
                  <a:pt x="7561" y="0"/>
                </a:lnTo>
                <a:lnTo>
                  <a:pt x="7561" y="23"/>
                </a:lnTo>
                <a:lnTo>
                  <a:pt x="7445" y="23"/>
                </a:lnTo>
                <a:lnTo>
                  <a:pt x="7445" y="0"/>
                </a:lnTo>
                <a:moveTo>
                  <a:pt x="7631" y="0"/>
                </a:moveTo>
                <a:lnTo>
                  <a:pt x="7747" y="0"/>
                </a:lnTo>
                <a:lnTo>
                  <a:pt x="7747" y="23"/>
                </a:lnTo>
                <a:lnTo>
                  <a:pt x="7631" y="23"/>
                </a:lnTo>
                <a:lnTo>
                  <a:pt x="7631" y="0"/>
                </a:lnTo>
                <a:moveTo>
                  <a:pt x="7817" y="0"/>
                </a:moveTo>
                <a:lnTo>
                  <a:pt x="7933" y="0"/>
                </a:lnTo>
                <a:lnTo>
                  <a:pt x="7933" y="23"/>
                </a:lnTo>
                <a:lnTo>
                  <a:pt x="7817" y="23"/>
                </a:lnTo>
                <a:lnTo>
                  <a:pt x="7817" y="0"/>
                </a:lnTo>
                <a:moveTo>
                  <a:pt x="8003" y="0"/>
                </a:moveTo>
                <a:lnTo>
                  <a:pt x="8119" y="0"/>
                </a:lnTo>
                <a:lnTo>
                  <a:pt x="8119" y="23"/>
                </a:lnTo>
                <a:lnTo>
                  <a:pt x="8003" y="23"/>
                </a:lnTo>
                <a:lnTo>
                  <a:pt x="8003" y="0"/>
                </a:lnTo>
                <a:moveTo>
                  <a:pt x="8188" y="0"/>
                </a:moveTo>
                <a:lnTo>
                  <a:pt x="8305" y="0"/>
                </a:lnTo>
                <a:lnTo>
                  <a:pt x="8305" y="23"/>
                </a:lnTo>
                <a:lnTo>
                  <a:pt x="8188" y="23"/>
                </a:lnTo>
                <a:lnTo>
                  <a:pt x="8188" y="0"/>
                </a:lnTo>
                <a:moveTo>
                  <a:pt x="8374" y="0"/>
                </a:moveTo>
                <a:lnTo>
                  <a:pt x="8490" y="0"/>
                </a:lnTo>
                <a:lnTo>
                  <a:pt x="8490" y="23"/>
                </a:lnTo>
                <a:lnTo>
                  <a:pt x="8374" y="23"/>
                </a:lnTo>
                <a:lnTo>
                  <a:pt x="8374" y="0"/>
                </a:lnTo>
                <a:moveTo>
                  <a:pt x="8560" y="0"/>
                </a:moveTo>
                <a:lnTo>
                  <a:pt x="8676" y="0"/>
                </a:lnTo>
                <a:lnTo>
                  <a:pt x="8676" y="23"/>
                </a:lnTo>
                <a:lnTo>
                  <a:pt x="8560" y="23"/>
                </a:lnTo>
                <a:lnTo>
                  <a:pt x="8560" y="0"/>
                </a:lnTo>
                <a:moveTo>
                  <a:pt x="8746" y="0"/>
                </a:moveTo>
                <a:lnTo>
                  <a:pt x="8862" y="0"/>
                </a:lnTo>
                <a:lnTo>
                  <a:pt x="8862" y="23"/>
                </a:lnTo>
                <a:lnTo>
                  <a:pt x="8746" y="23"/>
                </a:lnTo>
                <a:lnTo>
                  <a:pt x="8746" y="0"/>
                </a:lnTo>
                <a:moveTo>
                  <a:pt x="8932" y="0"/>
                </a:moveTo>
                <a:lnTo>
                  <a:pt x="9048" y="0"/>
                </a:lnTo>
                <a:lnTo>
                  <a:pt x="9048" y="23"/>
                </a:lnTo>
                <a:lnTo>
                  <a:pt x="8932" y="23"/>
                </a:lnTo>
                <a:lnTo>
                  <a:pt x="8932" y="0"/>
                </a:lnTo>
                <a:moveTo>
                  <a:pt x="9117" y="0"/>
                </a:moveTo>
                <a:lnTo>
                  <a:pt x="9234" y="0"/>
                </a:lnTo>
                <a:lnTo>
                  <a:pt x="9234" y="23"/>
                </a:lnTo>
                <a:lnTo>
                  <a:pt x="9117" y="23"/>
                </a:lnTo>
                <a:lnTo>
                  <a:pt x="9117" y="0"/>
                </a:lnTo>
                <a:moveTo>
                  <a:pt x="9303" y="0"/>
                </a:moveTo>
                <a:lnTo>
                  <a:pt x="9419" y="0"/>
                </a:lnTo>
                <a:lnTo>
                  <a:pt x="9419" y="23"/>
                </a:lnTo>
                <a:lnTo>
                  <a:pt x="9303" y="23"/>
                </a:lnTo>
                <a:lnTo>
                  <a:pt x="9303" y="0"/>
                </a:lnTo>
                <a:moveTo>
                  <a:pt x="9489" y="0"/>
                </a:moveTo>
                <a:lnTo>
                  <a:pt x="9605" y="0"/>
                </a:lnTo>
                <a:lnTo>
                  <a:pt x="9605" y="23"/>
                </a:lnTo>
                <a:lnTo>
                  <a:pt x="9489" y="23"/>
                </a:lnTo>
                <a:lnTo>
                  <a:pt x="9489" y="0"/>
                </a:lnTo>
                <a:moveTo>
                  <a:pt x="9675" y="0"/>
                </a:moveTo>
                <a:lnTo>
                  <a:pt x="9791" y="0"/>
                </a:lnTo>
                <a:lnTo>
                  <a:pt x="9791" y="23"/>
                </a:lnTo>
                <a:lnTo>
                  <a:pt x="9675" y="23"/>
                </a:lnTo>
                <a:lnTo>
                  <a:pt x="9675" y="0"/>
                </a:lnTo>
                <a:moveTo>
                  <a:pt x="9861" y="0"/>
                </a:moveTo>
                <a:lnTo>
                  <a:pt x="9977" y="0"/>
                </a:lnTo>
                <a:lnTo>
                  <a:pt x="9977" y="23"/>
                </a:lnTo>
                <a:lnTo>
                  <a:pt x="9861" y="23"/>
                </a:lnTo>
                <a:lnTo>
                  <a:pt x="9861" y="0"/>
                </a:lnTo>
                <a:moveTo>
                  <a:pt x="10046" y="0"/>
                </a:moveTo>
                <a:lnTo>
                  <a:pt x="10163" y="0"/>
                </a:lnTo>
                <a:lnTo>
                  <a:pt x="10163" y="23"/>
                </a:lnTo>
                <a:lnTo>
                  <a:pt x="10046" y="23"/>
                </a:lnTo>
                <a:lnTo>
                  <a:pt x="10046" y="0"/>
                </a:lnTo>
                <a:moveTo>
                  <a:pt x="10232" y="0"/>
                </a:moveTo>
                <a:lnTo>
                  <a:pt x="10348" y="0"/>
                </a:lnTo>
                <a:lnTo>
                  <a:pt x="10348" y="23"/>
                </a:lnTo>
                <a:lnTo>
                  <a:pt x="10232" y="23"/>
                </a:lnTo>
                <a:lnTo>
                  <a:pt x="10232" y="0"/>
                </a:lnTo>
                <a:moveTo>
                  <a:pt x="10418" y="0"/>
                </a:moveTo>
                <a:lnTo>
                  <a:pt x="10534" y="0"/>
                </a:lnTo>
                <a:lnTo>
                  <a:pt x="10534" y="23"/>
                </a:lnTo>
                <a:lnTo>
                  <a:pt x="10418" y="23"/>
                </a:lnTo>
                <a:lnTo>
                  <a:pt x="10418" y="0"/>
                </a:lnTo>
                <a:moveTo>
                  <a:pt x="10604" y="0"/>
                </a:moveTo>
                <a:lnTo>
                  <a:pt x="10720" y="0"/>
                </a:lnTo>
                <a:lnTo>
                  <a:pt x="10720" y="23"/>
                </a:lnTo>
                <a:lnTo>
                  <a:pt x="10604" y="23"/>
                </a:lnTo>
                <a:lnTo>
                  <a:pt x="10604" y="0"/>
                </a:lnTo>
                <a:moveTo>
                  <a:pt x="10790" y="0"/>
                </a:moveTo>
                <a:lnTo>
                  <a:pt x="10871" y="0"/>
                </a:lnTo>
                <a:lnTo>
                  <a:pt x="10871" y="58"/>
                </a:lnTo>
                <a:lnTo>
                  <a:pt x="10848" y="58"/>
                </a:lnTo>
                <a:lnTo>
                  <a:pt x="10848" y="11"/>
                </a:lnTo>
                <a:lnTo>
                  <a:pt x="10859" y="11"/>
                </a:lnTo>
                <a:lnTo>
                  <a:pt x="10859" y="23"/>
                </a:lnTo>
                <a:lnTo>
                  <a:pt x="10790" y="23"/>
                </a:lnTo>
                <a:lnTo>
                  <a:pt x="10790" y="0"/>
                </a:lnTo>
                <a:moveTo>
                  <a:pt x="10871" y="127"/>
                </a:moveTo>
                <a:lnTo>
                  <a:pt x="10871" y="244"/>
                </a:lnTo>
                <a:lnTo>
                  <a:pt x="10848" y="244"/>
                </a:lnTo>
                <a:lnTo>
                  <a:pt x="10848" y="127"/>
                </a:lnTo>
                <a:lnTo>
                  <a:pt x="10871" y="127"/>
                </a:lnTo>
                <a:moveTo>
                  <a:pt x="10871" y="314"/>
                </a:moveTo>
                <a:lnTo>
                  <a:pt x="10871" y="430"/>
                </a:lnTo>
                <a:lnTo>
                  <a:pt x="10848" y="430"/>
                </a:lnTo>
                <a:lnTo>
                  <a:pt x="10848" y="314"/>
                </a:lnTo>
                <a:lnTo>
                  <a:pt x="10871" y="314"/>
                </a:lnTo>
                <a:moveTo>
                  <a:pt x="10871" y="500"/>
                </a:moveTo>
                <a:lnTo>
                  <a:pt x="10871" y="616"/>
                </a:lnTo>
                <a:lnTo>
                  <a:pt x="10848" y="616"/>
                </a:lnTo>
                <a:lnTo>
                  <a:pt x="10848" y="500"/>
                </a:lnTo>
                <a:lnTo>
                  <a:pt x="10871" y="500"/>
                </a:lnTo>
                <a:moveTo>
                  <a:pt x="10871" y="685"/>
                </a:moveTo>
                <a:lnTo>
                  <a:pt x="10871" y="801"/>
                </a:lnTo>
                <a:lnTo>
                  <a:pt x="10848" y="801"/>
                </a:lnTo>
                <a:lnTo>
                  <a:pt x="10848" y="685"/>
                </a:lnTo>
                <a:lnTo>
                  <a:pt x="10871" y="685"/>
                </a:lnTo>
                <a:moveTo>
                  <a:pt x="10871" y="871"/>
                </a:moveTo>
                <a:lnTo>
                  <a:pt x="10871" y="987"/>
                </a:lnTo>
                <a:lnTo>
                  <a:pt x="10848" y="987"/>
                </a:lnTo>
                <a:lnTo>
                  <a:pt x="10848" y="871"/>
                </a:lnTo>
                <a:lnTo>
                  <a:pt x="10871" y="871"/>
                </a:lnTo>
                <a:moveTo>
                  <a:pt x="10871" y="1056"/>
                </a:moveTo>
                <a:lnTo>
                  <a:pt x="10871" y="1172"/>
                </a:lnTo>
                <a:lnTo>
                  <a:pt x="10848" y="1172"/>
                </a:lnTo>
                <a:lnTo>
                  <a:pt x="10848" y="1056"/>
                </a:lnTo>
                <a:lnTo>
                  <a:pt x="10871" y="1056"/>
                </a:lnTo>
                <a:moveTo>
                  <a:pt x="10871" y="1242"/>
                </a:moveTo>
                <a:lnTo>
                  <a:pt x="10871" y="1358"/>
                </a:lnTo>
                <a:lnTo>
                  <a:pt x="10848" y="1358"/>
                </a:lnTo>
                <a:lnTo>
                  <a:pt x="10848" y="1242"/>
                </a:lnTo>
                <a:lnTo>
                  <a:pt x="10871" y="1242"/>
                </a:lnTo>
                <a:moveTo>
                  <a:pt x="10871" y="1428"/>
                </a:moveTo>
                <a:lnTo>
                  <a:pt x="10871" y="1544"/>
                </a:lnTo>
                <a:lnTo>
                  <a:pt x="10848" y="1544"/>
                </a:lnTo>
                <a:lnTo>
                  <a:pt x="10848" y="1428"/>
                </a:lnTo>
                <a:lnTo>
                  <a:pt x="10871" y="1428"/>
                </a:lnTo>
                <a:moveTo>
                  <a:pt x="10871" y="1613"/>
                </a:moveTo>
                <a:lnTo>
                  <a:pt x="10871" y="1729"/>
                </a:lnTo>
                <a:lnTo>
                  <a:pt x="10848" y="1729"/>
                </a:lnTo>
                <a:lnTo>
                  <a:pt x="10848" y="1613"/>
                </a:lnTo>
                <a:lnTo>
                  <a:pt x="10871" y="1613"/>
                </a:lnTo>
                <a:moveTo>
                  <a:pt x="10871" y="1799"/>
                </a:moveTo>
                <a:lnTo>
                  <a:pt x="10871" y="1915"/>
                </a:lnTo>
                <a:lnTo>
                  <a:pt x="10848" y="1915"/>
                </a:lnTo>
                <a:lnTo>
                  <a:pt x="10848" y="1799"/>
                </a:lnTo>
                <a:lnTo>
                  <a:pt x="10871" y="1799"/>
                </a:lnTo>
                <a:moveTo>
                  <a:pt x="10871" y="1985"/>
                </a:moveTo>
                <a:lnTo>
                  <a:pt x="10871" y="2101"/>
                </a:lnTo>
                <a:lnTo>
                  <a:pt x="10848" y="2101"/>
                </a:lnTo>
                <a:lnTo>
                  <a:pt x="10848" y="1985"/>
                </a:lnTo>
                <a:lnTo>
                  <a:pt x="10871" y="1985"/>
                </a:lnTo>
                <a:moveTo>
                  <a:pt x="10871" y="2170"/>
                </a:moveTo>
                <a:lnTo>
                  <a:pt x="10871" y="2286"/>
                </a:lnTo>
                <a:lnTo>
                  <a:pt x="10848" y="2286"/>
                </a:lnTo>
                <a:lnTo>
                  <a:pt x="10848" y="2170"/>
                </a:lnTo>
                <a:lnTo>
                  <a:pt x="10871" y="2170"/>
                </a:lnTo>
                <a:moveTo>
                  <a:pt x="10871" y="2356"/>
                </a:moveTo>
                <a:lnTo>
                  <a:pt x="10871" y="2472"/>
                </a:lnTo>
                <a:lnTo>
                  <a:pt x="10848" y="2472"/>
                </a:lnTo>
                <a:lnTo>
                  <a:pt x="10848" y="2356"/>
                </a:lnTo>
                <a:lnTo>
                  <a:pt x="10871" y="2356"/>
                </a:lnTo>
                <a:moveTo>
                  <a:pt x="10871" y="2542"/>
                </a:moveTo>
                <a:lnTo>
                  <a:pt x="10871" y="2658"/>
                </a:lnTo>
                <a:lnTo>
                  <a:pt x="10848" y="2658"/>
                </a:lnTo>
                <a:lnTo>
                  <a:pt x="10848" y="2542"/>
                </a:lnTo>
                <a:lnTo>
                  <a:pt x="10871" y="2542"/>
                </a:lnTo>
                <a:moveTo>
                  <a:pt x="10871" y="2727"/>
                </a:moveTo>
                <a:lnTo>
                  <a:pt x="10871" y="2843"/>
                </a:lnTo>
                <a:lnTo>
                  <a:pt x="10848" y="2843"/>
                </a:lnTo>
                <a:lnTo>
                  <a:pt x="10848" y="2727"/>
                </a:lnTo>
                <a:lnTo>
                  <a:pt x="10871" y="2727"/>
                </a:lnTo>
                <a:moveTo>
                  <a:pt x="10871" y="2913"/>
                </a:moveTo>
                <a:lnTo>
                  <a:pt x="10871" y="3029"/>
                </a:lnTo>
                <a:lnTo>
                  <a:pt x="10848" y="3029"/>
                </a:lnTo>
                <a:lnTo>
                  <a:pt x="10848" y="2913"/>
                </a:lnTo>
                <a:lnTo>
                  <a:pt x="10871" y="2913"/>
                </a:lnTo>
                <a:moveTo>
                  <a:pt x="10871" y="3098"/>
                </a:moveTo>
                <a:lnTo>
                  <a:pt x="10871" y="3215"/>
                </a:lnTo>
                <a:lnTo>
                  <a:pt x="10848" y="3215"/>
                </a:lnTo>
                <a:lnTo>
                  <a:pt x="10848" y="3098"/>
                </a:lnTo>
                <a:lnTo>
                  <a:pt x="10871" y="3098"/>
                </a:lnTo>
                <a:moveTo>
                  <a:pt x="10871" y="3284"/>
                </a:moveTo>
                <a:lnTo>
                  <a:pt x="10871" y="3400"/>
                </a:lnTo>
                <a:lnTo>
                  <a:pt x="10848" y="3400"/>
                </a:lnTo>
                <a:lnTo>
                  <a:pt x="10848" y="3284"/>
                </a:lnTo>
                <a:lnTo>
                  <a:pt x="10871" y="3284"/>
                </a:lnTo>
                <a:moveTo>
                  <a:pt x="10871" y="3470"/>
                </a:moveTo>
                <a:lnTo>
                  <a:pt x="10871" y="3586"/>
                </a:lnTo>
                <a:lnTo>
                  <a:pt x="10848" y="3586"/>
                </a:lnTo>
                <a:lnTo>
                  <a:pt x="10848" y="3470"/>
                </a:lnTo>
                <a:lnTo>
                  <a:pt x="10871" y="3470"/>
                </a:lnTo>
                <a:moveTo>
                  <a:pt x="10871" y="3655"/>
                </a:moveTo>
                <a:lnTo>
                  <a:pt x="10871" y="3771"/>
                </a:lnTo>
                <a:lnTo>
                  <a:pt x="10848" y="3771"/>
                </a:lnTo>
                <a:lnTo>
                  <a:pt x="10848" y="3655"/>
                </a:lnTo>
                <a:lnTo>
                  <a:pt x="10871" y="3655"/>
                </a:lnTo>
                <a:moveTo>
                  <a:pt x="10871" y="3841"/>
                </a:moveTo>
                <a:lnTo>
                  <a:pt x="10871" y="3957"/>
                </a:lnTo>
                <a:lnTo>
                  <a:pt x="10848" y="3957"/>
                </a:lnTo>
                <a:lnTo>
                  <a:pt x="10848" y="3841"/>
                </a:lnTo>
                <a:lnTo>
                  <a:pt x="10871" y="3841"/>
                </a:lnTo>
                <a:moveTo>
                  <a:pt x="10871" y="4027"/>
                </a:moveTo>
                <a:lnTo>
                  <a:pt x="10871" y="4143"/>
                </a:lnTo>
                <a:lnTo>
                  <a:pt x="10848" y="4143"/>
                </a:lnTo>
                <a:lnTo>
                  <a:pt x="10848" y="4027"/>
                </a:lnTo>
                <a:lnTo>
                  <a:pt x="10871" y="4027"/>
                </a:lnTo>
                <a:moveTo>
                  <a:pt x="10871" y="4212"/>
                </a:moveTo>
                <a:lnTo>
                  <a:pt x="10871" y="4328"/>
                </a:lnTo>
                <a:lnTo>
                  <a:pt x="10848" y="4328"/>
                </a:lnTo>
                <a:lnTo>
                  <a:pt x="10848" y="4212"/>
                </a:lnTo>
                <a:lnTo>
                  <a:pt x="10871" y="4212"/>
                </a:lnTo>
                <a:moveTo>
                  <a:pt x="10871" y="4398"/>
                </a:moveTo>
                <a:lnTo>
                  <a:pt x="10871" y="4514"/>
                </a:lnTo>
                <a:lnTo>
                  <a:pt x="10848" y="4514"/>
                </a:lnTo>
                <a:lnTo>
                  <a:pt x="10848" y="4398"/>
                </a:lnTo>
                <a:lnTo>
                  <a:pt x="10871" y="4398"/>
                </a:lnTo>
                <a:moveTo>
                  <a:pt x="10871" y="4584"/>
                </a:moveTo>
                <a:lnTo>
                  <a:pt x="10871" y="4700"/>
                </a:lnTo>
                <a:lnTo>
                  <a:pt x="10848" y="4700"/>
                </a:lnTo>
                <a:lnTo>
                  <a:pt x="10848" y="4584"/>
                </a:lnTo>
                <a:lnTo>
                  <a:pt x="10871" y="4584"/>
                </a:lnTo>
                <a:moveTo>
                  <a:pt x="10871" y="4769"/>
                </a:moveTo>
                <a:lnTo>
                  <a:pt x="10871" y="4885"/>
                </a:lnTo>
                <a:lnTo>
                  <a:pt x="10848" y="4885"/>
                </a:lnTo>
                <a:lnTo>
                  <a:pt x="10848" y="4769"/>
                </a:lnTo>
                <a:lnTo>
                  <a:pt x="10871" y="4769"/>
                </a:lnTo>
                <a:moveTo>
                  <a:pt x="10871" y="4955"/>
                </a:moveTo>
                <a:lnTo>
                  <a:pt x="10871" y="5071"/>
                </a:lnTo>
                <a:lnTo>
                  <a:pt x="10848" y="5071"/>
                </a:lnTo>
                <a:lnTo>
                  <a:pt x="10848" y="4955"/>
                </a:lnTo>
                <a:lnTo>
                  <a:pt x="10871" y="4955"/>
                </a:lnTo>
                <a:moveTo>
                  <a:pt x="10871" y="5141"/>
                </a:moveTo>
                <a:lnTo>
                  <a:pt x="10871" y="5257"/>
                </a:lnTo>
                <a:lnTo>
                  <a:pt x="10848" y="5257"/>
                </a:lnTo>
                <a:lnTo>
                  <a:pt x="10848" y="5141"/>
                </a:lnTo>
                <a:lnTo>
                  <a:pt x="10871" y="5141"/>
                </a:lnTo>
                <a:moveTo>
                  <a:pt x="10859" y="5338"/>
                </a:moveTo>
                <a:lnTo>
                  <a:pt x="10743" y="5338"/>
                </a:lnTo>
                <a:lnTo>
                  <a:pt x="10743" y="5315"/>
                </a:lnTo>
                <a:lnTo>
                  <a:pt x="10859" y="5315"/>
                </a:lnTo>
                <a:lnTo>
                  <a:pt x="10859" y="5338"/>
                </a:lnTo>
                <a:moveTo>
                  <a:pt x="10674" y="5338"/>
                </a:moveTo>
                <a:lnTo>
                  <a:pt x="10557" y="5338"/>
                </a:lnTo>
                <a:lnTo>
                  <a:pt x="10557" y="5315"/>
                </a:lnTo>
                <a:lnTo>
                  <a:pt x="10674" y="5315"/>
                </a:lnTo>
                <a:lnTo>
                  <a:pt x="10674" y="5338"/>
                </a:lnTo>
                <a:moveTo>
                  <a:pt x="10488" y="5338"/>
                </a:moveTo>
                <a:lnTo>
                  <a:pt x="10372" y="5338"/>
                </a:lnTo>
                <a:lnTo>
                  <a:pt x="10372" y="5315"/>
                </a:lnTo>
                <a:lnTo>
                  <a:pt x="10488" y="5315"/>
                </a:lnTo>
                <a:lnTo>
                  <a:pt x="10488" y="5338"/>
                </a:lnTo>
                <a:moveTo>
                  <a:pt x="10302" y="5338"/>
                </a:moveTo>
                <a:lnTo>
                  <a:pt x="10186" y="5338"/>
                </a:lnTo>
                <a:lnTo>
                  <a:pt x="10186" y="5315"/>
                </a:lnTo>
                <a:lnTo>
                  <a:pt x="10302" y="5315"/>
                </a:lnTo>
                <a:lnTo>
                  <a:pt x="10302" y="5338"/>
                </a:lnTo>
                <a:moveTo>
                  <a:pt x="10116" y="5338"/>
                </a:moveTo>
                <a:lnTo>
                  <a:pt x="10000" y="5338"/>
                </a:lnTo>
                <a:lnTo>
                  <a:pt x="10000" y="5315"/>
                </a:lnTo>
                <a:lnTo>
                  <a:pt x="10116" y="5315"/>
                </a:lnTo>
                <a:lnTo>
                  <a:pt x="10116" y="5338"/>
                </a:lnTo>
                <a:moveTo>
                  <a:pt x="9930" y="5338"/>
                </a:moveTo>
                <a:lnTo>
                  <a:pt x="9814" y="5338"/>
                </a:lnTo>
                <a:lnTo>
                  <a:pt x="9814" y="5315"/>
                </a:lnTo>
                <a:lnTo>
                  <a:pt x="9930" y="5315"/>
                </a:lnTo>
                <a:lnTo>
                  <a:pt x="9930" y="5338"/>
                </a:lnTo>
                <a:moveTo>
                  <a:pt x="9745" y="5338"/>
                </a:moveTo>
                <a:lnTo>
                  <a:pt x="9628" y="5338"/>
                </a:lnTo>
                <a:lnTo>
                  <a:pt x="9628" y="5315"/>
                </a:lnTo>
                <a:lnTo>
                  <a:pt x="9745" y="5315"/>
                </a:lnTo>
                <a:lnTo>
                  <a:pt x="9745" y="5338"/>
                </a:lnTo>
                <a:moveTo>
                  <a:pt x="9559" y="5338"/>
                </a:moveTo>
                <a:lnTo>
                  <a:pt x="9443" y="5338"/>
                </a:lnTo>
                <a:lnTo>
                  <a:pt x="9443" y="5315"/>
                </a:lnTo>
                <a:lnTo>
                  <a:pt x="9559" y="5315"/>
                </a:lnTo>
                <a:lnTo>
                  <a:pt x="9559" y="5338"/>
                </a:lnTo>
                <a:moveTo>
                  <a:pt x="9373" y="5338"/>
                </a:moveTo>
                <a:lnTo>
                  <a:pt x="9257" y="5338"/>
                </a:lnTo>
                <a:lnTo>
                  <a:pt x="9257" y="5315"/>
                </a:lnTo>
                <a:lnTo>
                  <a:pt x="9373" y="5315"/>
                </a:lnTo>
                <a:lnTo>
                  <a:pt x="9373" y="5338"/>
                </a:lnTo>
                <a:moveTo>
                  <a:pt x="9187" y="5338"/>
                </a:moveTo>
                <a:lnTo>
                  <a:pt x="9071" y="5338"/>
                </a:lnTo>
                <a:lnTo>
                  <a:pt x="9071" y="5315"/>
                </a:lnTo>
                <a:lnTo>
                  <a:pt x="9187" y="5315"/>
                </a:lnTo>
                <a:lnTo>
                  <a:pt x="9187" y="5338"/>
                </a:lnTo>
                <a:moveTo>
                  <a:pt x="9001" y="5338"/>
                </a:moveTo>
                <a:lnTo>
                  <a:pt x="8885" y="5338"/>
                </a:lnTo>
                <a:lnTo>
                  <a:pt x="8885" y="5315"/>
                </a:lnTo>
                <a:lnTo>
                  <a:pt x="9001" y="5315"/>
                </a:lnTo>
                <a:lnTo>
                  <a:pt x="9001" y="5338"/>
                </a:lnTo>
                <a:moveTo>
                  <a:pt x="8815" y="5338"/>
                </a:moveTo>
                <a:lnTo>
                  <a:pt x="8699" y="5338"/>
                </a:lnTo>
                <a:lnTo>
                  <a:pt x="8699" y="5315"/>
                </a:lnTo>
                <a:lnTo>
                  <a:pt x="8815" y="5315"/>
                </a:lnTo>
                <a:lnTo>
                  <a:pt x="8815" y="5338"/>
                </a:lnTo>
                <a:moveTo>
                  <a:pt x="8630" y="5338"/>
                </a:moveTo>
                <a:lnTo>
                  <a:pt x="8514" y="5338"/>
                </a:lnTo>
                <a:lnTo>
                  <a:pt x="8514" y="5315"/>
                </a:lnTo>
                <a:lnTo>
                  <a:pt x="8630" y="5315"/>
                </a:lnTo>
                <a:lnTo>
                  <a:pt x="8630" y="5338"/>
                </a:lnTo>
                <a:moveTo>
                  <a:pt x="8444" y="5338"/>
                </a:moveTo>
                <a:lnTo>
                  <a:pt x="8328" y="5338"/>
                </a:lnTo>
                <a:lnTo>
                  <a:pt x="8328" y="5315"/>
                </a:lnTo>
                <a:lnTo>
                  <a:pt x="8444" y="5315"/>
                </a:lnTo>
                <a:lnTo>
                  <a:pt x="8444" y="5338"/>
                </a:lnTo>
                <a:moveTo>
                  <a:pt x="8258" y="5338"/>
                </a:moveTo>
                <a:lnTo>
                  <a:pt x="8142" y="5338"/>
                </a:lnTo>
                <a:lnTo>
                  <a:pt x="8142" y="5315"/>
                </a:lnTo>
                <a:lnTo>
                  <a:pt x="8258" y="5315"/>
                </a:lnTo>
                <a:lnTo>
                  <a:pt x="8258" y="5338"/>
                </a:lnTo>
                <a:moveTo>
                  <a:pt x="8072" y="5338"/>
                </a:moveTo>
                <a:lnTo>
                  <a:pt x="7956" y="5338"/>
                </a:lnTo>
                <a:lnTo>
                  <a:pt x="7956" y="5315"/>
                </a:lnTo>
                <a:lnTo>
                  <a:pt x="8072" y="5315"/>
                </a:lnTo>
                <a:lnTo>
                  <a:pt x="8072" y="5338"/>
                </a:lnTo>
                <a:moveTo>
                  <a:pt x="7886" y="5338"/>
                </a:moveTo>
                <a:lnTo>
                  <a:pt x="7770" y="5338"/>
                </a:lnTo>
                <a:lnTo>
                  <a:pt x="7770" y="5315"/>
                </a:lnTo>
                <a:lnTo>
                  <a:pt x="7886" y="5315"/>
                </a:lnTo>
                <a:lnTo>
                  <a:pt x="7886" y="5338"/>
                </a:lnTo>
                <a:moveTo>
                  <a:pt x="7701" y="5338"/>
                </a:moveTo>
                <a:lnTo>
                  <a:pt x="7585" y="5338"/>
                </a:lnTo>
                <a:lnTo>
                  <a:pt x="7585" y="5315"/>
                </a:lnTo>
                <a:lnTo>
                  <a:pt x="7701" y="5315"/>
                </a:lnTo>
                <a:lnTo>
                  <a:pt x="7701" y="5338"/>
                </a:lnTo>
                <a:moveTo>
                  <a:pt x="7515" y="5338"/>
                </a:moveTo>
                <a:lnTo>
                  <a:pt x="7399" y="5338"/>
                </a:lnTo>
                <a:lnTo>
                  <a:pt x="7399" y="5315"/>
                </a:lnTo>
                <a:lnTo>
                  <a:pt x="7515" y="5315"/>
                </a:lnTo>
                <a:lnTo>
                  <a:pt x="7515" y="5338"/>
                </a:lnTo>
                <a:moveTo>
                  <a:pt x="7329" y="5338"/>
                </a:moveTo>
                <a:lnTo>
                  <a:pt x="7213" y="5338"/>
                </a:lnTo>
                <a:lnTo>
                  <a:pt x="7213" y="5315"/>
                </a:lnTo>
                <a:lnTo>
                  <a:pt x="7329" y="5315"/>
                </a:lnTo>
                <a:lnTo>
                  <a:pt x="7329" y="5338"/>
                </a:lnTo>
                <a:moveTo>
                  <a:pt x="7143" y="5338"/>
                </a:moveTo>
                <a:lnTo>
                  <a:pt x="7027" y="5338"/>
                </a:lnTo>
                <a:lnTo>
                  <a:pt x="7027" y="5315"/>
                </a:lnTo>
                <a:lnTo>
                  <a:pt x="7143" y="5315"/>
                </a:lnTo>
                <a:lnTo>
                  <a:pt x="7143" y="5338"/>
                </a:lnTo>
                <a:moveTo>
                  <a:pt x="6957" y="5338"/>
                </a:moveTo>
                <a:lnTo>
                  <a:pt x="6841" y="5338"/>
                </a:lnTo>
                <a:lnTo>
                  <a:pt x="6841" y="5315"/>
                </a:lnTo>
                <a:lnTo>
                  <a:pt x="6957" y="5315"/>
                </a:lnTo>
                <a:lnTo>
                  <a:pt x="6957" y="5338"/>
                </a:lnTo>
                <a:moveTo>
                  <a:pt x="6772" y="5338"/>
                </a:moveTo>
                <a:lnTo>
                  <a:pt x="6655" y="5338"/>
                </a:lnTo>
                <a:lnTo>
                  <a:pt x="6655" y="5315"/>
                </a:lnTo>
                <a:lnTo>
                  <a:pt x="6772" y="5315"/>
                </a:lnTo>
                <a:lnTo>
                  <a:pt x="6772" y="5338"/>
                </a:lnTo>
                <a:moveTo>
                  <a:pt x="6586" y="5338"/>
                </a:moveTo>
                <a:lnTo>
                  <a:pt x="6470" y="5338"/>
                </a:lnTo>
                <a:lnTo>
                  <a:pt x="6470" y="5315"/>
                </a:lnTo>
                <a:lnTo>
                  <a:pt x="6586" y="5315"/>
                </a:lnTo>
                <a:lnTo>
                  <a:pt x="6586" y="5338"/>
                </a:lnTo>
                <a:moveTo>
                  <a:pt x="6400" y="5338"/>
                </a:moveTo>
                <a:lnTo>
                  <a:pt x="6284" y="5338"/>
                </a:lnTo>
                <a:lnTo>
                  <a:pt x="6284" y="5315"/>
                </a:lnTo>
                <a:lnTo>
                  <a:pt x="6400" y="5315"/>
                </a:lnTo>
                <a:lnTo>
                  <a:pt x="6400" y="5338"/>
                </a:lnTo>
                <a:moveTo>
                  <a:pt x="6214" y="5338"/>
                </a:moveTo>
                <a:lnTo>
                  <a:pt x="6098" y="5338"/>
                </a:lnTo>
                <a:lnTo>
                  <a:pt x="6098" y="5315"/>
                </a:lnTo>
                <a:lnTo>
                  <a:pt x="6214" y="5315"/>
                </a:lnTo>
                <a:lnTo>
                  <a:pt x="6214" y="5338"/>
                </a:lnTo>
                <a:moveTo>
                  <a:pt x="6028" y="5338"/>
                </a:moveTo>
                <a:lnTo>
                  <a:pt x="5912" y="5338"/>
                </a:lnTo>
                <a:lnTo>
                  <a:pt x="5912" y="5315"/>
                </a:lnTo>
                <a:lnTo>
                  <a:pt x="6028" y="5315"/>
                </a:lnTo>
                <a:lnTo>
                  <a:pt x="6028" y="5338"/>
                </a:lnTo>
                <a:moveTo>
                  <a:pt x="5843" y="5338"/>
                </a:moveTo>
                <a:lnTo>
                  <a:pt x="5726" y="5338"/>
                </a:lnTo>
                <a:lnTo>
                  <a:pt x="5726" y="5315"/>
                </a:lnTo>
                <a:lnTo>
                  <a:pt x="5843" y="5315"/>
                </a:lnTo>
                <a:lnTo>
                  <a:pt x="5843" y="5338"/>
                </a:lnTo>
                <a:moveTo>
                  <a:pt x="5657" y="5338"/>
                </a:moveTo>
                <a:lnTo>
                  <a:pt x="5541" y="5338"/>
                </a:lnTo>
                <a:lnTo>
                  <a:pt x="5541" y="5315"/>
                </a:lnTo>
                <a:lnTo>
                  <a:pt x="5657" y="5315"/>
                </a:lnTo>
                <a:lnTo>
                  <a:pt x="5657" y="5338"/>
                </a:lnTo>
                <a:moveTo>
                  <a:pt x="5471" y="5338"/>
                </a:moveTo>
                <a:lnTo>
                  <a:pt x="5355" y="5338"/>
                </a:lnTo>
                <a:lnTo>
                  <a:pt x="5355" y="5315"/>
                </a:lnTo>
                <a:lnTo>
                  <a:pt x="5471" y="5315"/>
                </a:lnTo>
                <a:lnTo>
                  <a:pt x="5471" y="5338"/>
                </a:lnTo>
                <a:moveTo>
                  <a:pt x="5285" y="5338"/>
                </a:moveTo>
                <a:lnTo>
                  <a:pt x="5169" y="5338"/>
                </a:lnTo>
                <a:lnTo>
                  <a:pt x="5169" y="5315"/>
                </a:lnTo>
                <a:lnTo>
                  <a:pt x="5285" y="5315"/>
                </a:lnTo>
                <a:lnTo>
                  <a:pt x="5285" y="5338"/>
                </a:lnTo>
                <a:moveTo>
                  <a:pt x="5099" y="5338"/>
                </a:moveTo>
                <a:lnTo>
                  <a:pt x="4983" y="5338"/>
                </a:lnTo>
                <a:lnTo>
                  <a:pt x="4983" y="5315"/>
                </a:lnTo>
                <a:lnTo>
                  <a:pt x="5099" y="5315"/>
                </a:lnTo>
                <a:lnTo>
                  <a:pt x="5099" y="5338"/>
                </a:lnTo>
                <a:moveTo>
                  <a:pt x="4914" y="5338"/>
                </a:moveTo>
                <a:lnTo>
                  <a:pt x="4797" y="5338"/>
                </a:lnTo>
                <a:lnTo>
                  <a:pt x="4797" y="5315"/>
                </a:lnTo>
                <a:lnTo>
                  <a:pt x="4914" y="5315"/>
                </a:lnTo>
                <a:lnTo>
                  <a:pt x="4914" y="5338"/>
                </a:lnTo>
                <a:moveTo>
                  <a:pt x="4728" y="5338"/>
                </a:moveTo>
                <a:lnTo>
                  <a:pt x="4612" y="5338"/>
                </a:lnTo>
                <a:lnTo>
                  <a:pt x="4612" y="5315"/>
                </a:lnTo>
                <a:lnTo>
                  <a:pt x="4728" y="5315"/>
                </a:lnTo>
                <a:lnTo>
                  <a:pt x="4728" y="5338"/>
                </a:lnTo>
                <a:moveTo>
                  <a:pt x="4542" y="5338"/>
                </a:moveTo>
                <a:lnTo>
                  <a:pt x="4426" y="5338"/>
                </a:lnTo>
                <a:lnTo>
                  <a:pt x="4426" y="5315"/>
                </a:lnTo>
                <a:lnTo>
                  <a:pt x="4542" y="5315"/>
                </a:lnTo>
                <a:lnTo>
                  <a:pt x="4542" y="5338"/>
                </a:lnTo>
                <a:moveTo>
                  <a:pt x="4356" y="5338"/>
                </a:moveTo>
                <a:lnTo>
                  <a:pt x="4240" y="5338"/>
                </a:lnTo>
                <a:lnTo>
                  <a:pt x="4240" y="5315"/>
                </a:lnTo>
                <a:lnTo>
                  <a:pt x="4356" y="5315"/>
                </a:lnTo>
                <a:lnTo>
                  <a:pt x="4356" y="5338"/>
                </a:lnTo>
                <a:moveTo>
                  <a:pt x="4170" y="5338"/>
                </a:moveTo>
                <a:lnTo>
                  <a:pt x="4054" y="5338"/>
                </a:lnTo>
                <a:lnTo>
                  <a:pt x="4054" y="5315"/>
                </a:lnTo>
                <a:lnTo>
                  <a:pt x="4170" y="5315"/>
                </a:lnTo>
                <a:lnTo>
                  <a:pt x="4170" y="5338"/>
                </a:lnTo>
                <a:moveTo>
                  <a:pt x="3984" y="5338"/>
                </a:moveTo>
                <a:lnTo>
                  <a:pt x="3868" y="5338"/>
                </a:lnTo>
                <a:lnTo>
                  <a:pt x="3868" y="5315"/>
                </a:lnTo>
                <a:lnTo>
                  <a:pt x="3984" y="5315"/>
                </a:lnTo>
                <a:lnTo>
                  <a:pt x="3984" y="5338"/>
                </a:lnTo>
                <a:moveTo>
                  <a:pt x="3799" y="5338"/>
                </a:moveTo>
                <a:lnTo>
                  <a:pt x="3683" y="5338"/>
                </a:lnTo>
                <a:lnTo>
                  <a:pt x="3683" y="5315"/>
                </a:lnTo>
                <a:lnTo>
                  <a:pt x="3799" y="5315"/>
                </a:lnTo>
                <a:lnTo>
                  <a:pt x="3799" y="5338"/>
                </a:lnTo>
                <a:moveTo>
                  <a:pt x="3613" y="5338"/>
                </a:moveTo>
                <a:lnTo>
                  <a:pt x="3497" y="5338"/>
                </a:lnTo>
                <a:lnTo>
                  <a:pt x="3497" y="5315"/>
                </a:lnTo>
                <a:lnTo>
                  <a:pt x="3613" y="5315"/>
                </a:lnTo>
                <a:lnTo>
                  <a:pt x="3613" y="5338"/>
                </a:lnTo>
                <a:moveTo>
                  <a:pt x="3427" y="5338"/>
                </a:moveTo>
                <a:lnTo>
                  <a:pt x="3311" y="5338"/>
                </a:lnTo>
                <a:lnTo>
                  <a:pt x="3311" y="5315"/>
                </a:lnTo>
                <a:lnTo>
                  <a:pt x="3427" y="5315"/>
                </a:lnTo>
                <a:lnTo>
                  <a:pt x="3427" y="5338"/>
                </a:lnTo>
                <a:moveTo>
                  <a:pt x="3240" y="5338"/>
                </a:moveTo>
                <a:lnTo>
                  <a:pt x="3124" y="5338"/>
                </a:lnTo>
                <a:lnTo>
                  <a:pt x="3124" y="5315"/>
                </a:lnTo>
                <a:lnTo>
                  <a:pt x="3240" y="5315"/>
                </a:lnTo>
                <a:lnTo>
                  <a:pt x="3240" y="5338"/>
                </a:lnTo>
                <a:moveTo>
                  <a:pt x="3054" y="5338"/>
                </a:moveTo>
                <a:lnTo>
                  <a:pt x="2938" y="5338"/>
                </a:lnTo>
                <a:lnTo>
                  <a:pt x="2938" y="5315"/>
                </a:lnTo>
                <a:lnTo>
                  <a:pt x="3054" y="5315"/>
                </a:lnTo>
                <a:lnTo>
                  <a:pt x="3054" y="5338"/>
                </a:lnTo>
                <a:moveTo>
                  <a:pt x="2869" y="5338"/>
                </a:moveTo>
                <a:lnTo>
                  <a:pt x="2752" y="5338"/>
                </a:lnTo>
                <a:lnTo>
                  <a:pt x="2752" y="5315"/>
                </a:lnTo>
                <a:lnTo>
                  <a:pt x="2869" y="5315"/>
                </a:lnTo>
                <a:lnTo>
                  <a:pt x="2869" y="5338"/>
                </a:lnTo>
                <a:moveTo>
                  <a:pt x="2683" y="5338"/>
                </a:moveTo>
                <a:lnTo>
                  <a:pt x="2567" y="5338"/>
                </a:lnTo>
                <a:lnTo>
                  <a:pt x="2567" y="5315"/>
                </a:lnTo>
                <a:lnTo>
                  <a:pt x="2683" y="5315"/>
                </a:lnTo>
                <a:lnTo>
                  <a:pt x="2683" y="5338"/>
                </a:lnTo>
                <a:moveTo>
                  <a:pt x="2497" y="5338"/>
                </a:moveTo>
                <a:lnTo>
                  <a:pt x="2381" y="5338"/>
                </a:lnTo>
                <a:lnTo>
                  <a:pt x="2381" y="5315"/>
                </a:lnTo>
                <a:lnTo>
                  <a:pt x="2497" y="5315"/>
                </a:lnTo>
                <a:lnTo>
                  <a:pt x="2497" y="5338"/>
                </a:lnTo>
                <a:moveTo>
                  <a:pt x="2311" y="5338"/>
                </a:moveTo>
                <a:lnTo>
                  <a:pt x="2195" y="5338"/>
                </a:lnTo>
                <a:lnTo>
                  <a:pt x="2195" y="5315"/>
                </a:lnTo>
                <a:lnTo>
                  <a:pt x="2311" y="5315"/>
                </a:lnTo>
                <a:lnTo>
                  <a:pt x="2311" y="5338"/>
                </a:lnTo>
                <a:moveTo>
                  <a:pt x="2125" y="5338"/>
                </a:moveTo>
                <a:lnTo>
                  <a:pt x="2009" y="5338"/>
                </a:lnTo>
                <a:lnTo>
                  <a:pt x="2009" y="5315"/>
                </a:lnTo>
                <a:lnTo>
                  <a:pt x="2125" y="5315"/>
                </a:lnTo>
                <a:lnTo>
                  <a:pt x="2125" y="5338"/>
                </a:lnTo>
                <a:moveTo>
                  <a:pt x="1940" y="5338"/>
                </a:moveTo>
                <a:lnTo>
                  <a:pt x="1823" y="5338"/>
                </a:lnTo>
                <a:lnTo>
                  <a:pt x="1823" y="5315"/>
                </a:lnTo>
                <a:lnTo>
                  <a:pt x="1940" y="5315"/>
                </a:lnTo>
                <a:lnTo>
                  <a:pt x="1940" y="5338"/>
                </a:lnTo>
                <a:moveTo>
                  <a:pt x="1754" y="5338"/>
                </a:moveTo>
                <a:lnTo>
                  <a:pt x="1638" y="5338"/>
                </a:lnTo>
                <a:lnTo>
                  <a:pt x="1638" y="5315"/>
                </a:lnTo>
                <a:lnTo>
                  <a:pt x="1754" y="5315"/>
                </a:lnTo>
                <a:lnTo>
                  <a:pt x="1754" y="5338"/>
                </a:lnTo>
                <a:moveTo>
                  <a:pt x="1568" y="5338"/>
                </a:moveTo>
                <a:lnTo>
                  <a:pt x="1452" y="5338"/>
                </a:lnTo>
                <a:lnTo>
                  <a:pt x="1452" y="5315"/>
                </a:lnTo>
                <a:lnTo>
                  <a:pt x="1568" y="5315"/>
                </a:lnTo>
                <a:lnTo>
                  <a:pt x="1568" y="5338"/>
                </a:lnTo>
                <a:moveTo>
                  <a:pt x="1382" y="5338"/>
                </a:moveTo>
                <a:lnTo>
                  <a:pt x="1266" y="5338"/>
                </a:lnTo>
                <a:lnTo>
                  <a:pt x="1266" y="5315"/>
                </a:lnTo>
                <a:lnTo>
                  <a:pt x="1382" y="5315"/>
                </a:lnTo>
                <a:lnTo>
                  <a:pt x="1382" y="5338"/>
                </a:lnTo>
                <a:moveTo>
                  <a:pt x="1196" y="5338"/>
                </a:moveTo>
                <a:lnTo>
                  <a:pt x="1080" y="5338"/>
                </a:lnTo>
                <a:lnTo>
                  <a:pt x="1080" y="5315"/>
                </a:lnTo>
                <a:lnTo>
                  <a:pt x="1196" y="5315"/>
                </a:lnTo>
                <a:lnTo>
                  <a:pt x="1196" y="5338"/>
                </a:lnTo>
                <a:moveTo>
                  <a:pt x="1011" y="5338"/>
                </a:moveTo>
                <a:lnTo>
                  <a:pt x="894" y="5338"/>
                </a:lnTo>
                <a:lnTo>
                  <a:pt x="894" y="5315"/>
                </a:lnTo>
                <a:lnTo>
                  <a:pt x="1011" y="5315"/>
                </a:lnTo>
                <a:lnTo>
                  <a:pt x="1011" y="5338"/>
                </a:lnTo>
                <a:moveTo>
                  <a:pt x="825" y="5338"/>
                </a:moveTo>
                <a:lnTo>
                  <a:pt x="709" y="5338"/>
                </a:lnTo>
                <a:lnTo>
                  <a:pt x="709" y="5315"/>
                </a:lnTo>
                <a:lnTo>
                  <a:pt x="825" y="5315"/>
                </a:lnTo>
                <a:lnTo>
                  <a:pt x="825" y="5338"/>
                </a:lnTo>
                <a:moveTo>
                  <a:pt x="639" y="5338"/>
                </a:moveTo>
                <a:lnTo>
                  <a:pt x="523" y="5338"/>
                </a:lnTo>
                <a:lnTo>
                  <a:pt x="523" y="5315"/>
                </a:lnTo>
                <a:lnTo>
                  <a:pt x="639" y="5315"/>
                </a:lnTo>
                <a:lnTo>
                  <a:pt x="639" y="5338"/>
                </a:lnTo>
                <a:moveTo>
                  <a:pt x="453" y="5338"/>
                </a:moveTo>
                <a:lnTo>
                  <a:pt x="337" y="5338"/>
                </a:lnTo>
                <a:lnTo>
                  <a:pt x="337" y="5315"/>
                </a:lnTo>
                <a:lnTo>
                  <a:pt x="453" y="5315"/>
                </a:lnTo>
                <a:lnTo>
                  <a:pt x="453" y="5338"/>
                </a:lnTo>
                <a:moveTo>
                  <a:pt x="267" y="5338"/>
                </a:moveTo>
                <a:lnTo>
                  <a:pt x="151" y="5338"/>
                </a:lnTo>
                <a:lnTo>
                  <a:pt x="151" y="5315"/>
                </a:lnTo>
                <a:lnTo>
                  <a:pt x="267" y="5315"/>
                </a:lnTo>
                <a:lnTo>
                  <a:pt x="267" y="5338"/>
                </a:lnTo>
                <a:moveTo>
                  <a:pt x="82" y="5338"/>
                </a:moveTo>
                <a:lnTo>
                  <a:pt x="0" y="5338"/>
                </a:lnTo>
                <a:lnTo>
                  <a:pt x="0" y="5280"/>
                </a:lnTo>
                <a:lnTo>
                  <a:pt x="23" y="5280"/>
                </a:lnTo>
                <a:lnTo>
                  <a:pt x="23" y="5326"/>
                </a:lnTo>
                <a:lnTo>
                  <a:pt x="12" y="5326"/>
                </a:lnTo>
                <a:lnTo>
                  <a:pt x="12" y="5315"/>
                </a:lnTo>
                <a:lnTo>
                  <a:pt x="82" y="5315"/>
                </a:lnTo>
                <a:lnTo>
                  <a:pt x="82" y="5338"/>
                </a:lnTo>
                <a:moveTo>
                  <a:pt x="0" y="5210"/>
                </a:moveTo>
                <a:lnTo>
                  <a:pt x="0" y="5094"/>
                </a:lnTo>
                <a:lnTo>
                  <a:pt x="23" y="5094"/>
                </a:lnTo>
                <a:lnTo>
                  <a:pt x="23" y="5210"/>
                </a:lnTo>
                <a:lnTo>
                  <a:pt x="0" y="5210"/>
                </a:lnTo>
                <a:moveTo>
                  <a:pt x="0" y="5025"/>
                </a:moveTo>
                <a:lnTo>
                  <a:pt x="0" y="4908"/>
                </a:lnTo>
                <a:lnTo>
                  <a:pt x="23" y="4908"/>
                </a:lnTo>
                <a:lnTo>
                  <a:pt x="23" y="5025"/>
                </a:lnTo>
                <a:lnTo>
                  <a:pt x="0" y="5025"/>
                </a:lnTo>
                <a:moveTo>
                  <a:pt x="0" y="4839"/>
                </a:moveTo>
                <a:lnTo>
                  <a:pt x="0" y="4723"/>
                </a:lnTo>
                <a:lnTo>
                  <a:pt x="23" y="4723"/>
                </a:lnTo>
                <a:lnTo>
                  <a:pt x="23" y="4839"/>
                </a:lnTo>
                <a:lnTo>
                  <a:pt x="0" y="4839"/>
                </a:lnTo>
                <a:moveTo>
                  <a:pt x="0" y="4653"/>
                </a:moveTo>
                <a:lnTo>
                  <a:pt x="0" y="4537"/>
                </a:lnTo>
                <a:lnTo>
                  <a:pt x="23" y="4537"/>
                </a:lnTo>
                <a:lnTo>
                  <a:pt x="23" y="4653"/>
                </a:lnTo>
                <a:lnTo>
                  <a:pt x="0" y="4653"/>
                </a:lnTo>
                <a:moveTo>
                  <a:pt x="0" y="4468"/>
                </a:moveTo>
                <a:lnTo>
                  <a:pt x="0" y="4352"/>
                </a:lnTo>
                <a:lnTo>
                  <a:pt x="23" y="4352"/>
                </a:lnTo>
                <a:lnTo>
                  <a:pt x="23" y="4468"/>
                </a:lnTo>
                <a:lnTo>
                  <a:pt x="0" y="4468"/>
                </a:lnTo>
                <a:moveTo>
                  <a:pt x="0" y="4282"/>
                </a:moveTo>
                <a:lnTo>
                  <a:pt x="0" y="4166"/>
                </a:lnTo>
                <a:lnTo>
                  <a:pt x="23" y="4166"/>
                </a:lnTo>
                <a:lnTo>
                  <a:pt x="23" y="4282"/>
                </a:lnTo>
                <a:lnTo>
                  <a:pt x="0" y="4282"/>
                </a:lnTo>
                <a:moveTo>
                  <a:pt x="0" y="4096"/>
                </a:moveTo>
                <a:lnTo>
                  <a:pt x="0" y="3980"/>
                </a:lnTo>
                <a:lnTo>
                  <a:pt x="23" y="3980"/>
                </a:lnTo>
                <a:lnTo>
                  <a:pt x="23" y="4096"/>
                </a:lnTo>
                <a:lnTo>
                  <a:pt x="0" y="4096"/>
                </a:lnTo>
                <a:moveTo>
                  <a:pt x="0" y="3911"/>
                </a:moveTo>
                <a:lnTo>
                  <a:pt x="0" y="3795"/>
                </a:lnTo>
                <a:lnTo>
                  <a:pt x="23" y="3795"/>
                </a:lnTo>
                <a:lnTo>
                  <a:pt x="23" y="3911"/>
                </a:lnTo>
                <a:lnTo>
                  <a:pt x="0" y="3911"/>
                </a:lnTo>
                <a:moveTo>
                  <a:pt x="0" y="3725"/>
                </a:moveTo>
                <a:lnTo>
                  <a:pt x="0" y="3609"/>
                </a:lnTo>
                <a:lnTo>
                  <a:pt x="23" y="3609"/>
                </a:lnTo>
                <a:lnTo>
                  <a:pt x="23" y="3725"/>
                </a:lnTo>
                <a:lnTo>
                  <a:pt x="0" y="3725"/>
                </a:lnTo>
                <a:moveTo>
                  <a:pt x="0" y="3539"/>
                </a:moveTo>
                <a:lnTo>
                  <a:pt x="0" y="3423"/>
                </a:lnTo>
                <a:lnTo>
                  <a:pt x="23" y="3423"/>
                </a:lnTo>
                <a:lnTo>
                  <a:pt x="23" y="3539"/>
                </a:lnTo>
                <a:lnTo>
                  <a:pt x="0" y="3539"/>
                </a:lnTo>
                <a:moveTo>
                  <a:pt x="0" y="3354"/>
                </a:moveTo>
                <a:lnTo>
                  <a:pt x="0" y="3238"/>
                </a:lnTo>
                <a:lnTo>
                  <a:pt x="23" y="3238"/>
                </a:lnTo>
                <a:lnTo>
                  <a:pt x="23" y="3354"/>
                </a:lnTo>
                <a:lnTo>
                  <a:pt x="0" y="3354"/>
                </a:lnTo>
                <a:moveTo>
                  <a:pt x="0" y="3168"/>
                </a:moveTo>
                <a:lnTo>
                  <a:pt x="0" y="3052"/>
                </a:lnTo>
                <a:lnTo>
                  <a:pt x="23" y="3052"/>
                </a:lnTo>
                <a:lnTo>
                  <a:pt x="23" y="3168"/>
                </a:lnTo>
                <a:lnTo>
                  <a:pt x="0" y="3168"/>
                </a:lnTo>
                <a:moveTo>
                  <a:pt x="0" y="2982"/>
                </a:moveTo>
                <a:lnTo>
                  <a:pt x="0" y="2866"/>
                </a:lnTo>
                <a:lnTo>
                  <a:pt x="23" y="2866"/>
                </a:lnTo>
                <a:lnTo>
                  <a:pt x="23" y="2982"/>
                </a:lnTo>
                <a:lnTo>
                  <a:pt x="0" y="2982"/>
                </a:lnTo>
                <a:moveTo>
                  <a:pt x="0" y="2797"/>
                </a:moveTo>
                <a:lnTo>
                  <a:pt x="0" y="2681"/>
                </a:lnTo>
                <a:lnTo>
                  <a:pt x="23" y="2681"/>
                </a:lnTo>
                <a:lnTo>
                  <a:pt x="23" y="2797"/>
                </a:lnTo>
                <a:lnTo>
                  <a:pt x="0" y="2797"/>
                </a:lnTo>
                <a:moveTo>
                  <a:pt x="0" y="2611"/>
                </a:moveTo>
                <a:lnTo>
                  <a:pt x="0" y="2495"/>
                </a:lnTo>
                <a:lnTo>
                  <a:pt x="23" y="2495"/>
                </a:lnTo>
                <a:lnTo>
                  <a:pt x="23" y="2611"/>
                </a:lnTo>
                <a:lnTo>
                  <a:pt x="0" y="2611"/>
                </a:lnTo>
                <a:moveTo>
                  <a:pt x="0" y="2426"/>
                </a:moveTo>
                <a:lnTo>
                  <a:pt x="0" y="2310"/>
                </a:lnTo>
                <a:lnTo>
                  <a:pt x="23" y="2310"/>
                </a:lnTo>
                <a:lnTo>
                  <a:pt x="23" y="2426"/>
                </a:lnTo>
                <a:lnTo>
                  <a:pt x="0" y="2426"/>
                </a:lnTo>
                <a:moveTo>
                  <a:pt x="0" y="2240"/>
                </a:moveTo>
                <a:lnTo>
                  <a:pt x="0" y="2124"/>
                </a:lnTo>
                <a:lnTo>
                  <a:pt x="23" y="2124"/>
                </a:lnTo>
                <a:lnTo>
                  <a:pt x="23" y="2240"/>
                </a:lnTo>
                <a:lnTo>
                  <a:pt x="0" y="2240"/>
                </a:lnTo>
                <a:moveTo>
                  <a:pt x="0" y="2054"/>
                </a:moveTo>
                <a:lnTo>
                  <a:pt x="0" y="1938"/>
                </a:lnTo>
                <a:lnTo>
                  <a:pt x="23" y="1938"/>
                </a:lnTo>
                <a:lnTo>
                  <a:pt x="23" y="2054"/>
                </a:lnTo>
                <a:lnTo>
                  <a:pt x="0" y="2054"/>
                </a:lnTo>
                <a:moveTo>
                  <a:pt x="0" y="1869"/>
                </a:moveTo>
                <a:lnTo>
                  <a:pt x="0" y="1753"/>
                </a:lnTo>
                <a:lnTo>
                  <a:pt x="23" y="1753"/>
                </a:lnTo>
                <a:lnTo>
                  <a:pt x="23" y="1869"/>
                </a:lnTo>
                <a:lnTo>
                  <a:pt x="0" y="1869"/>
                </a:lnTo>
                <a:moveTo>
                  <a:pt x="0" y="1683"/>
                </a:moveTo>
                <a:lnTo>
                  <a:pt x="0" y="1567"/>
                </a:lnTo>
                <a:lnTo>
                  <a:pt x="23" y="1567"/>
                </a:lnTo>
                <a:lnTo>
                  <a:pt x="23" y="1683"/>
                </a:lnTo>
                <a:lnTo>
                  <a:pt x="0" y="1683"/>
                </a:lnTo>
                <a:moveTo>
                  <a:pt x="0" y="1497"/>
                </a:moveTo>
                <a:lnTo>
                  <a:pt x="0" y="1381"/>
                </a:lnTo>
                <a:lnTo>
                  <a:pt x="23" y="1381"/>
                </a:lnTo>
                <a:lnTo>
                  <a:pt x="23" y="1497"/>
                </a:lnTo>
                <a:lnTo>
                  <a:pt x="0" y="1497"/>
                </a:lnTo>
                <a:moveTo>
                  <a:pt x="0" y="1312"/>
                </a:moveTo>
                <a:lnTo>
                  <a:pt x="0" y="1196"/>
                </a:lnTo>
                <a:lnTo>
                  <a:pt x="23" y="1196"/>
                </a:lnTo>
                <a:lnTo>
                  <a:pt x="23" y="1312"/>
                </a:lnTo>
                <a:lnTo>
                  <a:pt x="0" y="1312"/>
                </a:lnTo>
                <a:moveTo>
                  <a:pt x="0" y="1126"/>
                </a:moveTo>
                <a:lnTo>
                  <a:pt x="0" y="1010"/>
                </a:lnTo>
                <a:lnTo>
                  <a:pt x="23" y="1010"/>
                </a:lnTo>
                <a:lnTo>
                  <a:pt x="23" y="1126"/>
                </a:lnTo>
                <a:lnTo>
                  <a:pt x="0" y="1126"/>
                </a:lnTo>
                <a:moveTo>
                  <a:pt x="0" y="940"/>
                </a:moveTo>
                <a:lnTo>
                  <a:pt x="0" y="824"/>
                </a:lnTo>
                <a:lnTo>
                  <a:pt x="23" y="824"/>
                </a:lnTo>
                <a:lnTo>
                  <a:pt x="23" y="940"/>
                </a:lnTo>
                <a:lnTo>
                  <a:pt x="0" y="940"/>
                </a:lnTo>
                <a:moveTo>
                  <a:pt x="0" y="755"/>
                </a:moveTo>
                <a:lnTo>
                  <a:pt x="0" y="639"/>
                </a:lnTo>
                <a:lnTo>
                  <a:pt x="23" y="639"/>
                </a:lnTo>
                <a:lnTo>
                  <a:pt x="23" y="755"/>
                </a:lnTo>
                <a:lnTo>
                  <a:pt x="0" y="755"/>
                </a:lnTo>
                <a:moveTo>
                  <a:pt x="0" y="569"/>
                </a:moveTo>
                <a:lnTo>
                  <a:pt x="0" y="453"/>
                </a:lnTo>
                <a:lnTo>
                  <a:pt x="23" y="453"/>
                </a:lnTo>
                <a:lnTo>
                  <a:pt x="23" y="569"/>
                </a:lnTo>
                <a:lnTo>
                  <a:pt x="0" y="569"/>
                </a:lnTo>
                <a:moveTo>
                  <a:pt x="0" y="383"/>
                </a:moveTo>
                <a:lnTo>
                  <a:pt x="0" y="267"/>
                </a:lnTo>
                <a:lnTo>
                  <a:pt x="23" y="267"/>
                </a:lnTo>
                <a:lnTo>
                  <a:pt x="23" y="383"/>
                </a:lnTo>
                <a:lnTo>
                  <a:pt x="0" y="383"/>
                </a:lnTo>
                <a:moveTo>
                  <a:pt x="0" y="197"/>
                </a:moveTo>
                <a:lnTo>
                  <a:pt x="0" y="81"/>
                </a:lnTo>
                <a:lnTo>
                  <a:pt x="23" y="81"/>
                </a:lnTo>
                <a:lnTo>
                  <a:pt x="23" y="197"/>
                </a:lnTo>
                <a:lnTo>
                  <a:pt x="0" y="197"/>
                </a:lnTo>
                <a:moveTo>
                  <a:pt x="12" y="0"/>
                </a:moveTo>
                <a:lnTo>
                  <a:pt x="128" y="0"/>
                </a:lnTo>
                <a:lnTo>
                  <a:pt x="128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0" name=""/>
          <p:cNvSpPr/>
          <p:nvPr/>
        </p:nvSpPr>
        <p:spPr>
          <a:xfrm>
            <a:off x="4529160" y="286956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1" name=""/>
          <p:cNvSpPr/>
          <p:nvPr/>
        </p:nvSpPr>
        <p:spPr>
          <a:xfrm>
            <a:off x="4529160" y="289872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2" name=""/>
          <p:cNvSpPr txBox="1"/>
          <p:nvPr/>
        </p:nvSpPr>
        <p:spPr>
          <a:xfrm>
            <a:off x="992520" y="2276640"/>
            <a:ext cx="51184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Voert baliegesprek en triage uit in de simulatieapotheek (werkprocesniveau)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3" name=""/>
          <p:cNvSpPr txBox="1"/>
          <p:nvPr/>
        </p:nvSpPr>
        <p:spPr>
          <a:xfrm>
            <a:off x="875520" y="2860200"/>
            <a:ext cx="10569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666666"/>
                </a:solidFill>
                <a:latin typeface="DejaVuSans"/>
                <a:ea typeface="DejaVuSans"/>
              </a:rPr>
              <a:t>Competenties / Skills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4" name=""/>
          <p:cNvSpPr/>
          <p:nvPr/>
        </p:nvSpPr>
        <p:spPr>
          <a:xfrm>
            <a:off x="908640" y="3295440"/>
            <a:ext cx="3135960" cy="401400"/>
          </a:xfrm>
          <a:custGeom>
            <a:avLst/>
            <a:gdLst/>
            <a:ahLst/>
            <a:rect l="0" t="0" r="r" b="b"/>
            <a:pathLst>
              <a:path w="8711" h="1115">
                <a:moveTo>
                  <a:pt x="0" y="0"/>
                </a:moveTo>
                <a:lnTo>
                  <a:pt x="8711" y="0"/>
                </a:lnTo>
                <a:lnTo>
                  <a:pt x="8711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5" name=""/>
          <p:cNvSpPr/>
          <p:nvPr/>
        </p:nvSpPr>
        <p:spPr>
          <a:xfrm>
            <a:off x="904320" y="3291480"/>
            <a:ext cx="3144240" cy="409680"/>
          </a:xfrm>
          <a:custGeom>
            <a:avLst/>
            <a:gdLst/>
            <a:ahLst/>
            <a:rect l="0" t="0" r="r" b="b"/>
            <a:pathLst>
              <a:path w="8734" h="1138">
                <a:moveTo>
                  <a:pt x="198" y="0"/>
                </a:moveTo>
                <a:lnTo>
                  <a:pt x="314" y="0"/>
                </a:lnTo>
                <a:lnTo>
                  <a:pt x="314" y="23"/>
                </a:lnTo>
                <a:lnTo>
                  <a:pt x="198" y="23"/>
                </a:lnTo>
                <a:lnTo>
                  <a:pt x="198" y="0"/>
                </a:lnTo>
                <a:moveTo>
                  <a:pt x="384" y="0"/>
                </a:moveTo>
                <a:lnTo>
                  <a:pt x="500" y="0"/>
                </a:lnTo>
                <a:lnTo>
                  <a:pt x="500" y="23"/>
                </a:lnTo>
                <a:lnTo>
                  <a:pt x="384" y="23"/>
                </a:lnTo>
                <a:lnTo>
                  <a:pt x="384" y="0"/>
                </a:lnTo>
                <a:moveTo>
                  <a:pt x="569" y="0"/>
                </a:moveTo>
                <a:lnTo>
                  <a:pt x="686" y="0"/>
                </a:lnTo>
                <a:lnTo>
                  <a:pt x="686" y="23"/>
                </a:lnTo>
                <a:lnTo>
                  <a:pt x="569" y="23"/>
                </a:lnTo>
                <a:lnTo>
                  <a:pt x="569" y="0"/>
                </a:lnTo>
                <a:moveTo>
                  <a:pt x="755" y="0"/>
                </a:moveTo>
                <a:lnTo>
                  <a:pt x="871" y="0"/>
                </a:lnTo>
                <a:lnTo>
                  <a:pt x="871" y="23"/>
                </a:lnTo>
                <a:lnTo>
                  <a:pt x="755" y="23"/>
                </a:lnTo>
                <a:lnTo>
                  <a:pt x="755" y="0"/>
                </a:lnTo>
                <a:moveTo>
                  <a:pt x="941" y="0"/>
                </a:moveTo>
                <a:lnTo>
                  <a:pt x="1057" y="0"/>
                </a:lnTo>
                <a:lnTo>
                  <a:pt x="1057" y="23"/>
                </a:lnTo>
                <a:lnTo>
                  <a:pt x="941" y="23"/>
                </a:lnTo>
                <a:lnTo>
                  <a:pt x="941" y="0"/>
                </a:lnTo>
                <a:moveTo>
                  <a:pt x="1127" y="0"/>
                </a:moveTo>
                <a:lnTo>
                  <a:pt x="1243" y="0"/>
                </a:lnTo>
                <a:lnTo>
                  <a:pt x="1243" y="23"/>
                </a:lnTo>
                <a:lnTo>
                  <a:pt x="1127" y="23"/>
                </a:lnTo>
                <a:lnTo>
                  <a:pt x="1127" y="0"/>
                </a:lnTo>
                <a:moveTo>
                  <a:pt x="1313" y="0"/>
                </a:moveTo>
                <a:lnTo>
                  <a:pt x="1429" y="0"/>
                </a:lnTo>
                <a:lnTo>
                  <a:pt x="1429" y="23"/>
                </a:lnTo>
                <a:lnTo>
                  <a:pt x="1313" y="23"/>
                </a:lnTo>
                <a:lnTo>
                  <a:pt x="1313" y="0"/>
                </a:lnTo>
                <a:moveTo>
                  <a:pt x="1498" y="0"/>
                </a:moveTo>
                <a:lnTo>
                  <a:pt x="1615" y="0"/>
                </a:lnTo>
                <a:lnTo>
                  <a:pt x="1615" y="23"/>
                </a:lnTo>
                <a:lnTo>
                  <a:pt x="1498" y="23"/>
                </a:lnTo>
                <a:lnTo>
                  <a:pt x="1498" y="0"/>
                </a:lnTo>
                <a:moveTo>
                  <a:pt x="1684" y="0"/>
                </a:moveTo>
                <a:lnTo>
                  <a:pt x="1800" y="0"/>
                </a:lnTo>
                <a:lnTo>
                  <a:pt x="1800" y="23"/>
                </a:lnTo>
                <a:lnTo>
                  <a:pt x="1684" y="23"/>
                </a:lnTo>
                <a:lnTo>
                  <a:pt x="1684" y="0"/>
                </a:lnTo>
                <a:moveTo>
                  <a:pt x="1871" y="0"/>
                </a:moveTo>
                <a:lnTo>
                  <a:pt x="1987" y="0"/>
                </a:lnTo>
                <a:lnTo>
                  <a:pt x="1987" y="23"/>
                </a:lnTo>
                <a:lnTo>
                  <a:pt x="1871" y="23"/>
                </a:lnTo>
                <a:lnTo>
                  <a:pt x="1871" y="0"/>
                </a:lnTo>
                <a:moveTo>
                  <a:pt x="2057" y="0"/>
                </a:moveTo>
                <a:lnTo>
                  <a:pt x="2173" y="0"/>
                </a:lnTo>
                <a:lnTo>
                  <a:pt x="2173" y="23"/>
                </a:lnTo>
                <a:lnTo>
                  <a:pt x="2057" y="23"/>
                </a:lnTo>
                <a:lnTo>
                  <a:pt x="2057" y="0"/>
                </a:lnTo>
                <a:moveTo>
                  <a:pt x="2243" y="0"/>
                </a:moveTo>
                <a:lnTo>
                  <a:pt x="2359" y="0"/>
                </a:lnTo>
                <a:lnTo>
                  <a:pt x="2359" y="23"/>
                </a:lnTo>
                <a:lnTo>
                  <a:pt x="2243" y="23"/>
                </a:lnTo>
                <a:lnTo>
                  <a:pt x="2243" y="0"/>
                </a:lnTo>
                <a:moveTo>
                  <a:pt x="2428" y="0"/>
                </a:moveTo>
                <a:lnTo>
                  <a:pt x="2545" y="0"/>
                </a:lnTo>
                <a:lnTo>
                  <a:pt x="2545" y="23"/>
                </a:lnTo>
                <a:lnTo>
                  <a:pt x="2428" y="23"/>
                </a:lnTo>
                <a:lnTo>
                  <a:pt x="2428" y="0"/>
                </a:lnTo>
                <a:moveTo>
                  <a:pt x="2614" y="0"/>
                </a:moveTo>
                <a:lnTo>
                  <a:pt x="2730" y="0"/>
                </a:lnTo>
                <a:lnTo>
                  <a:pt x="2730" y="23"/>
                </a:lnTo>
                <a:lnTo>
                  <a:pt x="2614" y="23"/>
                </a:lnTo>
                <a:lnTo>
                  <a:pt x="2614" y="0"/>
                </a:lnTo>
                <a:moveTo>
                  <a:pt x="2800" y="0"/>
                </a:moveTo>
                <a:lnTo>
                  <a:pt x="2916" y="0"/>
                </a:lnTo>
                <a:lnTo>
                  <a:pt x="2916" y="23"/>
                </a:lnTo>
                <a:lnTo>
                  <a:pt x="2800" y="23"/>
                </a:lnTo>
                <a:lnTo>
                  <a:pt x="2800" y="0"/>
                </a:lnTo>
                <a:moveTo>
                  <a:pt x="2986" y="0"/>
                </a:moveTo>
                <a:lnTo>
                  <a:pt x="3102" y="0"/>
                </a:lnTo>
                <a:lnTo>
                  <a:pt x="3102" y="23"/>
                </a:lnTo>
                <a:lnTo>
                  <a:pt x="2986" y="23"/>
                </a:lnTo>
                <a:lnTo>
                  <a:pt x="2986" y="0"/>
                </a:lnTo>
                <a:moveTo>
                  <a:pt x="3172" y="0"/>
                </a:moveTo>
                <a:lnTo>
                  <a:pt x="3288" y="0"/>
                </a:lnTo>
                <a:lnTo>
                  <a:pt x="3288" y="23"/>
                </a:lnTo>
                <a:lnTo>
                  <a:pt x="3172" y="23"/>
                </a:lnTo>
                <a:lnTo>
                  <a:pt x="3172" y="0"/>
                </a:lnTo>
                <a:moveTo>
                  <a:pt x="3358" y="0"/>
                </a:moveTo>
                <a:lnTo>
                  <a:pt x="3474" y="0"/>
                </a:lnTo>
                <a:lnTo>
                  <a:pt x="3474" y="23"/>
                </a:lnTo>
                <a:lnTo>
                  <a:pt x="3358" y="23"/>
                </a:lnTo>
                <a:lnTo>
                  <a:pt x="3358" y="0"/>
                </a:lnTo>
                <a:moveTo>
                  <a:pt x="3543" y="0"/>
                </a:moveTo>
                <a:lnTo>
                  <a:pt x="3659" y="0"/>
                </a:lnTo>
                <a:lnTo>
                  <a:pt x="3659" y="23"/>
                </a:lnTo>
                <a:lnTo>
                  <a:pt x="3543" y="23"/>
                </a:lnTo>
                <a:lnTo>
                  <a:pt x="3543" y="0"/>
                </a:lnTo>
                <a:moveTo>
                  <a:pt x="3729" y="0"/>
                </a:moveTo>
                <a:lnTo>
                  <a:pt x="3845" y="0"/>
                </a:lnTo>
                <a:lnTo>
                  <a:pt x="3845" y="23"/>
                </a:lnTo>
                <a:lnTo>
                  <a:pt x="3729" y="23"/>
                </a:lnTo>
                <a:lnTo>
                  <a:pt x="3729" y="0"/>
                </a:lnTo>
                <a:moveTo>
                  <a:pt x="3915" y="0"/>
                </a:moveTo>
                <a:lnTo>
                  <a:pt x="4031" y="0"/>
                </a:lnTo>
                <a:lnTo>
                  <a:pt x="4031" y="23"/>
                </a:lnTo>
                <a:lnTo>
                  <a:pt x="3915" y="23"/>
                </a:lnTo>
                <a:lnTo>
                  <a:pt x="3915" y="0"/>
                </a:lnTo>
                <a:moveTo>
                  <a:pt x="4101" y="0"/>
                </a:moveTo>
                <a:lnTo>
                  <a:pt x="4217" y="0"/>
                </a:lnTo>
                <a:lnTo>
                  <a:pt x="4217" y="23"/>
                </a:lnTo>
                <a:lnTo>
                  <a:pt x="4101" y="23"/>
                </a:lnTo>
                <a:lnTo>
                  <a:pt x="4101" y="0"/>
                </a:lnTo>
                <a:moveTo>
                  <a:pt x="4287" y="0"/>
                </a:moveTo>
                <a:lnTo>
                  <a:pt x="4403" y="0"/>
                </a:lnTo>
                <a:lnTo>
                  <a:pt x="4403" y="23"/>
                </a:lnTo>
                <a:lnTo>
                  <a:pt x="4287" y="23"/>
                </a:lnTo>
                <a:lnTo>
                  <a:pt x="4287" y="0"/>
                </a:lnTo>
                <a:moveTo>
                  <a:pt x="4472" y="0"/>
                </a:moveTo>
                <a:lnTo>
                  <a:pt x="4589" y="0"/>
                </a:lnTo>
                <a:lnTo>
                  <a:pt x="4589" y="23"/>
                </a:lnTo>
                <a:lnTo>
                  <a:pt x="4472" y="23"/>
                </a:lnTo>
                <a:lnTo>
                  <a:pt x="4472" y="0"/>
                </a:lnTo>
                <a:moveTo>
                  <a:pt x="4658" y="0"/>
                </a:moveTo>
                <a:lnTo>
                  <a:pt x="4774" y="0"/>
                </a:lnTo>
                <a:lnTo>
                  <a:pt x="4774" y="23"/>
                </a:lnTo>
                <a:lnTo>
                  <a:pt x="4658" y="23"/>
                </a:lnTo>
                <a:lnTo>
                  <a:pt x="4658" y="0"/>
                </a:lnTo>
                <a:moveTo>
                  <a:pt x="4844" y="0"/>
                </a:moveTo>
                <a:lnTo>
                  <a:pt x="4960" y="0"/>
                </a:lnTo>
                <a:lnTo>
                  <a:pt x="4960" y="23"/>
                </a:lnTo>
                <a:lnTo>
                  <a:pt x="4844" y="23"/>
                </a:lnTo>
                <a:lnTo>
                  <a:pt x="4844" y="0"/>
                </a:lnTo>
                <a:moveTo>
                  <a:pt x="5030" y="0"/>
                </a:moveTo>
                <a:lnTo>
                  <a:pt x="5146" y="0"/>
                </a:lnTo>
                <a:lnTo>
                  <a:pt x="5146" y="23"/>
                </a:lnTo>
                <a:lnTo>
                  <a:pt x="5030" y="23"/>
                </a:lnTo>
                <a:lnTo>
                  <a:pt x="5030" y="0"/>
                </a:lnTo>
                <a:moveTo>
                  <a:pt x="5216" y="0"/>
                </a:moveTo>
                <a:lnTo>
                  <a:pt x="5332" y="0"/>
                </a:lnTo>
                <a:lnTo>
                  <a:pt x="5332" y="23"/>
                </a:lnTo>
                <a:lnTo>
                  <a:pt x="5216" y="23"/>
                </a:lnTo>
                <a:lnTo>
                  <a:pt x="5216" y="0"/>
                </a:lnTo>
                <a:moveTo>
                  <a:pt x="5401" y="0"/>
                </a:moveTo>
                <a:lnTo>
                  <a:pt x="5518" y="0"/>
                </a:lnTo>
                <a:lnTo>
                  <a:pt x="5518" y="23"/>
                </a:lnTo>
                <a:lnTo>
                  <a:pt x="5401" y="23"/>
                </a:lnTo>
                <a:lnTo>
                  <a:pt x="5401" y="0"/>
                </a:lnTo>
                <a:moveTo>
                  <a:pt x="5587" y="0"/>
                </a:moveTo>
                <a:lnTo>
                  <a:pt x="5703" y="0"/>
                </a:lnTo>
                <a:lnTo>
                  <a:pt x="5703" y="23"/>
                </a:lnTo>
                <a:lnTo>
                  <a:pt x="5587" y="23"/>
                </a:lnTo>
                <a:lnTo>
                  <a:pt x="5587" y="0"/>
                </a:lnTo>
                <a:moveTo>
                  <a:pt x="5773" y="0"/>
                </a:moveTo>
                <a:lnTo>
                  <a:pt x="5889" y="0"/>
                </a:lnTo>
                <a:lnTo>
                  <a:pt x="5889" y="23"/>
                </a:lnTo>
                <a:lnTo>
                  <a:pt x="5773" y="23"/>
                </a:lnTo>
                <a:lnTo>
                  <a:pt x="5773" y="0"/>
                </a:lnTo>
                <a:moveTo>
                  <a:pt x="5959" y="0"/>
                </a:moveTo>
                <a:lnTo>
                  <a:pt x="6075" y="0"/>
                </a:lnTo>
                <a:lnTo>
                  <a:pt x="6075" y="23"/>
                </a:lnTo>
                <a:lnTo>
                  <a:pt x="5959" y="23"/>
                </a:lnTo>
                <a:lnTo>
                  <a:pt x="5959" y="0"/>
                </a:lnTo>
                <a:moveTo>
                  <a:pt x="6145" y="0"/>
                </a:moveTo>
                <a:lnTo>
                  <a:pt x="6261" y="0"/>
                </a:lnTo>
                <a:lnTo>
                  <a:pt x="6261" y="23"/>
                </a:lnTo>
                <a:lnTo>
                  <a:pt x="6145" y="23"/>
                </a:lnTo>
                <a:lnTo>
                  <a:pt x="6145" y="0"/>
                </a:lnTo>
                <a:moveTo>
                  <a:pt x="6330" y="0"/>
                </a:moveTo>
                <a:lnTo>
                  <a:pt x="6447" y="0"/>
                </a:lnTo>
                <a:lnTo>
                  <a:pt x="6447" y="23"/>
                </a:lnTo>
                <a:lnTo>
                  <a:pt x="6330" y="23"/>
                </a:lnTo>
                <a:lnTo>
                  <a:pt x="6330" y="0"/>
                </a:lnTo>
                <a:moveTo>
                  <a:pt x="6516" y="0"/>
                </a:moveTo>
                <a:lnTo>
                  <a:pt x="6632" y="0"/>
                </a:lnTo>
                <a:lnTo>
                  <a:pt x="6632" y="23"/>
                </a:lnTo>
                <a:lnTo>
                  <a:pt x="6516" y="23"/>
                </a:lnTo>
                <a:lnTo>
                  <a:pt x="6516" y="0"/>
                </a:lnTo>
                <a:moveTo>
                  <a:pt x="6702" y="0"/>
                </a:moveTo>
                <a:lnTo>
                  <a:pt x="6818" y="0"/>
                </a:lnTo>
                <a:lnTo>
                  <a:pt x="6818" y="23"/>
                </a:lnTo>
                <a:lnTo>
                  <a:pt x="6702" y="23"/>
                </a:lnTo>
                <a:lnTo>
                  <a:pt x="6702" y="0"/>
                </a:lnTo>
                <a:moveTo>
                  <a:pt x="6888" y="0"/>
                </a:moveTo>
                <a:lnTo>
                  <a:pt x="7004" y="0"/>
                </a:lnTo>
                <a:lnTo>
                  <a:pt x="7004" y="23"/>
                </a:lnTo>
                <a:lnTo>
                  <a:pt x="6888" y="23"/>
                </a:lnTo>
                <a:lnTo>
                  <a:pt x="6888" y="0"/>
                </a:lnTo>
                <a:moveTo>
                  <a:pt x="7074" y="0"/>
                </a:moveTo>
                <a:lnTo>
                  <a:pt x="7190" y="0"/>
                </a:lnTo>
                <a:lnTo>
                  <a:pt x="7190" y="23"/>
                </a:lnTo>
                <a:lnTo>
                  <a:pt x="7074" y="23"/>
                </a:lnTo>
                <a:lnTo>
                  <a:pt x="7074" y="0"/>
                </a:lnTo>
                <a:moveTo>
                  <a:pt x="7260" y="0"/>
                </a:moveTo>
                <a:lnTo>
                  <a:pt x="7376" y="0"/>
                </a:lnTo>
                <a:lnTo>
                  <a:pt x="7376" y="23"/>
                </a:lnTo>
                <a:lnTo>
                  <a:pt x="7260" y="23"/>
                </a:lnTo>
                <a:lnTo>
                  <a:pt x="7260" y="0"/>
                </a:lnTo>
                <a:moveTo>
                  <a:pt x="7445" y="0"/>
                </a:moveTo>
                <a:lnTo>
                  <a:pt x="7561" y="0"/>
                </a:lnTo>
                <a:lnTo>
                  <a:pt x="7561" y="23"/>
                </a:lnTo>
                <a:lnTo>
                  <a:pt x="7445" y="23"/>
                </a:lnTo>
                <a:lnTo>
                  <a:pt x="7445" y="0"/>
                </a:lnTo>
                <a:moveTo>
                  <a:pt x="7631" y="0"/>
                </a:moveTo>
                <a:lnTo>
                  <a:pt x="7747" y="0"/>
                </a:lnTo>
                <a:lnTo>
                  <a:pt x="7747" y="23"/>
                </a:lnTo>
                <a:lnTo>
                  <a:pt x="7631" y="23"/>
                </a:lnTo>
                <a:lnTo>
                  <a:pt x="7631" y="0"/>
                </a:lnTo>
                <a:moveTo>
                  <a:pt x="7817" y="0"/>
                </a:moveTo>
                <a:lnTo>
                  <a:pt x="7933" y="0"/>
                </a:lnTo>
                <a:lnTo>
                  <a:pt x="7933" y="23"/>
                </a:lnTo>
                <a:lnTo>
                  <a:pt x="7817" y="23"/>
                </a:lnTo>
                <a:lnTo>
                  <a:pt x="7817" y="0"/>
                </a:lnTo>
                <a:moveTo>
                  <a:pt x="8003" y="0"/>
                </a:moveTo>
                <a:lnTo>
                  <a:pt x="8119" y="0"/>
                </a:lnTo>
                <a:lnTo>
                  <a:pt x="8119" y="23"/>
                </a:lnTo>
                <a:lnTo>
                  <a:pt x="8003" y="23"/>
                </a:lnTo>
                <a:lnTo>
                  <a:pt x="8003" y="0"/>
                </a:lnTo>
                <a:moveTo>
                  <a:pt x="8189" y="0"/>
                </a:moveTo>
                <a:lnTo>
                  <a:pt x="8305" y="0"/>
                </a:lnTo>
                <a:lnTo>
                  <a:pt x="8305" y="23"/>
                </a:lnTo>
                <a:lnTo>
                  <a:pt x="8189" y="23"/>
                </a:lnTo>
                <a:lnTo>
                  <a:pt x="8189" y="0"/>
                </a:lnTo>
                <a:moveTo>
                  <a:pt x="8374" y="0"/>
                </a:moveTo>
                <a:lnTo>
                  <a:pt x="8490" y="0"/>
                </a:lnTo>
                <a:lnTo>
                  <a:pt x="8490" y="23"/>
                </a:lnTo>
                <a:lnTo>
                  <a:pt x="8374" y="23"/>
                </a:lnTo>
                <a:lnTo>
                  <a:pt x="8374" y="0"/>
                </a:lnTo>
                <a:moveTo>
                  <a:pt x="8560" y="0"/>
                </a:moveTo>
                <a:lnTo>
                  <a:pt x="8676" y="0"/>
                </a:lnTo>
                <a:lnTo>
                  <a:pt x="8676" y="23"/>
                </a:lnTo>
                <a:lnTo>
                  <a:pt x="8560" y="23"/>
                </a:lnTo>
                <a:lnTo>
                  <a:pt x="8560" y="0"/>
                </a:lnTo>
                <a:moveTo>
                  <a:pt x="8734" y="35"/>
                </a:moveTo>
                <a:lnTo>
                  <a:pt x="8734" y="151"/>
                </a:lnTo>
                <a:lnTo>
                  <a:pt x="8711" y="151"/>
                </a:lnTo>
                <a:lnTo>
                  <a:pt x="8711" y="35"/>
                </a:lnTo>
                <a:lnTo>
                  <a:pt x="8734" y="35"/>
                </a:lnTo>
                <a:moveTo>
                  <a:pt x="8734" y="220"/>
                </a:moveTo>
                <a:lnTo>
                  <a:pt x="8734" y="336"/>
                </a:lnTo>
                <a:lnTo>
                  <a:pt x="8711" y="336"/>
                </a:lnTo>
                <a:lnTo>
                  <a:pt x="8711" y="220"/>
                </a:lnTo>
                <a:lnTo>
                  <a:pt x="8734" y="220"/>
                </a:lnTo>
                <a:moveTo>
                  <a:pt x="8734" y="406"/>
                </a:moveTo>
                <a:lnTo>
                  <a:pt x="8734" y="523"/>
                </a:lnTo>
                <a:lnTo>
                  <a:pt x="8711" y="523"/>
                </a:lnTo>
                <a:lnTo>
                  <a:pt x="8711" y="406"/>
                </a:lnTo>
                <a:lnTo>
                  <a:pt x="8734" y="406"/>
                </a:lnTo>
                <a:moveTo>
                  <a:pt x="8734" y="592"/>
                </a:moveTo>
                <a:lnTo>
                  <a:pt x="8734" y="708"/>
                </a:lnTo>
                <a:lnTo>
                  <a:pt x="8711" y="708"/>
                </a:lnTo>
                <a:lnTo>
                  <a:pt x="8711" y="592"/>
                </a:lnTo>
                <a:lnTo>
                  <a:pt x="8734" y="592"/>
                </a:lnTo>
                <a:moveTo>
                  <a:pt x="8734" y="778"/>
                </a:moveTo>
                <a:lnTo>
                  <a:pt x="8734" y="894"/>
                </a:lnTo>
                <a:lnTo>
                  <a:pt x="8711" y="894"/>
                </a:lnTo>
                <a:lnTo>
                  <a:pt x="8711" y="778"/>
                </a:lnTo>
                <a:lnTo>
                  <a:pt x="8734" y="778"/>
                </a:lnTo>
                <a:moveTo>
                  <a:pt x="8734" y="964"/>
                </a:moveTo>
                <a:lnTo>
                  <a:pt x="8734" y="1080"/>
                </a:lnTo>
                <a:lnTo>
                  <a:pt x="8711" y="1080"/>
                </a:lnTo>
                <a:lnTo>
                  <a:pt x="8711" y="964"/>
                </a:lnTo>
                <a:lnTo>
                  <a:pt x="8734" y="964"/>
                </a:lnTo>
                <a:moveTo>
                  <a:pt x="8700" y="1138"/>
                </a:moveTo>
                <a:lnTo>
                  <a:pt x="8583" y="1138"/>
                </a:lnTo>
                <a:lnTo>
                  <a:pt x="8583" y="1115"/>
                </a:lnTo>
                <a:lnTo>
                  <a:pt x="8700" y="1115"/>
                </a:lnTo>
                <a:lnTo>
                  <a:pt x="8700" y="1138"/>
                </a:lnTo>
                <a:moveTo>
                  <a:pt x="8514" y="1138"/>
                </a:moveTo>
                <a:lnTo>
                  <a:pt x="8398" y="1138"/>
                </a:lnTo>
                <a:lnTo>
                  <a:pt x="8398" y="1115"/>
                </a:lnTo>
                <a:lnTo>
                  <a:pt x="8514" y="1115"/>
                </a:lnTo>
                <a:lnTo>
                  <a:pt x="8514" y="1138"/>
                </a:lnTo>
                <a:moveTo>
                  <a:pt x="8328" y="1138"/>
                </a:moveTo>
                <a:lnTo>
                  <a:pt x="8212" y="1138"/>
                </a:lnTo>
                <a:lnTo>
                  <a:pt x="8212" y="1115"/>
                </a:lnTo>
                <a:lnTo>
                  <a:pt x="8328" y="1115"/>
                </a:lnTo>
                <a:lnTo>
                  <a:pt x="8328" y="1138"/>
                </a:lnTo>
                <a:moveTo>
                  <a:pt x="8142" y="1138"/>
                </a:moveTo>
                <a:lnTo>
                  <a:pt x="8026" y="1138"/>
                </a:lnTo>
                <a:lnTo>
                  <a:pt x="8026" y="1115"/>
                </a:lnTo>
                <a:lnTo>
                  <a:pt x="8142" y="1115"/>
                </a:lnTo>
                <a:lnTo>
                  <a:pt x="8142" y="1138"/>
                </a:lnTo>
                <a:moveTo>
                  <a:pt x="7956" y="1138"/>
                </a:moveTo>
                <a:lnTo>
                  <a:pt x="7840" y="1138"/>
                </a:lnTo>
                <a:lnTo>
                  <a:pt x="7840" y="1115"/>
                </a:lnTo>
                <a:lnTo>
                  <a:pt x="7956" y="1115"/>
                </a:lnTo>
                <a:lnTo>
                  <a:pt x="7956" y="1138"/>
                </a:lnTo>
                <a:moveTo>
                  <a:pt x="7770" y="1138"/>
                </a:moveTo>
                <a:lnTo>
                  <a:pt x="7654" y="1138"/>
                </a:lnTo>
                <a:lnTo>
                  <a:pt x="7654" y="1115"/>
                </a:lnTo>
                <a:lnTo>
                  <a:pt x="7770" y="1115"/>
                </a:lnTo>
                <a:lnTo>
                  <a:pt x="7770" y="1138"/>
                </a:lnTo>
                <a:moveTo>
                  <a:pt x="7585" y="1138"/>
                </a:moveTo>
                <a:lnTo>
                  <a:pt x="7469" y="1138"/>
                </a:lnTo>
                <a:lnTo>
                  <a:pt x="7469" y="1115"/>
                </a:lnTo>
                <a:lnTo>
                  <a:pt x="7585" y="1115"/>
                </a:lnTo>
                <a:lnTo>
                  <a:pt x="7585" y="1138"/>
                </a:lnTo>
                <a:moveTo>
                  <a:pt x="7399" y="1138"/>
                </a:moveTo>
                <a:lnTo>
                  <a:pt x="7283" y="1138"/>
                </a:lnTo>
                <a:lnTo>
                  <a:pt x="7283" y="1115"/>
                </a:lnTo>
                <a:lnTo>
                  <a:pt x="7399" y="1115"/>
                </a:lnTo>
                <a:lnTo>
                  <a:pt x="7399" y="1138"/>
                </a:lnTo>
                <a:moveTo>
                  <a:pt x="7213" y="1138"/>
                </a:moveTo>
                <a:lnTo>
                  <a:pt x="7097" y="1138"/>
                </a:lnTo>
                <a:lnTo>
                  <a:pt x="7097" y="1115"/>
                </a:lnTo>
                <a:lnTo>
                  <a:pt x="7213" y="1115"/>
                </a:lnTo>
                <a:lnTo>
                  <a:pt x="7213" y="1138"/>
                </a:lnTo>
                <a:moveTo>
                  <a:pt x="7027" y="1138"/>
                </a:moveTo>
                <a:lnTo>
                  <a:pt x="6911" y="1138"/>
                </a:lnTo>
                <a:lnTo>
                  <a:pt x="6911" y="1115"/>
                </a:lnTo>
                <a:lnTo>
                  <a:pt x="7027" y="1115"/>
                </a:lnTo>
                <a:lnTo>
                  <a:pt x="7027" y="1138"/>
                </a:lnTo>
                <a:moveTo>
                  <a:pt x="6841" y="1138"/>
                </a:moveTo>
                <a:lnTo>
                  <a:pt x="6725" y="1138"/>
                </a:lnTo>
                <a:lnTo>
                  <a:pt x="6725" y="1115"/>
                </a:lnTo>
                <a:lnTo>
                  <a:pt x="6841" y="1115"/>
                </a:lnTo>
                <a:lnTo>
                  <a:pt x="6841" y="1138"/>
                </a:lnTo>
                <a:moveTo>
                  <a:pt x="6656" y="1138"/>
                </a:moveTo>
                <a:lnTo>
                  <a:pt x="6540" y="1138"/>
                </a:lnTo>
                <a:lnTo>
                  <a:pt x="6540" y="1115"/>
                </a:lnTo>
                <a:lnTo>
                  <a:pt x="6656" y="1115"/>
                </a:lnTo>
                <a:lnTo>
                  <a:pt x="6656" y="1138"/>
                </a:lnTo>
                <a:moveTo>
                  <a:pt x="6470" y="1138"/>
                </a:moveTo>
                <a:lnTo>
                  <a:pt x="6354" y="1138"/>
                </a:lnTo>
                <a:lnTo>
                  <a:pt x="6354" y="1115"/>
                </a:lnTo>
                <a:lnTo>
                  <a:pt x="6470" y="1115"/>
                </a:lnTo>
                <a:lnTo>
                  <a:pt x="6470" y="1138"/>
                </a:lnTo>
                <a:moveTo>
                  <a:pt x="6284" y="1138"/>
                </a:moveTo>
                <a:lnTo>
                  <a:pt x="6168" y="1138"/>
                </a:lnTo>
                <a:lnTo>
                  <a:pt x="6168" y="1115"/>
                </a:lnTo>
                <a:lnTo>
                  <a:pt x="6284" y="1115"/>
                </a:lnTo>
                <a:lnTo>
                  <a:pt x="6284" y="1138"/>
                </a:lnTo>
                <a:moveTo>
                  <a:pt x="6098" y="1138"/>
                </a:moveTo>
                <a:lnTo>
                  <a:pt x="5982" y="1138"/>
                </a:lnTo>
                <a:lnTo>
                  <a:pt x="5982" y="1115"/>
                </a:lnTo>
                <a:lnTo>
                  <a:pt x="6098" y="1115"/>
                </a:lnTo>
                <a:lnTo>
                  <a:pt x="6098" y="1138"/>
                </a:lnTo>
                <a:moveTo>
                  <a:pt x="5912" y="1138"/>
                </a:moveTo>
                <a:lnTo>
                  <a:pt x="5796" y="1138"/>
                </a:lnTo>
                <a:lnTo>
                  <a:pt x="5796" y="1115"/>
                </a:lnTo>
                <a:lnTo>
                  <a:pt x="5912" y="1115"/>
                </a:lnTo>
                <a:lnTo>
                  <a:pt x="5912" y="1138"/>
                </a:lnTo>
                <a:moveTo>
                  <a:pt x="5727" y="1138"/>
                </a:moveTo>
                <a:lnTo>
                  <a:pt x="5610" y="1138"/>
                </a:lnTo>
                <a:lnTo>
                  <a:pt x="5610" y="1115"/>
                </a:lnTo>
                <a:lnTo>
                  <a:pt x="5727" y="1115"/>
                </a:lnTo>
                <a:lnTo>
                  <a:pt x="5727" y="1138"/>
                </a:lnTo>
                <a:moveTo>
                  <a:pt x="5541" y="1138"/>
                </a:moveTo>
                <a:lnTo>
                  <a:pt x="5425" y="1138"/>
                </a:lnTo>
                <a:lnTo>
                  <a:pt x="5425" y="1115"/>
                </a:lnTo>
                <a:lnTo>
                  <a:pt x="5541" y="1115"/>
                </a:lnTo>
                <a:lnTo>
                  <a:pt x="5541" y="1138"/>
                </a:lnTo>
                <a:moveTo>
                  <a:pt x="5355" y="1138"/>
                </a:moveTo>
                <a:lnTo>
                  <a:pt x="5239" y="1138"/>
                </a:lnTo>
                <a:lnTo>
                  <a:pt x="5239" y="1115"/>
                </a:lnTo>
                <a:lnTo>
                  <a:pt x="5355" y="1115"/>
                </a:lnTo>
                <a:lnTo>
                  <a:pt x="5355" y="1138"/>
                </a:lnTo>
                <a:moveTo>
                  <a:pt x="5169" y="1138"/>
                </a:moveTo>
                <a:lnTo>
                  <a:pt x="5053" y="1138"/>
                </a:lnTo>
                <a:lnTo>
                  <a:pt x="5053" y="1115"/>
                </a:lnTo>
                <a:lnTo>
                  <a:pt x="5169" y="1115"/>
                </a:lnTo>
                <a:lnTo>
                  <a:pt x="5169" y="1138"/>
                </a:lnTo>
                <a:moveTo>
                  <a:pt x="4983" y="1138"/>
                </a:moveTo>
                <a:lnTo>
                  <a:pt x="4867" y="1138"/>
                </a:lnTo>
                <a:lnTo>
                  <a:pt x="4867" y="1115"/>
                </a:lnTo>
                <a:lnTo>
                  <a:pt x="4983" y="1115"/>
                </a:lnTo>
                <a:lnTo>
                  <a:pt x="4983" y="1138"/>
                </a:lnTo>
                <a:moveTo>
                  <a:pt x="4798" y="1138"/>
                </a:moveTo>
                <a:lnTo>
                  <a:pt x="4681" y="1138"/>
                </a:lnTo>
                <a:lnTo>
                  <a:pt x="4681" y="1115"/>
                </a:lnTo>
                <a:lnTo>
                  <a:pt x="4798" y="1115"/>
                </a:lnTo>
                <a:lnTo>
                  <a:pt x="4798" y="1138"/>
                </a:lnTo>
                <a:moveTo>
                  <a:pt x="4612" y="1138"/>
                </a:moveTo>
                <a:lnTo>
                  <a:pt x="4496" y="1138"/>
                </a:lnTo>
                <a:lnTo>
                  <a:pt x="4496" y="1115"/>
                </a:lnTo>
                <a:lnTo>
                  <a:pt x="4612" y="1115"/>
                </a:lnTo>
                <a:lnTo>
                  <a:pt x="4612" y="1138"/>
                </a:lnTo>
                <a:moveTo>
                  <a:pt x="4426" y="1138"/>
                </a:moveTo>
                <a:lnTo>
                  <a:pt x="4310" y="1138"/>
                </a:lnTo>
                <a:lnTo>
                  <a:pt x="4310" y="1115"/>
                </a:lnTo>
                <a:lnTo>
                  <a:pt x="4426" y="1115"/>
                </a:lnTo>
                <a:lnTo>
                  <a:pt x="4426" y="1138"/>
                </a:lnTo>
                <a:moveTo>
                  <a:pt x="4240" y="1138"/>
                </a:moveTo>
                <a:lnTo>
                  <a:pt x="4124" y="1138"/>
                </a:lnTo>
                <a:lnTo>
                  <a:pt x="4124" y="1115"/>
                </a:lnTo>
                <a:lnTo>
                  <a:pt x="4240" y="1115"/>
                </a:lnTo>
                <a:lnTo>
                  <a:pt x="4240" y="1138"/>
                </a:lnTo>
                <a:moveTo>
                  <a:pt x="4054" y="1138"/>
                </a:moveTo>
                <a:lnTo>
                  <a:pt x="3938" y="1138"/>
                </a:lnTo>
                <a:lnTo>
                  <a:pt x="3938" y="1115"/>
                </a:lnTo>
                <a:lnTo>
                  <a:pt x="4054" y="1115"/>
                </a:lnTo>
                <a:lnTo>
                  <a:pt x="4054" y="1138"/>
                </a:lnTo>
                <a:moveTo>
                  <a:pt x="3869" y="1138"/>
                </a:moveTo>
                <a:lnTo>
                  <a:pt x="3752" y="1138"/>
                </a:lnTo>
                <a:lnTo>
                  <a:pt x="3752" y="1115"/>
                </a:lnTo>
                <a:lnTo>
                  <a:pt x="3869" y="1115"/>
                </a:lnTo>
                <a:lnTo>
                  <a:pt x="3869" y="1138"/>
                </a:lnTo>
                <a:moveTo>
                  <a:pt x="3683" y="1138"/>
                </a:moveTo>
                <a:lnTo>
                  <a:pt x="3567" y="1138"/>
                </a:lnTo>
                <a:lnTo>
                  <a:pt x="3567" y="1115"/>
                </a:lnTo>
                <a:lnTo>
                  <a:pt x="3683" y="1115"/>
                </a:lnTo>
                <a:lnTo>
                  <a:pt x="3683" y="1138"/>
                </a:lnTo>
                <a:moveTo>
                  <a:pt x="3497" y="1138"/>
                </a:moveTo>
                <a:lnTo>
                  <a:pt x="3381" y="1138"/>
                </a:lnTo>
                <a:lnTo>
                  <a:pt x="3381" y="1115"/>
                </a:lnTo>
                <a:lnTo>
                  <a:pt x="3497" y="1115"/>
                </a:lnTo>
                <a:lnTo>
                  <a:pt x="3497" y="1138"/>
                </a:lnTo>
                <a:moveTo>
                  <a:pt x="3311" y="1138"/>
                </a:moveTo>
                <a:lnTo>
                  <a:pt x="3195" y="1138"/>
                </a:lnTo>
                <a:lnTo>
                  <a:pt x="3195" y="1115"/>
                </a:lnTo>
                <a:lnTo>
                  <a:pt x="3311" y="1115"/>
                </a:lnTo>
                <a:lnTo>
                  <a:pt x="3311" y="1138"/>
                </a:lnTo>
                <a:moveTo>
                  <a:pt x="3125" y="1138"/>
                </a:moveTo>
                <a:lnTo>
                  <a:pt x="3009" y="1138"/>
                </a:lnTo>
                <a:lnTo>
                  <a:pt x="3009" y="1115"/>
                </a:lnTo>
                <a:lnTo>
                  <a:pt x="3125" y="1115"/>
                </a:lnTo>
                <a:lnTo>
                  <a:pt x="3125" y="1138"/>
                </a:lnTo>
                <a:moveTo>
                  <a:pt x="2939" y="1138"/>
                </a:moveTo>
                <a:lnTo>
                  <a:pt x="2823" y="1138"/>
                </a:lnTo>
                <a:lnTo>
                  <a:pt x="2823" y="1115"/>
                </a:lnTo>
                <a:lnTo>
                  <a:pt x="2939" y="1115"/>
                </a:lnTo>
                <a:lnTo>
                  <a:pt x="2939" y="1138"/>
                </a:lnTo>
                <a:moveTo>
                  <a:pt x="2754" y="1138"/>
                </a:moveTo>
                <a:lnTo>
                  <a:pt x="2638" y="1138"/>
                </a:lnTo>
                <a:lnTo>
                  <a:pt x="2638" y="1115"/>
                </a:lnTo>
                <a:lnTo>
                  <a:pt x="2754" y="1115"/>
                </a:lnTo>
                <a:lnTo>
                  <a:pt x="2754" y="1138"/>
                </a:lnTo>
                <a:moveTo>
                  <a:pt x="2568" y="1138"/>
                </a:moveTo>
                <a:lnTo>
                  <a:pt x="2452" y="1138"/>
                </a:lnTo>
                <a:lnTo>
                  <a:pt x="2452" y="1115"/>
                </a:lnTo>
                <a:lnTo>
                  <a:pt x="2568" y="1115"/>
                </a:lnTo>
                <a:lnTo>
                  <a:pt x="2568" y="1138"/>
                </a:lnTo>
                <a:moveTo>
                  <a:pt x="2382" y="1138"/>
                </a:moveTo>
                <a:lnTo>
                  <a:pt x="2266" y="1138"/>
                </a:lnTo>
                <a:lnTo>
                  <a:pt x="2266" y="1115"/>
                </a:lnTo>
                <a:lnTo>
                  <a:pt x="2382" y="1115"/>
                </a:lnTo>
                <a:lnTo>
                  <a:pt x="2382" y="1138"/>
                </a:lnTo>
                <a:moveTo>
                  <a:pt x="2196" y="1138"/>
                </a:moveTo>
                <a:lnTo>
                  <a:pt x="2080" y="1138"/>
                </a:lnTo>
                <a:lnTo>
                  <a:pt x="2080" y="1115"/>
                </a:lnTo>
                <a:lnTo>
                  <a:pt x="2196" y="1115"/>
                </a:lnTo>
                <a:lnTo>
                  <a:pt x="2196" y="1138"/>
                </a:lnTo>
                <a:moveTo>
                  <a:pt x="2010" y="1138"/>
                </a:moveTo>
                <a:lnTo>
                  <a:pt x="1894" y="1138"/>
                </a:lnTo>
                <a:lnTo>
                  <a:pt x="1894" y="1115"/>
                </a:lnTo>
                <a:lnTo>
                  <a:pt x="2010" y="1115"/>
                </a:lnTo>
                <a:lnTo>
                  <a:pt x="2010" y="1138"/>
                </a:lnTo>
                <a:moveTo>
                  <a:pt x="1824" y="1138"/>
                </a:moveTo>
                <a:lnTo>
                  <a:pt x="1707" y="1138"/>
                </a:lnTo>
                <a:lnTo>
                  <a:pt x="1707" y="1115"/>
                </a:lnTo>
                <a:lnTo>
                  <a:pt x="1824" y="1115"/>
                </a:lnTo>
                <a:lnTo>
                  <a:pt x="1824" y="1138"/>
                </a:lnTo>
                <a:moveTo>
                  <a:pt x="1638" y="1138"/>
                </a:moveTo>
                <a:lnTo>
                  <a:pt x="1522" y="1138"/>
                </a:lnTo>
                <a:lnTo>
                  <a:pt x="1522" y="1115"/>
                </a:lnTo>
                <a:lnTo>
                  <a:pt x="1638" y="1115"/>
                </a:lnTo>
                <a:lnTo>
                  <a:pt x="1638" y="1138"/>
                </a:lnTo>
                <a:moveTo>
                  <a:pt x="1452" y="1138"/>
                </a:moveTo>
                <a:lnTo>
                  <a:pt x="1336" y="1138"/>
                </a:lnTo>
                <a:lnTo>
                  <a:pt x="1336" y="1115"/>
                </a:lnTo>
                <a:lnTo>
                  <a:pt x="1452" y="1115"/>
                </a:lnTo>
                <a:lnTo>
                  <a:pt x="1452" y="1138"/>
                </a:lnTo>
                <a:moveTo>
                  <a:pt x="1266" y="1138"/>
                </a:moveTo>
                <a:lnTo>
                  <a:pt x="1150" y="1138"/>
                </a:lnTo>
                <a:lnTo>
                  <a:pt x="1150" y="1115"/>
                </a:lnTo>
                <a:lnTo>
                  <a:pt x="1266" y="1115"/>
                </a:lnTo>
                <a:lnTo>
                  <a:pt x="1266" y="1138"/>
                </a:lnTo>
                <a:moveTo>
                  <a:pt x="1080" y="1138"/>
                </a:moveTo>
                <a:lnTo>
                  <a:pt x="964" y="1138"/>
                </a:lnTo>
                <a:lnTo>
                  <a:pt x="964" y="1115"/>
                </a:lnTo>
                <a:lnTo>
                  <a:pt x="1080" y="1115"/>
                </a:lnTo>
                <a:lnTo>
                  <a:pt x="1080" y="1138"/>
                </a:lnTo>
                <a:moveTo>
                  <a:pt x="895" y="1138"/>
                </a:moveTo>
                <a:lnTo>
                  <a:pt x="778" y="1138"/>
                </a:lnTo>
                <a:lnTo>
                  <a:pt x="778" y="1115"/>
                </a:lnTo>
                <a:lnTo>
                  <a:pt x="895" y="1115"/>
                </a:lnTo>
                <a:lnTo>
                  <a:pt x="895" y="1138"/>
                </a:lnTo>
                <a:moveTo>
                  <a:pt x="709" y="1138"/>
                </a:moveTo>
                <a:lnTo>
                  <a:pt x="593" y="1138"/>
                </a:lnTo>
                <a:lnTo>
                  <a:pt x="593" y="1115"/>
                </a:lnTo>
                <a:lnTo>
                  <a:pt x="709" y="1115"/>
                </a:lnTo>
                <a:lnTo>
                  <a:pt x="709" y="1138"/>
                </a:lnTo>
                <a:moveTo>
                  <a:pt x="523" y="1138"/>
                </a:moveTo>
                <a:lnTo>
                  <a:pt x="407" y="1138"/>
                </a:lnTo>
                <a:lnTo>
                  <a:pt x="407" y="1115"/>
                </a:lnTo>
                <a:lnTo>
                  <a:pt x="523" y="1115"/>
                </a:lnTo>
                <a:lnTo>
                  <a:pt x="523" y="1138"/>
                </a:lnTo>
                <a:moveTo>
                  <a:pt x="337" y="1138"/>
                </a:moveTo>
                <a:lnTo>
                  <a:pt x="221" y="1138"/>
                </a:lnTo>
                <a:lnTo>
                  <a:pt x="221" y="1115"/>
                </a:lnTo>
                <a:lnTo>
                  <a:pt x="337" y="1115"/>
                </a:lnTo>
                <a:lnTo>
                  <a:pt x="337" y="1138"/>
                </a:lnTo>
                <a:moveTo>
                  <a:pt x="151" y="1138"/>
                </a:moveTo>
                <a:lnTo>
                  <a:pt x="35" y="1138"/>
                </a:lnTo>
                <a:lnTo>
                  <a:pt x="35" y="1115"/>
                </a:lnTo>
                <a:lnTo>
                  <a:pt x="151" y="1115"/>
                </a:lnTo>
                <a:lnTo>
                  <a:pt x="151" y="1138"/>
                </a:lnTo>
                <a:moveTo>
                  <a:pt x="0" y="1080"/>
                </a:moveTo>
                <a:lnTo>
                  <a:pt x="0" y="964"/>
                </a:lnTo>
                <a:lnTo>
                  <a:pt x="24" y="964"/>
                </a:lnTo>
                <a:lnTo>
                  <a:pt x="24" y="1080"/>
                </a:lnTo>
                <a:lnTo>
                  <a:pt x="0" y="1080"/>
                </a:lnTo>
                <a:moveTo>
                  <a:pt x="0" y="894"/>
                </a:moveTo>
                <a:lnTo>
                  <a:pt x="0" y="778"/>
                </a:lnTo>
                <a:lnTo>
                  <a:pt x="24" y="778"/>
                </a:lnTo>
                <a:lnTo>
                  <a:pt x="24" y="894"/>
                </a:lnTo>
                <a:lnTo>
                  <a:pt x="0" y="894"/>
                </a:lnTo>
                <a:moveTo>
                  <a:pt x="0" y="708"/>
                </a:moveTo>
                <a:lnTo>
                  <a:pt x="0" y="592"/>
                </a:lnTo>
                <a:lnTo>
                  <a:pt x="24" y="592"/>
                </a:lnTo>
                <a:lnTo>
                  <a:pt x="24" y="708"/>
                </a:lnTo>
                <a:lnTo>
                  <a:pt x="0" y="708"/>
                </a:lnTo>
                <a:moveTo>
                  <a:pt x="0" y="523"/>
                </a:moveTo>
                <a:lnTo>
                  <a:pt x="0" y="406"/>
                </a:lnTo>
                <a:lnTo>
                  <a:pt x="24" y="406"/>
                </a:lnTo>
                <a:lnTo>
                  <a:pt x="24" y="523"/>
                </a:lnTo>
                <a:lnTo>
                  <a:pt x="0" y="523"/>
                </a:lnTo>
                <a:moveTo>
                  <a:pt x="0" y="336"/>
                </a:moveTo>
                <a:lnTo>
                  <a:pt x="0" y="220"/>
                </a:lnTo>
                <a:lnTo>
                  <a:pt x="24" y="220"/>
                </a:lnTo>
                <a:lnTo>
                  <a:pt x="24" y="336"/>
                </a:lnTo>
                <a:lnTo>
                  <a:pt x="0" y="336"/>
                </a:lnTo>
                <a:moveTo>
                  <a:pt x="0" y="151"/>
                </a:moveTo>
                <a:lnTo>
                  <a:pt x="0" y="35"/>
                </a:lnTo>
                <a:lnTo>
                  <a:pt x="24" y="35"/>
                </a:lnTo>
                <a:lnTo>
                  <a:pt x="24" y="151"/>
                </a:lnTo>
                <a:lnTo>
                  <a:pt x="0" y="151"/>
                </a:lnTo>
                <a:moveTo>
                  <a:pt x="12" y="0"/>
                </a:moveTo>
                <a:lnTo>
                  <a:pt x="128" y="0"/>
                </a:lnTo>
                <a:lnTo>
                  <a:pt x="128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6" name=""/>
          <p:cNvSpPr/>
          <p:nvPr/>
        </p:nvSpPr>
        <p:spPr>
          <a:xfrm>
            <a:off x="3876840" y="336240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7" name=""/>
          <p:cNvSpPr/>
          <p:nvPr/>
        </p:nvSpPr>
        <p:spPr>
          <a:xfrm>
            <a:off x="3876840" y="33915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8" name=""/>
          <p:cNvSpPr txBox="1"/>
          <p:nvPr/>
        </p:nvSpPr>
        <p:spPr>
          <a:xfrm>
            <a:off x="875520" y="2995200"/>
            <a:ext cx="32666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Vaardigheden bij de leeruitkomst (CompetentNL)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992520" y="3353040"/>
            <a:ext cx="605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666666"/>
                </a:solidFill>
                <a:latin typeface="DejaVuSans"/>
                <a:ea typeface="DejaVuSans"/>
              </a:rPr>
              <a:t>Vaardigheid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0" name=""/>
          <p:cNvSpPr/>
          <p:nvPr/>
        </p:nvSpPr>
        <p:spPr>
          <a:xfrm>
            <a:off x="908640" y="3763440"/>
            <a:ext cx="2132640" cy="401400"/>
          </a:xfrm>
          <a:custGeom>
            <a:avLst/>
            <a:gdLst/>
            <a:ahLst/>
            <a:rect l="0" t="0" r="r" b="b"/>
            <a:pathLst>
              <a:path w="5924" h="1115">
                <a:moveTo>
                  <a:pt x="0" y="0"/>
                </a:moveTo>
                <a:lnTo>
                  <a:pt x="5924" y="0"/>
                </a:lnTo>
                <a:lnTo>
                  <a:pt x="5924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1" name=""/>
          <p:cNvSpPr/>
          <p:nvPr/>
        </p:nvSpPr>
        <p:spPr>
          <a:xfrm>
            <a:off x="904320" y="3759120"/>
            <a:ext cx="2140920" cy="409680"/>
          </a:xfrm>
          <a:custGeom>
            <a:avLst/>
            <a:gdLst/>
            <a:ahLst/>
            <a:rect l="0" t="0" r="r" b="b"/>
            <a:pathLst>
              <a:path w="5947" h="1138">
                <a:moveTo>
                  <a:pt x="198" y="0"/>
                </a:moveTo>
                <a:lnTo>
                  <a:pt x="314" y="0"/>
                </a:lnTo>
                <a:lnTo>
                  <a:pt x="314" y="23"/>
                </a:lnTo>
                <a:lnTo>
                  <a:pt x="198" y="23"/>
                </a:lnTo>
                <a:lnTo>
                  <a:pt x="198" y="0"/>
                </a:lnTo>
                <a:moveTo>
                  <a:pt x="384" y="0"/>
                </a:moveTo>
                <a:lnTo>
                  <a:pt x="501" y="0"/>
                </a:lnTo>
                <a:lnTo>
                  <a:pt x="501" y="23"/>
                </a:lnTo>
                <a:lnTo>
                  <a:pt x="384" y="23"/>
                </a:lnTo>
                <a:lnTo>
                  <a:pt x="384" y="0"/>
                </a:lnTo>
                <a:moveTo>
                  <a:pt x="570" y="0"/>
                </a:moveTo>
                <a:lnTo>
                  <a:pt x="687" y="0"/>
                </a:lnTo>
                <a:lnTo>
                  <a:pt x="687" y="23"/>
                </a:lnTo>
                <a:lnTo>
                  <a:pt x="570" y="23"/>
                </a:lnTo>
                <a:lnTo>
                  <a:pt x="570" y="0"/>
                </a:lnTo>
                <a:moveTo>
                  <a:pt x="756" y="0"/>
                </a:moveTo>
                <a:lnTo>
                  <a:pt x="872" y="0"/>
                </a:lnTo>
                <a:lnTo>
                  <a:pt x="872" y="23"/>
                </a:lnTo>
                <a:lnTo>
                  <a:pt x="756" y="23"/>
                </a:lnTo>
                <a:lnTo>
                  <a:pt x="756" y="0"/>
                </a:lnTo>
                <a:moveTo>
                  <a:pt x="942" y="0"/>
                </a:moveTo>
                <a:lnTo>
                  <a:pt x="1058" y="0"/>
                </a:lnTo>
                <a:lnTo>
                  <a:pt x="1058" y="23"/>
                </a:lnTo>
                <a:lnTo>
                  <a:pt x="942" y="23"/>
                </a:lnTo>
                <a:lnTo>
                  <a:pt x="942" y="0"/>
                </a:lnTo>
                <a:moveTo>
                  <a:pt x="1128" y="0"/>
                </a:moveTo>
                <a:lnTo>
                  <a:pt x="1244" y="0"/>
                </a:lnTo>
                <a:lnTo>
                  <a:pt x="1244" y="23"/>
                </a:lnTo>
                <a:lnTo>
                  <a:pt x="1128" y="23"/>
                </a:lnTo>
                <a:lnTo>
                  <a:pt x="1128" y="0"/>
                </a:lnTo>
                <a:moveTo>
                  <a:pt x="1314" y="0"/>
                </a:moveTo>
                <a:lnTo>
                  <a:pt x="1430" y="0"/>
                </a:lnTo>
                <a:lnTo>
                  <a:pt x="1430" y="23"/>
                </a:lnTo>
                <a:lnTo>
                  <a:pt x="1314" y="23"/>
                </a:lnTo>
                <a:lnTo>
                  <a:pt x="1314" y="0"/>
                </a:lnTo>
                <a:moveTo>
                  <a:pt x="1499" y="0"/>
                </a:moveTo>
                <a:lnTo>
                  <a:pt x="1616" y="0"/>
                </a:lnTo>
                <a:lnTo>
                  <a:pt x="1616" y="23"/>
                </a:lnTo>
                <a:lnTo>
                  <a:pt x="1499" y="23"/>
                </a:lnTo>
                <a:lnTo>
                  <a:pt x="1499" y="0"/>
                </a:lnTo>
                <a:moveTo>
                  <a:pt x="1685" y="0"/>
                </a:moveTo>
                <a:lnTo>
                  <a:pt x="1801" y="0"/>
                </a:lnTo>
                <a:lnTo>
                  <a:pt x="1801" y="23"/>
                </a:lnTo>
                <a:lnTo>
                  <a:pt x="1685" y="23"/>
                </a:lnTo>
                <a:lnTo>
                  <a:pt x="1685" y="0"/>
                </a:lnTo>
                <a:moveTo>
                  <a:pt x="1871" y="0"/>
                </a:moveTo>
                <a:lnTo>
                  <a:pt x="1987" y="0"/>
                </a:lnTo>
                <a:lnTo>
                  <a:pt x="1987" y="23"/>
                </a:lnTo>
                <a:lnTo>
                  <a:pt x="1871" y="23"/>
                </a:lnTo>
                <a:lnTo>
                  <a:pt x="1871" y="0"/>
                </a:lnTo>
                <a:moveTo>
                  <a:pt x="2057" y="0"/>
                </a:moveTo>
                <a:lnTo>
                  <a:pt x="2173" y="0"/>
                </a:lnTo>
                <a:lnTo>
                  <a:pt x="2173" y="23"/>
                </a:lnTo>
                <a:lnTo>
                  <a:pt x="2057" y="23"/>
                </a:lnTo>
                <a:lnTo>
                  <a:pt x="2057" y="0"/>
                </a:lnTo>
                <a:moveTo>
                  <a:pt x="2243" y="0"/>
                </a:moveTo>
                <a:lnTo>
                  <a:pt x="2359" y="0"/>
                </a:lnTo>
                <a:lnTo>
                  <a:pt x="2359" y="23"/>
                </a:lnTo>
                <a:lnTo>
                  <a:pt x="2243" y="23"/>
                </a:lnTo>
                <a:lnTo>
                  <a:pt x="2243" y="0"/>
                </a:lnTo>
                <a:moveTo>
                  <a:pt x="2428" y="0"/>
                </a:moveTo>
                <a:lnTo>
                  <a:pt x="2545" y="0"/>
                </a:lnTo>
                <a:lnTo>
                  <a:pt x="2545" y="23"/>
                </a:lnTo>
                <a:lnTo>
                  <a:pt x="2428" y="23"/>
                </a:lnTo>
                <a:lnTo>
                  <a:pt x="2428" y="0"/>
                </a:lnTo>
                <a:moveTo>
                  <a:pt x="2614" y="0"/>
                </a:moveTo>
                <a:lnTo>
                  <a:pt x="2730" y="0"/>
                </a:lnTo>
                <a:lnTo>
                  <a:pt x="2730" y="23"/>
                </a:lnTo>
                <a:lnTo>
                  <a:pt x="2614" y="23"/>
                </a:lnTo>
                <a:lnTo>
                  <a:pt x="2614" y="0"/>
                </a:lnTo>
                <a:moveTo>
                  <a:pt x="2800" y="0"/>
                </a:moveTo>
                <a:lnTo>
                  <a:pt x="2916" y="0"/>
                </a:lnTo>
                <a:lnTo>
                  <a:pt x="2916" y="23"/>
                </a:lnTo>
                <a:lnTo>
                  <a:pt x="2800" y="23"/>
                </a:lnTo>
                <a:lnTo>
                  <a:pt x="2800" y="0"/>
                </a:lnTo>
                <a:moveTo>
                  <a:pt x="2986" y="0"/>
                </a:moveTo>
                <a:lnTo>
                  <a:pt x="3102" y="0"/>
                </a:lnTo>
                <a:lnTo>
                  <a:pt x="3102" y="23"/>
                </a:lnTo>
                <a:lnTo>
                  <a:pt x="2986" y="23"/>
                </a:lnTo>
                <a:lnTo>
                  <a:pt x="2986" y="0"/>
                </a:lnTo>
                <a:moveTo>
                  <a:pt x="3172" y="0"/>
                </a:moveTo>
                <a:lnTo>
                  <a:pt x="3288" y="0"/>
                </a:lnTo>
                <a:lnTo>
                  <a:pt x="3288" y="23"/>
                </a:lnTo>
                <a:lnTo>
                  <a:pt x="3172" y="23"/>
                </a:lnTo>
                <a:lnTo>
                  <a:pt x="3172" y="0"/>
                </a:lnTo>
                <a:moveTo>
                  <a:pt x="3358" y="0"/>
                </a:moveTo>
                <a:lnTo>
                  <a:pt x="3474" y="0"/>
                </a:lnTo>
                <a:lnTo>
                  <a:pt x="3474" y="23"/>
                </a:lnTo>
                <a:lnTo>
                  <a:pt x="3358" y="23"/>
                </a:lnTo>
                <a:lnTo>
                  <a:pt x="3358" y="0"/>
                </a:lnTo>
                <a:moveTo>
                  <a:pt x="3543" y="0"/>
                </a:moveTo>
                <a:lnTo>
                  <a:pt x="3659" y="0"/>
                </a:lnTo>
                <a:lnTo>
                  <a:pt x="3659" y="23"/>
                </a:lnTo>
                <a:lnTo>
                  <a:pt x="3543" y="23"/>
                </a:lnTo>
                <a:lnTo>
                  <a:pt x="3543" y="0"/>
                </a:lnTo>
                <a:moveTo>
                  <a:pt x="3729" y="0"/>
                </a:moveTo>
                <a:lnTo>
                  <a:pt x="3845" y="0"/>
                </a:lnTo>
                <a:lnTo>
                  <a:pt x="3845" y="23"/>
                </a:lnTo>
                <a:lnTo>
                  <a:pt x="3729" y="23"/>
                </a:lnTo>
                <a:lnTo>
                  <a:pt x="3729" y="0"/>
                </a:lnTo>
                <a:moveTo>
                  <a:pt x="3915" y="0"/>
                </a:moveTo>
                <a:lnTo>
                  <a:pt x="4031" y="0"/>
                </a:lnTo>
                <a:lnTo>
                  <a:pt x="4031" y="23"/>
                </a:lnTo>
                <a:lnTo>
                  <a:pt x="3915" y="23"/>
                </a:lnTo>
                <a:lnTo>
                  <a:pt x="3915" y="0"/>
                </a:lnTo>
                <a:moveTo>
                  <a:pt x="4101" y="0"/>
                </a:moveTo>
                <a:lnTo>
                  <a:pt x="4217" y="0"/>
                </a:lnTo>
                <a:lnTo>
                  <a:pt x="4217" y="23"/>
                </a:lnTo>
                <a:lnTo>
                  <a:pt x="4101" y="23"/>
                </a:lnTo>
                <a:lnTo>
                  <a:pt x="4101" y="0"/>
                </a:lnTo>
                <a:moveTo>
                  <a:pt x="4287" y="0"/>
                </a:moveTo>
                <a:lnTo>
                  <a:pt x="4403" y="0"/>
                </a:lnTo>
                <a:lnTo>
                  <a:pt x="4403" y="23"/>
                </a:lnTo>
                <a:lnTo>
                  <a:pt x="4287" y="23"/>
                </a:lnTo>
                <a:lnTo>
                  <a:pt x="4287" y="0"/>
                </a:lnTo>
                <a:moveTo>
                  <a:pt x="4472" y="0"/>
                </a:moveTo>
                <a:lnTo>
                  <a:pt x="4589" y="0"/>
                </a:lnTo>
                <a:lnTo>
                  <a:pt x="4589" y="23"/>
                </a:lnTo>
                <a:lnTo>
                  <a:pt x="4472" y="23"/>
                </a:lnTo>
                <a:lnTo>
                  <a:pt x="4472" y="0"/>
                </a:lnTo>
                <a:moveTo>
                  <a:pt x="4658" y="0"/>
                </a:moveTo>
                <a:lnTo>
                  <a:pt x="4774" y="0"/>
                </a:lnTo>
                <a:lnTo>
                  <a:pt x="4774" y="23"/>
                </a:lnTo>
                <a:lnTo>
                  <a:pt x="4658" y="23"/>
                </a:lnTo>
                <a:lnTo>
                  <a:pt x="4658" y="0"/>
                </a:lnTo>
                <a:moveTo>
                  <a:pt x="4844" y="0"/>
                </a:moveTo>
                <a:lnTo>
                  <a:pt x="4960" y="0"/>
                </a:lnTo>
                <a:lnTo>
                  <a:pt x="4960" y="23"/>
                </a:lnTo>
                <a:lnTo>
                  <a:pt x="4844" y="23"/>
                </a:lnTo>
                <a:lnTo>
                  <a:pt x="4844" y="0"/>
                </a:lnTo>
                <a:moveTo>
                  <a:pt x="5030" y="0"/>
                </a:moveTo>
                <a:lnTo>
                  <a:pt x="5146" y="0"/>
                </a:lnTo>
                <a:lnTo>
                  <a:pt x="5146" y="23"/>
                </a:lnTo>
                <a:lnTo>
                  <a:pt x="5030" y="23"/>
                </a:lnTo>
                <a:lnTo>
                  <a:pt x="5030" y="0"/>
                </a:lnTo>
                <a:moveTo>
                  <a:pt x="5216" y="0"/>
                </a:moveTo>
                <a:lnTo>
                  <a:pt x="5332" y="0"/>
                </a:lnTo>
                <a:lnTo>
                  <a:pt x="5332" y="23"/>
                </a:lnTo>
                <a:lnTo>
                  <a:pt x="5216" y="23"/>
                </a:lnTo>
                <a:lnTo>
                  <a:pt x="5216" y="0"/>
                </a:lnTo>
                <a:moveTo>
                  <a:pt x="5401" y="0"/>
                </a:moveTo>
                <a:lnTo>
                  <a:pt x="5518" y="0"/>
                </a:lnTo>
                <a:lnTo>
                  <a:pt x="5518" y="23"/>
                </a:lnTo>
                <a:lnTo>
                  <a:pt x="5401" y="23"/>
                </a:lnTo>
                <a:lnTo>
                  <a:pt x="5401" y="0"/>
                </a:lnTo>
                <a:moveTo>
                  <a:pt x="5587" y="0"/>
                </a:moveTo>
                <a:lnTo>
                  <a:pt x="5703" y="0"/>
                </a:lnTo>
                <a:lnTo>
                  <a:pt x="5703" y="23"/>
                </a:lnTo>
                <a:lnTo>
                  <a:pt x="5587" y="23"/>
                </a:lnTo>
                <a:lnTo>
                  <a:pt x="5587" y="0"/>
                </a:lnTo>
                <a:moveTo>
                  <a:pt x="5773" y="0"/>
                </a:moveTo>
                <a:lnTo>
                  <a:pt x="5889" y="0"/>
                </a:lnTo>
                <a:lnTo>
                  <a:pt x="5889" y="23"/>
                </a:lnTo>
                <a:lnTo>
                  <a:pt x="5773" y="23"/>
                </a:lnTo>
                <a:lnTo>
                  <a:pt x="5773" y="0"/>
                </a:lnTo>
                <a:moveTo>
                  <a:pt x="5947" y="35"/>
                </a:moveTo>
                <a:lnTo>
                  <a:pt x="5947" y="151"/>
                </a:lnTo>
                <a:lnTo>
                  <a:pt x="5924" y="151"/>
                </a:lnTo>
                <a:lnTo>
                  <a:pt x="5924" y="35"/>
                </a:lnTo>
                <a:lnTo>
                  <a:pt x="5947" y="35"/>
                </a:lnTo>
                <a:moveTo>
                  <a:pt x="5947" y="221"/>
                </a:moveTo>
                <a:lnTo>
                  <a:pt x="5947" y="337"/>
                </a:lnTo>
                <a:lnTo>
                  <a:pt x="5924" y="337"/>
                </a:lnTo>
                <a:lnTo>
                  <a:pt x="5924" y="221"/>
                </a:lnTo>
                <a:lnTo>
                  <a:pt x="5947" y="221"/>
                </a:lnTo>
                <a:moveTo>
                  <a:pt x="5947" y="407"/>
                </a:moveTo>
                <a:lnTo>
                  <a:pt x="5947" y="523"/>
                </a:lnTo>
                <a:lnTo>
                  <a:pt x="5924" y="523"/>
                </a:lnTo>
                <a:lnTo>
                  <a:pt x="5924" y="407"/>
                </a:lnTo>
                <a:lnTo>
                  <a:pt x="5947" y="407"/>
                </a:lnTo>
                <a:moveTo>
                  <a:pt x="5947" y="593"/>
                </a:moveTo>
                <a:lnTo>
                  <a:pt x="5947" y="709"/>
                </a:lnTo>
                <a:lnTo>
                  <a:pt x="5924" y="709"/>
                </a:lnTo>
                <a:lnTo>
                  <a:pt x="5924" y="593"/>
                </a:lnTo>
                <a:lnTo>
                  <a:pt x="5947" y="593"/>
                </a:lnTo>
                <a:moveTo>
                  <a:pt x="5947" y="779"/>
                </a:moveTo>
                <a:lnTo>
                  <a:pt x="5947" y="895"/>
                </a:lnTo>
                <a:lnTo>
                  <a:pt x="5924" y="895"/>
                </a:lnTo>
                <a:lnTo>
                  <a:pt x="5924" y="779"/>
                </a:lnTo>
                <a:lnTo>
                  <a:pt x="5947" y="779"/>
                </a:lnTo>
                <a:moveTo>
                  <a:pt x="5947" y="964"/>
                </a:moveTo>
                <a:lnTo>
                  <a:pt x="5947" y="1080"/>
                </a:lnTo>
                <a:lnTo>
                  <a:pt x="5924" y="1080"/>
                </a:lnTo>
                <a:lnTo>
                  <a:pt x="5924" y="964"/>
                </a:lnTo>
                <a:lnTo>
                  <a:pt x="5947" y="964"/>
                </a:lnTo>
                <a:moveTo>
                  <a:pt x="5912" y="1138"/>
                </a:moveTo>
                <a:lnTo>
                  <a:pt x="5796" y="1138"/>
                </a:lnTo>
                <a:lnTo>
                  <a:pt x="5796" y="1115"/>
                </a:lnTo>
                <a:lnTo>
                  <a:pt x="5912" y="1115"/>
                </a:lnTo>
                <a:lnTo>
                  <a:pt x="5912" y="1138"/>
                </a:lnTo>
                <a:moveTo>
                  <a:pt x="5727" y="1138"/>
                </a:moveTo>
                <a:lnTo>
                  <a:pt x="5610" y="1138"/>
                </a:lnTo>
                <a:lnTo>
                  <a:pt x="5610" y="1115"/>
                </a:lnTo>
                <a:lnTo>
                  <a:pt x="5727" y="1115"/>
                </a:lnTo>
                <a:lnTo>
                  <a:pt x="5727" y="1138"/>
                </a:lnTo>
                <a:moveTo>
                  <a:pt x="5541" y="1138"/>
                </a:moveTo>
                <a:lnTo>
                  <a:pt x="5425" y="1138"/>
                </a:lnTo>
                <a:lnTo>
                  <a:pt x="5425" y="1115"/>
                </a:lnTo>
                <a:lnTo>
                  <a:pt x="5541" y="1115"/>
                </a:lnTo>
                <a:lnTo>
                  <a:pt x="5541" y="1138"/>
                </a:lnTo>
                <a:moveTo>
                  <a:pt x="5355" y="1138"/>
                </a:moveTo>
                <a:lnTo>
                  <a:pt x="5239" y="1138"/>
                </a:lnTo>
                <a:lnTo>
                  <a:pt x="5239" y="1115"/>
                </a:lnTo>
                <a:lnTo>
                  <a:pt x="5355" y="1115"/>
                </a:lnTo>
                <a:lnTo>
                  <a:pt x="5355" y="1138"/>
                </a:lnTo>
                <a:moveTo>
                  <a:pt x="5169" y="1138"/>
                </a:moveTo>
                <a:lnTo>
                  <a:pt x="5053" y="1138"/>
                </a:lnTo>
                <a:lnTo>
                  <a:pt x="5053" y="1115"/>
                </a:lnTo>
                <a:lnTo>
                  <a:pt x="5169" y="1115"/>
                </a:lnTo>
                <a:lnTo>
                  <a:pt x="5169" y="1138"/>
                </a:lnTo>
                <a:moveTo>
                  <a:pt x="4983" y="1138"/>
                </a:moveTo>
                <a:lnTo>
                  <a:pt x="4867" y="1138"/>
                </a:lnTo>
                <a:lnTo>
                  <a:pt x="4867" y="1115"/>
                </a:lnTo>
                <a:lnTo>
                  <a:pt x="4983" y="1115"/>
                </a:lnTo>
                <a:lnTo>
                  <a:pt x="4983" y="1138"/>
                </a:lnTo>
                <a:moveTo>
                  <a:pt x="4798" y="1138"/>
                </a:moveTo>
                <a:lnTo>
                  <a:pt x="4681" y="1138"/>
                </a:lnTo>
                <a:lnTo>
                  <a:pt x="4681" y="1115"/>
                </a:lnTo>
                <a:lnTo>
                  <a:pt x="4798" y="1115"/>
                </a:lnTo>
                <a:lnTo>
                  <a:pt x="4798" y="1138"/>
                </a:lnTo>
                <a:moveTo>
                  <a:pt x="4612" y="1138"/>
                </a:moveTo>
                <a:lnTo>
                  <a:pt x="4496" y="1138"/>
                </a:lnTo>
                <a:lnTo>
                  <a:pt x="4496" y="1115"/>
                </a:lnTo>
                <a:lnTo>
                  <a:pt x="4612" y="1115"/>
                </a:lnTo>
                <a:lnTo>
                  <a:pt x="4612" y="1138"/>
                </a:lnTo>
                <a:moveTo>
                  <a:pt x="4426" y="1138"/>
                </a:moveTo>
                <a:lnTo>
                  <a:pt x="4310" y="1138"/>
                </a:lnTo>
                <a:lnTo>
                  <a:pt x="4310" y="1115"/>
                </a:lnTo>
                <a:lnTo>
                  <a:pt x="4426" y="1115"/>
                </a:lnTo>
                <a:lnTo>
                  <a:pt x="4426" y="1138"/>
                </a:lnTo>
                <a:moveTo>
                  <a:pt x="4240" y="1138"/>
                </a:moveTo>
                <a:lnTo>
                  <a:pt x="4124" y="1138"/>
                </a:lnTo>
                <a:lnTo>
                  <a:pt x="4124" y="1115"/>
                </a:lnTo>
                <a:lnTo>
                  <a:pt x="4240" y="1115"/>
                </a:lnTo>
                <a:lnTo>
                  <a:pt x="4240" y="1138"/>
                </a:lnTo>
                <a:moveTo>
                  <a:pt x="4054" y="1138"/>
                </a:moveTo>
                <a:lnTo>
                  <a:pt x="3938" y="1138"/>
                </a:lnTo>
                <a:lnTo>
                  <a:pt x="3938" y="1115"/>
                </a:lnTo>
                <a:lnTo>
                  <a:pt x="4054" y="1115"/>
                </a:lnTo>
                <a:lnTo>
                  <a:pt x="4054" y="1138"/>
                </a:lnTo>
                <a:moveTo>
                  <a:pt x="3869" y="1138"/>
                </a:moveTo>
                <a:lnTo>
                  <a:pt x="3752" y="1138"/>
                </a:lnTo>
                <a:lnTo>
                  <a:pt x="3752" y="1115"/>
                </a:lnTo>
                <a:lnTo>
                  <a:pt x="3869" y="1115"/>
                </a:lnTo>
                <a:lnTo>
                  <a:pt x="3869" y="1138"/>
                </a:lnTo>
                <a:moveTo>
                  <a:pt x="3683" y="1138"/>
                </a:moveTo>
                <a:lnTo>
                  <a:pt x="3567" y="1138"/>
                </a:lnTo>
                <a:lnTo>
                  <a:pt x="3567" y="1115"/>
                </a:lnTo>
                <a:lnTo>
                  <a:pt x="3683" y="1115"/>
                </a:lnTo>
                <a:lnTo>
                  <a:pt x="3683" y="1138"/>
                </a:lnTo>
                <a:moveTo>
                  <a:pt x="3497" y="1138"/>
                </a:moveTo>
                <a:lnTo>
                  <a:pt x="3381" y="1138"/>
                </a:lnTo>
                <a:lnTo>
                  <a:pt x="3381" y="1115"/>
                </a:lnTo>
                <a:lnTo>
                  <a:pt x="3497" y="1115"/>
                </a:lnTo>
                <a:lnTo>
                  <a:pt x="3497" y="1138"/>
                </a:lnTo>
                <a:moveTo>
                  <a:pt x="3311" y="1138"/>
                </a:moveTo>
                <a:lnTo>
                  <a:pt x="3195" y="1138"/>
                </a:lnTo>
                <a:lnTo>
                  <a:pt x="3195" y="1115"/>
                </a:lnTo>
                <a:lnTo>
                  <a:pt x="3311" y="1115"/>
                </a:lnTo>
                <a:lnTo>
                  <a:pt x="3311" y="1138"/>
                </a:lnTo>
                <a:moveTo>
                  <a:pt x="3125" y="1138"/>
                </a:moveTo>
                <a:lnTo>
                  <a:pt x="3009" y="1138"/>
                </a:lnTo>
                <a:lnTo>
                  <a:pt x="3009" y="1115"/>
                </a:lnTo>
                <a:lnTo>
                  <a:pt x="3125" y="1115"/>
                </a:lnTo>
                <a:lnTo>
                  <a:pt x="3125" y="1138"/>
                </a:lnTo>
                <a:moveTo>
                  <a:pt x="2939" y="1138"/>
                </a:moveTo>
                <a:lnTo>
                  <a:pt x="2823" y="1138"/>
                </a:lnTo>
                <a:lnTo>
                  <a:pt x="2823" y="1115"/>
                </a:lnTo>
                <a:lnTo>
                  <a:pt x="2939" y="1115"/>
                </a:lnTo>
                <a:lnTo>
                  <a:pt x="2939" y="1138"/>
                </a:lnTo>
                <a:moveTo>
                  <a:pt x="2754" y="1138"/>
                </a:moveTo>
                <a:lnTo>
                  <a:pt x="2638" y="1138"/>
                </a:lnTo>
                <a:lnTo>
                  <a:pt x="2638" y="1115"/>
                </a:lnTo>
                <a:lnTo>
                  <a:pt x="2754" y="1115"/>
                </a:lnTo>
                <a:lnTo>
                  <a:pt x="2754" y="1138"/>
                </a:lnTo>
                <a:moveTo>
                  <a:pt x="2568" y="1138"/>
                </a:moveTo>
                <a:lnTo>
                  <a:pt x="2452" y="1138"/>
                </a:lnTo>
                <a:lnTo>
                  <a:pt x="2452" y="1115"/>
                </a:lnTo>
                <a:lnTo>
                  <a:pt x="2568" y="1115"/>
                </a:lnTo>
                <a:lnTo>
                  <a:pt x="2568" y="1138"/>
                </a:lnTo>
                <a:moveTo>
                  <a:pt x="2382" y="1138"/>
                </a:moveTo>
                <a:lnTo>
                  <a:pt x="2266" y="1138"/>
                </a:lnTo>
                <a:lnTo>
                  <a:pt x="2266" y="1115"/>
                </a:lnTo>
                <a:lnTo>
                  <a:pt x="2382" y="1115"/>
                </a:lnTo>
                <a:lnTo>
                  <a:pt x="2382" y="1138"/>
                </a:lnTo>
                <a:moveTo>
                  <a:pt x="2196" y="1138"/>
                </a:moveTo>
                <a:lnTo>
                  <a:pt x="2080" y="1138"/>
                </a:lnTo>
                <a:lnTo>
                  <a:pt x="2080" y="1115"/>
                </a:lnTo>
                <a:lnTo>
                  <a:pt x="2196" y="1115"/>
                </a:lnTo>
                <a:lnTo>
                  <a:pt x="2196" y="1138"/>
                </a:lnTo>
                <a:moveTo>
                  <a:pt x="2010" y="1138"/>
                </a:moveTo>
                <a:lnTo>
                  <a:pt x="1894" y="1138"/>
                </a:lnTo>
                <a:lnTo>
                  <a:pt x="1894" y="1115"/>
                </a:lnTo>
                <a:lnTo>
                  <a:pt x="2010" y="1115"/>
                </a:lnTo>
                <a:lnTo>
                  <a:pt x="2010" y="1138"/>
                </a:lnTo>
                <a:moveTo>
                  <a:pt x="1825" y="1138"/>
                </a:moveTo>
                <a:lnTo>
                  <a:pt x="1708" y="1138"/>
                </a:lnTo>
                <a:lnTo>
                  <a:pt x="1708" y="1115"/>
                </a:lnTo>
                <a:lnTo>
                  <a:pt x="1825" y="1115"/>
                </a:lnTo>
                <a:lnTo>
                  <a:pt x="1825" y="1138"/>
                </a:lnTo>
                <a:moveTo>
                  <a:pt x="1639" y="1138"/>
                </a:moveTo>
                <a:lnTo>
                  <a:pt x="1523" y="1138"/>
                </a:lnTo>
                <a:lnTo>
                  <a:pt x="1523" y="1115"/>
                </a:lnTo>
                <a:lnTo>
                  <a:pt x="1639" y="1115"/>
                </a:lnTo>
                <a:lnTo>
                  <a:pt x="1639" y="1138"/>
                </a:lnTo>
                <a:moveTo>
                  <a:pt x="1453" y="1138"/>
                </a:moveTo>
                <a:lnTo>
                  <a:pt x="1337" y="1138"/>
                </a:lnTo>
                <a:lnTo>
                  <a:pt x="1337" y="1115"/>
                </a:lnTo>
                <a:lnTo>
                  <a:pt x="1453" y="1115"/>
                </a:lnTo>
                <a:lnTo>
                  <a:pt x="1453" y="1138"/>
                </a:lnTo>
                <a:moveTo>
                  <a:pt x="1267" y="1138"/>
                </a:moveTo>
                <a:lnTo>
                  <a:pt x="1151" y="1138"/>
                </a:lnTo>
                <a:lnTo>
                  <a:pt x="1151" y="1115"/>
                </a:lnTo>
                <a:lnTo>
                  <a:pt x="1267" y="1115"/>
                </a:lnTo>
                <a:lnTo>
                  <a:pt x="1267" y="1138"/>
                </a:lnTo>
                <a:moveTo>
                  <a:pt x="1081" y="1138"/>
                </a:moveTo>
                <a:lnTo>
                  <a:pt x="965" y="1138"/>
                </a:lnTo>
                <a:lnTo>
                  <a:pt x="965" y="1115"/>
                </a:lnTo>
                <a:lnTo>
                  <a:pt x="1081" y="1115"/>
                </a:lnTo>
                <a:lnTo>
                  <a:pt x="1081" y="1138"/>
                </a:lnTo>
                <a:moveTo>
                  <a:pt x="896" y="1138"/>
                </a:moveTo>
                <a:lnTo>
                  <a:pt x="779" y="1138"/>
                </a:lnTo>
                <a:lnTo>
                  <a:pt x="779" y="1115"/>
                </a:lnTo>
                <a:lnTo>
                  <a:pt x="896" y="1115"/>
                </a:lnTo>
                <a:lnTo>
                  <a:pt x="896" y="1138"/>
                </a:lnTo>
                <a:moveTo>
                  <a:pt x="710" y="1138"/>
                </a:moveTo>
                <a:lnTo>
                  <a:pt x="594" y="1138"/>
                </a:lnTo>
                <a:lnTo>
                  <a:pt x="594" y="1115"/>
                </a:lnTo>
                <a:lnTo>
                  <a:pt x="710" y="1115"/>
                </a:lnTo>
                <a:lnTo>
                  <a:pt x="710" y="1138"/>
                </a:lnTo>
                <a:moveTo>
                  <a:pt x="524" y="1138"/>
                </a:moveTo>
                <a:lnTo>
                  <a:pt x="407" y="1138"/>
                </a:lnTo>
                <a:lnTo>
                  <a:pt x="407" y="1115"/>
                </a:lnTo>
                <a:lnTo>
                  <a:pt x="524" y="1115"/>
                </a:lnTo>
                <a:lnTo>
                  <a:pt x="524" y="1138"/>
                </a:lnTo>
                <a:moveTo>
                  <a:pt x="337" y="1138"/>
                </a:moveTo>
                <a:lnTo>
                  <a:pt x="221" y="1138"/>
                </a:lnTo>
                <a:lnTo>
                  <a:pt x="221" y="1115"/>
                </a:lnTo>
                <a:lnTo>
                  <a:pt x="337" y="1115"/>
                </a:lnTo>
                <a:lnTo>
                  <a:pt x="337" y="1138"/>
                </a:lnTo>
                <a:moveTo>
                  <a:pt x="151" y="1138"/>
                </a:moveTo>
                <a:lnTo>
                  <a:pt x="35" y="1138"/>
                </a:lnTo>
                <a:lnTo>
                  <a:pt x="35" y="1115"/>
                </a:lnTo>
                <a:lnTo>
                  <a:pt x="151" y="1115"/>
                </a:lnTo>
                <a:lnTo>
                  <a:pt x="151" y="1138"/>
                </a:lnTo>
                <a:moveTo>
                  <a:pt x="0" y="1080"/>
                </a:moveTo>
                <a:lnTo>
                  <a:pt x="0" y="964"/>
                </a:lnTo>
                <a:lnTo>
                  <a:pt x="24" y="964"/>
                </a:lnTo>
                <a:lnTo>
                  <a:pt x="24" y="1080"/>
                </a:lnTo>
                <a:lnTo>
                  <a:pt x="0" y="1080"/>
                </a:lnTo>
                <a:moveTo>
                  <a:pt x="0" y="895"/>
                </a:moveTo>
                <a:lnTo>
                  <a:pt x="0" y="779"/>
                </a:lnTo>
                <a:lnTo>
                  <a:pt x="24" y="779"/>
                </a:lnTo>
                <a:lnTo>
                  <a:pt x="24" y="895"/>
                </a:lnTo>
                <a:lnTo>
                  <a:pt x="0" y="895"/>
                </a:lnTo>
                <a:moveTo>
                  <a:pt x="0" y="709"/>
                </a:moveTo>
                <a:lnTo>
                  <a:pt x="0" y="593"/>
                </a:lnTo>
                <a:lnTo>
                  <a:pt x="24" y="593"/>
                </a:lnTo>
                <a:lnTo>
                  <a:pt x="24" y="709"/>
                </a:lnTo>
                <a:lnTo>
                  <a:pt x="0" y="709"/>
                </a:lnTo>
                <a:moveTo>
                  <a:pt x="0" y="523"/>
                </a:moveTo>
                <a:lnTo>
                  <a:pt x="0" y="407"/>
                </a:lnTo>
                <a:lnTo>
                  <a:pt x="24" y="407"/>
                </a:lnTo>
                <a:lnTo>
                  <a:pt x="24" y="523"/>
                </a:lnTo>
                <a:lnTo>
                  <a:pt x="0" y="523"/>
                </a:lnTo>
                <a:moveTo>
                  <a:pt x="0" y="337"/>
                </a:moveTo>
                <a:lnTo>
                  <a:pt x="0" y="221"/>
                </a:lnTo>
                <a:lnTo>
                  <a:pt x="24" y="221"/>
                </a:lnTo>
                <a:lnTo>
                  <a:pt x="24" y="337"/>
                </a:lnTo>
                <a:lnTo>
                  <a:pt x="0" y="337"/>
                </a:lnTo>
                <a:moveTo>
                  <a:pt x="0" y="151"/>
                </a:moveTo>
                <a:lnTo>
                  <a:pt x="0" y="35"/>
                </a:lnTo>
                <a:lnTo>
                  <a:pt x="24" y="35"/>
                </a:lnTo>
                <a:lnTo>
                  <a:pt x="24" y="151"/>
                </a:lnTo>
                <a:lnTo>
                  <a:pt x="0" y="151"/>
                </a:lnTo>
                <a:moveTo>
                  <a:pt x="12" y="0"/>
                </a:moveTo>
                <a:lnTo>
                  <a:pt x="128" y="0"/>
                </a:lnTo>
                <a:lnTo>
                  <a:pt x="128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2" name=""/>
          <p:cNvSpPr/>
          <p:nvPr/>
        </p:nvSpPr>
        <p:spPr>
          <a:xfrm>
            <a:off x="2873520" y="383004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3" name=""/>
          <p:cNvSpPr/>
          <p:nvPr/>
        </p:nvSpPr>
        <p:spPr>
          <a:xfrm>
            <a:off x="2873520" y="38595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992520" y="3488040"/>
            <a:ext cx="26038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Communicatieve vaardigheden (laag 2)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992520" y="3821040"/>
            <a:ext cx="335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666666"/>
                </a:solidFill>
                <a:latin typeface="DejaVuSans"/>
                <a:ea typeface="DejaVuSans"/>
              </a:rPr>
              <a:t>Kennis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6" name=""/>
          <p:cNvSpPr/>
          <p:nvPr/>
        </p:nvSpPr>
        <p:spPr>
          <a:xfrm>
            <a:off x="908640" y="4231080"/>
            <a:ext cx="3286440" cy="401400"/>
          </a:xfrm>
          <a:custGeom>
            <a:avLst/>
            <a:gdLst/>
            <a:ahLst/>
            <a:rect l="0" t="0" r="r" b="b"/>
            <a:pathLst>
              <a:path w="9129" h="1115">
                <a:moveTo>
                  <a:pt x="0" y="0"/>
                </a:moveTo>
                <a:lnTo>
                  <a:pt x="9129" y="0"/>
                </a:lnTo>
                <a:lnTo>
                  <a:pt x="9129" y="1115"/>
                </a:lnTo>
                <a:lnTo>
                  <a:pt x="0" y="1115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7" name=""/>
          <p:cNvSpPr/>
          <p:nvPr/>
        </p:nvSpPr>
        <p:spPr>
          <a:xfrm>
            <a:off x="904320" y="4227120"/>
            <a:ext cx="3294720" cy="409680"/>
          </a:xfrm>
          <a:custGeom>
            <a:avLst/>
            <a:gdLst/>
            <a:ahLst/>
            <a:rect l="0" t="0" r="r" b="b"/>
            <a:pathLst>
              <a:path w="9152" h="1138">
                <a:moveTo>
                  <a:pt x="198" y="0"/>
                </a:moveTo>
                <a:lnTo>
                  <a:pt x="314" y="0"/>
                </a:lnTo>
                <a:lnTo>
                  <a:pt x="314" y="23"/>
                </a:lnTo>
                <a:lnTo>
                  <a:pt x="198" y="23"/>
                </a:lnTo>
                <a:lnTo>
                  <a:pt x="198" y="0"/>
                </a:lnTo>
                <a:moveTo>
                  <a:pt x="384" y="0"/>
                </a:moveTo>
                <a:lnTo>
                  <a:pt x="500" y="0"/>
                </a:lnTo>
                <a:lnTo>
                  <a:pt x="500" y="23"/>
                </a:lnTo>
                <a:lnTo>
                  <a:pt x="384" y="23"/>
                </a:lnTo>
                <a:lnTo>
                  <a:pt x="384" y="0"/>
                </a:lnTo>
                <a:moveTo>
                  <a:pt x="569" y="0"/>
                </a:moveTo>
                <a:lnTo>
                  <a:pt x="686" y="0"/>
                </a:lnTo>
                <a:lnTo>
                  <a:pt x="686" y="23"/>
                </a:lnTo>
                <a:lnTo>
                  <a:pt x="569" y="23"/>
                </a:lnTo>
                <a:lnTo>
                  <a:pt x="569" y="0"/>
                </a:lnTo>
                <a:moveTo>
                  <a:pt x="755" y="0"/>
                </a:moveTo>
                <a:lnTo>
                  <a:pt x="871" y="0"/>
                </a:lnTo>
                <a:lnTo>
                  <a:pt x="871" y="23"/>
                </a:lnTo>
                <a:lnTo>
                  <a:pt x="755" y="23"/>
                </a:lnTo>
                <a:lnTo>
                  <a:pt x="755" y="0"/>
                </a:lnTo>
                <a:moveTo>
                  <a:pt x="941" y="0"/>
                </a:moveTo>
                <a:lnTo>
                  <a:pt x="1057" y="0"/>
                </a:lnTo>
                <a:lnTo>
                  <a:pt x="1057" y="23"/>
                </a:lnTo>
                <a:lnTo>
                  <a:pt x="941" y="23"/>
                </a:lnTo>
                <a:lnTo>
                  <a:pt x="941" y="0"/>
                </a:lnTo>
                <a:moveTo>
                  <a:pt x="1127" y="0"/>
                </a:moveTo>
                <a:lnTo>
                  <a:pt x="1243" y="0"/>
                </a:lnTo>
                <a:lnTo>
                  <a:pt x="1243" y="23"/>
                </a:lnTo>
                <a:lnTo>
                  <a:pt x="1127" y="23"/>
                </a:lnTo>
                <a:lnTo>
                  <a:pt x="1127" y="0"/>
                </a:lnTo>
                <a:moveTo>
                  <a:pt x="1313" y="0"/>
                </a:moveTo>
                <a:lnTo>
                  <a:pt x="1429" y="0"/>
                </a:lnTo>
                <a:lnTo>
                  <a:pt x="1429" y="23"/>
                </a:lnTo>
                <a:lnTo>
                  <a:pt x="1313" y="23"/>
                </a:lnTo>
                <a:lnTo>
                  <a:pt x="1313" y="0"/>
                </a:lnTo>
                <a:moveTo>
                  <a:pt x="1498" y="0"/>
                </a:moveTo>
                <a:lnTo>
                  <a:pt x="1615" y="0"/>
                </a:lnTo>
                <a:lnTo>
                  <a:pt x="1615" y="23"/>
                </a:lnTo>
                <a:lnTo>
                  <a:pt x="1498" y="23"/>
                </a:lnTo>
                <a:lnTo>
                  <a:pt x="1498" y="0"/>
                </a:lnTo>
                <a:moveTo>
                  <a:pt x="1684" y="0"/>
                </a:moveTo>
                <a:lnTo>
                  <a:pt x="1800" y="0"/>
                </a:lnTo>
                <a:lnTo>
                  <a:pt x="1800" y="23"/>
                </a:lnTo>
                <a:lnTo>
                  <a:pt x="1684" y="23"/>
                </a:lnTo>
                <a:lnTo>
                  <a:pt x="1684" y="0"/>
                </a:lnTo>
                <a:moveTo>
                  <a:pt x="1870" y="0"/>
                </a:moveTo>
                <a:lnTo>
                  <a:pt x="1986" y="0"/>
                </a:lnTo>
                <a:lnTo>
                  <a:pt x="1986" y="23"/>
                </a:lnTo>
                <a:lnTo>
                  <a:pt x="1870" y="23"/>
                </a:lnTo>
                <a:lnTo>
                  <a:pt x="1870" y="0"/>
                </a:lnTo>
                <a:moveTo>
                  <a:pt x="2056" y="0"/>
                </a:moveTo>
                <a:lnTo>
                  <a:pt x="2173" y="0"/>
                </a:lnTo>
                <a:lnTo>
                  <a:pt x="2173" y="23"/>
                </a:lnTo>
                <a:lnTo>
                  <a:pt x="2056" y="23"/>
                </a:lnTo>
                <a:lnTo>
                  <a:pt x="2056" y="0"/>
                </a:lnTo>
                <a:moveTo>
                  <a:pt x="2243" y="0"/>
                </a:moveTo>
                <a:lnTo>
                  <a:pt x="2359" y="0"/>
                </a:lnTo>
                <a:lnTo>
                  <a:pt x="2359" y="23"/>
                </a:lnTo>
                <a:lnTo>
                  <a:pt x="2243" y="23"/>
                </a:lnTo>
                <a:lnTo>
                  <a:pt x="2243" y="0"/>
                </a:lnTo>
                <a:moveTo>
                  <a:pt x="2428" y="0"/>
                </a:moveTo>
                <a:lnTo>
                  <a:pt x="2545" y="0"/>
                </a:lnTo>
                <a:lnTo>
                  <a:pt x="2545" y="23"/>
                </a:lnTo>
                <a:lnTo>
                  <a:pt x="2428" y="23"/>
                </a:lnTo>
                <a:lnTo>
                  <a:pt x="2428" y="0"/>
                </a:lnTo>
                <a:moveTo>
                  <a:pt x="2614" y="0"/>
                </a:moveTo>
                <a:lnTo>
                  <a:pt x="2730" y="0"/>
                </a:lnTo>
                <a:lnTo>
                  <a:pt x="2730" y="23"/>
                </a:lnTo>
                <a:lnTo>
                  <a:pt x="2614" y="23"/>
                </a:lnTo>
                <a:lnTo>
                  <a:pt x="2614" y="0"/>
                </a:lnTo>
                <a:moveTo>
                  <a:pt x="2800" y="0"/>
                </a:moveTo>
                <a:lnTo>
                  <a:pt x="2916" y="0"/>
                </a:lnTo>
                <a:lnTo>
                  <a:pt x="2916" y="23"/>
                </a:lnTo>
                <a:lnTo>
                  <a:pt x="2800" y="23"/>
                </a:lnTo>
                <a:lnTo>
                  <a:pt x="2800" y="0"/>
                </a:lnTo>
                <a:moveTo>
                  <a:pt x="2986" y="0"/>
                </a:moveTo>
                <a:lnTo>
                  <a:pt x="3102" y="0"/>
                </a:lnTo>
                <a:lnTo>
                  <a:pt x="3102" y="23"/>
                </a:lnTo>
                <a:lnTo>
                  <a:pt x="2986" y="23"/>
                </a:lnTo>
                <a:lnTo>
                  <a:pt x="2986" y="0"/>
                </a:lnTo>
                <a:moveTo>
                  <a:pt x="3172" y="0"/>
                </a:moveTo>
                <a:lnTo>
                  <a:pt x="3288" y="0"/>
                </a:lnTo>
                <a:lnTo>
                  <a:pt x="3288" y="23"/>
                </a:lnTo>
                <a:lnTo>
                  <a:pt x="3172" y="23"/>
                </a:lnTo>
                <a:lnTo>
                  <a:pt x="3172" y="0"/>
                </a:lnTo>
                <a:moveTo>
                  <a:pt x="3358" y="0"/>
                </a:moveTo>
                <a:lnTo>
                  <a:pt x="3474" y="0"/>
                </a:lnTo>
                <a:lnTo>
                  <a:pt x="3474" y="23"/>
                </a:lnTo>
                <a:lnTo>
                  <a:pt x="3358" y="23"/>
                </a:lnTo>
                <a:lnTo>
                  <a:pt x="3358" y="0"/>
                </a:lnTo>
                <a:moveTo>
                  <a:pt x="3543" y="0"/>
                </a:moveTo>
                <a:lnTo>
                  <a:pt x="3659" y="0"/>
                </a:lnTo>
                <a:lnTo>
                  <a:pt x="3659" y="23"/>
                </a:lnTo>
                <a:lnTo>
                  <a:pt x="3543" y="23"/>
                </a:lnTo>
                <a:lnTo>
                  <a:pt x="3543" y="0"/>
                </a:lnTo>
                <a:moveTo>
                  <a:pt x="3729" y="0"/>
                </a:moveTo>
                <a:lnTo>
                  <a:pt x="3845" y="0"/>
                </a:lnTo>
                <a:lnTo>
                  <a:pt x="3845" y="23"/>
                </a:lnTo>
                <a:lnTo>
                  <a:pt x="3729" y="23"/>
                </a:lnTo>
                <a:lnTo>
                  <a:pt x="3729" y="0"/>
                </a:lnTo>
                <a:moveTo>
                  <a:pt x="3915" y="0"/>
                </a:moveTo>
                <a:lnTo>
                  <a:pt x="4031" y="0"/>
                </a:lnTo>
                <a:lnTo>
                  <a:pt x="4031" y="23"/>
                </a:lnTo>
                <a:lnTo>
                  <a:pt x="3915" y="23"/>
                </a:lnTo>
                <a:lnTo>
                  <a:pt x="3915" y="0"/>
                </a:lnTo>
                <a:moveTo>
                  <a:pt x="4101" y="0"/>
                </a:moveTo>
                <a:lnTo>
                  <a:pt x="4217" y="0"/>
                </a:lnTo>
                <a:lnTo>
                  <a:pt x="4217" y="23"/>
                </a:lnTo>
                <a:lnTo>
                  <a:pt x="4101" y="23"/>
                </a:lnTo>
                <a:lnTo>
                  <a:pt x="4101" y="0"/>
                </a:lnTo>
                <a:moveTo>
                  <a:pt x="4287" y="0"/>
                </a:moveTo>
                <a:lnTo>
                  <a:pt x="4403" y="0"/>
                </a:lnTo>
                <a:lnTo>
                  <a:pt x="4403" y="23"/>
                </a:lnTo>
                <a:lnTo>
                  <a:pt x="4287" y="23"/>
                </a:lnTo>
                <a:lnTo>
                  <a:pt x="4287" y="0"/>
                </a:lnTo>
                <a:moveTo>
                  <a:pt x="4472" y="0"/>
                </a:moveTo>
                <a:lnTo>
                  <a:pt x="4589" y="0"/>
                </a:lnTo>
                <a:lnTo>
                  <a:pt x="4589" y="23"/>
                </a:lnTo>
                <a:lnTo>
                  <a:pt x="4472" y="23"/>
                </a:lnTo>
                <a:lnTo>
                  <a:pt x="4472" y="0"/>
                </a:lnTo>
                <a:moveTo>
                  <a:pt x="4658" y="0"/>
                </a:moveTo>
                <a:lnTo>
                  <a:pt x="4774" y="0"/>
                </a:lnTo>
                <a:lnTo>
                  <a:pt x="4774" y="23"/>
                </a:lnTo>
                <a:lnTo>
                  <a:pt x="4658" y="23"/>
                </a:lnTo>
                <a:lnTo>
                  <a:pt x="4658" y="0"/>
                </a:lnTo>
                <a:moveTo>
                  <a:pt x="4844" y="0"/>
                </a:moveTo>
                <a:lnTo>
                  <a:pt x="4960" y="0"/>
                </a:lnTo>
                <a:lnTo>
                  <a:pt x="4960" y="23"/>
                </a:lnTo>
                <a:lnTo>
                  <a:pt x="4844" y="23"/>
                </a:lnTo>
                <a:lnTo>
                  <a:pt x="4844" y="0"/>
                </a:lnTo>
                <a:moveTo>
                  <a:pt x="5030" y="0"/>
                </a:moveTo>
                <a:lnTo>
                  <a:pt x="5146" y="0"/>
                </a:lnTo>
                <a:lnTo>
                  <a:pt x="5146" y="23"/>
                </a:lnTo>
                <a:lnTo>
                  <a:pt x="5030" y="23"/>
                </a:lnTo>
                <a:lnTo>
                  <a:pt x="5030" y="0"/>
                </a:lnTo>
                <a:moveTo>
                  <a:pt x="5216" y="0"/>
                </a:moveTo>
                <a:lnTo>
                  <a:pt x="5332" y="0"/>
                </a:lnTo>
                <a:lnTo>
                  <a:pt x="5332" y="23"/>
                </a:lnTo>
                <a:lnTo>
                  <a:pt x="5216" y="23"/>
                </a:lnTo>
                <a:lnTo>
                  <a:pt x="5216" y="0"/>
                </a:lnTo>
                <a:moveTo>
                  <a:pt x="5401" y="0"/>
                </a:moveTo>
                <a:lnTo>
                  <a:pt x="5518" y="0"/>
                </a:lnTo>
                <a:lnTo>
                  <a:pt x="5518" y="23"/>
                </a:lnTo>
                <a:lnTo>
                  <a:pt x="5401" y="23"/>
                </a:lnTo>
                <a:lnTo>
                  <a:pt x="5401" y="0"/>
                </a:lnTo>
                <a:moveTo>
                  <a:pt x="5587" y="0"/>
                </a:moveTo>
                <a:lnTo>
                  <a:pt x="5703" y="0"/>
                </a:lnTo>
                <a:lnTo>
                  <a:pt x="5703" y="23"/>
                </a:lnTo>
                <a:lnTo>
                  <a:pt x="5587" y="23"/>
                </a:lnTo>
                <a:lnTo>
                  <a:pt x="5587" y="0"/>
                </a:lnTo>
                <a:moveTo>
                  <a:pt x="5773" y="0"/>
                </a:moveTo>
                <a:lnTo>
                  <a:pt x="5889" y="0"/>
                </a:lnTo>
                <a:lnTo>
                  <a:pt x="5889" y="23"/>
                </a:lnTo>
                <a:lnTo>
                  <a:pt x="5773" y="23"/>
                </a:lnTo>
                <a:lnTo>
                  <a:pt x="5773" y="0"/>
                </a:lnTo>
                <a:moveTo>
                  <a:pt x="5959" y="0"/>
                </a:moveTo>
                <a:lnTo>
                  <a:pt x="6075" y="0"/>
                </a:lnTo>
                <a:lnTo>
                  <a:pt x="6075" y="23"/>
                </a:lnTo>
                <a:lnTo>
                  <a:pt x="5959" y="23"/>
                </a:lnTo>
                <a:lnTo>
                  <a:pt x="5959" y="0"/>
                </a:lnTo>
                <a:moveTo>
                  <a:pt x="6145" y="0"/>
                </a:moveTo>
                <a:lnTo>
                  <a:pt x="6261" y="0"/>
                </a:lnTo>
                <a:lnTo>
                  <a:pt x="6261" y="23"/>
                </a:lnTo>
                <a:lnTo>
                  <a:pt x="6145" y="23"/>
                </a:lnTo>
                <a:lnTo>
                  <a:pt x="6145" y="0"/>
                </a:lnTo>
                <a:moveTo>
                  <a:pt x="6330" y="0"/>
                </a:moveTo>
                <a:lnTo>
                  <a:pt x="6447" y="0"/>
                </a:lnTo>
                <a:lnTo>
                  <a:pt x="6447" y="23"/>
                </a:lnTo>
                <a:lnTo>
                  <a:pt x="6330" y="23"/>
                </a:lnTo>
                <a:lnTo>
                  <a:pt x="6330" y="0"/>
                </a:lnTo>
                <a:moveTo>
                  <a:pt x="6516" y="0"/>
                </a:moveTo>
                <a:lnTo>
                  <a:pt x="6632" y="0"/>
                </a:lnTo>
                <a:lnTo>
                  <a:pt x="6632" y="23"/>
                </a:lnTo>
                <a:lnTo>
                  <a:pt x="6516" y="23"/>
                </a:lnTo>
                <a:lnTo>
                  <a:pt x="6516" y="0"/>
                </a:lnTo>
                <a:moveTo>
                  <a:pt x="6702" y="0"/>
                </a:moveTo>
                <a:lnTo>
                  <a:pt x="6818" y="0"/>
                </a:lnTo>
                <a:lnTo>
                  <a:pt x="6818" y="23"/>
                </a:lnTo>
                <a:lnTo>
                  <a:pt x="6702" y="23"/>
                </a:lnTo>
                <a:lnTo>
                  <a:pt x="6702" y="0"/>
                </a:lnTo>
                <a:moveTo>
                  <a:pt x="6888" y="0"/>
                </a:moveTo>
                <a:lnTo>
                  <a:pt x="7004" y="0"/>
                </a:lnTo>
                <a:lnTo>
                  <a:pt x="7004" y="23"/>
                </a:lnTo>
                <a:lnTo>
                  <a:pt x="6888" y="23"/>
                </a:lnTo>
                <a:lnTo>
                  <a:pt x="6888" y="0"/>
                </a:lnTo>
                <a:moveTo>
                  <a:pt x="7074" y="0"/>
                </a:moveTo>
                <a:lnTo>
                  <a:pt x="7190" y="0"/>
                </a:lnTo>
                <a:lnTo>
                  <a:pt x="7190" y="23"/>
                </a:lnTo>
                <a:lnTo>
                  <a:pt x="7074" y="23"/>
                </a:lnTo>
                <a:lnTo>
                  <a:pt x="7074" y="0"/>
                </a:lnTo>
                <a:moveTo>
                  <a:pt x="7260" y="0"/>
                </a:moveTo>
                <a:lnTo>
                  <a:pt x="7376" y="0"/>
                </a:lnTo>
                <a:lnTo>
                  <a:pt x="7376" y="23"/>
                </a:lnTo>
                <a:lnTo>
                  <a:pt x="7260" y="23"/>
                </a:lnTo>
                <a:lnTo>
                  <a:pt x="7260" y="0"/>
                </a:lnTo>
                <a:moveTo>
                  <a:pt x="7445" y="0"/>
                </a:moveTo>
                <a:lnTo>
                  <a:pt x="7561" y="0"/>
                </a:lnTo>
                <a:lnTo>
                  <a:pt x="7561" y="23"/>
                </a:lnTo>
                <a:lnTo>
                  <a:pt x="7445" y="23"/>
                </a:lnTo>
                <a:lnTo>
                  <a:pt x="7445" y="0"/>
                </a:lnTo>
                <a:moveTo>
                  <a:pt x="7631" y="0"/>
                </a:moveTo>
                <a:lnTo>
                  <a:pt x="7747" y="0"/>
                </a:lnTo>
                <a:lnTo>
                  <a:pt x="7747" y="23"/>
                </a:lnTo>
                <a:lnTo>
                  <a:pt x="7631" y="23"/>
                </a:lnTo>
                <a:lnTo>
                  <a:pt x="7631" y="0"/>
                </a:lnTo>
                <a:moveTo>
                  <a:pt x="7817" y="0"/>
                </a:moveTo>
                <a:lnTo>
                  <a:pt x="7933" y="0"/>
                </a:lnTo>
                <a:lnTo>
                  <a:pt x="7933" y="23"/>
                </a:lnTo>
                <a:lnTo>
                  <a:pt x="7817" y="23"/>
                </a:lnTo>
                <a:lnTo>
                  <a:pt x="7817" y="0"/>
                </a:lnTo>
                <a:moveTo>
                  <a:pt x="8003" y="0"/>
                </a:moveTo>
                <a:lnTo>
                  <a:pt x="8119" y="0"/>
                </a:lnTo>
                <a:lnTo>
                  <a:pt x="8119" y="23"/>
                </a:lnTo>
                <a:lnTo>
                  <a:pt x="8003" y="23"/>
                </a:lnTo>
                <a:lnTo>
                  <a:pt x="8003" y="0"/>
                </a:lnTo>
                <a:moveTo>
                  <a:pt x="8189" y="0"/>
                </a:moveTo>
                <a:lnTo>
                  <a:pt x="8305" y="0"/>
                </a:lnTo>
                <a:lnTo>
                  <a:pt x="8305" y="23"/>
                </a:lnTo>
                <a:lnTo>
                  <a:pt x="8189" y="23"/>
                </a:lnTo>
                <a:lnTo>
                  <a:pt x="8189" y="0"/>
                </a:lnTo>
                <a:moveTo>
                  <a:pt x="8374" y="0"/>
                </a:moveTo>
                <a:lnTo>
                  <a:pt x="8490" y="0"/>
                </a:lnTo>
                <a:lnTo>
                  <a:pt x="8490" y="23"/>
                </a:lnTo>
                <a:lnTo>
                  <a:pt x="8374" y="23"/>
                </a:lnTo>
                <a:lnTo>
                  <a:pt x="8374" y="0"/>
                </a:lnTo>
                <a:moveTo>
                  <a:pt x="8560" y="0"/>
                </a:moveTo>
                <a:lnTo>
                  <a:pt x="8676" y="0"/>
                </a:lnTo>
                <a:lnTo>
                  <a:pt x="8676" y="23"/>
                </a:lnTo>
                <a:lnTo>
                  <a:pt x="8560" y="23"/>
                </a:lnTo>
                <a:lnTo>
                  <a:pt x="8560" y="0"/>
                </a:lnTo>
                <a:moveTo>
                  <a:pt x="8746" y="0"/>
                </a:moveTo>
                <a:lnTo>
                  <a:pt x="8862" y="0"/>
                </a:lnTo>
                <a:lnTo>
                  <a:pt x="8862" y="23"/>
                </a:lnTo>
                <a:lnTo>
                  <a:pt x="8746" y="23"/>
                </a:lnTo>
                <a:lnTo>
                  <a:pt x="8746" y="0"/>
                </a:lnTo>
                <a:moveTo>
                  <a:pt x="8932" y="0"/>
                </a:moveTo>
                <a:lnTo>
                  <a:pt x="9048" y="0"/>
                </a:lnTo>
                <a:lnTo>
                  <a:pt x="9048" y="23"/>
                </a:lnTo>
                <a:lnTo>
                  <a:pt x="8932" y="23"/>
                </a:lnTo>
                <a:lnTo>
                  <a:pt x="8932" y="0"/>
                </a:lnTo>
                <a:moveTo>
                  <a:pt x="9118" y="0"/>
                </a:moveTo>
                <a:lnTo>
                  <a:pt x="9152" y="0"/>
                </a:lnTo>
                <a:lnTo>
                  <a:pt x="9152" y="104"/>
                </a:lnTo>
                <a:lnTo>
                  <a:pt x="9129" y="104"/>
                </a:lnTo>
                <a:lnTo>
                  <a:pt x="9129" y="11"/>
                </a:lnTo>
                <a:lnTo>
                  <a:pt x="9141" y="11"/>
                </a:lnTo>
                <a:lnTo>
                  <a:pt x="9141" y="23"/>
                </a:lnTo>
                <a:lnTo>
                  <a:pt x="9118" y="23"/>
                </a:lnTo>
                <a:lnTo>
                  <a:pt x="9118" y="0"/>
                </a:lnTo>
                <a:moveTo>
                  <a:pt x="9152" y="174"/>
                </a:moveTo>
                <a:lnTo>
                  <a:pt x="9152" y="291"/>
                </a:lnTo>
                <a:lnTo>
                  <a:pt x="9129" y="291"/>
                </a:lnTo>
                <a:lnTo>
                  <a:pt x="9129" y="174"/>
                </a:lnTo>
                <a:lnTo>
                  <a:pt x="9152" y="174"/>
                </a:lnTo>
                <a:moveTo>
                  <a:pt x="9152" y="360"/>
                </a:moveTo>
                <a:lnTo>
                  <a:pt x="9152" y="476"/>
                </a:lnTo>
                <a:lnTo>
                  <a:pt x="9129" y="476"/>
                </a:lnTo>
                <a:lnTo>
                  <a:pt x="9129" y="360"/>
                </a:lnTo>
                <a:lnTo>
                  <a:pt x="9152" y="360"/>
                </a:lnTo>
                <a:moveTo>
                  <a:pt x="9152" y="546"/>
                </a:moveTo>
                <a:lnTo>
                  <a:pt x="9152" y="662"/>
                </a:lnTo>
                <a:lnTo>
                  <a:pt x="9129" y="662"/>
                </a:lnTo>
                <a:lnTo>
                  <a:pt x="9129" y="546"/>
                </a:lnTo>
                <a:lnTo>
                  <a:pt x="9152" y="546"/>
                </a:lnTo>
                <a:moveTo>
                  <a:pt x="9152" y="732"/>
                </a:moveTo>
                <a:lnTo>
                  <a:pt x="9152" y="848"/>
                </a:lnTo>
                <a:lnTo>
                  <a:pt x="9129" y="848"/>
                </a:lnTo>
                <a:lnTo>
                  <a:pt x="9129" y="732"/>
                </a:lnTo>
                <a:lnTo>
                  <a:pt x="9152" y="732"/>
                </a:lnTo>
                <a:moveTo>
                  <a:pt x="9152" y="917"/>
                </a:moveTo>
                <a:lnTo>
                  <a:pt x="9152" y="1033"/>
                </a:lnTo>
                <a:lnTo>
                  <a:pt x="9129" y="1033"/>
                </a:lnTo>
                <a:lnTo>
                  <a:pt x="9129" y="917"/>
                </a:lnTo>
                <a:lnTo>
                  <a:pt x="9152" y="917"/>
                </a:lnTo>
                <a:moveTo>
                  <a:pt x="9152" y="1103"/>
                </a:moveTo>
                <a:lnTo>
                  <a:pt x="9152" y="1138"/>
                </a:lnTo>
                <a:lnTo>
                  <a:pt x="9048" y="1138"/>
                </a:lnTo>
                <a:lnTo>
                  <a:pt x="9048" y="1115"/>
                </a:lnTo>
                <a:lnTo>
                  <a:pt x="9141" y="1115"/>
                </a:lnTo>
                <a:lnTo>
                  <a:pt x="9141" y="1126"/>
                </a:lnTo>
                <a:lnTo>
                  <a:pt x="9129" y="1126"/>
                </a:lnTo>
                <a:lnTo>
                  <a:pt x="9129" y="1103"/>
                </a:lnTo>
                <a:lnTo>
                  <a:pt x="9152" y="1103"/>
                </a:lnTo>
                <a:moveTo>
                  <a:pt x="8978" y="1138"/>
                </a:moveTo>
                <a:lnTo>
                  <a:pt x="8862" y="1138"/>
                </a:lnTo>
                <a:lnTo>
                  <a:pt x="8862" y="1115"/>
                </a:lnTo>
                <a:lnTo>
                  <a:pt x="8978" y="1115"/>
                </a:lnTo>
                <a:lnTo>
                  <a:pt x="8978" y="1138"/>
                </a:lnTo>
                <a:moveTo>
                  <a:pt x="8792" y="1138"/>
                </a:moveTo>
                <a:lnTo>
                  <a:pt x="8676" y="1138"/>
                </a:lnTo>
                <a:lnTo>
                  <a:pt x="8676" y="1115"/>
                </a:lnTo>
                <a:lnTo>
                  <a:pt x="8792" y="1115"/>
                </a:lnTo>
                <a:lnTo>
                  <a:pt x="8792" y="1138"/>
                </a:lnTo>
                <a:moveTo>
                  <a:pt x="8607" y="1138"/>
                </a:moveTo>
                <a:lnTo>
                  <a:pt x="8490" y="1138"/>
                </a:lnTo>
                <a:lnTo>
                  <a:pt x="8490" y="1115"/>
                </a:lnTo>
                <a:lnTo>
                  <a:pt x="8607" y="1115"/>
                </a:lnTo>
                <a:lnTo>
                  <a:pt x="8607" y="1138"/>
                </a:lnTo>
                <a:moveTo>
                  <a:pt x="8421" y="1138"/>
                </a:moveTo>
                <a:lnTo>
                  <a:pt x="8305" y="1138"/>
                </a:lnTo>
                <a:lnTo>
                  <a:pt x="8305" y="1115"/>
                </a:lnTo>
                <a:lnTo>
                  <a:pt x="8421" y="1115"/>
                </a:lnTo>
                <a:lnTo>
                  <a:pt x="8421" y="1138"/>
                </a:lnTo>
                <a:moveTo>
                  <a:pt x="8235" y="1138"/>
                </a:moveTo>
                <a:lnTo>
                  <a:pt x="8119" y="1138"/>
                </a:lnTo>
                <a:lnTo>
                  <a:pt x="8119" y="1115"/>
                </a:lnTo>
                <a:lnTo>
                  <a:pt x="8235" y="1115"/>
                </a:lnTo>
                <a:lnTo>
                  <a:pt x="8235" y="1138"/>
                </a:lnTo>
                <a:moveTo>
                  <a:pt x="8049" y="1138"/>
                </a:moveTo>
                <a:lnTo>
                  <a:pt x="7933" y="1138"/>
                </a:lnTo>
                <a:lnTo>
                  <a:pt x="7933" y="1115"/>
                </a:lnTo>
                <a:lnTo>
                  <a:pt x="8049" y="1115"/>
                </a:lnTo>
                <a:lnTo>
                  <a:pt x="8049" y="1138"/>
                </a:lnTo>
                <a:moveTo>
                  <a:pt x="7863" y="1138"/>
                </a:moveTo>
                <a:lnTo>
                  <a:pt x="7747" y="1138"/>
                </a:lnTo>
                <a:lnTo>
                  <a:pt x="7747" y="1115"/>
                </a:lnTo>
                <a:lnTo>
                  <a:pt x="7863" y="1115"/>
                </a:lnTo>
                <a:lnTo>
                  <a:pt x="7863" y="1138"/>
                </a:lnTo>
                <a:moveTo>
                  <a:pt x="7678" y="1138"/>
                </a:moveTo>
                <a:lnTo>
                  <a:pt x="7561" y="1138"/>
                </a:lnTo>
                <a:lnTo>
                  <a:pt x="7561" y="1115"/>
                </a:lnTo>
                <a:lnTo>
                  <a:pt x="7678" y="1115"/>
                </a:lnTo>
                <a:lnTo>
                  <a:pt x="7678" y="1138"/>
                </a:lnTo>
                <a:moveTo>
                  <a:pt x="7492" y="1138"/>
                </a:moveTo>
                <a:lnTo>
                  <a:pt x="7376" y="1138"/>
                </a:lnTo>
                <a:lnTo>
                  <a:pt x="7376" y="1115"/>
                </a:lnTo>
                <a:lnTo>
                  <a:pt x="7492" y="1115"/>
                </a:lnTo>
                <a:lnTo>
                  <a:pt x="7492" y="1138"/>
                </a:lnTo>
                <a:moveTo>
                  <a:pt x="7306" y="1138"/>
                </a:moveTo>
                <a:lnTo>
                  <a:pt x="7190" y="1138"/>
                </a:lnTo>
                <a:lnTo>
                  <a:pt x="7190" y="1115"/>
                </a:lnTo>
                <a:lnTo>
                  <a:pt x="7306" y="1115"/>
                </a:lnTo>
                <a:lnTo>
                  <a:pt x="7306" y="1138"/>
                </a:lnTo>
                <a:moveTo>
                  <a:pt x="7120" y="1138"/>
                </a:moveTo>
                <a:lnTo>
                  <a:pt x="7004" y="1138"/>
                </a:lnTo>
                <a:lnTo>
                  <a:pt x="7004" y="1115"/>
                </a:lnTo>
                <a:lnTo>
                  <a:pt x="7120" y="1115"/>
                </a:lnTo>
                <a:lnTo>
                  <a:pt x="7120" y="1138"/>
                </a:lnTo>
                <a:moveTo>
                  <a:pt x="6934" y="1138"/>
                </a:moveTo>
                <a:lnTo>
                  <a:pt x="6818" y="1138"/>
                </a:lnTo>
                <a:lnTo>
                  <a:pt x="6818" y="1115"/>
                </a:lnTo>
                <a:lnTo>
                  <a:pt x="6934" y="1115"/>
                </a:lnTo>
                <a:lnTo>
                  <a:pt x="6934" y="1138"/>
                </a:lnTo>
                <a:moveTo>
                  <a:pt x="6749" y="1138"/>
                </a:moveTo>
                <a:lnTo>
                  <a:pt x="6632" y="1138"/>
                </a:lnTo>
                <a:lnTo>
                  <a:pt x="6632" y="1115"/>
                </a:lnTo>
                <a:lnTo>
                  <a:pt x="6749" y="1115"/>
                </a:lnTo>
                <a:lnTo>
                  <a:pt x="6749" y="1138"/>
                </a:lnTo>
                <a:moveTo>
                  <a:pt x="6563" y="1138"/>
                </a:moveTo>
                <a:lnTo>
                  <a:pt x="6447" y="1138"/>
                </a:lnTo>
                <a:lnTo>
                  <a:pt x="6447" y="1115"/>
                </a:lnTo>
                <a:lnTo>
                  <a:pt x="6563" y="1115"/>
                </a:lnTo>
                <a:lnTo>
                  <a:pt x="6563" y="1138"/>
                </a:lnTo>
                <a:moveTo>
                  <a:pt x="6377" y="1138"/>
                </a:moveTo>
                <a:lnTo>
                  <a:pt x="6261" y="1138"/>
                </a:lnTo>
                <a:lnTo>
                  <a:pt x="6261" y="1115"/>
                </a:lnTo>
                <a:lnTo>
                  <a:pt x="6377" y="1115"/>
                </a:lnTo>
                <a:lnTo>
                  <a:pt x="6377" y="1138"/>
                </a:lnTo>
                <a:moveTo>
                  <a:pt x="6191" y="1138"/>
                </a:moveTo>
                <a:lnTo>
                  <a:pt x="6075" y="1138"/>
                </a:lnTo>
                <a:lnTo>
                  <a:pt x="6075" y="1115"/>
                </a:lnTo>
                <a:lnTo>
                  <a:pt x="6191" y="1115"/>
                </a:lnTo>
                <a:lnTo>
                  <a:pt x="6191" y="1138"/>
                </a:lnTo>
                <a:moveTo>
                  <a:pt x="6005" y="1138"/>
                </a:moveTo>
                <a:lnTo>
                  <a:pt x="5889" y="1138"/>
                </a:lnTo>
                <a:lnTo>
                  <a:pt x="5889" y="1115"/>
                </a:lnTo>
                <a:lnTo>
                  <a:pt x="6005" y="1115"/>
                </a:lnTo>
                <a:lnTo>
                  <a:pt x="6005" y="1138"/>
                </a:lnTo>
                <a:moveTo>
                  <a:pt x="5819" y="1138"/>
                </a:moveTo>
                <a:lnTo>
                  <a:pt x="5703" y="1138"/>
                </a:lnTo>
                <a:lnTo>
                  <a:pt x="5703" y="1115"/>
                </a:lnTo>
                <a:lnTo>
                  <a:pt x="5819" y="1115"/>
                </a:lnTo>
                <a:lnTo>
                  <a:pt x="5819" y="1138"/>
                </a:lnTo>
                <a:moveTo>
                  <a:pt x="5634" y="1138"/>
                </a:moveTo>
                <a:lnTo>
                  <a:pt x="5518" y="1138"/>
                </a:lnTo>
                <a:lnTo>
                  <a:pt x="5518" y="1115"/>
                </a:lnTo>
                <a:lnTo>
                  <a:pt x="5634" y="1115"/>
                </a:lnTo>
                <a:lnTo>
                  <a:pt x="5634" y="1138"/>
                </a:lnTo>
                <a:moveTo>
                  <a:pt x="5448" y="1138"/>
                </a:moveTo>
                <a:lnTo>
                  <a:pt x="5332" y="1138"/>
                </a:lnTo>
                <a:lnTo>
                  <a:pt x="5332" y="1115"/>
                </a:lnTo>
                <a:lnTo>
                  <a:pt x="5448" y="1115"/>
                </a:lnTo>
                <a:lnTo>
                  <a:pt x="5448" y="1138"/>
                </a:lnTo>
                <a:moveTo>
                  <a:pt x="5262" y="1138"/>
                </a:moveTo>
                <a:lnTo>
                  <a:pt x="5146" y="1138"/>
                </a:lnTo>
                <a:lnTo>
                  <a:pt x="5146" y="1115"/>
                </a:lnTo>
                <a:lnTo>
                  <a:pt x="5262" y="1115"/>
                </a:lnTo>
                <a:lnTo>
                  <a:pt x="5262" y="1138"/>
                </a:lnTo>
                <a:moveTo>
                  <a:pt x="5076" y="1138"/>
                </a:moveTo>
                <a:lnTo>
                  <a:pt x="4960" y="1138"/>
                </a:lnTo>
                <a:lnTo>
                  <a:pt x="4960" y="1115"/>
                </a:lnTo>
                <a:lnTo>
                  <a:pt x="5076" y="1115"/>
                </a:lnTo>
                <a:lnTo>
                  <a:pt x="5076" y="1138"/>
                </a:lnTo>
                <a:moveTo>
                  <a:pt x="4890" y="1138"/>
                </a:moveTo>
                <a:lnTo>
                  <a:pt x="4774" y="1138"/>
                </a:lnTo>
                <a:lnTo>
                  <a:pt x="4774" y="1115"/>
                </a:lnTo>
                <a:lnTo>
                  <a:pt x="4890" y="1115"/>
                </a:lnTo>
                <a:lnTo>
                  <a:pt x="4890" y="1138"/>
                </a:lnTo>
                <a:moveTo>
                  <a:pt x="4705" y="1138"/>
                </a:moveTo>
                <a:lnTo>
                  <a:pt x="4589" y="1138"/>
                </a:lnTo>
                <a:lnTo>
                  <a:pt x="4589" y="1115"/>
                </a:lnTo>
                <a:lnTo>
                  <a:pt x="4705" y="1115"/>
                </a:lnTo>
                <a:lnTo>
                  <a:pt x="4705" y="1138"/>
                </a:lnTo>
                <a:moveTo>
                  <a:pt x="4519" y="1138"/>
                </a:moveTo>
                <a:lnTo>
                  <a:pt x="4403" y="1138"/>
                </a:lnTo>
                <a:lnTo>
                  <a:pt x="4403" y="1115"/>
                </a:lnTo>
                <a:lnTo>
                  <a:pt x="4519" y="1115"/>
                </a:lnTo>
                <a:lnTo>
                  <a:pt x="4519" y="1138"/>
                </a:lnTo>
                <a:moveTo>
                  <a:pt x="4333" y="1138"/>
                </a:moveTo>
                <a:lnTo>
                  <a:pt x="4217" y="1138"/>
                </a:lnTo>
                <a:lnTo>
                  <a:pt x="4217" y="1115"/>
                </a:lnTo>
                <a:lnTo>
                  <a:pt x="4333" y="1115"/>
                </a:lnTo>
                <a:lnTo>
                  <a:pt x="4333" y="1138"/>
                </a:lnTo>
                <a:moveTo>
                  <a:pt x="4147" y="1138"/>
                </a:moveTo>
                <a:lnTo>
                  <a:pt x="4031" y="1138"/>
                </a:lnTo>
                <a:lnTo>
                  <a:pt x="4031" y="1115"/>
                </a:lnTo>
                <a:lnTo>
                  <a:pt x="4147" y="1115"/>
                </a:lnTo>
                <a:lnTo>
                  <a:pt x="4147" y="1138"/>
                </a:lnTo>
                <a:moveTo>
                  <a:pt x="3961" y="1138"/>
                </a:moveTo>
                <a:lnTo>
                  <a:pt x="3845" y="1138"/>
                </a:lnTo>
                <a:lnTo>
                  <a:pt x="3845" y="1115"/>
                </a:lnTo>
                <a:lnTo>
                  <a:pt x="3961" y="1115"/>
                </a:lnTo>
                <a:lnTo>
                  <a:pt x="3961" y="1138"/>
                </a:lnTo>
                <a:moveTo>
                  <a:pt x="3776" y="1138"/>
                </a:moveTo>
                <a:lnTo>
                  <a:pt x="3659" y="1138"/>
                </a:lnTo>
                <a:lnTo>
                  <a:pt x="3659" y="1115"/>
                </a:lnTo>
                <a:lnTo>
                  <a:pt x="3776" y="1115"/>
                </a:lnTo>
                <a:lnTo>
                  <a:pt x="3776" y="1138"/>
                </a:lnTo>
                <a:moveTo>
                  <a:pt x="3590" y="1138"/>
                </a:moveTo>
                <a:lnTo>
                  <a:pt x="3474" y="1138"/>
                </a:lnTo>
                <a:lnTo>
                  <a:pt x="3474" y="1115"/>
                </a:lnTo>
                <a:lnTo>
                  <a:pt x="3590" y="1115"/>
                </a:lnTo>
                <a:lnTo>
                  <a:pt x="3590" y="1138"/>
                </a:lnTo>
                <a:moveTo>
                  <a:pt x="3404" y="1138"/>
                </a:moveTo>
                <a:lnTo>
                  <a:pt x="3288" y="1138"/>
                </a:lnTo>
                <a:lnTo>
                  <a:pt x="3288" y="1115"/>
                </a:lnTo>
                <a:lnTo>
                  <a:pt x="3404" y="1115"/>
                </a:lnTo>
                <a:lnTo>
                  <a:pt x="3404" y="1138"/>
                </a:lnTo>
                <a:moveTo>
                  <a:pt x="3218" y="1138"/>
                </a:moveTo>
                <a:lnTo>
                  <a:pt x="3102" y="1138"/>
                </a:lnTo>
                <a:lnTo>
                  <a:pt x="3102" y="1115"/>
                </a:lnTo>
                <a:lnTo>
                  <a:pt x="3218" y="1115"/>
                </a:lnTo>
                <a:lnTo>
                  <a:pt x="3218" y="1138"/>
                </a:lnTo>
                <a:moveTo>
                  <a:pt x="3032" y="1138"/>
                </a:moveTo>
                <a:lnTo>
                  <a:pt x="2916" y="1138"/>
                </a:lnTo>
                <a:lnTo>
                  <a:pt x="2916" y="1115"/>
                </a:lnTo>
                <a:lnTo>
                  <a:pt x="3032" y="1115"/>
                </a:lnTo>
                <a:lnTo>
                  <a:pt x="3032" y="1138"/>
                </a:lnTo>
                <a:moveTo>
                  <a:pt x="2847" y="1138"/>
                </a:moveTo>
                <a:lnTo>
                  <a:pt x="2730" y="1138"/>
                </a:lnTo>
                <a:lnTo>
                  <a:pt x="2730" y="1115"/>
                </a:lnTo>
                <a:lnTo>
                  <a:pt x="2847" y="1115"/>
                </a:lnTo>
                <a:lnTo>
                  <a:pt x="2847" y="1138"/>
                </a:lnTo>
                <a:moveTo>
                  <a:pt x="2661" y="1138"/>
                </a:moveTo>
                <a:lnTo>
                  <a:pt x="2545" y="1138"/>
                </a:lnTo>
                <a:lnTo>
                  <a:pt x="2545" y="1115"/>
                </a:lnTo>
                <a:lnTo>
                  <a:pt x="2661" y="1115"/>
                </a:lnTo>
                <a:lnTo>
                  <a:pt x="2661" y="1138"/>
                </a:lnTo>
                <a:moveTo>
                  <a:pt x="2475" y="1138"/>
                </a:moveTo>
                <a:lnTo>
                  <a:pt x="2359" y="1138"/>
                </a:lnTo>
                <a:lnTo>
                  <a:pt x="2359" y="1115"/>
                </a:lnTo>
                <a:lnTo>
                  <a:pt x="2475" y="1115"/>
                </a:lnTo>
                <a:lnTo>
                  <a:pt x="2475" y="1138"/>
                </a:lnTo>
                <a:moveTo>
                  <a:pt x="2289" y="1138"/>
                </a:moveTo>
                <a:lnTo>
                  <a:pt x="2173" y="1138"/>
                </a:lnTo>
                <a:lnTo>
                  <a:pt x="2173" y="1115"/>
                </a:lnTo>
                <a:lnTo>
                  <a:pt x="2289" y="1115"/>
                </a:lnTo>
                <a:lnTo>
                  <a:pt x="2289" y="1138"/>
                </a:lnTo>
                <a:moveTo>
                  <a:pt x="2103" y="1138"/>
                </a:moveTo>
                <a:lnTo>
                  <a:pt x="1986" y="1138"/>
                </a:lnTo>
                <a:lnTo>
                  <a:pt x="1986" y="1115"/>
                </a:lnTo>
                <a:lnTo>
                  <a:pt x="2103" y="1115"/>
                </a:lnTo>
                <a:lnTo>
                  <a:pt x="2103" y="1138"/>
                </a:lnTo>
                <a:moveTo>
                  <a:pt x="1917" y="1138"/>
                </a:moveTo>
                <a:lnTo>
                  <a:pt x="1800" y="1138"/>
                </a:lnTo>
                <a:lnTo>
                  <a:pt x="1800" y="1115"/>
                </a:lnTo>
                <a:lnTo>
                  <a:pt x="1917" y="1115"/>
                </a:lnTo>
                <a:lnTo>
                  <a:pt x="1917" y="1138"/>
                </a:lnTo>
                <a:moveTo>
                  <a:pt x="1731" y="1138"/>
                </a:moveTo>
                <a:lnTo>
                  <a:pt x="1615" y="1138"/>
                </a:lnTo>
                <a:lnTo>
                  <a:pt x="1615" y="1115"/>
                </a:lnTo>
                <a:lnTo>
                  <a:pt x="1731" y="1115"/>
                </a:lnTo>
                <a:lnTo>
                  <a:pt x="1731" y="1138"/>
                </a:lnTo>
                <a:moveTo>
                  <a:pt x="1545" y="1138"/>
                </a:moveTo>
                <a:lnTo>
                  <a:pt x="1429" y="1138"/>
                </a:lnTo>
                <a:lnTo>
                  <a:pt x="1429" y="1115"/>
                </a:lnTo>
                <a:lnTo>
                  <a:pt x="1545" y="1115"/>
                </a:lnTo>
                <a:lnTo>
                  <a:pt x="1545" y="1138"/>
                </a:lnTo>
                <a:moveTo>
                  <a:pt x="1359" y="1138"/>
                </a:moveTo>
                <a:lnTo>
                  <a:pt x="1243" y="1138"/>
                </a:lnTo>
                <a:lnTo>
                  <a:pt x="1243" y="1115"/>
                </a:lnTo>
                <a:lnTo>
                  <a:pt x="1359" y="1115"/>
                </a:lnTo>
                <a:lnTo>
                  <a:pt x="1359" y="1138"/>
                </a:lnTo>
                <a:moveTo>
                  <a:pt x="1173" y="1138"/>
                </a:moveTo>
                <a:lnTo>
                  <a:pt x="1057" y="1138"/>
                </a:lnTo>
                <a:lnTo>
                  <a:pt x="1057" y="1115"/>
                </a:lnTo>
                <a:lnTo>
                  <a:pt x="1173" y="1115"/>
                </a:lnTo>
                <a:lnTo>
                  <a:pt x="1173" y="1138"/>
                </a:lnTo>
                <a:moveTo>
                  <a:pt x="987" y="1138"/>
                </a:moveTo>
                <a:lnTo>
                  <a:pt x="871" y="1138"/>
                </a:lnTo>
                <a:lnTo>
                  <a:pt x="871" y="1115"/>
                </a:lnTo>
                <a:lnTo>
                  <a:pt x="987" y="1115"/>
                </a:lnTo>
                <a:lnTo>
                  <a:pt x="987" y="1138"/>
                </a:lnTo>
                <a:moveTo>
                  <a:pt x="802" y="1138"/>
                </a:moveTo>
                <a:lnTo>
                  <a:pt x="686" y="1138"/>
                </a:lnTo>
                <a:lnTo>
                  <a:pt x="686" y="1115"/>
                </a:lnTo>
                <a:lnTo>
                  <a:pt x="802" y="1115"/>
                </a:lnTo>
                <a:lnTo>
                  <a:pt x="802" y="1138"/>
                </a:lnTo>
                <a:moveTo>
                  <a:pt x="616" y="1138"/>
                </a:moveTo>
                <a:lnTo>
                  <a:pt x="500" y="1138"/>
                </a:lnTo>
                <a:lnTo>
                  <a:pt x="500" y="1115"/>
                </a:lnTo>
                <a:lnTo>
                  <a:pt x="616" y="1115"/>
                </a:lnTo>
                <a:lnTo>
                  <a:pt x="616" y="1138"/>
                </a:lnTo>
                <a:moveTo>
                  <a:pt x="430" y="1138"/>
                </a:moveTo>
                <a:lnTo>
                  <a:pt x="314" y="1138"/>
                </a:lnTo>
                <a:lnTo>
                  <a:pt x="314" y="1115"/>
                </a:lnTo>
                <a:lnTo>
                  <a:pt x="430" y="1115"/>
                </a:lnTo>
                <a:lnTo>
                  <a:pt x="430" y="1138"/>
                </a:lnTo>
                <a:moveTo>
                  <a:pt x="244" y="1138"/>
                </a:moveTo>
                <a:lnTo>
                  <a:pt x="128" y="1138"/>
                </a:lnTo>
                <a:lnTo>
                  <a:pt x="128" y="1115"/>
                </a:lnTo>
                <a:lnTo>
                  <a:pt x="244" y="1115"/>
                </a:lnTo>
                <a:lnTo>
                  <a:pt x="244" y="1138"/>
                </a:lnTo>
                <a:moveTo>
                  <a:pt x="58" y="1138"/>
                </a:moveTo>
                <a:lnTo>
                  <a:pt x="0" y="1138"/>
                </a:lnTo>
                <a:lnTo>
                  <a:pt x="0" y="1057"/>
                </a:lnTo>
                <a:lnTo>
                  <a:pt x="24" y="1057"/>
                </a:lnTo>
                <a:lnTo>
                  <a:pt x="24" y="1126"/>
                </a:lnTo>
                <a:lnTo>
                  <a:pt x="12" y="1126"/>
                </a:lnTo>
                <a:lnTo>
                  <a:pt x="12" y="1115"/>
                </a:lnTo>
                <a:lnTo>
                  <a:pt x="58" y="1115"/>
                </a:lnTo>
                <a:lnTo>
                  <a:pt x="58" y="1138"/>
                </a:lnTo>
                <a:moveTo>
                  <a:pt x="0" y="987"/>
                </a:moveTo>
                <a:lnTo>
                  <a:pt x="0" y="871"/>
                </a:lnTo>
                <a:lnTo>
                  <a:pt x="24" y="871"/>
                </a:lnTo>
                <a:lnTo>
                  <a:pt x="24" y="987"/>
                </a:lnTo>
                <a:lnTo>
                  <a:pt x="0" y="987"/>
                </a:lnTo>
                <a:moveTo>
                  <a:pt x="0" y="801"/>
                </a:moveTo>
                <a:lnTo>
                  <a:pt x="0" y="685"/>
                </a:lnTo>
                <a:lnTo>
                  <a:pt x="24" y="685"/>
                </a:lnTo>
                <a:lnTo>
                  <a:pt x="24" y="801"/>
                </a:lnTo>
                <a:lnTo>
                  <a:pt x="0" y="801"/>
                </a:lnTo>
                <a:moveTo>
                  <a:pt x="0" y="616"/>
                </a:moveTo>
                <a:lnTo>
                  <a:pt x="0" y="500"/>
                </a:lnTo>
                <a:lnTo>
                  <a:pt x="24" y="500"/>
                </a:lnTo>
                <a:lnTo>
                  <a:pt x="24" y="616"/>
                </a:lnTo>
                <a:lnTo>
                  <a:pt x="0" y="616"/>
                </a:lnTo>
                <a:moveTo>
                  <a:pt x="0" y="430"/>
                </a:moveTo>
                <a:lnTo>
                  <a:pt x="0" y="314"/>
                </a:lnTo>
                <a:lnTo>
                  <a:pt x="24" y="314"/>
                </a:lnTo>
                <a:lnTo>
                  <a:pt x="24" y="430"/>
                </a:lnTo>
                <a:lnTo>
                  <a:pt x="0" y="430"/>
                </a:lnTo>
                <a:moveTo>
                  <a:pt x="0" y="244"/>
                </a:moveTo>
                <a:lnTo>
                  <a:pt x="0" y="127"/>
                </a:lnTo>
                <a:lnTo>
                  <a:pt x="24" y="127"/>
                </a:lnTo>
                <a:lnTo>
                  <a:pt x="24" y="244"/>
                </a:lnTo>
                <a:lnTo>
                  <a:pt x="0" y="244"/>
                </a:lnTo>
                <a:moveTo>
                  <a:pt x="0" y="58"/>
                </a:moveTo>
                <a:lnTo>
                  <a:pt x="0" y="0"/>
                </a:lnTo>
                <a:lnTo>
                  <a:pt x="128" y="0"/>
                </a:lnTo>
                <a:lnTo>
                  <a:pt x="128" y="23"/>
                </a:lnTo>
                <a:lnTo>
                  <a:pt x="12" y="23"/>
                </a:lnTo>
                <a:lnTo>
                  <a:pt x="12" y="11"/>
                </a:lnTo>
                <a:lnTo>
                  <a:pt x="24" y="11"/>
                </a:lnTo>
                <a:lnTo>
                  <a:pt x="24" y="58"/>
                </a:lnTo>
                <a:lnTo>
                  <a:pt x="0" y="58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8" name=""/>
          <p:cNvSpPr/>
          <p:nvPr/>
        </p:nvSpPr>
        <p:spPr>
          <a:xfrm>
            <a:off x="4027320" y="429804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9" name=""/>
          <p:cNvSpPr/>
          <p:nvPr/>
        </p:nvSpPr>
        <p:spPr>
          <a:xfrm>
            <a:off x="4027320" y="432720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992520" y="3955680"/>
            <a:ext cx="16495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Farmacie (ISCED-F 0916)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992520" y="4288680"/>
            <a:ext cx="3330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666666"/>
                </a:solidFill>
                <a:latin typeface="DejaVuSans"/>
                <a:ea typeface="DejaVuSans"/>
              </a:rPr>
              <a:t>Inzicht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992520" y="4423680"/>
            <a:ext cx="26845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Werking en risico van een geneesmiddel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875520" y="3152520"/>
            <a:ext cx="9943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Leeruitkomst is een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7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8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82" name=""/>
          <p:cNvSpPr/>
          <p:nvPr/>
        </p:nvSpPr>
        <p:spPr>
          <a:xfrm>
            <a:off x="461520" y="-2839680"/>
            <a:ext cx="8411760" cy="10681920"/>
          </a:xfrm>
          <a:custGeom>
            <a:avLst/>
            <a:gdLst/>
            <a:ahLst/>
            <a:rect l="0" t="0" r="r" b="b"/>
            <a:pathLst>
              <a:path w="23366" h="29672">
                <a:moveTo>
                  <a:pt x="232" y="0"/>
                </a:moveTo>
                <a:lnTo>
                  <a:pt x="23133" y="0"/>
                </a:lnTo>
                <a:cubicBezTo>
                  <a:pt x="23149" y="0"/>
                  <a:pt x="23164" y="2"/>
                  <a:pt x="23179" y="5"/>
                </a:cubicBezTo>
                <a:cubicBezTo>
                  <a:pt x="23194" y="7"/>
                  <a:pt x="23208" y="12"/>
                  <a:pt x="23222" y="18"/>
                </a:cubicBezTo>
                <a:cubicBezTo>
                  <a:pt x="23236" y="24"/>
                  <a:pt x="23250" y="31"/>
                  <a:pt x="23262" y="39"/>
                </a:cubicBezTo>
                <a:cubicBezTo>
                  <a:pt x="23275" y="48"/>
                  <a:pt x="23287" y="57"/>
                  <a:pt x="23298" y="68"/>
                </a:cubicBezTo>
                <a:cubicBezTo>
                  <a:pt x="23308" y="79"/>
                  <a:pt x="23318" y="91"/>
                  <a:pt x="23326" y="104"/>
                </a:cubicBezTo>
                <a:cubicBezTo>
                  <a:pt x="23335" y="116"/>
                  <a:pt x="23342" y="130"/>
                  <a:pt x="23348" y="144"/>
                </a:cubicBezTo>
                <a:cubicBezTo>
                  <a:pt x="23354" y="158"/>
                  <a:pt x="23358" y="173"/>
                  <a:pt x="23361" y="187"/>
                </a:cubicBezTo>
                <a:cubicBezTo>
                  <a:pt x="23364" y="202"/>
                  <a:pt x="23366" y="218"/>
                  <a:pt x="23366" y="233"/>
                </a:cubicBezTo>
                <a:lnTo>
                  <a:pt x="23366" y="29439"/>
                </a:lnTo>
                <a:cubicBezTo>
                  <a:pt x="23366" y="29454"/>
                  <a:pt x="23364" y="29469"/>
                  <a:pt x="23361" y="29484"/>
                </a:cubicBezTo>
                <a:cubicBezTo>
                  <a:pt x="23358" y="29499"/>
                  <a:pt x="23354" y="29514"/>
                  <a:pt x="23348" y="29528"/>
                </a:cubicBezTo>
                <a:cubicBezTo>
                  <a:pt x="23342" y="29542"/>
                  <a:pt x="23335" y="29555"/>
                  <a:pt x="23326" y="29568"/>
                </a:cubicBezTo>
                <a:cubicBezTo>
                  <a:pt x="23318" y="29581"/>
                  <a:pt x="23308" y="29592"/>
                  <a:pt x="23298" y="29603"/>
                </a:cubicBezTo>
                <a:cubicBezTo>
                  <a:pt x="23287" y="29614"/>
                  <a:pt x="23275" y="29624"/>
                  <a:pt x="23262" y="29632"/>
                </a:cubicBezTo>
                <a:cubicBezTo>
                  <a:pt x="23250" y="29641"/>
                  <a:pt x="23236" y="29648"/>
                  <a:pt x="23222" y="29654"/>
                </a:cubicBezTo>
                <a:cubicBezTo>
                  <a:pt x="23208" y="29660"/>
                  <a:pt x="23194" y="29664"/>
                  <a:pt x="23179" y="29667"/>
                </a:cubicBezTo>
                <a:cubicBezTo>
                  <a:pt x="23164" y="29670"/>
                  <a:pt x="23149" y="29672"/>
                  <a:pt x="23133" y="29672"/>
                </a:cubicBezTo>
                <a:lnTo>
                  <a:pt x="232" y="29672"/>
                </a:lnTo>
                <a:cubicBezTo>
                  <a:pt x="217" y="29672"/>
                  <a:pt x="202" y="29670"/>
                  <a:pt x="187" y="29667"/>
                </a:cubicBezTo>
                <a:cubicBezTo>
                  <a:pt x="172" y="29664"/>
                  <a:pt x="157" y="29660"/>
                  <a:pt x="143" y="29654"/>
                </a:cubicBezTo>
                <a:cubicBezTo>
                  <a:pt x="129" y="29648"/>
                  <a:pt x="116" y="29641"/>
                  <a:pt x="103" y="29632"/>
                </a:cubicBezTo>
                <a:cubicBezTo>
                  <a:pt x="90" y="29624"/>
                  <a:pt x="78" y="29614"/>
                  <a:pt x="68" y="29603"/>
                </a:cubicBezTo>
                <a:cubicBezTo>
                  <a:pt x="57" y="29592"/>
                  <a:pt x="47" y="29581"/>
                  <a:pt x="39" y="29568"/>
                </a:cubicBezTo>
                <a:cubicBezTo>
                  <a:pt x="30" y="29555"/>
                  <a:pt x="23" y="29542"/>
                  <a:pt x="17" y="29528"/>
                </a:cubicBezTo>
                <a:cubicBezTo>
                  <a:pt x="11" y="29514"/>
                  <a:pt x="7" y="29499"/>
                  <a:pt x="4" y="29484"/>
                </a:cubicBezTo>
                <a:cubicBezTo>
                  <a:pt x="1" y="29469"/>
                  <a:pt x="0" y="29454"/>
                  <a:pt x="0" y="29439"/>
                </a:cubicBezTo>
                <a:lnTo>
                  <a:pt x="0" y="233"/>
                </a:lnTo>
                <a:cubicBezTo>
                  <a:pt x="0" y="218"/>
                  <a:pt x="1" y="202"/>
                  <a:pt x="4" y="187"/>
                </a:cubicBezTo>
                <a:cubicBezTo>
                  <a:pt x="7" y="173"/>
                  <a:pt x="11" y="158"/>
                  <a:pt x="17" y="144"/>
                </a:cubicBezTo>
                <a:cubicBezTo>
                  <a:pt x="23" y="130"/>
                  <a:pt x="30" y="116"/>
                  <a:pt x="39" y="104"/>
                </a:cubicBezTo>
                <a:cubicBezTo>
                  <a:pt x="47" y="91"/>
                  <a:pt x="57" y="79"/>
                  <a:pt x="68" y="68"/>
                </a:cubicBezTo>
                <a:cubicBezTo>
                  <a:pt x="78" y="57"/>
                  <a:pt x="90" y="48"/>
                  <a:pt x="103" y="39"/>
                </a:cubicBezTo>
                <a:cubicBezTo>
                  <a:pt x="116" y="31"/>
                  <a:pt x="129" y="24"/>
                  <a:pt x="143" y="18"/>
                </a:cubicBezTo>
                <a:cubicBezTo>
                  <a:pt x="157" y="12"/>
                  <a:pt x="172" y="7"/>
                  <a:pt x="187" y="5"/>
                </a:cubicBezTo>
                <a:cubicBezTo>
                  <a:pt x="202" y="2"/>
                  <a:pt x="217" y="0"/>
                  <a:pt x="2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3" name=""/>
          <p:cNvSpPr/>
          <p:nvPr/>
        </p:nvSpPr>
        <p:spPr>
          <a:xfrm>
            <a:off x="461520" y="-2839680"/>
            <a:ext cx="8411760" cy="10681920"/>
          </a:xfrm>
          <a:custGeom>
            <a:avLst/>
            <a:gdLst/>
            <a:ahLst/>
            <a:rect l="0" t="0" r="r" b="b"/>
            <a:pathLst>
              <a:path w="23366" h="29672">
                <a:moveTo>
                  <a:pt x="232" y="0"/>
                </a:moveTo>
                <a:lnTo>
                  <a:pt x="23133" y="0"/>
                </a:lnTo>
                <a:cubicBezTo>
                  <a:pt x="23149" y="0"/>
                  <a:pt x="23164" y="2"/>
                  <a:pt x="23179" y="5"/>
                </a:cubicBezTo>
                <a:cubicBezTo>
                  <a:pt x="23194" y="7"/>
                  <a:pt x="23208" y="12"/>
                  <a:pt x="23222" y="18"/>
                </a:cubicBezTo>
                <a:cubicBezTo>
                  <a:pt x="23236" y="24"/>
                  <a:pt x="23250" y="31"/>
                  <a:pt x="23262" y="39"/>
                </a:cubicBezTo>
                <a:cubicBezTo>
                  <a:pt x="23275" y="48"/>
                  <a:pt x="23287" y="57"/>
                  <a:pt x="23298" y="68"/>
                </a:cubicBezTo>
                <a:cubicBezTo>
                  <a:pt x="23308" y="79"/>
                  <a:pt x="23318" y="91"/>
                  <a:pt x="23326" y="104"/>
                </a:cubicBezTo>
                <a:cubicBezTo>
                  <a:pt x="23335" y="116"/>
                  <a:pt x="23342" y="130"/>
                  <a:pt x="23348" y="144"/>
                </a:cubicBezTo>
                <a:cubicBezTo>
                  <a:pt x="23354" y="158"/>
                  <a:pt x="23358" y="173"/>
                  <a:pt x="23361" y="187"/>
                </a:cubicBezTo>
                <a:cubicBezTo>
                  <a:pt x="23364" y="202"/>
                  <a:pt x="23366" y="218"/>
                  <a:pt x="23366" y="233"/>
                </a:cubicBezTo>
                <a:lnTo>
                  <a:pt x="23366" y="29439"/>
                </a:lnTo>
                <a:cubicBezTo>
                  <a:pt x="23366" y="29454"/>
                  <a:pt x="23364" y="29469"/>
                  <a:pt x="23361" y="29484"/>
                </a:cubicBezTo>
                <a:cubicBezTo>
                  <a:pt x="23358" y="29499"/>
                  <a:pt x="23354" y="29514"/>
                  <a:pt x="23348" y="29528"/>
                </a:cubicBezTo>
                <a:cubicBezTo>
                  <a:pt x="23342" y="29542"/>
                  <a:pt x="23335" y="29555"/>
                  <a:pt x="23326" y="29568"/>
                </a:cubicBezTo>
                <a:cubicBezTo>
                  <a:pt x="23318" y="29581"/>
                  <a:pt x="23308" y="29592"/>
                  <a:pt x="23298" y="29603"/>
                </a:cubicBezTo>
                <a:cubicBezTo>
                  <a:pt x="23287" y="29614"/>
                  <a:pt x="23275" y="29624"/>
                  <a:pt x="23262" y="29632"/>
                </a:cubicBezTo>
                <a:cubicBezTo>
                  <a:pt x="23250" y="29641"/>
                  <a:pt x="23236" y="29648"/>
                  <a:pt x="23222" y="29654"/>
                </a:cubicBezTo>
                <a:cubicBezTo>
                  <a:pt x="23208" y="29660"/>
                  <a:pt x="23194" y="29664"/>
                  <a:pt x="23179" y="29667"/>
                </a:cubicBezTo>
                <a:cubicBezTo>
                  <a:pt x="23164" y="29670"/>
                  <a:pt x="23149" y="29672"/>
                  <a:pt x="23133" y="29672"/>
                </a:cubicBezTo>
                <a:lnTo>
                  <a:pt x="232" y="29672"/>
                </a:lnTo>
                <a:cubicBezTo>
                  <a:pt x="217" y="29672"/>
                  <a:pt x="202" y="29670"/>
                  <a:pt x="187" y="29667"/>
                </a:cubicBezTo>
                <a:cubicBezTo>
                  <a:pt x="172" y="29664"/>
                  <a:pt x="157" y="29660"/>
                  <a:pt x="143" y="29654"/>
                </a:cubicBezTo>
                <a:cubicBezTo>
                  <a:pt x="129" y="29648"/>
                  <a:pt x="116" y="29641"/>
                  <a:pt x="103" y="29632"/>
                </a:cubicBezTo>
                <a:cubicBezTo>
                  <a:pt x="90" y="29624"/>
                  <a:pt x="78" y="29614"/>
                  <a:pt x="68" y="29603"/>
                </a:cubicBezTo>
                <a:cubicBezTo>
                  <a:pt x="57" y="29592"/>
                  <a:pt x="47" y="29581"/>
                  <a:pt x="39" y="29568"/>
                </a:cubicBezTo>
                <a:cubicBezTo>
                  <a:pt x="30" y="29555"/>
                  <a:pt x="23" y="29542"/>
                  <a:pt x="17" y="29528"/>
                </a:cubicBezTo>
                <a:cubicBezTo>
                  <a:pt x="11" y="29514"/>
                  <a:pt x="7" y="29499"/>
                  <a:pt x="4" y="29484"/>
                </a:cubicBezTo>
                <a:cubicBezTo>
                  <a:pt x="1" y="29469"/>
                  <a:pt x="0" y="29454"/>
                  <a:pt x="0" y="29439"/>
                </a:cubicBezTo>
                <a:lnTo>
                  <a:pt x="0" y="233"/>
                </a:lnTo>
                <a:cubicBezTo>
                  <a:pt x="0" y="218"/>
                  <a:pt x="1" y="202"/>
                  <a:pt x="4" y="187"/>
                </a:cubicBezTo>
                <a:cubicBezTo>
                  <a:pt x="7" y="173"/>
                  <a:pt x="11" y="158"/>
                  <a:pt x="17" y="144"/>
                </a:cubicBezTo>
                <a:cubicBezTo>
                  <a:pt x="23" y="130"/>
                  <a:pt x="30" y="116"/>
                  <a:pt x="39" y="104"/>
                </a:cubicBezTo>
                <a:cubicBezTo>
                  <a:pt x="47" y="91"/>
                  <a:pt x="57" y="79"/>
                  <a:pt x="68" y="68"/>
                </a:cubicBezTo>
                <a:cubicBezTo>
                  <a:pt x="78" y="57"/>
                  <a:pt x="90" y="48"/>
                  <a:pt x="103" y="39"/>
                </a:cubicBezTo>
                <a:cubicBezTo>
                  <a:pt x="116" y="31"/>
                  <a:pt x="129" y="24"/>
                  <a:pt x="143" y="18"/>
                </a:cubicBezTo>
                <a:cubicBezTo>
                  <a:pt x="157" y="12"/>
                  <a:pt x="172" y="7"/>
                  <a:pt x="187" y="5"/>
                </a:cubicBezTo>
                <a:cubicBezTo>
                  <a:pt x="202" y="2"/>
                  <a:pt x="217" y="0"/>
                  <a:pt x="232" y="0"/>
                </a:cubicBezTo>
                <a:close/>
              </a:path>
            </a:pathLst>
          </a:custGeom>
          <a:noFill/>
          <a:ln w="828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4" name=""/>
          <p:cNvSpPr/>
          <p:nvPr/>
        </p:nvSpPr>
        <p:spPr>
          <a:xfrm>
            <a:off x="457200" y="-2844000"/>
            <a:ext cx="33840" cy="10690200"/>
          </a:xfrm>
          <a:custGeom>
            <a:avLst/>
            <a:gdLst/>
            <a:ahLst/>
            <a:rect l="0" t="0" r="r" b="b"/>
            <a:pathLst>
              <a:path w="94" h="29695">
                <a:moveTo>
                  <a:pt x="0" y="0"/>
                </a:moveTo>
                <a:lnTo>
                  <a:pt x="94" y="0"/>
                </a:lnTo>
                <a:lnTo>
                  <a:pt x="94" y="29695"/>
                </a:lnTo>
                <a:lnTo>
                  <a:pt x="0" y="29695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5" name=""/>
          <p:cNvSpPr/>
          <p:nvPr/>
        </p:nvSpPr>
        <p:spPr>
          <a:xfrm>
            <a:off x="986040" y="-1820880"/>
            <a:ext cx="12960" cy="3194640"/>
          </a:xfrm>
          <a:custGeom>
            <a:avLst/>
            <a:gdLst/>
            <a:ahLst/>
            <a:rect l="0" t="0" r="r" b="b"/>
            <a:pathLst>
              <a:path w="36" h="8874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9"/>
                </a:lnTo>
                <a:lnTo>
                  <a:pt x="0" y="349"/>
                </a:lnTo>
                <a:lnTo>
                  <a:pt x="0" y="279"/>
                </a:lnTo>
                <a:lnTo>
                  <a:pt x="36" y="279"/>
                </a:lnTo>
                <a:moveTo>
                  <a:pt x="36" y="419"/>
                </a:moveTo>
                <a:lnTo>
                  <a:pt x="36" y="489"/>
                </a:lnTo>
                <a:lnTo>
                  <a:pt x="0" y="489"/>
                </a:lnTo>
                <a:lnTo>
                  <a:pt x="0" y="419"/>
                </a:lnTo>
                <a:lnTo>
                  <a:pt x="36" y="419"/>
                </a:lnTo>
                <a:moveTo>
                  <a:pt x="36" y="559"/>
                </a:moveTo>
                <a:lnTo>
                  <a:pt x="36" y="629"/>
                </a:lnTo>
                <a:lnTo>
                  <a:pt x="0" y="629"/>
                </a:lnTo>
                <a:lnTo>
                  <a:pt x="0" y="559"/>
                </a:lnTo>
                <a:lnTo>
                  <a:pt x="36" y="559"/>
                </a:lnTo>
                <a:moveTo>
                  <a:pt x="36" y="699"/>
                </a:moveTo>
                <a:lnTo>
                  <a:pt x="36" y="769"/>
                </a:lnTo>
                <a:lnTo>
                  <a:pt x="0" y="769"/>
                </a:lnTo>
                <a:lnTo>
                  <a:pt x="0" y="699"/>
                </a:lnTo>
                <a:lnTo>
                  <a:pt x="36" y="699"/>
                </a:lnTo>
                <a:moveTo>
                  <a:pt x="36" y="839"/>
                </a:moveTo>
                <a:lnTo>
                  <a:pt x="36" y="909"/>
                </a:lnTo>
                <a:lnTo>
                  <a:pt x="0" y="909"/>
                </a:lnTo>
                <a:lnTo>
                  <a:pt x="0" y="839"/>
                </a:lnTo>
                <a:lnTo>
                  <a:pt x="36" y="839"/>
                </a:lnTo>
                <a:moveTo>
                  <a:pt x="36" y="979"/>
                </a:moveTo>
                <a:lnTo>
                  <a:pt x="36" y="1049"/>
                </a:lnTo>
                <a:lnTo>
                  <a:pt x="0" y="1049"/>
                </a:lnTo>
                <a:lnTo>
                  <a:pt x="0" y="979"/>
                </a:lnTo>
                <a:lnTo>
                  <a:pt x="36" y="979"/>
                </a:lnTo>
                <a:moveTo>
                  <a:pt x="36" y="1119"/>
                </a:moveTo>
                <a:lnTo>
                  <a:pt x="36" y="1188"/>
                </a:lnTo>
                <a:lnTo>
                  <a:pt x="0" y="1188"/>
                </a:lnTo>
                <a:lnTo>
                  <a:pt x="0" y="1119"/>
                </a:lnTo>
                <a:lnTo>
                  <a:pt x="36" y="1119"/>
                </a:lnTo>
                <a:moveTo>
                  <a:pt x="36" y="1258"/>
                </a:moveTo>
                <a:lnTo>
                  <a:pt x="36" y="1328"/>
                </a:lnTo>
                <a:lnTo>
                  <a:pt x="0" y="1328"/>
                </a:lnTo>
                <a:lnTo>
                  <a:pt x="0" y="1258"/>
                </a:lnTo>
                <a:lnTo>
                  <a:pt x="36" y="1258"/>
                </a:lnTo>
                <a:moveTo>
                  <a:pt x="36" y="1398"/>
                </a:moveTo>
                <a:lnTo>
                  <a:pt x="36" y="1468"/>
                </a:lnTo>
                <a:lnTo>
                  <a:pt x="0" y="1468"/>
                </a:lnTo>
                <a:lnTo>
                  <a:pt x="0" y="1398"/>
                </a:lnTo>
                <a:lnTo>
                  <a:pt x="36" y="1398"/>
                </a:lnTo>
                <a:moveTo>
                  <a:pt x="36" y="1538"/>
                </a:moveTo>
                <a:lnTo>
                  <a:pt x="36" y="1608"/>
                </a:lnTo>
                <a:lnTo>
                  <a:pt x="0" y="1608"/>
                </a:lnTo>
                <a:lnTo>
                  <a:pt x="0" y="1538"/>
                </a:lnTo>
                <a:lnTo>
                  <a:pt x="36" y="1538"/>
                </a:lnTo>
                <a:moveTo>
                  <a:pt x="36" y="1678"/>
                </a:moveTo>
                <a:lnTo>
                  <a:pt x="36" y="1747"/>
                </a:lnTo>
                <a:lnTo>
                  <a:pt x="0" y="1747"/>
                </a:lnTo>
                <a:lnTo>
                  <a:pt x="0" y="1678"/>
                </a:lnTo>
                <a:lnTo>
                  <a:pt x="36" y="1678"/>
                </a:lnTo>
                <a:moveTo>
                  <a:pt x="36" y="1817"/>
                </a:moveTo>
                <a:lnTo>
                  <a:pt x="36" y="1887"/>
                </a:lnTo>
                <a:lnTo>
                  <a:pt x="0" y="1887"/>
                </a:lnTo>
                <a:lnTo>
                  <a:pt x="0" y="1817"/>
                </a:lnTo>
                <a:lnTo>
                  <a:pt x="36" y="1817"/>
                </a:lnTo>
                <a:moveTo>
                  <a:pt x="36" y="1957"/>
                </a:moveTo>
                <a:lnTo>
                  <a:pt x="36" y="2027"/>
                </a:lnTo>
                <a:lnTo>
                  <a:pt x="0" y="2027"/>
                </a:lnTo>
                <a:lnTo>
                  <a:pt x="0" y="1957"/>
                </a:lnTo>
                <a:lnTo>
                  <a:pt x="36" y="1957"/>
                </a:lnTo>
                <a:moveTo>
                  <a:pt x="36" y="2097"/>
                </a:moveTo>
                <a:lnTo>
                  <a:pt x="36" y="2167"/>
                </a:lnTo>
                <a:lnTo>
                  <a:pt x="0" y="2167"/>
                </a:lnTo>
                <a:lnTo>
                  <a:pt x="0" y="2097"/>
                </a:lnTo>
                <a:lnTo>
                  <a:pt x="36" y="2097"/>
                </a:lnTo>
                <a:moveTo>
                  <a:pt x="36" y="2236"/>
                </a:moveTo>
                <a:lnTo>
                  <a:pt x="36" y="2306"/>
                </a:lnTo>
                <a:lnTo>
                  <a:pt x="0" y="2306"/>
                </a:lnTo>
                <a:lnTo>
                  <a:pt x="0" y="2236"/>
                </a:lnTo>
                <a:lnTo>
                  <a:pt x="36" y="2236"/>
                </a:lnTo>
                <a:moveTo>
                  <a:pt x="36" y="2376"/>
                </a:moveTo>
                <a:lnTo>
                  <a:pt x="36" y="2446"/>
                </a:lnTo>
                <a:lnTo>
                  <a:pt x="0" y="2446"/>
                </a:lnTo>
                <a:lnTo>
                  <a:pt x="0" y="2376"/>
                </a:lnTo>
                <a:lnTo>
                  <a:pt x="36" y="2376"/>
                </a:lnTo>
                <a:moveTo>
                  <a:pt x="36" y="2516"/>
                </a:moveTo>
                <a:lnTo>
                  <a:pt x="36" y="2586"/>
                </a:lnTo>
                <a:lnTo>
                  <a:pt x="0" y="2586"/>
                </a:lnTo>
                <a:lnTo>
                  <a:pt x="0" y="2516"/>
                </a:lnTo>
                <a:lnTo>
                  <a:pt x="36" y="2516"/>
                </a:lnTo>
                <a:moveTo>
                  <a:pt x="36" y="2656"/>
                </a:moveTo>
                <a:lnTo>
                  <a:pt x="36" y="2726"/>
                </a:lnTo>
                <a:lnTo>
                  <a:pt x="0" y="2726"/>
                </a:lnTo>
                <a:lnTo>
                  <a:pt x="0" y="2656"/>
                </a:lnTo>
                <a:lnTo>
                  <a:pt x="36" y="2656"/>
                </a:lnTo>
                <a:moveTo>
                  <a:pt x="36" y="2795"/>
                </a:moveTo>
                <a:lnTo>
                  <a:pt x="36" y="2865"/>
                </a:lnTo>
                <a:lnTo>
                  <a:pt x="0" y="2865"/>
                </a:lnTo>
                <a:lnTo>
                  <a:pt x="0" y="2795"/>
                </a:lnTo>
                <a:lnTo>
                  <a:pt x="36" y="2795"/>
                </a:lnTo>
                <a:moveTo>
                  <a:pt x="36" y="2935"/>
                </a:moveTo>
                <a:lnTo>
                  <a:pt x="36" y="3005"/>
                </a:lnTo>
                <a:lnTo>
                  <a:pt x="0" y="3005"/>
                </a:lnTo>
                <a:lnTo>
                  <a:pt x="0" y="2935"/>
                </a:lnTo>
                <a:lnTo>
                  <a:pt x="36" y="2935"/>
                </a:lnTo>
                <a:moveTo>
                  <a:pt x="36" y="3075"/>
                </a:moveTo>
                <a:lnTo>
                  <a:pt x="36" y="3145"/>
                </a:lnTo>
                <a:lnTo>
                  <a:pt x="0" y="3145"/>
                </a:lnTo>
                <a:lnTo>
                  <a:pt x="0" y="3075"/>
                </a:lnTo>
                <a:lnTo>
                  <a:pt x="36" y="3075"/>
                </a:lnTo>
                <a:moveTo>
                  <a:pt x="36" y="3215"/>
                </a:moveTo>
                <a:lnTo>
                  <a:pt x="36" y="3284"/>
                </a:lnTo>
                <a:lnTo>
                  <a:pt x="0" y="3284"/>
                </a:lnTo>
                <a:lnTo>
                  <a:pt x="0" y="3215"/>
                </a:lnTo>
                <a:lnTo>
                  <a:pt x="36" y="3215"/>
                </a:lnTo>
                <a:moveTo>
                  <a:pt x="36" y="3354"/>
                </a:moveTo>
                <a:lnTo>
                  <a:pt x="36" y="3424"/>
                </a:lnTo>
                <a:lnTo>
                  <a:pt x="0" y="3424"/>
                </a:lnTo>
                <a:lnTo>
                  <a:pt x="0" y="3354"/>
                </a:lnTo>
                <a:lnTo>
                  <a:pt x="36" y="3354"/>
                </a:lnTo>
                <a:moveTo>
                  <a:pt x="36" y="3494"/>
                </a:moveTo>
                <a:lnTo>
                  <a:pt x="36" y="3564"/>
                </a:lnTo>
                <a:lnTo>
                  <a:pt x="0" y="3564"/>
                </a:lnTo>
                <a:lnTo>
                  <a:pt x="0" y="3494"/>
                </a:lnTo>
                <a:lnTo>
                  <a:pt x="36" y="3494"/>
                </a:lnTo>
                <a:moveTo>
                  <a:pt x="36" y="3634"/>
                </a:moveTo>
                <a:lnTo>
                  <a:pt x="36" y="3704"/>
                </a:lnTo>
                <a:lnTo>
                  <a:pt x="0" y="3704"/>
                </a:lnTo>
                <a:lnTo>
                  <a:pt x="0" y="3634"/>
                </a:lnTo>
                <a:lnTo>
                  <a:pt x="36" y="3634"/>
                </a:lnTo>
                <a:moveTo>
                  <a:pt x="36" y="3774"/>
                </a:moveTo>
                <a:lnTo>
                  <a:pt x="36" y="3843"/>
                </a:lnTo>
                <a:lnTo>
                  <a:pt x="0" y="3843"/>
                </a:lnTo>
                <a:lnTo>
                  <a:pt x="0" y="3774"/>
                </a:lnTo>
                <a:lnTo>
                  <a:pt x="36" y="3774"/>
                </a:lnTo>
                <a:moveTo>
                  <a:pt x="36" y="3913"/>
                </a:moveTo>
                <a:lnTo>
                  <a:pt x="36" y="3983"/>
                </a:lnTo>
                <a:lnTo>
                  <a:pt x="0" y="3983"/>
                </a:lnTo>
                <a:lnTo>
                  <a:pt x="0" y="3913"/>
                </a:lnTo>
                <a:lnTo>
                  <a:pt x="36" y="3913"/>
                </a:lnTo>
                <a:moveTo>
                  <a:pt x="36" y="4053"/>
                </a:moveTo>
                <a:lnTo>
                  <a:pt x="36" y="4123"/>
                </a:lnTo>
                <a:lnTo>
                  <a:pt x="0" y="4123"/>
                </a:lnTo>
                <a:lnTo>
                  <a:pt x="0" y="4053"/>
                </a:lnTo>
                <a:lnTo>
                  <a:pt x="36" y="4053"/>
                </a:lnTo>
                <a:moveTo>
                  <a:pt x="36" y="4193"/>
                </a:moveTo>
                <a:lnTo>
                  <a:pt x="36" y="4263"/>
                </a:lnTo>
                <a:lnTo>
                  <a:pt x="0" y="4263"/>
                </a:lnTo>
                <a:lnTo>
                  <a:pt x="0" y="4193"/>
                </a:lnTo>
                <a:lnTo>
                  <a:pt x="36" y="4193"/>
                </a:lnTo>
                <a:moveTo>
                  <a:pt x="36" y="4332"/>
                </a:moveTo>
                <a:lnTo>
                  <a:pt x="36" y="4402"/>
                </a:lnTo>
                <a:lnTo>
                  <a:pt x="0" y="4402"/>
                </a:lnTo>
                <a:lnTo>
                  <a:pt x="0" y="4332"/>
                </a:lnTo>
                <a:lnTo>
                  <a:pt x="36" y="4332"/>
                </a:lnTo>
                <a:moveTo>
                  <a:pt x="36" y="4472"/>
                </a:moveTo>
                <a:lnTo>
                  <a:pt x="36" y="4542"/>
                </a:lnTo>
                <a:lnTo>
                  <a:pt x="0" y="4542"/>
                </a:lnTo>
                <a:lnTo>
                  <a:pt x="0" y="4472"/>
                </a:lnTo>
                <a:lnTo>
                  <a:pt x="36" y="4472"/>
                </a:lnTo>
                <a:moveTo>
                  <a:pt x="36" y="4612"/>
                </a:moveTo>
                <a:lnTo>
                  <a:pt x="36" y="4682"/>
                </a:lnTo>
                <a:lnTo>
                  <a:pt x="0" y="4682"/>
                </a:lnTo>
                <a:lnTo>
                  <a:pt x="0" y="4612"/>
                </a:lnTo>
                <a:lnTo>
                  <a:pt x="36" y="4612"/>
                </a:lnTo>
                <a:moveTo>
                  <a:pt x="36" y="4752"/>
                </a:moveTo>
                <a:lnTo>
                  <a:pt x="36" y="4822"/>
                </a:lnTo>
                <a:lnTo>
                  <a:pt x="0" y="4822"/>
                </a:lnTo>
                <a:lnTo>
                  <a:pt x="0" y="4752"/>
                </a:lnTo>
                <a:lnTo>
                  <a:pt x="36" y="4752"/>
                </a:lnTo>
                <a:moveTo>
                  <a:pt x="36" y="4891"/>
                </a:moveTo>
                <a:lnTo>
                  <a:pt x="36" y="4961"/>
                </a:lnTo>
                <a:lnTo>
                  <a:pt x="0" y="4961"/>
                </a:lnTo>
                <a:lnTo>
                  <a:pt x="0" y="4891"/>
                </a:lnTo>
                <a:lnTo>
                  <a:pt x="36" y="4891"/>
                </a:lnTo>
                <a:moveTo>
                  <a:pt x="36" y="5031"/>
                </a:moveTo>
                <a:lnTo>
                  <a:pt x="36" y="5101"/>
                </a:lnTo>
                <a:lnTo>
                  <a:pt x="0" y="5101"/>
                </a:lnTo>
                <a:lnTo>
                  <a:pt x="0" y="5031"/>
                </a:lnTo>
                <a:lnTo>
                  <a:pt x="36" y="5031"/>
                </a:lnTo>
                <a:moveTo>
                  <a:pt x="36" y="5171"/>
                </a:moveTo>
                <a:lnTo>
                  <a:pt x="36" y="5241"/>
                </a:lnTo>
                <a:lnTo>
                  <a:pt x="0" y="5241"/>
                </a:lnTo>
                <a:lnTo>
                  <a:pt x="0" y="5171"/>
                </a:lnTo>
                <a:lnTo>
                  <a:pt x="36" y="5171"/>
                </a:lnTo>
                <a:moveTo>
                  <a:pt x="36" y="5311"/>
                </a:moveTo>
                <a:lnTo>
                  <a:pt x="36" y="5380"/>
                </a:lnTo>
                <a:lnTo>
                  <a:pt x="0" y="5380"/>
                </a:lnTo>
                <a:lnTo>
                  <a:pt x="0" y="5311"/>
                </a:lnTo>
                <a:lnTo>
                  <a:pt x="36" y="5311"/>
                </a:lnTo>
                <a:moveTo>
                  <a:pt x="36" y="5450"/>
                </a:moveTo>
                <a:lnTo>
                  <a:pt x="36" y="5520"/>
                </a:lnTo>
                <a:lnTo>
                  <a:pt x="0" y="5520"/>
                </a:lnTo>
                <a:lnTo>
                  <a:pt x="0" y="5450"/>
                </a:lnTo>
                <a:lnTo>
                  <a:pt x="36" y="5450"/>
                </a:lnTo>
                <a:moveTo>
                  <a:pt x="36" y="5590"/>
                </a:moveTo>
                <a:lnTo>
                  <a:pt x="36" y="5660"/>
                </a:lnTo>
                <a:lnTo>
                  <a:pt x="0" y="5660"/>
                </a:lnTo>
                <a:lnTo>
                  <a:pt x="0" y="5590"/>
                </a:lnTo>
                <a:lnTo>
                  <a:pt x="36" y="5590"/>
                </a:lnTo>
                <a:moveTo>
                  <a:pt x="36" y="5730"/>
                </a:moveTo>
                <a:lnTo>
                  <a:pt x="36" y="5800"/>
                </a:lnTo>
                <a:lnTo>
                  <a:pt x="0" y="5800"/>
                </a:lnTo>
                <a:lnTo>
                  <a:pt x="0" y="5730"/>
                </a:lnTo>
                <a:lnTo>
                  <a:pt x="36" y="5730"/>
                </a:lnTo>
                <a:moveTo>
                  <a:pt x="36" y="5870"/>
                </a:moveTo>
                <a:lnTo>
                  <a:pt x="36" y="5939"/>
                </a:lnTo>
                <a:lnTo>
                  <a:pt x="0" y="5939"/>
                </a:lnTo>
                <a:lnTo>
                  <a:pt x="0" y="5870"/>
                </a:lnTo>
                <a:lnTo>
                  <a:pt x="36" y="5870"/>
                </a:lnTo>
                <a:moveTo>
                  <a:pt x="36" y="6009"/>
                </a:moveTo>
                <a:lnTo>
                  <a:pt x="36" y="6079"/>
                </a:lnTo>
                <a:lnTo>
                  <a:pt x="0" y="6079"/>
                </a:lnTo>
                <a:lnTo>
                  <a:pt x="0" y="6009"/>
                </a:lnTo>
                <a:lnTo>
                  <a:pt x="36" y="6009"/>
                </a:lnTo>
                <a:moveTo>
                  <a:pt x="36" y="6149"/>
                </a:moveTo>
                <a:lnTo>
                  <a:pt x="36" y="6219"/>
                </a:lnTo>
                <a:lnTo>
                  <a:pt x="0" y="6219"/>
                </a:lnTo>
                <a:lnTo>
                  <a:pt x="0" y="6149"/>
                </a:lnTo>
                <a:lnTo>
                  <a:pt x="36" y="6149"/>
                </a:lnTo>
                <a:moveTo>
                  <a:pt x="36" y="6289"/>
                </a:moveTo>
                <a:lnTo>
                  <a:pt x="36" y="6359"/>
                </a:lnTo>
                <a:lnTo>
                  <a:pt x="0" y="6359"/>
                </a:lnTo>
                <a:lnTo>
                  <a:pt x="0" y="6289"/>
                </a:lnTo>
                <a:lnTo>
                  <a:pt x="36" y="6289"/>
                </a:lnTo>
                <a:moveTo>
                  <a:pt x="36" y="6429"/>
                </a:moveTo>
                <a:lnTo>
                  <a:pt x="36" y="6498"/>
                </a:lnTo>
                <a:lnTo>
                  <a:pt x="0" y="6498"/>
                </a:lnTo>
                <a:lnTo>
                  <a:pt x="0" y="6429"/>
                </a:lnTo>
                <a:lnTo>
                  <a:pt x="36" y="6429"/>
                </a:lnTo>
                <a:moveTo>
                  <a:pt x="36" y="6568"/>
                </a:moveTo>
                <a:lnTo>
                  <a:pt x="36" y="6638"/>
                </a:lnTo>
                <a:lnTo>
                  <a:pt x="0" y="6638"/>
                </a:lnTo>
                <a:lnTo>
                  <a:pt x="0" y="6568"/>
                </a:lnTo>
                <a:lnTo>
                  <a:pt x="36" y="6568"/>
                </a:lnTo>
                <a:moveTo>
                  <a:pt x="36" y="6708"/>
                </a:moveTo>
                <a:lnTo>
                  <a:pt x="36" y="6778"/>
                </a:lnTo>
                <a:lnTo>
                  <a:pt x="0" y="6778"/>
                </a:lnTo>
                <a:lnTo>
                  <a:pt x="0" y="6708"/>
                </a:lnTo>
                <a:lnTo>
                  <a:pt x="36" y="6708"/>
                </a:lnTo>
                <a:moveTo>
                  <a:pt x="36" y="6848"/>
                </a:moveTo>
                <a:lnTo>
                  <a:pt x="36" y="6918"/>
                </a:lnTo>
                <a:lnTo>
                  <a:pt x="0" y="6918"/>
                </a:lnTo>
                <a:lnTo>
                  <a:pt x="0" y="6848"/>
                </a:lnTo>
                <a:lnTo>
                  <a:pt x="36" y="6848"/>
                </a:lnTo>
                <a:moveTo>
                  <a:pt x="36" y="6987"/>
                </a:moveTo>
                <a:lnTo>
                  <a:pt x="36" y="7057"/>
                </a:lnTo>
                <a:lnTo>
                  <a:pt x="0" y="7057"/>
                </a:lnTo>
                <a:lnTo>
                  <a:pt x="0" y="6987"/>
                </a:lnTo>
                <a:lnTo>
                  <a:pt x="36" y="6987"/>
                </a:lnTo>
                <a:moveTo>
                  <a:pt x="36" y="7127"/>
                </a:moveTo>
                <a:lnTo>
                  <a:pt x="36" y="7197"/>
                </a:lnTo>
                <a:lnTo>
                  <a:pt x="0" y="7197"/>
                </a:lnTo>
                <a:lnTo>
                  <a:pt x="0" y="7127"/>
                </a:lnTo>
                <a:lnTo>
                  <a:pt x="36" y="7127"/>
                </a:lnTo>
                <a:moveTo>
                  <a:pt x="36" y="7267"/>
                </a:moveTo>
                <a:lnTo>
                  <a:pt x="36" y="7337"/>
                </a:lnTo>
                <a:lnTo>
                  <a:pt x="0" y="7337"/>
                </a:lnTo>
                <a:lnTo>
                  <a:pt x="0" y="7267"/>
                </a:lnTo>
                <a:lnTo>
                  <a:pt x="36" y="7267"/>
                </a:lnTo>
                <a:moveTo>
                  <a:pt x="36" y="7407"/>
                </a:moveTo>
                <a:lnTo>
                  <a:pt x="36" y="7477"/>
                </a:lnTo>
                <a:lnTo>
                  <a:pt x="0" y="7477"/>
                </a:lnTo>
                <a:lnTo>
                  <a:pt x="0" y="7407"/>
                </a:lnTo>
                <a:lnTo>
                  <a:pt x="36" y="7407"/>
                </a:lnTo>
                <a:moveTo>
                  <a:pt x="36" y="7546"/>
                </a:moveTo>
                <a:lnTo>
                  <a:pt x="36" y="7616"/>
                </a:lnTo>
                <a:lnTo>
                  <a:pt x="0" y="7616"/>
                </a:lnTo>
                <a:lnTo>
                  <a:pt x="0" y="7546"/>
                </a:lnTo>
                <a:lnTo>
                  <a:pt x="36" y="7546"/>
                </a:lnTo>
                <a:moveTo>
                  <a:pt x="36" y="7686"/>
                </a:moveTo>
                <a:lnTo>
                  <a:pt x="36" y="7756"/>
                </a:lnTo>
                <a:lnTo>
                  <a:pt x="0" y="7756"/>
                </a:lnTo>
                <a:lnTo>
                  <a:pt x="0" y="7686"/>
                </a:lnTo>
                <a:lnTo>
                  <a:pt x="36" y="7686"/>
                </a:lnTo>
                <a:moveTo>
                  <a:pt x="36" y="7826"/>
                </a:moveTo>
                <a:lnTo>
                  <a:pt x="36" y="7896"/>
                </a:lnTo>
                <a:lnTo>
                  <a:pt x="0" y="7896"/>
                </a:lnTo>
                <a:lnTo>
                  <a:pt x="0" y="7826"/>
                </a:lnTo>
                <a:lnTo>
                  <a:pt x="36" y="7826"/>
                </a:lnTo>
                <a:moveTo>
                  <a:pt x="36" y="7966"/>
                </a:moveTo>
                <a:lnTo>
                  <a:pt x="36" y="8035"/>
                </a:lnTo>
                <a:lnTo>
                  <a:pt x="0" y="8035"/>
                </a:lnTo>
                <a:lnTo>
                  <a:pt x="0" y="7966"/>
                </a:lnTo>
                <a:lnTo>
                  <a:pt x="36" y="7966"/>
                </a:lnTo>
                <a:moveTo>
                  <a:pt x="36" y="8105"/>
                </a:moveTo>
                <a:lnTo>
                  <a:pt x="36" y="8175"/>
                </a:lnTo>
                <a:lnTo>
                  <a:pt x="0" y="8175"/>
                </a:lnTo>
                <a:lnTo>
                  <a:pt x="0" y="8105"/>
                </a:lnTo>
                <a:lnTo>
                  <a:pt x="36" y="8105"/>
                </a:lnTo>
                <a:moveTo>
                  <a:pt x="36" y="8245"/>
                </a:moveTo>
                <a:lnTo>
                  <a:pt x="36" y="8315"/>
                </a:lnTo>
                <a:lnTo>
                  <a:pt x="0" y="8315"/>
                </a:lnTo>
                <a:lnTo>
                  <a:pt x="0" y="8245"/>
                </a:lnTo>
                <a:lnTo>
                  <a:pt x="36" y="8245"/>
                </a:lnTo>
                <a:moveTo>
                  <a:pt x="36" y="8385"/>
                </a:moveTo>
                <a:lnTo>
                  <a:pt x="36" y="8455"/>
                </a:lnTo>
                <a:lnTo>
                  <a:pt x="0" y="8455"/>
                </a:lnTo>
                <a:lnTo>
                  <a:pt x="0" y="8385"/>
                </a:lnTo>
                <a:lnTo>
                  <a:pt x="36" y="8385"/>
                </a:lnTo>
                <a:moveTo>
                  <a:pt x="36" y="8525"/>
                </a:moveTo>
                <a:lnTo>
                  <a:pt x="36" y="8594"/>
                </a:lnTo>
                <a:lnTo>
                  <a:pt x="0" y="8594"/>
                </a:lnTo>
                <a:lnTo>
                  <a:pt x="0" y="8525"/>
                </a:lnTo>
                <a:lnTo>
                  <a:pt x="36" y="8525"/>
                </a:lnTo>
                <a:moveTo>
                  <a:pt x="36" y="8664"/>
                </a:moveTo>
                <a:lnTo>
                  <a:pt x="36" y="8734"/>
                </a:lnTo>
                <a:lnTo>
                  <a:pt x="0" y="8734"/>
                </a:lnTo>
                <a:lnTo>
                  <a:pt x="0" y="8664"/>
                </a:lnTo>
                <a:lnTo>
                  <a:pt x="36" y="8664"/>
                </a:lnTo>
                <a:moveTo>
                  <a:pt x="36" y="8804"/>
                </a:moveTo>
                <a:lnTo>
                  <a:pt x="36" y="8874"/>
                </a:lnTo>
                <a:lnTo>
                  <a:pt x="0" y="8874"/>
                </a:lnTo>
                <a:lnTo>
                  <a:pt x="0" y="8804"/>
                </a:lnTo>
                <a:lnTo>
                  <a:pt x="36" y="8804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6" name=""/>
          <p:cNvSpPr/>
          <p:nvPr/>
        </p:nvSpPr>
        <p:spPr>
          <a:xfrm>
            <a:off x="986040" y="-1820880"/>
            <a:ext cx="12960" cy="5407920"/>
          </a:xfrm>
          <a:custGeom>
            <a:avLst/>
            <a:gdLst/>
            <a:ahLst/>
            <a:rect l="0" t="0" r="r" b="b"/>
            <a:pathLst>
              <a:path w="36" h="15022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9"/>
                </a:lnTo>
                <a:lnTo>
                  <a:pt x="0" y="349"/>
                </a:lnTo>
                <a:lnTo>
                  <a:pt x="0" y="279"/>
                </a:lnTo>
                <a:lnTo>
                  <a:pt x="36" y="279"/>
                </a:lnTo>
                <a:moveTo>
                  <a:pt x="36" y="419"/>
                </a:moveTo>
                <a:lnTo>
                  <a:pt x="36" y="489"/>
                </a:lnTo>
                <a:lnTo>
                  <a:pt x="0" y="489"/>
                </a:lnTo>
                <a:lnTo>
                  <a:pt x="0" y="419"/>
                </a:lnTo>
                <a:lnTo>
                  <a:pt x="36" y="419"/>
                </a:lnTo>
                <a:moveTo>
                  <a:pt x="36" y="559"/>
                </a:moveTo>
                <a:lnTo>
                  <a:pt x="36" y="628"/>
                </a:lnTo>
                <a:lnTo>
                  <a:pt x="0" y="628"/>
                </a:lnTo>
                <a:lnTo>
                  <a:pt x="0" y="559"/>
                </a:lnTo>
                <a:lnTo>
                  <a:pt x="36" y="559"/>
                </a:lnTo>
                <a:moveTo>
                  <a:pt x="36" y="698"/>
                </a:moveTo>
                <a:lnTo>
                  <a:pt x="36" y="768"/>
                </a:lnTo>
                <a:lnTo>
                  <a:pt x="0" y="768"/>
                </a:lnTo>
                <a:lnTo>
                  <a:pt x="0" y="698"/>
                </a:lnTo>
                <a:lnTo>
                  <a:pt x="36" y="698"/>
                </a:lnTo>
                <a:moveTo>
                  <a:pt x="36" y="838"/>
                </a:moveTo>
                <a:lnTo>
                  <a:pt x="36" y="908"/>
                </a:lnTo>
                <a:lnTo>
                  <a:pt x="0" y="908"/>
                </a:lnTo>
                <a:lnTo>
                  <a:pt x="0" y="838"/>
                </a:lnTo>
                <a:lnTo>
                  <a:pt x="36" y="838"/>
                </a:lnTo>
                <a:moveTo>
                  <a:pt x="36" y="978"/>
                </a:moveTo>
                <a:lnTo>
                  <a:pt x="36" y="1048"/>
                </a:lnTo>
                <a:lnTo>
                  <a:pt x="0" y="1048"/>
                </a:lnTo>
                <a:lnTo>
                  <a:pt x="0" y="978"/>
                </a:lnTo>
                <a:lnTo>
                  <a:pt x="36" y="978"/>
                </a:lnTo>
                <a:moveTo>
                  <a:pt x="36" y="1118"/>
                </a:moveTo>
                <a:lnTo>
                  <a:pt x="36" y="1187"/>
                </a:lnTo>
                <a:lnTo>
                  <a:pt x="0" y="1187"/>
                </a:lnTo>
                <a:lnTo>
                  <a:pt x="0" y="1118"/>
                </a:lnTo>
                <a:lnTo>
                  <a:pt x="36" y="1118"/>
                </a:lnTo>
                <a:moveTo>
                  <a:pt x="36" y="1257"/>
                </a:moveTo>
                <a:lnTo>
                  <a:pt x="36" y="1327"/>
                </a:lnTo>
                <a:lnTo>
                  <a:pt x="0" y="1327"/>
                </a:lnTo>
                <a:lnTo>
                  <a:pt x="0" y="1257"/>
                </a:lnTo>
                <a:lnTo>
                  <a:pt x="36" y="1257"/>
                </a:lnTo>
                <a:moveTo>
                  <a:pt x="36" y="1397"/>
                </a:moveTo>
                <a:lnTo>
                  <a:pt x="36" y="1467"/>
                </a:lnTo>
                <a:lnTo>
                  <a:pt x="0" y="1467"/>
                </a:lnTo>
                <a:lnTo>
                  <a:pt x="0" y="1397"/>
                </a:lnTo>
                <a:lnTo>
                  <a:pt x="36" y="1397"/>
                </a:lnTo>
                <a:moveTo>
                  <a:pt x="36" y="1537"/>
                </a:moveTo>
                <a:lnTo>
                  <a:pt x="36" y="1607"/>
                </a:lnTo>
                <a:lnTo>
                  <a:pt x="0" y="1607"/>
                </a:lnTo>
                <a:lnTo>
                  <a:pt x="0" y="1537"/>
                </a:lnTo>
                <a:lnTo>
                  <a:pt x="36" y="1537"/>
                </a:lnTo>
                <a:moveTo>
                  <a:pt x="36" y="1677"/>
                </a:moveTo>
                <a:lnTo>
                  <a:pt x="36" y="1746"/>
                </a:lnTo>
                <a:lnTo>
                  <a:pt x="0" y="1746"/>
                </a:lnTo>
                <a:lnTo>
                  <a:pt x="0" y="1677"/>
                </a:lnTo>
                <a:lnTo>
                  <a:pt x="36" y="1677"/>
                </a:lnTo>
                <a:moveTo>
                  <a:pt x="36" y="1816"/>
                </a:moveTo>
                <a:lnTo>
                  <a:pt x="36" y="1886"/>
                </a:lnTo>
                <a:lnTo>
                  <a:pt x="0" y="1886"/>
                </a:lnTo>
                <a:lnTo>
                  <a:pt x="0" y="1816"/>
                </a:lnTo>
                <a:lnTo>
                  <a:pt x="36" y="1816"/>
                </a:lnTo>
                <a:moveTo>
                  <a:pt x="36" y="1956"/>
                </a:moveTo>
                <a:lnTo>
                  <a:pt x="36" y="2026"/>
                </a:lnTo>
                <a:lnTo>
                  <a:pt x="0" y="2026"/>
                </a:lnTo>
                <a:lnTo>
                  <a:pt x="0" y="1956"/>
                </a:lnTo>
                <a:lnTo>
                  <a:pt x="36" y="1956"/>
                </a:lnTo>
                <a:moveTo>
                  <a:pt x="36" y="2096"/>
                </a:moveTo>
                <a:lnTo>
                  <a:pt x="36" y="2166"/>
                </a:lnTo>
                <a:lnTo>
                  <a:pt x="0" y="2166"/>
                </a:lnTo>
                <a:lnTo>
                  <a:pt x="0" y="2096"/>
                </a:lnTo>
                <a:lnTo>
                  <a:pt x="36" y="2096"/>
                </a:lnTo>
                <a:moveTo>
                  <a:pt x="36" y="2235"/>
                </a:moveTo>
                <a:lnTo>
                  <a:pt x="36" y="2305"/>
                </a:lnTo>
                <a:lnTo>
                  <a:pt x="0" y="2305"/>
                </a:lnTo>
                <a:lnTo>
                  <a:pt x="0" y="2235"/>
                </a:lnTo>
                <a:lnTo>
                  <a:pt x="36" y="2235"/>
                </a:lnTo>
                <a:moveTo>
                  <a:pt x="36" y="2375"/>
                </a:moveTo>
                <a:lnTo>
                  <a:pt x="36" y="2445"/>
                </a:lnTo>
                <a:lnTo>
                  <a:pt x="0" y="2445"/>
                </a:lnTo>
                <a:lnTo>
                  <a:pt x="0" y="2375"/>
                </a:lnTo>
                <a:lnTo>
                  <a:pt x="36" y="2375"/>
                </a:lnTo>
                <a:moveTo>
                  <a:pt x="36" y="2515"/>
                </a:moveTo>
                <a:lnTo>
                  <a:pt x="36" y="2585"/>
                </a:lnTo>
                <a:lnTo>
                  <a:pt x="0" y="2585"/>
                </a:lnTo>
                <a:lnTo>
                  <a:pt x="0" y="2515"/>
                </a:lnTo>
                <a:lnTo>
                  <a:pt x="36" y="2515"/>
                </a:lnTo>
                <a:moveTo>
                  <a:pt x="36" y="2655"/>
                </a:moveTo>
                <a:lnTo>
                  <a:pt x="36" y="2725"/>
                </a:lnTo>
                <a:lnTo>
                  <a:pt x="0" y="2725"/>
                </a:lnTo>
                <a:lnTo>
                  <a:pt x="0" y="2655"/>
                </a:lnTo>
                <a:lnTo>
                  <a:pt x="36" y="2655"/>
                </a:lnTo>
                <a:moveTo>
                  <a:pt x="36" y="2794"/>
                </a:moveTo>
                <a:lnTo>
                  <a:pt x="36" y="2864"/>
                </a:lnTo>
                <a:lnTo>
                  <a:pt x="0" y="2864"/>
                </a:lnTo>
                <a:lnTo>
                  <a:pt x="0" y="2794"/>
                </a:lnTo>
                <a:lnTo>
                  <a:pt x="36" y="2794"/>
                </a:lnTo>
                <a:moveTo>
                  <a:pt x="36" y="2934"/>
                </a:moveTo>
                <a:lnTo>
                  <a:pt x="36" y="3004"/>
                </a:lnTo>
                <a:lnTo>
                  <a:pt x="0" y="3004"/>
                </a:lnTo>
                <a:lnTo>
                  <a:pt x="0" y="2934"/>
                </a:lnTo>
                <a:lnTo>
                  <a:pt x="36" y="2934"/>
                </a:lnTo>
                <a:moveTo>
                  <a:pt x="36" y="3074"/>
                </a:moveTo>
                <a:lnTo>
                  <a:pt x="36" y="3144"/>
                </a:lnTo>
                <a:lnTo>
                  <a:pt x="0" y="3144"/>
                </a:lnTo>
                <a:lnTo>
                  <a:pt x="0" y="3074"/>
                </a:lnTo>
                <a:lnTo>
                  <a:pt x="36" y="3074"/>
                </a:lnTo>
                <a:moveTo>
                  <a:pt x="36" y="3214"/>
                </a:moveTo>
                <a:lnTo>
                  <a:pt x="36" y="3283"/>
                </a:lnTo>
                <a:lnTo>
                  <a:pt x="0" y="3283"/>
                </a:lnTo>
                <a:lnTo>
                  <a:pt x="0" y="3214"/>
                </a:lnTo>
                <a:lnTo>
                  <a:pt x="36" y="3214"/>
                </a:lnTo>
                <a:moveTo>
                  <a:pt x="36" y="3353"/>
                </a:moveTo>
                <a:lnTo>
                  <a:pt x="36" y="3423"/>
                </a:lnTo>
                <a:lnTo>
                  <a:pt x="0" y="3423"/>
                </a:lnTo>
                <a:lnTo>
                  <a:pt x="0" y="3353"/>
                </a:lnTo>
                <a:lnTo>
                  <a:pt x="36" y="3353"/>
                </a:lnTo>
                <a:moveTo>
                  <a:pt x="36" y="3493"/>
                </a:moveTo>
                <a:lnTo>
                  <a:pt x="36" y="3563"/>
                </a:lnTo>
                <a:lnTo>
                  <a:pt x="0" y="3563"/>
                </a:lnTo>
                <a:lnTo>
                  <a:pt x="0" y="3493"/>
                </a:lnTo>
                <a:lnTo>
                  <a:pt x="36" y="3493"/>
                </a:lnTo>
                <a:moveTo>
                  <a:pt x="36" y="3633"/>
                </a:moveTo>
                <a:lnTo>
                  <a:pt x="36" y="3703"/>
                </a:lnTo>
                <a:lnTo>
                  <a:pt x="0" y="3703"/>
                </a:lnTo>
                <a:lnTo>
                  <a:pt x="0" y="3633"/>
                </a:lnTo>
                <a:lnTo>
                  <a:pt x="36" y="3633"/>
                </a:lnTo>
                <a:moveTo>
                  <a:pt x="36" y="3773"/>
                </a:moveTo>
                <a:lnTo>
                  <a:pt x="36" y="3842"/>
                </a:lnTo>
                <a:lnTo>
                  <a:pt x="0" y="3842"/>
                </a:lnTo>
                <a:lnTo>
                  <a:pt x="0" y="3773"/>
                </a:lnTo>
                <a:lnTo>
                  <a:pt x="36" y="3773"/>
                </a:lnTo>
                <a:moveTo>
                  <a:pt x="36" y="3912"/>
                </a:moveTo>
                <a:lnTo>
                  <a:pt x="36" y="3982"/>
                </a:lnTo>
                <a:lnTo>
                  <a:pt x="0" y="3982"/>
                </a:lnTo>
                <a:lnTo>
                  <a:pt x="0" y="3912"/>
                </a:lnTo>
                <a:lnTo>
                  <a:pt x="36" y="3912"/>
                </a:lnTo>
                <a:moveTo>
                  <a:pt x="36" y="4052"/>
                </a:moveTo>
                <a:lnTo>
                  <a:pt x="36" y="4122"/>
                </a:lnTo>
                <a:lnTo>
                  <a:pt x="0" y="4122"/>
                </a:lnTo>
                <a:lnTo>
                  <a:pt x="0" y="4052"/>
                </a:lnTo>
                <a:lnTo>
                  <a:pt x="36" y="4052"/>
                </a:lnTo>
                <a:moveTo>
                  <a:pt x="36" y="4192"/>
                </a:moveTo>
                <a:lnTo>
                  <a:pt x="36" y="4262"/>
                </a:lnTo>
                <a:lnTo>
                  <a:pt x="0" y="4262"/>
                </a:lnTo>
                <a:lnTo>
                  <a:pt x="0" y="4192"/>
                </a:lnTo>
                <a:lnTo>
                  <a:pt x="36" y="4192"/>
                </a:lnTo>
                <a:moveTo>
                  <a:pt x="36" y="4331"/>
                </a:moveTo>
                <a:lnTo>
                  <a:pt x="36" y="4401"/>
                </a:lnTo>
                <a:lnTo>
                  <a:pt x="0" y="4401"/>
                </a:lnTo>
                <a:lnTo>
                  <a:pt x="0" y="4331"/>
                </a:lnTo>
                <a:lnTo>
                  <a:pt x="36" y="4331"/>
                </a:lnTo>
                <a:moveTo>
                  <a:pt x="36" y="4471"/>
                </a:moveTo>
                <a:lnTo>
                  <a:pt x="36" y="4541"/>
                </a:lnTo>
                <a:lnTo>
                  <a:pt x="0" y="4541"/>
                </a:lnTo>
                <a:lnTo>
                  <a:pt x="0" y="4471"/>
                </a:lnTo>
                <a:lnTo>
                  <a:pt x="36" y="4471"/>
                </a:lnTo>
                <a:moveTo>
                  <a:pt x="36" y="4611"/>
                </a:moveTo>
                <a:lnTo>
                  <a:pt x="36" y="4681"/>
                </a:lnTo>
                <a:lnTo>
                  <a:pt x="0" y="4681"/>
                </a:lnTo>
                <a:lnTo>
                  <a:pt x="0" y="4611"/>
                </a:lnTo>
                <a:lnTo>
                  <a:pt x="36" y="4611"/>
                </a:lnTo>
                <a:moveTo>
                  <a:pt x="36" y="4751"/>
                </a:moveTo>
                <a:lnTo>
                  <a:pt x="36" y="4821"/>
                </a:lnTo>
                <a:lnTo>
                  <a:pt x="0" y="4821"/>
                </a:lnTo>
                <a:lnTo>
                  <a:pt x="0" y="4751"/>
                </a:lnTo>
                <a:lnTo>
                  <a:pt x="36" y="4751"/>
                </a:lnTo>
                <a:moveTo>
                  <a:pt x="36" y="4890"/>
                </a:moveTo>
                <a:lnTo>
                  <a:pt x="36" y="4960"/>
                </a:lnTo>
                <a:lnTo>
                  <a:pt x="0" y="4960"/>
                </a:lnTo>
                <a:lnTo>
                  <a:pt x="0" y="4890"/>
                </a:lnTo>
                <a:lnTo>
                  <a:pt x="36" y="4890"/>
                </a:lnTo>
                <a:moveTo>
                  <a:pt x="36" y="5030"/>
                </a:moveTo>
                <a:lnTo>
                  <a:pt x="36" y="5100"/>
                </a:lnTo>
                <a:lnTo>
                  <a:pt x="0" y="5100"/>
                </a:lnTo>
                <a:lnTo>
                  <a:pt x="0" y="5030"/>
                </a:lnTo>
                <a:lnTo>
                  <a:pt x="36" y="5030"/>
                </a:lnTo>
                <a:moveTo>
                  <a:pt x="36" y="5170"/>
                </a:moveTo>
                <a:lnTo>
                  <a:pt x="36" y="5240"/>
                </a:lnTo>
                <a:lnTo>
                  <a:pt x="0" y="5240"/>
                </a:lnTo>
                <a:lnTo>
                  <a:pt x="0" y="5170"/>
                </a:lnTo>
                <a:lnTo>
                  <a:pt x="36" y="5170"/>
                </a:lnTo>
                <a:moveTo>
                  <a:pt x="36" y="5310"/>
                </a:moveTo>
                <a:lnTo>
                  <a:pt x="36" y="5379"/>
                </a:lnTo>
                <a:lnTo>
                  <a:pt x="0" y="5379"/>
                </a:lnTo>
                <a:lnTo>
                  <a:pt x="0" y="5310"/>
                </a:lnTo>
                <a:lnTo>
                  <a:pt x="36" y="5310"/>
                </a:lnTo>
                <a:moveTo>
                  <a:pt x="36" y="5449"/>
                </a:moveTo>
                <a:lnTo>
                  <a:pt x="36" y="5519"/>
                </a:lnTo>
                <a:lnTo>
                  <a:pt x="0" y="5519"/>
                </a:lnTo>
                <a:lnTo>
                  <a:pt x="0" y="5449"/>
                </a:lnTo>
                <a:lnTo>
                  <a:pt x="36" y="5449"/>
                </a:lnTo>
                <a:moveTo>
                  <a:pt x="36" y="5589"/>
                </a:moveTo>
                <a:lnTo>
                  <a:pt x="36" y="5659"/>
                </a:lnTo>
                <a:lnTo>
                  <a:pt x="0" y="5659"/>
                </a:lnTo>
                <a:lnTo>
                  <a:pt x="0" y="5589"/>
                </a:lnTo>
                <a:lnTo>
                  <a:pt x="36" y="5589"/>
                </a:lnTo>
                <a:moveTo>
                  <a:pt x="36" y="5729"/>
                </a:moveTo>
                <a:lnTo>
                  <a:pt x="36" y="5799"/>
                </a:lnTo>
                <a:lnTo>
                  <a:pt x="0" y="5799"/>
                </a:lnTo>
                <a:lnTo>
                  <a:pt x="0" y="5729"/>
                </a:lnTo>
                <a:lnTo>
                  <a:pt x="36" y="5729"/>
                </a:lnTo>
                <a:moveTo>
                  <a:pt x="36" y="5869"/>
                </a:moveTo>
                <a:lnTo>
                  <a:pt x="36" y="5938"/>
                </a:lnTo>
                <a:lnTo>
                  <a:pt x="0" y="5938"/>
                </a:lnTo>
                <a:lnTo>
                  <a:pt x="0" y="5869"/>
                </a:lnTo>
                <a:lnTo>
                  <a:pt x="36" y="5869"/>
                </a:lnTo>
                <a:moveTo>
                  <a:pt x="36" y="6008"/>
                </a:moveTo>
                <a:lnTo>
                  <a:pt x="36" y="6078"/>
                </a:lnTo>
                <a:lnTo>
                  <a:pt x="0" y="6078"/>
                </a:lnTo>
                <a:lnTo>
                  <a:pt x="0" y="6008"/>
                </a:lnTo>
                <a:lnTo>
                  <a:pt x="36" y="6008"/>
                </a:lnTo>
                <a:moveTo>
                  <a:pt x="36" y="6148"/>
                </a:moveTo>
                <a:lnTo>
                  <a:pt x="36" y="6218"/>
                </a:lnTo>
                <a:lnTo>
                  <a:pt x="0" y="6218"/>
                </a:lnTo>
                <a:lnTo>
                  <a:pt x="0" y="6148"/>
                </a:lnTo>
                <a:lnTo>
                  <a:pt x="36" y="6148"/>
                </a:lnTo>
                <a:moveTo>
                  <a:pt x="36" y="6288"/>
                </a:moveTo>
                <a:lnTo>
                  <a:pt x="36" y="6358"/>
                </a:lnTo>
                <a:lnTo>
                  <a:pt x="0" y="6358"/>
                </a:lnTo>
                <a:lnTo>
                  <a:pt x="0" y="6288"/>
                </a:lnTo>
                <a:lnTo>
                  <a:pt x="36" y="6288"/>
                </a:lnTo>
                <a:moveTo>
                  <a:pt x="36" y="6428"/>
                </a:moveTo>
                <a:lnTo>
                  <a:pt x="36" y="6497"/>
                </a:lnTo>
                <a:lnTo>
                  <a:pt x="0" y="6497"/>
                </a:lnTo>
                <a:lnTo>
                  <a:pt x="0" y="6428"/>
                </a:lnTo>
                <a:lnTo>
                  <a:pt x="36" y="6428"/>
                </a:lnTo>
                <a:moveTo>
                  <a:pt x="36" y="6567"/>
                </a:moveTo>
                <a:lnTo>
                  <a:pt x="36" y="6637"/>
                </a:lnTo>
                <a:lnTo>
                  <a:pt x="0" y="6637"/>
                </a:lnTo>
                <a:lnTo>
                  <a:pt x="0" y="6567"/>
                </a:lnTo>
                <a:lnTo>
                  <a:pt x="36" y="6567"/>
                </a:lnTo>
                <a:moveTo>
                  <a:pt x="36" y="6707"/>
                </a:moveTo>
                <a:lnTo>
                  <a:pt x="36" y="6777"/>
                </a:lnTo>
                <a:lnTo>
                  <a:pt x="0" y="6777"/>
                </a:lnTo>
                <a:lnTo>
                  <a:pt x="0" y="6707"/>
                </a:lnTo>
                <a:lnTo>
                  <a:pt x="36" y="6707"/>
                </a:lnTo>
                <a:moveTo>
                  <a:pt x="36" y="6847"/>
                </a:moveTo>
                <a:lnTo>
                  <a:pt x="36" y="6917"/>
                </a:lnTo>
                <a:lnTo>
                  <a:pt x="0" y="6917"/>
                </a:lnTo>
                <a:lnTo>
                  <a:pt x="0" y="6847"/>
                </a:lnTo>
                <a:lnTo>
                  <a:pt x="36" y="6847"/>
                </a:lnTo>
                <a:moveTo>
                  <a:pt x="36" y="6986"/>
                </a:moveTo>
                <a:lnTo>
                  <a:pt x="36" y="7056"/>
                </a:lnTo>
                <a:lnTo>
                  <a:pt x="0" y="7056"/>
                </a:lnTo>
                <a:lnTo>
                  <a:pt x="0" y="6986"/>
                </a:lnTo>
                <a:lnTo>
                  <a:pt x="36" y="6986"/>
                </a:lnTo>
                <a:moveTo>
                  <a:pt x="36" y="7126"/>
                </a:moveTo>
                <a:lnTo>
                  <a:pt x="36" y="7196"/>
                </a:lnTo>
                <a:lnTo>
                  <a:pt x="0" y="7196"/>
                </a:lnTo>
                <a:lnTo>
                  <a:pt x="0" y="7126"/>
                </a:lnTo>
                <a:lnTo>
                  <a:pt x="36" y="7126"/>
                </a:lnTo>
                <a:moveTo>
                  <a:pt x="36" y="7266"/>
                </a:moveTo>
                <a:lnTo>
                  <a:pt x="36" y="7336"/>
                </a:lnTo>
                <a:lnTo>
                  <a:pt x="0" y="7336"/>
                </a:lnTo>
                <a:lnTo>
                  <a:pt x="0" y="7266"/>
                </a:lnTo>
                <a:lnTo>
                  <a:pt x="36" y="7266"/>
                </a:lnTo>
                <a:moveTo>
                  <a:pt x="36" y="7406"/>
                </a:moveTo>
                <a:lnTo>
                  <a:pt x="36" y="7476"/>
                </a:lnTo>
                <a:lnTo>
                  <a:pt x="0" y="7476"/>
                </a:lnTo>
                <a:lnTo>
                  <a:pt x="0" y="7406"/>
                </a:lnTo>
                <a:lnTo>
                  <a:pt x="36" y="7406"/>
                </a:lnTo>
                <a:moveTo>
                  <a:pt x="36" y="7545"/>
                </a:moveTo>
                <a:lnTo>
                  <a:pt x="36" y="7615"/>
                </a:lnTo>
                <a:lnTo>
                  <a:pt x="0" y="7615"/>
                </a:lnTo>
                <a:lnTo>
                  <a:pt x="0" y="7545"/>
                </a:lnTo>
                <a:lnTo>
                  <a:pt x="36" y="7545"/>
                </a:lnTo>
                <a:moveTo>
                  <a:pt x="36" y="7685"/>
                </a:moveTo>
                <a:lnTo>
                  <a:pt x="36" y="7755"/>
                </a:lnTo>
                <a:lnTo>
                  <a:pt x="0" y="7755"/>
                </a:lnTo>
                <a:lnTo>
                  <a:pt x="0" y="7685"/>
                </a:lnTo>
                <a:lnTo>
                  <a:pt x="36" y="7685"/>
                </a:lnTo>
                <a:moveTo>
                  <a:pt x="36" y="7825"/>
                </a:moveTo>
                <a:lnTo>
                  <a:pt x="36" y="7895"/>
                </a:lnTo>
                <a:lnTo>
                  <a:pt x="0" y="7895"/>
                </a:lnTo>
                <a:lnTo>
                  <a:pt x="0" y="7825"/>
                </a:lnTo>
                <a:lnTo>
                  <a:pt x="36" y="7825"/>
                </a:lnTo>
                <a:moveTo>
                  <a:pt x="36" y="7965"/>
                </a:moveTo>
                <a:lnTo>
                  <a:pt x="36" y="8034"/>
                </a:lnTo>
                <a:lnTo>
                  <a:pt x="0" y="8034"/>
                </a:lnTo>
                <a:lnTo>
                  <a:pt x="0" y="7965"/>
                </a:lnTo>
                <a:lnTo>
                  <a:pt x="36" y="7965"/>
                </a:lnTo>
                <a:moveTo>
                  <a:pt x="36" y="8104"/>
                </a:moveTo>
                <a:lnTo>
                  <a:pt x="36" y="8174"/>
                </a:lnTo>
                <a:lnTo>
                  <a:pt x="0" y="8174"/>
                </a:lnTo>
                <a:lnTo>
                  <a:pt x="0" y="8104"/>
                </a:lnTo>
                <a:lnTo>
                  <a:pt x="36" y="8104"/>
                </a:lnTo>
                <a:moveTo>
                  <a:pt x="36" y="8244"/>
                </a:moveTo>
                <a:lnTo>
                  <a:pt x="36" y="8314"/>
                </a:lnTo>
                <a:lnTo>
                  <a:pt x="0" y="8314"/>
                </a:lnTo>
                <a:lnTo>
                  <a:pt x="0" y="8244"/>
                </a:lnTo>
                <a:lnTo>
                  <a:pt x="36" y="8244"/>
                </a:lnTo>
                <a:moveTo>
                  <a:pt x="36" y="8384"/>
                </a:moveTo>
                <a:lnTo>
                  <a:pt x="36" y="8454"/>
                </a:lnTo>
                <a:lnTo>
                  <a:pt x="0" y="8454"/>
                </a:lnTo>
                <a:lnTo>
                  <a:pt x="0" y="8384"/>
                </a:lnTo>
                <a:lnTo>
                  <a:pt x="36" y="8384"/>
                </a:lnTo>
                <a:moveTo>
                  <a:pt x="36" y="8524"/>
                </a:moveTo>
                <a:lnTo>
                  <a:pt x="36" y="8593"/>
                </a:lnTo>
                <a:lnTo>
                  <a:pt x="0" y="8593"/>
                </a:lnTo>
                <a:lnTo>
                  <a:pt x="0" y="8524"/>
                </a:lnTo>
                <a:lnTo>
                  <a:pt x="36" y="8524"/>
                </a:lnTo>
                <a:moveTo>
                  <a:pt x="36" y="8663"/>
                </a:moveTo>
                <a:lnTo>
                  <a:pt x="36" y="8733"/>
                </a:lnTo>
                <a:lnTo>
                  <a:pt x="0" y="8733"/>
                </a:lnTo>
                <a:lnTo>
                  <a:pt x="0" y="8663"/>
                </a:lnTo>
                <a:lnTo>
                  <a:pt x="36" y="8663"/>
                </a:lnTo>
                <a:moveTo>
                  <a:pt x="36" y="8803"/>
                </a:moveTo>
                <a:lnTo>
                  <a:pt x="36" y="8873"/>
                </a:lnTo>
                <a:lnTo>
                  <a:pt x="0" y="8873"/>
                </a:lnTo>
                <a:lnTo>
                  <a:pt x="0" y="8803"/>
                </a:lnTo>
                <a:lnTo>
                  <a:pt x="36" y="8803"/>
                </a:lnTo>
                <a:moveTo>
                  <a:pt x="36" y="8943"/>
                </a:moveTo>
                <a:lnTo>
                  <a:pt x="36" y="9013"/>
                </a:lnTo>
                <a:lnTo>
                  <a:pt x="0" y="9013"/>
                </a:lnTo>
                <a:lnTo>
                  <a:pt x="0" y="8943"/>
                </a:lnTo>
                <a:lnTo>
                  <a:pt x="36" y="8943"/>
                </a:lnTo>
                <a:moveTo>
                  <a:pt x="36" y="9082"/>
                </a:moveTo>
                <a:lnTo>
                  <a:pt x="36" y="9152"/>
                </a:lnTo>
                <a:lnTo>
                  <a:pt x="0" y="9152"/>
                </a:lnTo>
                <a:lnTo>
                  <a:pt x="0" y="9082"/>
                </a:lnTo>
                <a:lnTo>
                  <a:pt x="36" y="9082"/>
                </a:lnTo>
                <a:moveTo>
                  <a:pt x="36" y="9222"/>
                </a:moveTo>
                <a:lnTo>
                  <a:pt x="36" y="9292"/>
                </a:lnTo>
                <a:lnTo>
                  <a:pt x="0" y="9292"/>
                </a:lnTo>
                <a:lnTo>
                  <a:pt x="0" y="9222"/>
                </a:lnTo>
                <a:lnTo>
                  <a:pt x="36" y="9222"/>
                </a:lnTo>
                <a:moveTo>
                  <a:pt x="36" y="9362"/>
                </a:moveTo>
                <a:lnTo>
                  <a:pt x="36" y="9432"/>
                </a:lnTo>
                <a:lnTo>
                  <a:pt x="0" y="9432"/>
                </a:lnTo>
                <a:lnTo>
                  <a:pt x="0" y="9362"/>
                </a:lnTo>
                <a:lnTo>
                  <a:pt x="36" y="9362"/>
                </a:lnTo>
                <a:moveTo>
                  <a:pt x="36" y="9502"/>
                </a:moveTo>
                <a:lnTo>
                  <a:pt x="36" y="9572"/>
                </a:lnTo>
                <a:lnTo>
                  <a:pt x="0" y="9572"/>
                </a:lnTo>
                <a:lnTo>
                  <a:pt x="0" y="9502"/>
                </a:lnTo>
                <a:lnTo>
                  <a:pt x="36" y="9502"/>
                </a:lnTo>
                <a:moveTo>
                  <a:pt x="36" y="9641"/>
                </a:moveTo>
                <a:lnTo>
                  <a:pt x="36" y="9711"/>
                </a:lnTo>
                <a:lnTo>
                  <a:pt x="0" y="9711"/>
                </a:lnTo>
                <a:lnTo>
                  <a:pt x="0" y="9641"/>
                </a:lnTo>
                <a:lnTo>
                  <a:pt x="36" y="9641"/>
                </a:lnTo>
                <a:moveTo>
                  <a:pt x="36" y="9781"/>
                </a:moveTo>
                <a:lnTo>
                  <a:pt x="36" y="9851"/>
                </a:lnTo>
                <a:lnTo>
                  <a:pt x="0" y="9851"/>
                </a:lnTo>
                <a:lnTo>
                  <a:pt x="0" y="9781"/>
                </a:lnTo>
                <a:lnTo>
                  <a:pt x="36" y="9781"/>
                </a:lnTo>
                <a:moveTo>
                  <a:pt x="36" y="9921"/>
                </a:moveTo>
                <a:lnTo>
                  <a:pt x="36" y="9991"/>
                </a:lnTo>
                <a:lnTo>
                  <a:pt x="0" y="9991"/>
                </a:lnTo>
                <a:lnTo>
                  <a:pt x="0" y="9921"/>
                </a:lnTo>
                <a:lnTo>
                  <a:pt x="36" y="9921"/>
                </a:lnTo>
                <a:moveTo>
                  <a:pt x="36" y="10061"/>
                </a:moveTo>
                <a:lnTo>
                  <a:pt x="36" y="10130"/>
                </a:lnTo>
                <a:lnTo>
                  <a:pt x="0" y="10130"/>
                </a:lnTo>
                <a:lnTo>
                  <a:pt x="0" y="10061"/>
                </a:lnTo>
                <a:lnTo>
                  <a:pt x="36" y="10061"/>
                </a:lnTo>
                <a:moveTo>
                  <a:pt x="36" y="10200"/>
                </a:moveTo>
                <a:lnTo>
                  <a:pt x="36" y="10270"/>
                </a:lnTo>
                <a:lnTo>
                  <a:pt x="0" y="10270"/>
                </a:lnTo>
                <a:lnTo>
                  <a:pt x="0" y="10200"/>
                </a:lnTo>
                <a:lnTo>
                  <a:pt x="36" y="10200"/>
                </a:lnTo>
                <a:moveTo>
                  <a:pt x="36" y="10340"/>
                </a:moveTo>
                <a:lnTo>
                  <a:pt x="36" y="10410"/>
                </a:lnTo>
                <a:lnTo>
                  <a:pt x="0" y="10410"/>
                </a:lnTo>
                <a:lnTo>
                  <a:pt x="0" y="10340"/>
                </a:lnTo>
                <a:lnTo>
                  <a:pt x="36" y="10340"/>
                </a:lnTo>
                <a:moveTo>
                  <a:pt x="36" y="10480"/>
                </a:moveTo>
                <a:lnTo>
                  <a:pt x="36" y="10550"/>
                </a:lnTo>
                <a:lnTo>
                  <a:pt x="0" y="10550"/>
                </a:lnTo>
                <a:lnTo>
                  <a:pt x="0" y="10480"/>
                </a:lnTo>
                <a:lnTo>
                  <a:pt x="36" y="10480"/>
                </a:lnTo>
                <a:moveTo>
                  <a:pt x="36" y="10620"/>
                </a:moveTo>
                <a:lnTo>
                  <a:pt x="36" y="10689"/>
                </a:lnTo>
                <a:lnTo>
                  <a:pt x="0" y="10689"/>
                </a:lnTo>
                <a:lnTo>
                  <a:pt x="0" y="10620"/>
                </a:lnTo>
                <a:lnTo>
                  <a:pt x="36" y="10620"/>
                </a:lnTo>
                <a:moveTo>
                  <a:pt x="36" y="10759"/>
                </a:moveTo>
                <a:lnTo>
                  <a:pt x="36" y="10829"/>
                </a:lnTo>
                <a:lnTo>
                  <a:pt x="0" y="10829"/>
                </a:lnTo>
                <a:lnTo>
                  <a:pt x="0" y="10759"/>
                </a:lnTo>
                <a:lnTo>
                  <a:pt x="36" y="10759"/>
                </a:lnTo>
                <a:moveTo>
                  <a:pt x="36" y="10899"/>
                </a:moveTo>
                <a:lnTo>
                  <a:pt x="36" y="10969"/>
                </a:lnTo>
                <a:lnTo>
                  <a:pt x="0" y="10969"/>
                </a:lnTo>
                <a:lnTo>
                  <a:pt x="0" y="10899"/>
                </a:lnTo>
                <a:lnTo>
                  <a:pt x="36" y="10899"/>
                </a:lnTo>
                <a:moveTo>
                  <a:pt x="36" y="11039"/>
                </a:moveTo>
                <a:lnTo>
                  <a:pt x="36" y="11109"/>
                </a:lnTo>
                <a:lnTo>
                  <a:pt x="0" y="11109"/>
                </a:lnTo>
                <a:lnTo>
                  <a:pt x="0" y="11039"/>
                </a:lnTo>
                <a:lnTo>
                  <a:pt x="36" y="11039"/>
                </a:lnTo>
                <a:moveTo>
                  <a:pt x="36" y="11179"/>
                </a:moveTo>
                <a:lnTo>
                  <a:pt x="36" y="11248"/>
                </a:lnTo>
                <a:lnTo>
                  <a:pt x="0" y="11248"/>
                </a:lnTo>
                <a:lnTo>
                  <a:pt x="0" y="11179"/>
                </a:lnTo>
                <a:lnTo>
                  <a:pt x="36" y="11179"/>
                </a:lnTo>
                <a:moveTo>
                  <a:pt x="36" y="11318"/>
                </a:moveTo>
                <a:lnTo>
                  <a:pt x="36" y="11388"/>
                </a:lnTo>
                <a:lnTo>
                  <a:pt x="0" y="11388"/>
                </a:lnTo>
                <a:lnTo>
                  <a:pt x="0" y="11318"/>
                </a:lnTo>
                <a:lnTo>
                  <a:pt x="36" y="11318"/>
                </a:lnTo>
                <a:moveTo>
                  <a:pt x="36" y="11458"/>
                </a:moveTo>
                <a:lnTo>
                  <a:pt x="36" y="11528"/>
                </a:lnTo>
                <a:lnTo>
                  <a:pt x="0" y="11528"/>
                </a:lnTo>
                <a:lnTo>
                  <a:pt x="0" y="11458"/>
                </a:lnTo>
                <a:lnTo>
                  <a:pt x="36" y="11458"/>
                </a:lnTo>
                <a:moveTo>
                  <a:pt x="36" y="11598"/>
                </a:moveTo>
                <a:lnTo>
                  <a:pt x="36" y="11668"/>
                </a:lnTo>
                <a:lnTo>
                  <a:pt x="0" y="11668"/>
                </a:lnTo>
                <a:lnTo>
                  <a:pt x="0" y="11598"/>
                </a:lnTo>
                <a:lnTo>
                  <a:pt x="36" y="11598"/>
                </a:lnTo>
                <a:moveTo>
                  <a:pt x="36" y="11737"/>
                </a:moveTo>
                <a:lnTo>
                  <a:pt x="36" y="11807"/>
                </a:lnTo>
                <a:lnTo>
                  <a:pt x="0" y="11807"/>
                </a:lnTo>
                <a:lnTo>
                  <a:pt x="0" y="11737"/>
                </a:lnTo>
                <a:lnTo>
                  <a:pt x="36" y="11737"/>
                </a:lnTo>
                <a:moveTo>
                  <a:pt x="36" y="11877"/>
                </a:moveTo>
                <a:lnTo>
                  <a:pt x="36" y="11947"/>
                </a:lnTo>
                <a:lnTo>
                  <a:pt x="0" y="11947"/>
                </a:lnTo>
                <a:lnTo>
                  <a:pt x="0" y="11877"/>
                </a:lnTo>
                <a:lnTo>
                  <a:pt x="36" y="11877"/>
                </a:lnTo>
                <a:moveTo>
                  <a:pt x="36" y="12017"/>
                </a:moveTo>
                <a:lnTo>
                  <a:pt x="36" y="12087"/>
                </a:lnTo>
                <a:lnTo>
                  <a:pt x="0" y="12087"/>
                </a:lnTo>
                <a:lnTo>
                  <a:pt x="0" y="12017"/>
                </a:lnTo>
                <a:lnTo>
                  <a:pt x="36" y="12017"/>
                </a:lnTo>
                <a:moveTo>
                  <a:pt x="36" y="12157"/>
                </a:moveTo>
                <a:lnTo>
                  <a:pt x="36" y="12227"/>
                </a:lnTo>
                <a:lnTo>
                  <a:pt x="0" y="12227"/>
                </a:lnTo>
                <a:lnTo>
                  <a:pt x="0" y="12157"/>
                </a:lnTo>
                <a:lnTo>
                  <a:pt x="36" y="12157"/>
                </a:lnTo>
                <a:moveTo>
                  <a:pt x="36" y="12296"/>
                </a:moveTo>
                <a:lnTo>
                  <a:pt x="36" y="12366"/>
                </a:lnTo>
                <a:lnTo>
                  <a:pt x="0" y="12366"/>
                </a:lnTo>
                <a:lnTo>
                  <a:pt x="0" y="12296"/>
                </a:lnTo>
                <a:lnTo>
                  <a:pt x="36" y="12296"/>
                </a:lnTo>
                <a:moveTo>
                  <a:pt x="36" y="12436"/>
                </a:moveTo>
                <a:lnTo>
                  <a:pt x="36" y="12506"/>
                </a:lnTo>
                <a:lnTo>
                  <a:pt x="0" y="12506"/>
                </a:lnTo>
                <a:lnTo>
                  <a:pt x="0" y="12436"/>
                </a:lnTo>
                <a:lnTo>
                  <a:pt x="36" y="12436"/>
                </a:lnTo>
                <a:moveTo>
                  <a:pt x="36" y="12577"/>
                </a:moveTo>
                <a:lnTo>
                  <a:pt x="36" y="12647"/>
                </a:lnTo>
                <a:lnTo>
                  <a:pt x="0" y="12647"/>
                </a:lnTo>
                <a:lnTo>
                  <a:pt x="0" y="12577"/>
                </a:lnTo>
                <a:lnTo>
                  <a:pt x="36" y="12577"/>
                </a:lnTo>
                <a:moveTo>
                  <a:pt x="36" y="12717"/>
                </a:moveTo>
                <a:lnTo>
                  <a:pt x="36" y="12786"/>
                </a:lnTo>
                <a:lnTo>
                  <a:pt x="0" y="12786"/>
                </a:lnTo>
                <a:lnTo>
                  <a:pt x="0" y="12717"/>
                </a:lnTo>
                <a:lnTo>
                  <a:pt x="36" y="12717"/>
                </a:lnTo>
                <a:moveTo>
                  <a:pt x="36" y="12856"/>
                </a:moveTo>
                <a:lnTo>
                  <a:pt x="36" y="12926"/>
                </a:lnTo>
                <a:lnTo>
                  <a:pt x="0" y="12926"/>
                </a:lnTo>
                <a:lnTo>
                  <a:pt x="0" y="12856"/>
                </a:lnTo>
                <a:lnTo>
                  <a:pt x="36" y="12856"/>
                </a:lnTo>
                <a:moveTo>
                  <a:pt x="36" y="12996"/>
                </a:moveTo>
                <a:lnTo>
                  <a:pt x="36" y="13066"/>
                </a:lnTo>
                <a:lnTo>
                  <a:pt x="0" y="13066"/>
                </a:lnTo>
                <a:lnTo>
                  <a:pt x="0" y="12996"/>
                </a:lnTo>
                <a:lnTo>
                  <a:pt x="36" y="12996"/>
                </a:lnTo>
                <a:moveTo>
                  <a:pt x="36" y="13136"/>
                </a:moveTo>
                <a:lnTo>
                  <a:pt x="36" y="13206"/>
                </a:lnTo>
                <a:lnTo>
                  <a:pt x="0" y="13206"/>
                </a:lnTo>
                <a:lnTo>
                  <a:pt x="0" y="13136"/>
                </a:lnTo>
                <a:lnTo>
                  <a:pt x="36" y="13136"/>
                </a:lnTo>
                <a:moveTo>
                  <a:pt x="36" y="13276"/>
                </a:moveTo>
                <a:lnTo>
                  <a:pt x="36" y="13345"/>
                </a:lnTo>
                <a:lnTo>
                  <a:pt x="0" y="13345"/>
                </a:lnTo>
                <a:lnTo>
                  <a:pt x="0" y="13276"/>
                </a:lnTo>
                <a:lnTo>
                  <a:pt x="36" y="13276"/>
                </a:lnTo>
                <a:moveTo>
                  <a:pt x="36" y="13415"/>
                </a:moveTo>
                <a:lnTo>
                  <a:pt x="36" y="13485"/>
                </a:lnTo>
                <a:lnTo>
                  <a:pt x="0" y="13485"/>
                </a:lnTo>
                <a:lnTo>
                  <a:pt x="0" y="13415"/>
                </a:lnTo>
                <a:lnTo>
                  <a:pt x="36" y="13415"/>
                </a:lnTo>
                <a:moveTo>
                  <a:pt x="36" y="13555"/>
                </a:moveTo>
                <a:lnTo>
                  <a:pt x="36" y="13625"/>
                </a:lnTo>
                <a:lnTo>
                  <a:pt x="0" y="13625"/>
                </a:lnTo>
                <a:lnTo>
                  <a:pt x="0" y="13555"/>
                </a:lnTo>
                <a:lnTo>
                  <a:pt x="36" y="13555"/>
                </a:lnTo>
                <a:moveTo>
                  <a:pt x="36" y="13695"/>
                </a:moveTo>
                <a:lnTo>
                  <a:pt x="36" y="13765"/>
                </a:lnTo>
                <a:lnTo>
                  <a:pt x="0" y="13765"/>
                </a:lnTo>
                <a:lnTo>
                  <a:pt x="0" y="13695"/>
                </a:lnTo>
                <a:lnTo>
                  <a:pt x="36" y="13695"/>
                </a:lnTo>
                <a:moveTo>
                  <a:pt x="36" y="13834"/>
                </a:moveTo>
                <a:lnTo>
                  <a:pt x="36" y="13904"/>
                </a:lnTo>
                <a:lnTo>
                  <a:pt x="0" y="13904"/>
                </a:lnTo>
                <a:lnTo>
                  <a:pt x="0" y="13834"/>
                </a:lnTo>
                <a:lnTo>
                  <a:pt x="36" y="13834"/>
                </a:lnTo>
                <a:moveTo>
                  <a:pt x="36" y="13974"/>
                </a:moveTo>
                <a:lnTo>
                  <a:pt x="36" y="14044"/>
                </a:lnTo>
                <a:lnTo>
                  <a:pt x="0" y="14044"/>
                </a:lnTo>
                <a:lnTo>
                  <a:pt x="0" y="13974"/>
                </a:lnTo>
                <a:lnTo>
                  <a:pt x="36" y="13974"/>
                </a:lnTo>
                <a:moveTo>
                  <a:pt x="36" y="14114"/>
                </a:moveTo>
                <a:lnTo>
                  <a:pt x="36" y="14184"/>
                </a:lnTo>
                <a:lnTo>
                  <a:pt x="0" y="14184"/>
                </a:lnTo>
                <a:lnTo>
                  <a:pt x="0" y="14114"/>
                </a:lnTo>
                <a:lnTo>
                  <a:pt x="36" y="14114"/>
                </a:lnTo>
                <a:moveTo>
                  <a:pt x="36" y="14254"/>
                </a:moveTo>
                <a:lnTo>
                  <a:pt x="36" y="14324"/>
                </a:lnTo>
                <a:lnTo>
                  <a:pt x="0" y="14324"/>
                </a:lnTo>
                <a:lnTo>
                  <a:pt x="0" y="14254"/>
                </a:lnTo>
                <a:lnTo>
                  <a:pt x="36" y="14254"/>
                </a:lnTo>
                <a:moveTo>
                  <a:pt x="36" y="14393"/>
                </a:moveTo>
                <a:lnTo>
                  <a:pt x="36" y="14463"/>
                </a:lnTo>
                <a:lnTo>
                  <a:pt x="0" y="14463"/>
                </a:lnTo>
                <a:lnTo>
                  <a:pt x="0" y="14393"/>
                </a:lnTo>
                <a:lnTo>
                  <a:pt x="36" y="14393"/>
                </a:lnTo>
                <a:moveTo>
                  <a:pt x="36" y="14533"/>
                </a:moveTo>
                <a:lnTo>
                  <a:pt x="36" y="14603"/>
                </a:lnTo>
                <a:lnTo>
                  <a:pt x="0" y="14603"/>
                </a:lnTo>
                <a:lnTo>
                  <a:pt x="0" y="14533"/>
                </a:lnTo>
                <a:lnTo>
                  <a:pt x="36" y="14533"/>
                </a:lnTo>
                <a:moveTo>
                  <a:pt x="36" y="14673"/>
                </a:moveTo>
                <a:lnTo>
                  <a:pt x="36" y="14743"/>
                </a:lnTo>
                <a:lnTo>
                  <a:pt x="0" y="14743"/>
                </a:lnTo>
                <a:lnTo>
                  <a:pt x="0" y="14673"/>
                </a:lnTo>
                <a:lnTo>
                  <a:pt x="36" y="14673"/>
                </a:lnTo>
                <a:moveTo>
                  <a:pt x="36" y="14813"/>
                </a:moveTo>
                <a:lnTo>
                  <a:pt x="36" y="14883"/>
                </a:lnTo>
                <a:lnTo>
                  <a:pt x="0" y="14883"/>
                </a:lnTo>
                <a:lnTo>
                  <a:pt x="0" y="14813"/>
                </a:lnTo>
                <a:lnTo>
                  <a:pt x="36" y="14813"/>
                </a:lnTo>
                <a:moveTo>
                  <a:pt x="36" y="14952"/>
                </a:moveTo>
                <a:lnTo>
                  <a:pt x="36" y="15022"/>
                </a:lnTo>
                <a:lnTo>
                  <a:pt x="0" y="15022"/>
                </a:lnTo>
                <a:lnTo>
                  <a:pt x="0" y="14952"/>
                </a:lnTo>
                <a:lnTo>
                  <a:pt x="36" y="14952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7" name=""/>
          <p:cNvSpPr/>
          <p:nvPr/>
        </p:nvSpPr>
        <p:spPr>
          <a:xfrm>
            <a:off x="986040" y="-1820880"/>
            <a:ext cx="12960" cy="6204600"/>
          </a:xfrm>
          <a:custGeom>
            <a:avLst/>
            <a:gdLst/>
            <a:ahLst/>
            <a:rect l="0" t="0" r="r" b="b"/>
            <a:pathLst>
              <a:path w="36" h="17235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9"/>
                </a:lnTo>
                <a:lnTo>
                  <a:pt x="0" y="349"/>
                </a:lnTo>
                <a:lnTo>
                  <a:pt x="0" y="279"/>
                </a:lnTo>
                <a:lnTo>
                  <a:pt x="36" y="279"/>
                </a:lnTo>
                <a:moveTo>
                  <a:pt x="36" y="419"/>
                </a:moveTo>
                <a:lnTo>
                  <a:pt x="36" y="489"/>
                </a:lnTo>
                <a:lnTo>
                  <a:pt x="0" y="489"/>
                </a:lnTo>
                <a:lnTo>
                  <a:pt x="0" y="419"/>
                </a:lnTo>
                <a:lnTo>
                  <a:pt x="36" y="419"/>
                </a:lnTo>
                <a:moveTo>
                  <a:pt x="36" y="559"/>
                </a:moveTo>
                <a:lnTo>
                  <a:pt x="36" y="628"/>
                </a:lnTo>
                <a:lnTo>
                  <a:pt x="0" y="628"/>
                </a:lnTo>
                <a:lnTo>
                  <a:pt x="0" y="559"/>
                </a:lnTo>
                <a:lnTo>
                  <a:pt x="36" y="559"/>
                </a:lnTo>
                <a:moveTo>
                  <a:pt x="36" y="698"/>
                </a:moveTo>
                <a:lnTo>
                  <a:pt x="36" y="768"/>
                </a:lnTo>
                <a:lnTo>
                  <a:pt x="0" y="768"/>
                </a:lnTo>
                <a:lnTo>
                  <a:pt x="0" y="698"/>
                </a:lnTo>
                <a:lnTo>
                  <a:pt x="36" y="698"/>
                </a:lnTo>
                <a:moveTo>
                  <a:pt x="36" y="838"/>
                </a:moveTo>
                <a:lnTo>
                  <a:pt x="36" y="908"/>
                </a:lnTo>
                <a:lnTo>
                  <a:pt x="0" y="908"/>
                </a:lnTo>
                <a:lnTo>
                  <a:pt x="0" y="838"/>
                </a:lnTo>
                <a:lnTo>
                  <a:pt x="36" y="838"/>
                </a:lnTo>
                <a:moveTo>
                  <a:pt x="36" y="978"/>
                </a:moveTo>
                <a:lnTo>
                  <a:pt x="36" y="1048"/>
                </a:lnTo>
                <a:lnTo>
                  <a:pt x="0" y="1048"/>
                </a:lnTo>
                <a:lnTo>
                  <a:pt x="0" y="978"/>
                </a:lnTo>
                <a:lnTo>
                  <a:pt x="36" y="978"/>
                </a:lnTo>
                <a:moveTo>
                  <a:pt x="36" y="1118"/>
                </a:moveTo>
                <a:lnTo>
                  <a:pt x="36" y="1187"/>
                </a:lnTo>
                <a:lnTo>
                  <a:pt x="0" y="1187"/>
                </a:lnTo>
                <a:lnTo>
                  <a:pt x="0" y="1118"/>
                </a:lnTo>
                <a:lnTo>
                  <a:pt x="36" y="1118"/>
                </a:lnTo>
                <a:moveTo>
                  <a:pt x="36" y="1257"/>
                </a:moveTo>
                <a:lnTo>
                  <a:pt x="36" y="1327"/>
                </a:lnTo>
                <a:lnTo>
                  <a:pt x="0" y="1327"/>
                </a:lnTo>
                <a:lnTo>
                  <a:pt x="0" y="1257"/>
                </a:lnTo>
                <a:lnTo>
                  <a:pt x="36" y="1257"/>
                </a:lnTo>
                <a:moveTo>
                  <a:pt x="36" y="1397"/>
                </a:moveTo>
                <a:lnTo>
                  <a:pt x="36" y="1467"/>
                </a:lnTo>
                <a:lnTo>
                  <a:pt x="0" y="1467"/>
                </a:lnTo>
                <a:lnTo>
                  <a:pt x="0" y="1397"/>
                </a:lnTo>
                <a:lnTo>
                  <a:pt x="36" y="1397"/>
                </a:lnTo>
                <a:moveTo>
                  <a:pt x="36" y="1537"/>
                </a:moveTo>
                <a:lnTo>
                  <a:pt x="36" y="1607"/>
                </a:lnTo>
                <a:lnTo>
                  <a:pt x="0" y="1607"/>
                </a:lnTo>
                <a:lnTo>
                  <a:pt x="0" y="1537"/>
                </a:lnTo>
                <a:lnTo>
                  <a:pt x="36" y="1537"/>
                </a:lnTo>
                <a:moveTo>
                  <a:pt x="36" y="1677"/>
                </a:moveTo>
                <a:lnTo>
                  <a:pt x="36" y="1746"/>
                </a:lnTo>
                <a:lnTo>
                  <a:pt x="0" y="1746"/>
                </a:lnTo>
                <a:lnTo>
                  <a:pt x="0" y="1677"/>
                </a:lnTo>
                <a:lnTo>
                  <a:pt x="36" y="1677"/>
                </a:lnTo>
                <a:moveTo>
                  <a:pt x="36" y="1816"/>
                </a:moveTo>
                <a:lnTo>
                  <a:pt x="36" y="1886"/>
                </a:lnTo>
                <a:lnTo>
                  <a:pt x="0" y="1886"/>
                </a:lnTo>
                <a:lnTo>
                  <a:pt x="0" y="1816"/>
                </a:lnTo>
                <a:lnTo>
                  <a:pt x="36" y="1816"/>
                </a:lnTo>
                <a:moveTo>
                  <a:pt x="36" y="1956"/>
                </a:moveTo>
                <a:lnTo>
                  <a:pt x="36" y="2026"/>
                </a:lnTo>
                <a:lnTo>
                  <a:pt x="0" y="2026"/>
                </a:lnTo>
                <a:lnTo>
                  <a:pt x="0" y="1956"/>
                </a:lnTo>
                <a:lnTo>
                  <a:pt x="36" y="1956"/>
                </a:lnTo>
                <a:moveTo>
                  <a:pt x="36" y="2096"/>
                </a:moveTo>
                <a:lnTo>
                  <a:pt x="36" y="2166"/>
                </a:lnTo>
                <a:lnTo>
                  <a:pt x="0" y="2166"/>
                </a:lnTo>
                <a:lnTo>
                  <a:pt x="0" y="2096"/>
                </a:lnTo>
                <a:lnTo>
                  <a:pt x="36" y="2096"/>
                </a:lnTo>
                <a:moveTo>
                  <a:pt x="36" y="2235"/>
                </a:moveTo>
                <a:lnTo>
                  <a:pt x="36" y="2305"/>
                </a:lnTo>
                <a:lnTo>
                  <a:pt x="0" y="2305"/>
                </a:lnTo>
                <a:lnTo>
                  <a:pt x="0" y="2235"/>
                </a:lnTo>
                <a:lnTo>
                  <a:pt x="36" y="2235"/>
                </a:lnTo>
                <a:moveTo>
                  <a:pt x="36" y="2375"/>
                </a:moveTo>
                <a:lnTo>
                  <a:pt x="36" y="2445"/>
                </a:lnTo>
                <a:lnTo>
                  <a:pt x="0" y="2445"/>
                </a:lnTo>
                <a:lnTo>
                  <a:pt x="0" y="2375"/>
                </a:lnTo>
                <a:lnTo>
                  <a:pt x="36" y="2375"/>
                </a:lnTo>
                <a:moveTo>
                  <a:pt x="36" y="2515"/>
                </a:moveTo>
                <a:lnTo>
                  <a:pt x="36" y="2585"/>
                </a:lnTo>
                <a:lnTo>
                  <a:pt x="0" y="2585"/>
                </a:lnTo>
                <a:lnTo>
                  <a:pt x="0" y="2515"/>
                </a:lnTo>
                <a:lnTo>
                  <a:pt x="36" y="2515"/>
                </a:lnTo>
                <a:moveTo>
                  <a:pt x="36" y="2655"/>
                </a:moveTo>
                <a:lnTo>
                  <a:pt x="36" y="2725"/>
                </a:lnTo>
                <a:lnTo>
                  <a:pt x="0" y="2725"/>
                </a:lnTo>
                <a:lnTo>
                  <a:pt x="0" y="2655"/>
                </a:lnTo>
                <a:lnTo>
                  <a:pt x="36" y="2655"/>
                </a:lnTo>
                <a:moveTo>
                  <a:pt x="36" y="2794"/>
                </a:moveTo>
                <a:lnTo>
                  <a:pt x="36" y="2864"/>
                </a:lnTo>
                <a:lnTo>
                  <a:pt x="0" y="2864"/>
                </a:lnTo>
                <a:lnTo>
                  <a:pt x="0" y="2794"/>
                </a:lnTo>
                <a:lnTo>
                  <a:pt x="36" y="2794"/>
                </a:lnTo>
                <a:moveTo>
                  <a:pt x="36" y="2934"/>
                </a:moveTo>
                <a:lnTo>
                  <a:pt x="36" y="3004"/>
                </a:lnTo>
                <a:lnTo>
                  <a:pt x="0" y="3004"/>
                </a:lnTo>
                <a:lnTo>
                  <a:pt x="0" y="2934"/>
                </a:lnTo>
                <a:lnTo>
                  <a:pt x="36" y="2934"/>
                </a:lnTo>
                <a:moveTo>
                  <a:pt x="36" y="3074"/>
                </a:moveTo>
                <a:lnTo>
                  <a:pt x="36" y="3144"/>
                </a:lnTo>
                <a:lnTo>
                  <a:pt x="0" y="3144"/>
                </a:lnTo>
                <a:lnTo>
                  <a:pt x="0" y="3074"/>
                </a:lnTo>
                <a:lnTo>
                  <a:pt x="36" y="3074"/>
                </a:lnTo>
                <a:moveTo>
                  <a:pt x="36" y="3214"/>
                </a:moveTo>
                <a:lnTo>
                  <a:pt x="36" y="3283"/>
                </a:lnTo>
                <a:lnTo>
                  <a:pt x="0" y="3283"/>
                </a:lnTo>
                <a:lnTo>
                  <a:pt x="0" y="3214"/>
                </a:lnTo>
                <a:lnTo>
                  <a:pt x="36" y="3214"/>
                </a:lnTo>
                <a:moveTo>
                  <a:pt x="36" y="3353"/>
                </a:moveTo>
                <a:lnTo>
                  <a:pt x="36" y="3423"/>
                </a:lnTo>
                <a:lnTo>
                  <a:pt x="0" y="3423"/>
                </a:lnTo>
                <a:lnTo>
                  <a:pt x="0" y="3353"/>
                </a:lnTo>
                <a:lnTo>
                  <a:pt x="36" y="3353"/>
                </a:lnTo>
                <a:moveTo>
                  <a:pt x="36" y="3493"/>
                </a:moveTo>
                <a:lnTo>
                  <a:pt x="36" y="3563"/>
                </a:lnTo>
                <a:lnTo>
                  <a:pt x="0" y="3563"/>
                </a:lnTo>
                <a:lnTo>
                  <a:pt x="0" y="3493"/>
                </a:lnTo>
                <a:lnTo>
                  <a:pt x="36" y="3493"/>
                </a:lnTo>
                <a:moveTo>
                  <a:pt x="36" y="3633"/>
                </a:moveTo>
                <a:lnTo>
                  <a:pt x="36" y="3703"/>
                </a:lnTo>
                <a:lnTo>
                  <a:pt x="0" y="3703"/>
                </a:lnTo>
                <a:lnTo>
                  <a:pt x="0" y="3633"/>
                </a:lnTo>
                <a:lnTo>
                  <a:pt x="36" y="3633"/>
                </a:lnTo>
                <a:moveTo>
                  <a:pt x="36" y="3773"/>
                </a:moveTo>
                <a:lnTo>
                  <a:pt x="36" y="3842"/>
                </a:lnTo>
                <a:lnTo>
                  <a:pt x="0" y="3842"/>
                </a:lnTo>
                <a:lnTo>
                  <a:pt x="0" y="3773"/>
                </a:lnTo>
                <a:lnTo>
                  <a:pt x="36" y="3773"/>
                </a:lnTo>
                <a:moveTo>
                  <a:pt x="36" y="3912"/>
                </a:moveTo>
                <a:lnTo>
                  <a:pt x="36" y="3982"/>
                </a:lnTo>
                <a:lnTo>
                  <a:pt x="0" y="3982"/>
                </a:lnTo>
                <a:lnTo>
                  <a:pt x="0" y="3912"/>
                </a:lnTo>
                <a:lnTo>
                  <a:pt x="36" y="3912"/>
                </a:lnTo>
                <a:moveTo>
                  <a:pt x="36" y="4052"/>
                </a:moveTo>
                <a:lnTo>
                  <a:pt x="36" y="4122"/>
                </a:lnTo>
                <a:lnTo>
                  <a:pt x="0" y="4122"/>
                </a:lnTo>
                <a:lnTo>
                  <a:pt x="0" y="4052"/>
                </a:lnTo>
                <a:lnTo>
                  <a:pt x="36" y="4052"/>
                </a:lnTo>
                <a:moveTo>
                  <a:pt x="36" y="4192"/>
                </a:moveTo>
                <a:lnTo>
                  <a:pt x="36" y="4262"/>
                </a:lnTo>
                <a:lnTo>
                  <a:pt x="0" y="4262"/>
                </a:lnTo>
                <a:lnTo>
                  <a:pt x="0" y="4192"/>
                </a:lnTo>
                <a:lnTo>
                  <a:pt x="36" y="4192"/>
                </a:lnTo>
                <a:moveTo>
                  <a:pt x="36" y="4331"/>
                </a:moveTo>
                <a:lnTo>
                  <a:pt x="36" y="4401"/>
                </a:lnTo>
                <a:lnTo>
                  <a:pt x="0" y="4401"/>
                </a:lnTo>
                <a:lnTo>
                  <a:pt x="0" y="4331"/>
                </a:lnTo>
                <a:lnTo>
                  <a:pt x="36" y="4331"/>
                </a:lnTo>
                <a:moveTo>
                  <a:pt x="36" y="4471"/>
                </a:moveTo>
                <a:lnTo>
                  <a:pt x="36" y="4541"/>
                </a:lnTo>
                <a:lnTo>
                  <a:pt x="0" y="4541"/>
                </a:lnTo>
                <a:lnTo>
                  <a:pt x="0" y="4471"/>
                </a:lnTo>
                <a:lnTo>
                  <a:pt x="36" y="4471"/>
                </a:lnTo>
                <a:moveTo>
                  <a:pt x="36" y="4611"/>
                </a:moveTo>
                <a:lnTo>
                  <a:pt x="36" y="4681"/>
                </a:lnTo>
                <a:lnTo>
                  <a:pt x="0" y="4681"/>
                </a:lnTo>
                <a:lnTo>
                  <a:pt x="0" y="4611"/>
                </a:lnTo>
                <a:lnTo>
                  <a:pt x="36" y="4611"/>
                </a:lnTo>
                <a:moveTo>
                  <a:pt x="36" y="4751"/>
                </a:moveTo>
                <a:lnTo>
                  <a:pt x="36" y="4821"/>
                </a:lnTo>
                <a:lnTo>
                  <a:pt x="0" y="4821"/>
                </a:lnTo>
                <a:lnTo>
                  <a:pt x="0" y="4751"/>
                </a:lnTo>
                <a:lnTo>
                  <a:pt x="36" y="4751"/>
                </a:lnTo>
                <a:moveTo>
                  <a:pt x="36" y="4890"/>
                </a:moveTo>
                <a:lnTo>
                  <a:pt x="36" y="4960"/>
                </a:lnTo>
                <a:lnTo>
                  <a:pt x="0" y="4960"/>
                </a:lnTo>
                <a:lnTo>
                  <a:pt x="0" y="4890"/>
                </a:lnTo>
                <a:lnTo>
                  <a:pt x="36" y="4890"/>
                </a:lnTo>
                <a:moveTo>
                  <a:pt x="36" y="5030"/>
                </a:moveTo>
                <a:lnTo>
                  <a:pt x="36" y="5100"/>
                </a:lnTo>
                <a:lnTo>
                  <a:pt x="0" y="5100"/>
                </a:lnTo>
                <a:lnTo>
                  <a:pt x="0" y="5030"/>
                </a:lnTo>
                <a:lnTo>
                  <a:pt x="36" y="5030"/>
                </a:lnTo>
                <a:moveTo>
                  <a:pt x="36" y="5170"/>
                </a:moveTo>
                <a:lnTo>
                  <a:pt x="36" y="5240"/>
                </a:lnTo>
                <a:lnTo>
                  <a:pt x="0" y="5240"/>
                </a:lnTo>
                <a:lnTo>
                  <a:pt x="0" y="5170"/>
                </a:lnTo>
                <a:lnTo>
                  <a:pt x="36" y="5170"/>
                </a:lnTo>
                <a:moveTo>
                  <a:pt x="36" y="5310"/>
                </a:moveTo>
                <a:lnTo>
                  <a:pt x="36" y="5379"/>
                </a:lnTo>
                <a:lnTo>
                  <a:pt x="0" y="5379"/>
                </a:lnTo>
                <a:lnTo>
                  <a:pt x="0" y="5310"/>
                </a:lnTo>
                <a:lnTo>
                  <a:pt x="36" y="5310"/>
                </a:lnTo>
                <a:moveTo>
                  <a:pt x="36" y="5449"/>
                </a:moveTo>
                <a:lnTo>
                  <a:pt x="36" y="5519"/>
                </a:lnTo>
                <a:lnTo>
                  <a:pt x="0" y="5519"/>
                </a:lnTo>
                <a:lnTo>
                  <a:pt x="0" y="5449"/>
                </a:lnTo>
                <a:lnTo>
                  <a:pt x="36" y="5449"/>
                </a:lnTo>
                <a:moveTo>
                  <a:pt x="36" y="5589"/>
                </a:moveTo>
                <a:lnTo>
                  <a:pt x="36" y="5659"/>
                </a:lnTo>
                <a:lnTo>
                  <a:pt x="0" y="5659"/>
                </a:lnTo>
                <a:lnTo>
                  <a:pt x="0" y="5589"/>
                </a:lnTo>
                <a:lnTo>
                  <a:pt x="36" y="5589"/>
                </a:lnTo>
                <a:moveTo>
                  <a:pt x="36" y="5729"/>
                </a:moveTo>
                <a:lnTo>
                  <a:pt x="36" y="5799"/>
                </a:lnTo>
                <a:lnTo>
                  <a:pt x="0" y="5799"/>
                </a:lnTo>
                <a:lnTo>
                  <a:pt x="0" y="5729"/>
                </a:lnTo>
                <a:lnTo>
                  <a:pt x="36" y="5729"/>
                </a:lnTo>
                <a:moveTo>
                  <a:pt x="36" y="5869"/>
                </a:moveTo>
                <a:lnTo>
                  <a:pt x="36" y="5938"/>
                </a:lnTo>
                <a:lnTo>
                  <a:pt x="0" y="5938"/>
                </a:lnTo>
                <a:lnTo>
                  <a:pt x="0" y="5869"/>
                </a:lnTo>
                <a:lnTo>
                  <a:pt x="36" y="5869"/>
                </a:lnTo>
                <a:moveTo>
                  <a:pt x="36" y="6008"/>
                </a:moveTo>
                <a:lnTo>
                  <a:pt x="36" y="6078"/>
                </a:lnTo>
                <a:lnTo>
                  <a:pt x="0" y="6078"/>
                </a:lnTo>
                <a:lnTo>
                  <a:pt x="0" y="6008"/>
                </a:lnTo>
                <a:lnTo>
                  <a:pt x="36" y="6008"/>
                </a:lnTo>
                <a:moveTo>
                  <a:pt x="36" y="6148"/>
                </a:moveTo>
                <a:lnTo>
                  <a:pt x="36" y="6218"/>
                </a:lnTo>
                <a:lnTo>
                  <a:pt x="0" y="6218"/>
                </a:lnTo>
                <a:lnTo>
                  <a:pt x="0" y="6148"/>
                </a:lnTo>
                <a:lnTo>
                  <a:pt x="36" y="6148"/>
                </a:lnTo>
                <a:moveTo>
                  <a:pt x="36" y="6288"/>
                </a:moveTo>
                <a:lnTo>
                  <a:pt x="36" y="6358"/>
                </a:lnTo>
                <a:lnTo>
                  <a:pt x="0" y="6358"/>
                </a:lnTo>
                <a:lnTo>
                  <a:pt x="0" y="6288"/>
                </a:lnTo>
                <a:lnTo>
                  <a:pt x="36" y="6288"/>
                </a:lnTo>
                <a:moveTo>
                  <a:pt x="36" y="6428"/>
                </a:moveTo>
                <a:lnTo>
                  <a:pt x="36" y="6497"/>
                </a:lnTo>
                <a:lnTo>
                  <a:pt x="0" y="6497"/>
                </a:lnTo>
                <a:lnTo>
                  <a:pt x="0" y="6428"/>
                </a:lnTo>
                <a:lnTo>
                  <a:pt x="36" y="6428"/>
                </a:lnTo>
                <a:moveTo>
                  <a:pt x="36" y="6567"/>
                </a:moveTo>
                <a:lnTo>
                  <a:pt x="36" y="6637"/>
                </a:lnTo>
                <a:lnTo>
                  <a:pt x="0" y="6637"/>
                </a:lnTo>
                <a:lnTo>
                  <a:pt x="0" y="6567"/>
                </a:lnTo>
                <a:lnTo>
                  <a:pt x="36" y="6567"/>
                </a:lnTo>
                <a:moveTo>
                  <a:pt x="36" y="6707"/>
                </a:moveTo>
                <a:lnTo>
                  <a:pt x="36" y="6777"/>
                </a:lnTo>
                <a:lnTo>
                  <a:pt x="0" y="6777"/>
                </a:lnTo>
                <a:lnTo>
                  <a:pt x="0" y="6707"/>
                </a:lnTo>
                <a:lnTo>
                  <a:pt x="36" y="6707"/>
                </a:lnTo>
                <a:moveTo>
                  <a:pt x="36" y="6847"/>
                </a:moveTo>
                <a:lnTo>
                  <a:pt x="36" y="6917"/>
                </a:lnTo>
                <a:lnTo>
                  <a:pt x="0" y="6917"/>
                </a:lnTo>
                <a:lnTo>
                  <a:pt x="0" y="6847"/>
                </a:lnTo>
                <a:lnTo>
                  <a:pt x="36" y="6847"/>
                </a:lnTo>
                <a:moveTo>
                  <a:pt x="36" y="6986"/>
                </a:moveTo>
                <a:lnTo>
                  <a:pt x="36" y="7056"/>
                </a:lnTo>
                <a:lnTo>
                  <a:pt x="0" y="7056"/>
                </a:lnTo>
                <a:lnTo>
                  <a:pt x="0" y="6986"/>
                </a:lnTo>
                <a:lnTo>
                  <a:pt x="36" y="6986"/>
                </a:lnTo>
                <a:moveTo>
                  <a:pt x="36" y="7126"/>
                </a:moveTo>
                <a:lnTo>
                  <a:pt x="36" y="7196"/>
                </a:lnTo>
                <a:lnTo>
                  <a:pt x="0" y="7196"/>
                </a:lnTo>
                <a:lnTo>
                  <a:pt x="0" y="7126"/>
                </a:lnTo>
                <a:lnTo>
                  <a:pt x="36" y="7126"/>
                </a:lnTo>
                <a:moveTo>
                  <a:pt x="36" y="7266"/>
                </a:moveTo>
                <a:lnTo>
                  <a:pt x="36" y="7336"/>
                </a:lnTo>
                <a:lnTo>
                  <a:pt x="0" y="7336"/>
                </a:lnTo>
                <a:lnTo>
                  <a:pt x="0" y="7266"/>
                </a:lnTo>
                <a:lnTo>
                  <a:pt x="36" y="7266"/>
                </a:lnTo>
                <a:moveTo>
                  <a:pt x="36" y="7406"/>
                </a:moveTo>
                <a:lnTo>
                  <a:pt x="36" y="7476"/>
                </a:lnTo>
                <a:lnTo>
                  <a:pt x="0" y="7476"/>
                </a:lnTo>
                <a:lnTo>
                  <a:pt x="0" y="7406"/>
                </a:lnTo>
                <a:lnTo>
                  <a:pt x="36" y="7406"/>
                </a:lnTo>
                <a:moveTo>
                  <a:pt x="36" y="7545"/>
                </a:moveTo>
                <a:lnTo>
                  <a:pt x="36" y="7615"/>
                </a:lnTo>
                <a:lnTo>
                  <a:pt x="0" y="7615"/>
                </a:lnTo>
                <a:lnTo>
                  <a:pt x="0" y="7545"/>
                </a:lnTo>
                <a:lnTo>
                  <a:pt x="36" y="7545"/>
                </a:lnTo>
                <a:moveTo>
                  <a:pt x="36" y="7685"/>
                </a:moveTo>
                <a:lnTo>
                  <a:pt x="36" y="7755"/>
                </a:lnTo>
                <a:lnTo>
                  <a:pt x="0" y="7755"/>
                </a:lnTo>
                <a:lnTo>
                  <a:pt x="0" y="7685"/>
                </a:lnTo>
                <a:lnTo>
                  <a:pt x="36" y="7685"/>
                </a:lnTo>
                <a:moveTo>
                  <a:pt x="36" y="7825"/>
                </a:moveTo>
                <a:lnTo>
                  <a:pt x="36" y="7895"/>
                </a:lnTo>
                <a:lnTo>
                  <a:pt x="0" y="7895"/>
                </a:lnTo>
                <a:lnTo>
                  <a:pt x="0" y="7825"/>
                </a:lnTo>
                <a:lnTo>
                  <a:pt x="36" y="7825"/>
                </a:lnTo>
                <a:moveTo>
                  <a:pt x="36" y="7965"/>
                </a:moveTo>
                <a:lnTo>
                  <a:pt x="36" y="8034"/>
                </a:lnTo>
                <a:lnTo>
                  <a:pt x="0" y="8034"/>
                </a:lnTo>
                <a:lnTo>
                  <a:pt x="0" y="7965"/>
                </a:lnTo>
                <a:lnTo>
                  <a:pt x="36" y="7965"/>
                </a:lnTo>
                <a:moveTo>
                  <a:pt x="36" y="8104"/>
                </a:moveTo>
                <a:lnTo>
                  <a:pt x="36" y="8174"/>
                </a:lnTo>
                <a:lnTo>
                  <a:pt x="0" y="8174"/>
                </a:lnTo>
                <a:lnTo>
                  <a:pt x="0" y="8104"/>
                </a:lnTo>
                <a:lnTo>
                  <a:pt x="36" y="8104"/>
                </a:lnTo>
                <a:moveTo>
                  <a:pt x="36" y="8244"/>
                </a:moveTo>
                <a:lnTo>
                  <a:pt x="36" y="8314"/>
                </a:lnTo>
                <a:lnTo>
                  <a:pt x="0" y="8314"/>
                </a:lnTo>
                <a:lnTo>
                  <a:pt x="0" y="8244"/>
                </a:lnTo>
                <a:lnTo>
                  <a:pt x="36" y="8244"/>
                </a:lnTo>
                <a:moveTo>
                  <a:pt x="36" y="8384"/>
                </a:moveTo>
                <a:lnTo>
                  <a:pt x="36" y="8454"/>
                </a:lnTo>
                <a:lnTo>
                  <a:pt x="0" y="8454"/>
                </a:lnTo>
                <a:lnTo>
                  <a:pt x="0" y="8384"/>
                </a:lnTo>
                <a:lnTo>
                  <a:pt x="36" y="8384"/>
                </a:lnTo>
                <a:moveTo>
                  <a:pt x="36" y="8524"/>
                </a:moveTo>
                <a:lnTo>
                  <a:pt x="36" y="8593"/>
                </a:lnTo>
                <a:lnTo>
                  <a:pt x="0" y="8593"/>
                </a:lnTo>
                <a:lnTo>
                  <a:pt x="0" y="8524"/>
                </a:lnTo>
                <a:lnTo>
                  <a:pt x="36" y="8524"/>
                </a:lnTo>
                <a:moveTo>
                  <a:pt x="36" y="8663"/>
                </a:moveTo>
                <a:lnTo>
                  <a:pt x="36" y="8733"/>
                </a:lnTo>
                <a:lnTo>
                  <a:pt x="0" y="8733"/>
                </a:lnTo>
                <a:lnTo>
                  <a:pt x="0" y="8663"/>
                </a:lnTo>
                <a:lnTo>
                  <a:pt x="36" y="8663"/>
                </a:lnTo>
                <a:moveTo>
                  <a:pt x="36" y="8803"/>
                </a:moveTo>
                <a:lnTo>
                  <a:pt x="36" y="8873"/>
                </a:lnTo>
                <a:lnTo>
                  <a:pt x="0" y="8873"/>
                </a:lnTo>
                <a:lnTo>
                  <a:pt x="0" y="8803"/>
                </a:lnTo>
                <a:lnTo>
                  <a:pt x="36" y="8803"/>
                </a:lnTo>
                <a:moveTo>
                  <a:pt x="36" y="8943"/>
                </a:moveTo>
                <a:lnTo>
                  <a:pt x="36" y="9013"/>
                </a:lnTo>
                <a:lnTo>
                  <a:pt x="0" y="9013"/>
                </a:lnTo>
                <a:lnTo>
                  <a:pt x="0" y="8943"/>
                </a:lnTo>
                <a:lnTo>
                  <a:pt x="36" y="8943"/>
                </a:lnTo>
                <a:moveTo>
                  <a:pt x="36" y="9082"/>
                </a:moveTo>
                <a:lnTo>
                  <a:pt x="36" y="9152"/>
                </a:lnTo>
                <a:lnTo>
                  <a:pt x="0" y="9152"/>
                </a:lnTo>
                <a:lnTo>
                  <a:pt x="0" y="9082"/>
                </a:lnTo>
                <a:lnTo>
                  <a:pt x="36" y="9082"/>
                </a:lnTo>
                <a:moveTo>
                  <a:pt x="36" y="9222"/>
                </a:moveTo>
                <a:lnTo>
                  <a:pt x="36" y="9292"/>
                </a:lnTo>
                <a:lnTo>
                  <a:pt x="0" y="9292"/>
                </a:lnTo>
                <a:lnTo>
                  <a:pt x="0" y="9222"/>
                </a:lnTo>
                <a:lnTo>
                  <a:pt x="36" y="9222"/>
                </a:lnTo>
                <a:moveTo>
                  <a:pt x="36" y="9362"/>
                </a:moveTo>
                <a:lnTo>
                  <a:pt x="36" y="9432"/>
                </a:lnTo>
                <a:lnTo>
                  <a:pt x="0" y="9432"/>
                </a:lnTo>
                <a:lnTo>
                  <a:pt x="0" y="9362"/>
                </a:lnTo>
                <a:lnTo>
                  <a:pt x="36" y="9362"/>
                </a:lnTo>
                <a:moveTo>
                  <a:pt x="36" y="9502"/>
                </a:moveTo>
                <a:lnTo>
                  <a:pt x="36" y="9572"/>
                </a:lnTo>
                <a:lnTo>
                  <a:pt x="0" y="9572"/>
                </a:lnTo>
                <a:lnTo>
                  <a:pt x="0" y="9502"/>
                </a:lnTo>
                <a:lnTo>
                  <a:pt x="36" y="9502"/>
                </a:lnTo>
                <a:moveTo>
                  <a:pt x="36" y="9641"/>
                </a:moveTo>
                <a:lnTo>
                  <a:pt x="36" y="9711"/>
                </a:lnTo>
                <a:lnTo>
                  <a:pt x="0" y="9711"/>
                </a:lnTo>
                <a:lnTo>
                  <a:pt x="0" y="9641"/>
                </a:lnTo>
                <a:lnTo>
                  <a:pt x="36" y="9641"/>
                </a:lnTo>
                <a:moveTo>
                  <a:pt x="36" y="9781"/>
                </a:moveTo>
                <a:lnTo>
                  <a:pt x="36" y="9851"/>
                </a:lnTo>
                <a:lnTo>
                  <a:pt x="0" y="9851"/>
                </a:lnTo>
                <a:lnTo>
                  <a:pt x="0" y="9781"/>
                </a:lnTo>
                <a:lnTo>
                  <a:pt x="36" y="9781"/>
                </a:lnTo>
                <a:moveTo>
                  <a:pt x="36" y="9921"/>
                </a:moveTo>
                <a:lnTo>
                  <a:pt x="36" y="9991"/>
                </a:lnTo>
                <a:lnTo>
                  <a:pt x="0" y="9991"/>
                </a:lnTo>
                <a:lnTo>
                  <a:pt x="0" y="9921"/>
                </a:lnTo>
                <a:lnTo>
                  <a:pt x="36" y="9921"/>
                </a:lnTo>
                <a:moveTo>
                  <a:pt x="36" y="10061"/>
                </a:moveTo>
                <a:lnTo>
                  <a:pt x="36" y="10130"/>
                </a:lnTo>
                <a:lnTo>
                  <a:pt x="0" y="10130"/>
                </a:lnTo>
                <a:lnTo>
                  <a:pt x="0" y="10061"/>
                </a:lnTo>
                <a:lnTo>
                  <a:pt x="36" y="10061"/>
                </a:lnTo>
                <a:moveTo>
                  <a:pt x="36" y="10200"/>
                </a:moveTo>
                <a:lnTo>
                  <a:pt x="36" y="10270"/>
                </a:lnTo>
                <a:lnTo>
                  <a:pt x="0" y="10270"/>
                </a:lnTo>
                <a:lnTo>
                  <a:pt x="0" y="10200"/>
                </a:lnTo>
                <a:lnTo>
                  <a:pt x="36" y="10200"/>
                </a:lnTo>
                <a:moveTo>
                  <a:pt x="36" y="10340"/>
                </a:moveTo>
                <a:lnTo>
                  <a:pt x="36" y="10410"/>
                </a:lnTo>
                <a:lnTo>
                  <a:pt x="0" y="10410"/>
                </a:lnTo>
                <a:lnTo>
                  <a:pt x="0" y="10340"/>
                </a:lnTo>
                <a:lnTo>
                  <a:pt x="36" y="10340"/>
                </a:lnTo>
                <a:moveTo>
                  <a:pt x="36" y="10480"/>
                </a:moveTo>
                <a:lnTo>
                  <a:pt x="36" y="10550"/>
                </a:lnTo>
                <a:lnTo>
                  <a:pt x="0" y="10550"/>
                </a:lnTo>
                <a:lnTo>
                  <a:pt x="0" y="10480"/>
                </a:lnTo>
                <a:lnTo>
                  <a:pt x="36" y="10480"/>
                </a:lnTo>
                <a:moveTo>
                  <a:pt x="36" y="10620"/>
                </a:moveTo>
                <a:lnTo>
                  <a:pt x="36" y="10689"/>
                </a:lnTo>
                <a:lnTo>
                  <a:pt x="0" y="10689"/>
                </a:lnTo>
                <a:lnTo>
                  <a:pt x="0" y="10620"/>
                </a:lnTo>
                <a:lnTo>
                  <a:pt x="36" y="10620"/>
                </a:lnTo>
                <a:moveTo>
                  <a:pt x="36" y="10759"/>
                </a:moveTo>
                <a:lnTo>
                  <a:pt x="36" y="10829"/>
                </a:lnTo>
                <a:lnTo>
                  <a:pt x="0" y="10829"/>
                </a:lnTo>
                <a:lnTo>
                  <a:pt x="0" y="10759"/>
                </a:lnTo>
                <a:lnTo>
                  <a:pt x="36" y="10759"/>
                </a:lnTo>
                <a:moveTo>
                  <a:pt x="36" y="10899"/>
                </a:moveTo>
                <a:lnTo>
                  <a:pt x="36" y="10969"/>
                </a:lnTo>
                <a:lnTo>
                  <a:pt x="0" y="10969"/>
                </a:lnTo>
                <a:lnTo>
                  <a:pt x="0" y="10899"/>
                </a:lnTo>
                <a:lnTo>
                  <a:pt x="36" y="10899"/>
                </a:lnTo>
                <a:moveTo>
                  <a:pt x="36" y="11039"/>
                </a:moveTo>
                <a:lnTo>
                  <a:pt x="36" y="11109"/>
                </a:lnTo>
                <a:lnTo>
                  <a:pt x="0" y="11109"/>
                </a:lnTo>
                <a:lnTo>
                  <a:pt x="0" y="11039"/>
                </a:lnTo>
                <a:lnTo>
                  <a:pt x="36" y="11039"/>
                </a:lnTo>
                <a:moveTo>
                  <a:pt x="36" y="11179"/>
                </a:moveTo>
                <a:lnTo>
                  <a:pt x="36" y="11248"/>
                </a:lnTo>
                <a:lnTo>
                  <a:pt x="0" y="11248"/>
                </a:lnTo>
                <a:lnTo>
                  <a:pt x="0" y="11179"/>
                </a:lnTo>
                <a:lnTo>
                  <a:pt x="36" y="11179"/>
                </a:lnTo>
                <a:moveTo>
                  <a:pt x="36" y="11318"/>
                </a:moveTo>
                <a:lnTo>
                  <a:pt x="36" y="11388"/>
                </a:lnTo>
                <a:lnTo>
                  <a:pt x="0" y="11388"/>
                </a:lnTo>
                <a:lnTo>
                  <a:pt x="0" y="11318"/>
                </a:lnTo>
                <a:lnTo>
                  <a:pt x="36" y="11318"/>
                </a:lnTo>
                <a:moveTo>
                  <a:pt x="36" y="11458"/>
                </a:moveTo>
                <a:lnTo>
                  <a:pt x="36" y="11528"/>
                </a:lnTo>
                <a:lnTo>
                  <a:pt x="0" y="11528"/>
                </a:lnTo>
                <a:lnTo>
                  <a:pt x="0" y="11458"/>
                </a:lnTo>
                <a:lnTo>
                  <a:pt x="36" y="11458"/>
                </a:lnTo>
                <a:moveTo>
                  <a:pt x="36" y="11598"/>
                </a:moveTo>
                <a:lnTo>
                  <a:pt x="36" y="11668"/>
                </a:lnTo>
                <a:lnTo>
                  <a:pt x="0" y="11668"/>
                </a:lnTo>
                <a:lnTo>
                  <a:pt x="0" y="11598"/>
                </a:lnTo>
                <a:lnTo>
                  <a:pt x="36" y="11598"/>
                </a:lnTo>
                <a:moveTo>
                  <a:pt x="36" y="11737"/>
                </a:moveTo>
                <a:lnTo>
                  <a:pt x="36" y="11807"/>
                </a:lnTo>
                <a:lnTo>
                  <a:pt x="0" y="11807"/>
                </a:lnTo>
                <a:lnTo>
                  <a:pt x="0" y="11737"/>
                </a:lnTo>
                <a:lnTo>
                  <a:pt x="36" y="11737"/>
                </a:lnTo>
                <a:moveTo>
                  <a:pt x="36" y="11877"/>
                </a:moveTo>
                <a:lnTo>
                  <a:pt x="36" y="11947"/>
                </a:lnTo>
                <a:lnTo>
                  <a:pt x="0" y="11947"/>
                </a:lnTo>
                <a:lnTo>
                  <a:pt x="0" y="11877"/>
                </a:lnTo>
                <a:lnTo>
                  <a:pt x="36" y="11877"/>
                </a:lnTo>
                <a:moveTo>
                  <a:pt x="36" y="12017"/>
                </a:moveTo>
                <a:lnTo>
                  <a:pt x="36" y="12087"/>
                </a:lnTo>
                <a:lnTo>
                  <a:pt x="0" y="12087"/>
                </a:lnTo>
                <a:lnTo>
                  <a:pt x="0" y="12017"/>
                </a:lnTo>
                <a:lnTo>
                  <a:pt x="36" y="12017"/>
                </a:lnTo>
                <a:moveTo>
                  <a:pt x="36" y="12157"/>
                </a:moveTo>
                <a:lnTo>
                  <a:pt x="36" y="12227"/>
                </a:lnTo>
                <a:lnTo>
                  <a:pt x="0" y="12227"/>
                </a:lnTo>
                <a:lnTo>
                  <a:pt x="0" y="12157"/>
                </a:lnTo>
                <a:lnTo>
                  <a:pt x="36" y="12157"/>
                </a:lnTo>
                <a:moveTo>
                  <a:pt x="36" y="12296"/>
                </a:moveTo>
                <a:lnTo>
                  <a:pt x="36" y="12366"/>
                </a:lnTo>
                <a:lnTo>
                  <a:pt x="0" y="12366"/>
                </a:lnTo>
                <a:lnTo>
                  <a:pt x="0" y="12296"/>
                </a:lnTo>
                <a:lnTo>
                  <a:pt x="36" y="12296"/>
                </a:lnTo>
                <a:moveTo>
                  <a:pt x="36" y="12436"/>
                </a:moveTo>
                <a:lnTo>
                  <a:pt x="36" y="12506"/>
                </a:lnTo>
                <a:lnTo>
                  <a:pt x="0" y="12506"/>
                </a:lnTo>
                <a:lnTo>
                  <a:pt x="0" y="12436"/>
                </a:lnTo>
                <a:lnTo>
                  <a:pt x="36" y="12436"/>
                </a:lnTo>
                <a:moveTo>
                  <a:pt x="36" y="12576"/>
                </a:moveTo>
                <a:lnTo>
                  <a:pt x="36" y="12646"/>
                </a:lnTo>
                <a:lnTo>
                  <a:pt x="0" y="12646"/>
                </a:lnTo>
                <a:lnTo>
                  <a:pt x="0" y="12576"/>
                </a:lnTo>
                <a:lnTo>
                  <a:pt x="36" y="12576"/>
                </a:lnTo>
                <a:moveTo>
                  <a:pt x="36" y="12716"/>
                </a:moveTo>
                <a:lnTo>
                  <a:pt x="36" y="12785"/>
                </a:lnTo>
                <a:lnTo>
                  <a:pt x="0" y="12785"/>
                </a:lnTo>
                <a:lnTo>
                  <a:pt x="0" y="12716"/>
                </a:lnTo>
                <a:lnTo>
                  <a:pt x="36" y="12716"/>
                </a:lnTo>
                <a:moveTo>
                  <a:pt x="36" y="12855"/>
                </a:moveTo>
                <a:lnTo>
                  <a:pt x="36" y="12925"/>
                </a:lnTo>
                <a:lnTo>
                  <a:pt x="0" y="12925"/>
                </a:lnTo>
                <a:lnTo>
                  <a:pt x="0" y="12855"/>
                </a:lnTo>
                <a:lnTo>
                  <a:pt x="36" y="12855"/>
                </a:lnTo>
                <a:moveTo>
                  <a:pt x="36" y="12995"/>
                </a:moveTo>
                <a:lnTo>
                  <a:pt x="36" y="13065"/>
                </a:lnTo>
                <a:lnTo>
                  <a:pt x="0" y="13065"/>
                </a:lnTo>
                <a:lnTo>
                  <a:pt x="0" y="12995"/>
                </a:lnTo>
                <a:lnTo>
                  <a:pt x="36" y="12995"/>
                </a:lnTo>
                <a:moveTo>
                  <a:pt x="36" y="13135"/>
                </a:moveTo>
                <a:lnTo>
                  <a:pt x="36" y="13205"/>
                </a:lnTo>
                <a:lnTo>
                  <a:pt x="0" y="13205"/>
                </a:lnTo>
                <a:lnTo>
                  <a:pt x="0" y="13135"/>
                </a:lnTo>
                <a:lnTo>
                  <a:pt x="36" y="13135"/>
                </a:lnTo>
                <a:moveTo>
                  <a:pt x="36" y="13275"/>
                </a:moveTo>
                <a:lnTo>
                  <a:pt x="36" y="13344"/>
                </a:lnTo>
                <a:lnTo>
                  <a:pt x="0" y="13344"/>
                </a:lnTo>
                <a:lnTo>
                  <a:pt x="0" y="13275"/>
                </a:lnTo>
                <a:lnTo>
                  <a:pt x="36" y="13275"/>
                </a:lnTo>
                <a:moveTo>
                  <a:pt x="36" y="13414"/>
                </a:moveTo>
                <a:lnTo>
                  <a:pt x="36" y="13484"/>
                </a:lnTo>
                <a:lnTo>
                  <a:pt x="0" y="13484"/>
                </a:lnTo>
                <a:lnTo>
                  <a:pt x="0" y="13414"/>
                </a:lnTo>
                <a:lnTo>
                  <a:pt x="36" y="13414"/>
                </a:lnTo>
                <a:moveTo>
                  <a:pt x="36" y="13554"/>
                </a:moveTo>
                <a:lnTo>
                  <a:pt x="36" y="13624"/>
                </a:lnTo>
                <a:lnTo>
                  <a:pt x="0" y="13624"/>
                </a:lnTo>
                <a:lnTo>
                  <a:pt x="0" y="13554"/>
                </a:lnTo>
                <a:lnTo>
                  <a:pt x="36" y="13554"/>
                </a:lnTo>
                <a:moveTo>
                  <a:pt x="36" y="13695"/>
                </a:moveTo>
                <a:lnTo>
                  <a:pt x="36" y="13765"/>
                </a:lnTo>
                <a:lnTo>
                  <a:pt x="0" y="13765"/>
                </a:lnTo>
                <a:lnTo>
                  <a:pt x="0" y="13695"/>
                </a:lnTo>
                <a:lnTo>
                  <a:pt x="36" y="13695"/>
                </a:lnTo>
                <a:moveTo>
                  <a:pt x="36" y="13834"/>
                </a:moveTo>
                <a:lnTo>
                  <a:pt x="36" y="13904"/>
                </a:lnTo>
                <a:lnTo>
                  <a:pt x="0" y="13904"/>
                </a:lnTo>
                <a:lnTo>
                  <a:pt x="0" y="13834"/>
                </a:lnTo>
                <a:lnTo>
                  <a:pt x="36" y="13834"/>
                </a:lnTo>
                <a:moveTo>
                  <a:pt x="36" y="13974"/>
                </a:moveTo>
                <a:lnTo>
                  <a:pt x="36" y="14044"/>
                </a:lnTo>
                <a:lnTo>
                  <a:pt x="0" y="14044"/>
                </a:lnTo>
                <a:lnTo>
                  <a:pt x="0" y="13974"/>
                </a:lnTo>
                <a:lnTo>
                  <a:pt x="36" y="13974"/>
                </a:lnTo>
                <a:moveTo>
                  <a:pt x="36" y="14114"/>
                </a:moveTo>
                <a:lnTo>
                  <a:pt x="36" y="14184"/>
                </a:lnTo>
                <a:lnTo>
                  <a:pt x="0" y="14184"/>
                </a:lnTo>
                <a:lnTo>
                  <a:pt x="0" y="14114"/>
                </a:lnTo>
                <a:lnTo>
                  <a:pt x="36" y="14114"/>
                </a:lnTo>
                <a:moveTo>
                  <a:pt x="36" y="14254"/>
                </a:moveTo>
                <a:lnTo>
                  <a:pt x="36" y="14324"/>
                </a:lnTo>
                <a:lnTo>
                  <a:pt x="0" y="14324"/>
                </a:lnTo>
                <a:lnTo>
                  <a:pt x="0" y="14254"/>
                </a:lnTo>
                <a:lnTo>
                  <a:pt x="36" y="14254"/>
                </a:lnTo>
                <a:moveTo>
                  <a:pt x="36" y="14393"/>
                </a:moveTo>
                <a:lnTo>
                  <a:pt x="36" y="14463"/>
                </a:lnTo>
                <a:lnTo>
                  <a:pt x="0" y="14463"/>
                </a:lnTo>
                <a:lnTo>
                  <a:pt x="0" y="14393"/>
                </a:lnTo>
                <a:lnTo>
                  <a:pt x="36" y="14393"/>
                </a:lnTo>
                <a:moveTo>
                  <a:pt x="36" y="14533"/>
                </a:moveTo>
                <a:lnTo>
                  <a:pt x="36" y="14603"/>
                </a:lnTo>
                <a:lnTo>
                  <a:pt x="0" y="14603"/>
                </a:lnTo>
                <a:lnTo>
                  <a:pt x="0" y="14533"/>
                </a:lnTo>
                <a:lnTo>
                  <a:pt x="36" y="14533"/>
                </a:lnTo>
                <a:moveTo>
                  <a:pt x="36" y="14673"/>
                </a:moveTo>
                <a:lnTo>
                  <a:pt x="36" y="14743"/>
                </a:lnTo>
                <a:lnTo>
                  <a:pt x="0" y="14743"/>
                </a:lnTo>
                <a:lnTo>
                  <a:pt x="0" y="14673"/>
                </a:lnTo>
                <a:lnTo>
                  <a:pt x="36" y="14673"/>
                </a:lnTo>
                <a:moveTo>
                  <a:pt x="36" y="14813"/>
                </a:moveTo>
                <a:lnTo>
                  <a:pt x="36" y="14883"/>
                </a:lnTo>
                <a:lnTo>
                  <a:pt x="0" y="14883"/>
                </a:lnTo>
                <a:lnTo>
                  <a:pt x="0" y="14813"/>
                </a:lnTo>
                <a:lnTo>
                  <a:pt x="36" y="14813"/>
                </a:lnTo>
                <a:moveTo>
                  <a:pt x="36" y="14952"/>
                </a:moveTo>
                <a:lnTo>
                  <a:pt x="36" y="15022"/>
                </a:lnTo>
                <a:lnTo>
                  <a:pt x="0" y="15022"/>
                </a:lnTo>
                <a:lnTo>
                  <a:pt x="0" y="14952"/>
                </a:lnTo>
                <a:lnTo>
                  <a:pt x="36" y="14952"/>
                </a:lnTo>
                <a:moveTo>
                  <a:pt x="36" y="15092"/>
                </a:moveTo>
                <a:lnTo>
                  <a:pt x="36" y="15162"/>
                </a:lnTo>
                <a:lnTo>
                  <a:pt x="0" y="15162"/>
                </a:lnTo>
                <a:lnTo>
                  <a:pt x="0" y="15092"/>
                </a:lnTo>
                <a:lnTo>
                  <a:pt x="36" y="15092"/>
                </a:lnTo>
                <a:moveTo>
                  <a:pt x="36" y="15232"/>
                </a:moveTo>
                <a:lnTo>
                  <a:pt x="36" y="15302"/>
                </a:lnTo>
                <a:lnTo>
                  <a:pt x="0" y="15302"/>
                </a:lnTo>
                <a:lnTo>
                  <a:pt x="0" y="15232"/>
                </a:lnTo>
                <a:lnTo>
                  <a:pt x="36" y="15232"/>
                </a:lnTo>
                <a:moveTo>
                  <a:pt x="36" y="15372"/>
                </a:moveTo>
                <a:lnTo>
                  <a:pt x="36" y="15441"/>
                </a:lnTo>
                <a:lnTo>
                  <a:pt x="0" y="15441"/>
                </a:lnTo>
                <a:lnTo>
                  <a:pt x="0" y="15372"/>
                </a:lnTo>
                <a:lnTo>
                  <a:pt x="36" y="15372"/>
                </a:lnTo>
                <a:moveTo>
                  <a:pt x="36" y="15511"/>
                </a:moveTo>
                <a:lnTo>
                  <a:pt x="36" y="15581"/>
                </a:lnTo>
                <a:lnTo>
                  <a:pt x="0" y="15581"/>
                </a:lnTo>
                <a:lnTo>
                  <a:pt x="0" y="15511"/>
                </a:lnTo>
                <a:lnTo>
                  <a:pt x="36" y="15511"/>
                </a:lnTo>
                <a:moveTo>
                  <a:pt x="36" y="15651"/>
                </a:moveTo>
                <a:lnTo>
                  <a:pt x="36" y="15721"/>
                </a:lnTo>
                <a:lnTo>
                  <a:pt x="0" y="15721"/>
                </a:lnTo>
                <a:lnTo>
                  <a:pt x="0" y="15651"/>
                </a:lnTo>
                <a:lnTo>
                  <a:pt x="36" y="15651"/>
                </a:lnTo>
                <a:moveTo>
                  <a:pt x="36" y="15791"/>
                </a:moveTo>
                <a:lnTo>
                  <a:pt x="36" y="15861"/>
                </a:lnTo>
                <a:lnTo>
                  <a:pt x="0" y="15861"/>
                </a:lnTo>
                <a:lnTo>
                  <a:pt x="0" y="15791"/>
                </a:lnTo>
                <a:lnTo>
                  <a:pt x="36" y="15791"/>
                </a:lnTo>
                <a:moveTo>
                  <a:pt x="36" y="15931"/>
                </a:moveTo>
                <a:lnTo>
                  <a:pt x="36" y="16000"/>
                </a:lnTo>
                <a:lnTo>
                  <a:pt x="0" y="16000"/>
                </a:lnTo>
                <a:lnTo>
                  <a:pt x="0" y="15931"/>
                </a:lnTo>
                <a:lnTo>
                  <a:pt x="36" y="15931"/>
                </a:lnTo>
                <a:moveTo>
                  <a:pt x="36" y="16070"/>
                </a:moveTo>
                <a:lnTo>
                  <a:pt x="36" y="16140"/>
                </a:lnTo>
                <a:lnTo>
                  <a:pt x="0" y="16140"/>
                </a:lnTo>
                <a:lnTo>
                  <a:pt x="0" y="16070"/>
                </a:lnTo>
                <a:lnTo>
                  <a:pt x="36" y="16070"/>
                </a:lnTo>
                <a:moveTo>
                  <a:pt x="36" y="16210"/>
                </a:moveTo>
                <a:lnTo>
                  <a:pt x="36" y="16280"/>
                </a:lnTo>
                <a:lnTo>
                  <a:pt x="0" y="16280"/>
                </a:lnTo>
                <a:lnTo>
                  <a:pt x="0" y="16210"/>
                </a:lnTo>
                <a:lnTo>
                  <a:pt x="36" y="16210"/>
                </a:lnTo>
                <a:moveTo>
                  <a:pt x="36" y="16350"/>
                </a:moveTo>
                <a:lnTo>
                  <a:pt x="36" y="16420"/>
                </a:lnTo>
                <a:lnTo>
                  <a:pt x="0" y="16420"/>
                </a:lnTo>
                <a:lnTo>
                  <a:pt x="0" y="16350"/>
                </a:lnTo>
                <a:lnTo>
                  <a:pt x="36" y="16350"/>
                </a:lnTo>
                <a:moveTo>
                  <a:pt x="36" y="16489"/>
                </a:moveTo>
                <a:lnTo>
                  <a:pt x="36" y="16559"/>
                </a:lnTo>
                <a:lnTo>
                  <a:pt x="0" y="16559"/>
                </a:lnTo>
                <a:lnTo>
                  <a:pt x="0" y="16489"/>
                </a:lnTo>
                <a:lnTo>
                  <a:pt x="36" y="16489"/>
                </a:lnTo>
                <a:moveTo>
                  <a:pt x="36" y="16629"/>
                </a:moveTo>
                <a:lnTo>
                  <a:pt x="36" y="16699"/>
                </a:lnTo>
                <a:lnTo>
                  <a:pt x="0" y="16699"/>
                </a:lnTo>
                <a:lnTo>
                  <a:pt x="0" y="16629"/>
                </a:lnTo>
                <a:lnTo>
                  <a:pt x="36" y="16629"/>
                </a:lnTo>
                <a:moveTo>
                  <a:pt x="36" y="16769"/>
                </a:moveTo>
                <a:lnTo>
                  <a:pt x="36" y="16839"/>
                </a:lnTo>
                <a:lnTo>
                  <a:pt x="0" y="16839"/>
                </a:lnTo>
                <a:lnTo>
                  <a:pt x="0" y="16769"/>
                </a:lnTo>
                <a:lnTo>
                  <a:pt x="36" y="16769"/>
                </a:lnTo>
                <a:moveTo>
                  <a:pt x="36" y="16909"/>
                </a:moveTo>
                <a:lnTo>
                  <a:pt x="36" y="16979"/>
                </a:lnTo>
                <a:lnTo>
                  <a:pt x="0" y="16979"/>
                </a:lnTo>
                <a:lnTo>
                  <a:pt x="0" y="16909"/>
                </a:lnTo>
                <a:lnTo>
                  <a:pt x="36" y="16909"/>
                </a:lnTo>
                <a:moveTo>
                  <a:pt x="36" y="17048"/>
                </a:moveTo>
                <a:lnTo>
                  <a:pt x="36" y="17118"/>
                </a:lnTo>
                <a:lnTo>
                  <a:pt x="0" y="17118"/>
                </a:lnTo>
                <a:lnTo>
                  <a:pt x="0" y="17048"/>
                </a:lnTo>
                <a:lnTo>
                  <a:pt x="36" y="17048"/>
                </a:lnTo>
                <a:moveTo>
                  <a:pt x="36" y="17188"/>
                </a:moveTo>
                <a:lnTo>
                  <a:pt x="36" y="17235"/>
                </a:lnTo>
                <a:lnTo>
                  <a:pt x="0" y="17235"/>
                </a:lnTo>
                <a:lnTo>
                  <a:pt x="0" y="17188"/>
                </a:lnTo>
                <a:lnTo>
                  <a:pt x="36" y="17188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8" name=""/>
          <p:cNvSpPr/>
          <p:nvPr/>
        </p:nvSpPr>
        <p:spPr>
          <a:xfrm>
            <a:off x="986040" y="-1820880"/>
            <a:ext cx="12960" cy="7562880"/>
          </a:xfrm>
          <a:custGeom>
            <a:avLst/>
            <a:gdLst/>
            <a:ahLst/>
            <a:rect l="0" t="0" r="r" b="b"/>
            <a:pathLst>
              <a:path w="36" h="21008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9"/>
                </a:lnTo>
                <a:lnTo>
                  <a:pt x="0" y="349"/>
                </a:lnTo>
                <a:lnTo>
                  <a:pt x="0" y="279"/>
                </a:lnTo>
                <a:lnTo>
                  <a:pt x="36" y="279"/>
                </a:lnTo>
                <a:moveTo>
                  <a:pt x="36" y="419"/>
                </a:moveTo>
                <a:lnTo>
                  <a:pt x="36" y="489"/>
                </a:lnTo>
                <a:lnTo>
                  <a:pt x="0" y="489"/>
                </a:lnTo>
                <a:lnTo>
                  <a:pt x="0" y="419"/>
                </a:lnTo>
                <a:lnTo>
                  <a:pt x="36" y="419"/>
                </a:lnTo>
                <a:moveTo>
                  <a:pt x="36" y="559"/>
                </a:moveTo>
                <a:lnTo>
                  <a:pt x="36" y="628"/>
                </a:lnTo>
                <a:lnTo>
                  <a:pt x="0" y="628"/>
                </a:lnTo>
                <a:lnTo>
                  <a:pt x="0" y="559"/>
                </a:lnTo>
                <a:lnTo>
                  <a:pt x="36" y="559"/>
                </a:lnTo>
                <a:moveTo>
                  <a:pt x="36" y="698"/>
                </a:moveTo>
                <a:lnTo>
                  <a:pt x="36" y="768"/>
                </a:lnTo>
                <a:lnTo>
                  <a:pt x="0" y="768"/>
                </a:lnTo>
                <a:lnTo>
                  <a:pt x="0" y="698"/>
                </a:lnTo>
                <a:lnTo>
                  <a:pt x="36" y="698"/>
                </a:lnTo>
                <a:moveTo>
                  <a:pt x="36" y="838"/>
                </a:moveTo>
                <a:lnTo>
                  <a:pt x="36" y="908"/>
                </a:lnTo>
                <a:lnTo>
                  <a:pt x="0" y="908"/>
                </a:lnTo>
                <a:lnTo>
                  <a:pt x="0" y="838"/>
                </a:lnTo>
                <a:lnTo>
                  <a:pt x="36" y="838"/>
                </a:lnTo>
                <a:moveTo>
                  <a:pt x="36" y="978"/>
                </a:moveTo>
                <a:lnTo>
                  <a:pt x="36" y="1048"/>
                </a:lnTo>
                <a:lnTo>
                  <a:pt x="0" y="1048"/>
                </a:lnTo>
                <a:lnTo>
                  <a:pt x="0" y="978"/>
                </a:lnTo>
                <a:lnTo>
                  <a:pt x="36" y="978"/>
                </a:lnTo>
                <a:moveTo>
                  <a:pt x="36" y="1118"/>
                </a:moveTo>
                <a:lnTo>
                  <a:pt x="36" y="1187"/>
                </a:lnTo>
                <a:lnTo>
                  <a:pt x="0" y="1187"/>
                </a:lnTo>
                <a:lnTo>
                  <a:pt x="0" y="1118"/>
                </a:lnTo>
                <a:lnTo>
                  <a:pt x="36" y="1118"/>
                </a:lnTo>
                <a:moveTo>
                  <a:pt x="36" y="1257"/>
                </a:moveTo>
                <a:lnTo>
                  <a:pt x="36" y="1327"/>
                </a:lnTo>
                <a:lnTo>
                  <a:pt x="0" y="1327"/>
                </a:lnTo>
                <a:lnTo>
                  <a:pt x="0" y="1257"/>
                </a:lnTo>
                <a:lnTo>
                  <a:pt x="36" y="1257"/>
                </a:lnTo>
                <a:moveTo>
                  <a:pt x="36" y="1397"/>
                </a:moveTo>
                <a:lnTo>
                  <a:pt x="36" y="1467"/>
                </a:lnTo>
                <a:lnTo>
                  <a:pt x="0" y="1467"/>
                </a:lnTo>
                <a:lnTo>
                  <a:pt x="0" y="1397"/>
                </a:lnTo>
                <a:lnTo>
                  <a:pt x="36" y="1397"/>
                </a:lnTo>
                <a:moveTo>
                  <a:pt x="36" y="1537"/>
                </a:moveTo>
                <a:lnTo>
                  <a:pt x="36" y="1607"/>
                </a:lnTo>
                <a:lnTo>
                  <a:pt x="0" y="1607"/>
                </a:lnTo>
                <a:lnTo>
                  <a:pt x="0" y="1537"/>
                </a:lnTo>
                <a:lnTo>
                  <a:pt x="36" y="1537"/>
                </a:lnTo>
                <a:moveTo>
                  <a:pt x="36" y="1677"/>
                </a:moveTo>
                <a:lnTo>
                  <a:pt x="36" y="1746"/>
                </a:lnTo>
                <a:lnTo>
                  <a:pt x="0" y="1746"/>
                </a:lnTo>
                <a:lnTo>
                  <a:pt x="0" y="1677"/>
                </a:lnTo>
                <a:lnTo>
                  <a:pt x="36" y="1677"/>
                </a:lnTo>
                <a:moveTo>
                  <a:pt x="36" y="1816"/>
                </a:moveTo>
                <a:lnTo>
                  <a:pt x="36" y="1886"/>
                </a:lnTo>
                <a:lnTo>
                  <a:pt x="0" y="1886"/>
                </a:lnTo>
                <a:lnTo>
                  <a:pt x="0" y="1816"/>
                </a:lnTo>
                <a:lnTo>
                  <a:pt x="36" y="1816"/>
                </a:lnTo>
                <a:moveTo>
                  <a:pt x="36" y="1956"/>
                </a:moveTo>
                <a:lnTo>
                  <a:pt x="36" y="2026"/>
                </a:lnTo>
                <a:lnTo>
                  <a:pt x="0" y="2026"/>
                </a:lnTo>
                <a:lnTo>
                  <a:pt x="0" y="1956"/>
                </a:lnTo>
                <a:lnTo>
                  <a:pt x="36" y="1956"/>
                </a:lnTo>
                <a:moveTo>
                  <a:pt x="36" y="2096"/>
                </a:moveTo>
                <a:lnTo>
                  <a:pt x="36" y="2166"/>
                </a:lnTo>
                <a:lnTo>
                  <a:pt x="0" y="2166"/>
                </a:lnTo>
                <a:lnTo>
                  <a:pt x="0" y="2096"/>
                </a:lnTo>
                <a:lnTo>
                  <a:pt x="36" y="2096"/>
                </a:lnTo>
                <a:moveTo>
                  <a:pt x="36" y="2235"/>
                </a:moveTo>
                <a:lnTo>
                  <a:pt x="36" y="2305"/>
                </a:lnTo>
                <a:lnTo>
                  <a:pt x="0" y="2305"/>
                </a:lnTo>
                <a:lnTo>
                  <a:pt x="0" y="2235"/>
                </a:lnTo>
                <a:lnTo>
                  <a:pt x="36" y="2235"/>
                </a:lnTo>
                <a:moveTo>
                  <a:pt x="36" y="2375"/>
                </a:moveTo>
                <a:lnTo>
                  <a:pt x="36" y="2445"/>
                </a:lnTo>
                <a:lnTo>
                  <a:pt x="0" y="2445"/>
                </a:lnTo>
                <a:lnTo>
                  <a:pt x="0" y="2375"/>
                </a:lnTo>
                <a:lnTo>
                  <a:pt x="36" y="2375"/>
                </a:lnTo>
                <a:moveTo>
                  <a:pt x="36" y="2515"/>
                </a:moveTo>
                <a:lnTo>
                  <a:pt x="36" y="2585"/>
                </a:lnTo>
                <a:lnTo>
                  <a:pt x="0" y="2585"/>
                </a:lnTo>
                <a:lnTo>
                  <a:pt x="0" y="2515"/>
                </a:lnTo>
                <a:lnTo>
                  <a:pt x="36" y="2515"/>
                </a:lnTo>
                <a:moveTo>
                  <a:pt x="36" y="2655"/>
                </a:moveTo>
                <a:lnTo>
                  <a:pt x="36" y="2725"/>
                </a:lnTo>
                <a:lnTo>
                  <a:pt x="0" y="2725"/>
                </a:lnTo>
                <a:lnTo>
                  <a:pt x="0" y="2655"/>
                </a:lnTo>
                <a:lnTo>
                  <a:pt x="36" y="2655"/>
                </a:lnTo>
                <a:moveTo>
                  <a:pt x="36" y="2794"/>
                </a:moveTo>
                <a:lnTo>
                  <a:pt x="36" y="2864"/>
                </a:lnTo>
                <a:lnTo>
                  <a:pt x="0" y="2864"/>
                </a:lnTo>
                <a:lnTo>
                  <a:pt x="0" y="2794"/>
                </a:lnTo>
                <a:lnTo>
                  <a:pt x="36" y="2794"/>
                </a:lnTo>
                <a:moveTo>
                  <a:pt x="36" y="2934"/>
                </a:moveTo>
                <a:lnTo>
                  <a:pt x="36" y="3004"/>
                </a:lnTo>
                <a:lnTo>
                  <a:pt x="0" y="3004"/>
                </a:lnTo>
                <a:lnTo>
                  <a:pt x="0" y="2934"/>
                </a:lnTo>
                <a:lnTo>
                  <a:pt x="36" y="2934"/>
                </a:lnTo>
                <a:moveTo>
                  <a:pt x="36" y="3074"/>
                </a:moveTo>
                <a:lnTo>
                  <a:pt x="36" y="3144"/>
                </a:lnTo>
                <a:lnTo>
                  <a:pt x="0" y="3144"/>
                </a:lnTo>
                <a:lnTo>
                  <a:pt x="0" y="3074"/>
                </a:lnTo>
                <a:lnTo>
                  <a:pt x="36" y="3074"/>
                </a:lnTo>
                <a:moveTo>
                  <a:pt x="36" y="3214"/>
                </a:moveTo>
                <a:lnTo>
                  <a:pt x="36" y="3283"/>
                </a:lnTo>
                <a:lnTo>
                  <a:pt x="0" y="3283"/>
                </a:lnTo>
                <a:lnTo>
                  <a:pt x="0" y="3214"/>
                </a:lnTo>
                <a:lnTo>
                  <a:pt x="36" y="3214"/>
                </a:lnTo>
                <a:moveTo>
                  <a:pt x="36" y="3353"/>
                </a:moveTo>
                <a:lnTo>
                  <a:pt x="36" y="3423"/>
                </a:lnTo>
                <a:lnTo>
                  <a:pt x="0" y="3423"/>
                </a:lnTo>
                <a:lnTo>
                  <a:pt x="0" y="3353"/>
                </a:lnTo>
                <a:lnTo>
                  <a:pt x="36" y="3353"/>
                </a:lnTo>
                <a:moveTo>
                  <a:pt x="36" y="3493"/>
                </a:moveTo>
                <a:lnTo>
                  <a:pt x="36" y="3563"/>
                </a:lnTo>
                <a:lnTo>
                  <a:pt x="0" y="3563"/>
                </a:lnTo>
                <a:lnTo>
                  <a:pt x="0" y="3493"/>
                </a:lnTo>
                <a:lnTo>
                  <a:pt x="36" y="3493"/>
                </a:lnTo>
                <a:moveTo>
                  <a:pt x="36" y="3633"/>
                </a:moveTo>
                <a:lnTo>
                  <a:pt x="36" y="3703"/>
                </a:lnTo>
                <a:lnTo>
                  <a:pt x="0" y="3703"/>
                </a:lnTo>
                <a:lnTo>
                  <a:pt x="0" y="3633"/>
                </a:lnTo>
                <a:lnTo>
                  <a:pt x="36" y="3633"/>
                </a:lnTo>
                <a:moveTo>
                  <a:pt x="36" y="3773"/>
                </a:moveTo>
                <a:lnTo>
                  <a:pt x="36" y="3842"/>
                </a:lnTo>
                <a:lnTo>
                  <a:pt x="0" y="3842"/>
                </a:lnTo>
                <a:lnTo>
                  <a:pt x="0" y="3773"/>
                </a:lnTo>
                <a:lnTo>
                  <a:pt x="36" y="3773"/>
                </a:lnTo>
                <a:moveTo>
                  <a:pt x="36" y="3912"/>
                </a:moveTo>
                <a:lnTo>
                  <a:pt x="36" y="3982"/>
                </a:lnTo>
                <a:lnTo>
                  <a:pt x="0" y="3982"/>
                </a:lnTo>
                <a:lnTo>
                  <a:pt x="0" y="3912"/>
                </a:lnTo>
                <a:lnTo>
                  <a:pt x="36" y="3912"/>
                </a:lnTo>
                <a:moveTo>
                  <a:pt x="36" y="4052"/>
                </a:moveTo>
                <a:lnTo>
                  <a:pt x="36" y="4122"/>
                </a:lnTo>
                <a:lnTo>
                  <a:pt x="0" y="4122"/>
                </a:lnTo>
                <a:lnTo>
                  <a:pt x="0" y="4052"/>
                </a:lnTo>
                <a:lnTo>
                  <a:pt x="36" y="4052"/>
                </a:lnTo>
                <a:moveTo>
                  <a:pt x="36" y="4192"/>
                </a:moveTo>
                <a:lnTo>
                  <a:pt x="36" y="4262"/>
                </a:lnTo>
                <a:lnTo>
                  <a:pt x="0" y="4262"/>
                </a:lnTo>
                <a:lnTo>
                  <a:pt x="0" y="4192"/>
                </a:lnTo>
                <a:lnTo>
                  <a:pt x="36" y="4192"/>
                </a:lnTo>
                <a:moveTo>
                  <a:pt x="36" y="4331"/>
                </a:moveTo>
                <a:lnTo>
                  <a:pt x="36" y="4401"/>
                </a:lnTo>
                <a:lnTo>
                  <a:pt x="0" y="4401"/>
                </a:lnTo>
                <a:lnTo>
                  <a:pt x="0" y="4331"/>
                </a:lnTo>
                <a:lnTo>
                  <a:pt x="36" y="4331"/>
                </a:lnTo>
                <a:moveTo>
                  <a:pt x="36" y="4471"/>
                </a:moveTo>
                <a:lnTo>
                  <a:pt x="36" y="4541"/>
                </a:lnTo>
                <a:lnTo>
                  <a:pt x="0" y="4541"/>
                </a:lnTo>
                <a:lnTo>
                  <a:pt x="0" y="4471"/>
                </a:lnTo>
                <a:lnTo>
                  <a:pt x="36" y="4471"/>
                </a:lnTo>
                <a:moveTo>
                  <a:pt x="36" y="4611"/>
                </a:moveTo>
                <a:lnTo>
                  <a:pt x="36" y="4681"/>
                </a:lnTo>
                <a:lnTo>
                  <a:pt x="0" y="4681"/>
                </a:lnTo>
                <a:lnTo>
                  <a:pt x="0" y="4611"/>
                </a:lnTo>
                <a:lnTo>
                  <a:pt x="36" y="4611"/>
                </a:lnTo>
                <a:moveTo>
                  <a:pt x="36" y="4751"/>
                </a:moveTo>
                <a:lnTo>
                  <a:pt x="36" y="4821"/>
                </a:lnTo>
                <a:lnTo>
                  <a:pt x="0" y="4821"/>
                </a:lnTo>
                <a:lnTo>
                  <a:pt x="0" y="4751"/>
                </a:lnTo>
                <a:lnTo>
                  <a:pt x="36" y="4751"/>
                </a:lnTo>
                <a:moveTo>
                  <a:pt x="36" y="4890"/>
                </a:moveTo>
                <a:lnTo>
                  <a:pt x="36" y="4960"/>
                </a:lnTo>
                <a:lnTo>
                  <a:pt x="0" y="4960"/>
                </a:lnTo>
                <a:lnTo>
                  <a:pt x="0" y="4890"/>
                </a:lnTo>
                <a:lnTo>
                  <a:pt x="36" y="4890"/>
                </a:lnTo>
                <a:moveTo>
                  <a:pt x="36" y="5030"/>
                </a:moveTo>
                <a:lnTo>
                  <a:pt x="36" y="5100"/>
                </a:lnTo>
                <a:lnTo>
                  <a:pt x="0" y="5100"/>
                </a:lnTo>
                <a:lnTo>
                  <a:pt x="0" y="5030"/>
                </a:lnTo>
                <a:lnTo>
                  <a:pt x="36" y="5030"/>
                </a:lnTo>
                <a:moveTo>
                  <a:pt x="36" y="5170"/>
                </a:moveTo>
                <a:lnTo>
                  <a:pt x="36" y="5240"/>
                </a:lnTo>
                <a:lnTo>
                  <a:pt x="0" y="5240"/>
                </a:lnTo>
                <a:lnTo>
                  <a:pt x="0" y="5170"/>
                </a:lnTo>
                <a:lnTo>
                  <a:pt x="36" y="5170"/>
                </a:lnTo>
                <a:moveTo>
                  <a:pt x="36" y="5310"/>
                </a:moveTo>
                <a:lnTo>
                  <a:pt x="36" y="5379"/>
                </a:lnTo>
                <a:lnTo>
                  <a:pt x="0" y="5379"/>
                </a:lnTo>
                <a:lnTo>
                  <a:pt x="0" y="5310"/>
                </a:lnTo>
                <a:lnTo>
                  <a:pt x="36" y="5310"/>
                </a:lnTo>
                <a:moveTo>
                  <a:pt x="36" y="5449"/>
                </a:moveTo>
                <a:lnTo>
                  <a:pt x="36" y="5519"/>
                </a:lnTo>
                <a:lnTo>
                  <a:pt x="0" y="5519"/>
                </a:lnTo>
                <a:lnTo>
                  <a:pt x="0" y="5449"/>
                </a:lnTo>
                <a:lnTo>
                  <a:pt x="36" y="5449"/>
                </a:lnTo>
                <a:moveTo>
                  <a:pt x="36" y="5589"/>
                </a:moveTo>
                <a:lnTo>
                  <a:pt x="36" y="5659"/>
                </a:lnTo>
                <a:lnTo>
                  <a:pt x="0" y="5659"/>
                </a:lnTo>
                <a:lnTo>
                  <a:pt x="0" y="5589"/>
                </a:lnTo>
                <a:lnTo>
                  <a:pt x="36" y="5589"/>
                </a:lnTo>
                <a:moveTo>
                  <a:pt x="36" y="5729"/>
                </a:moveTo>
                <a:lnTo>
                  <a:pt x="36" y="5799"/>
                </a:lnTo>
                <a:lnTo>
                  <a:pt x="0" y="5799"/>
                </a:lnTo>
                <a:lnTo>
                  <a:pt x="0" y="5729"/>
                </a:lnTo>
                <a:lnTo>
                  <a:pt x="36" y="5729"/>
                </a:lnTo>
                <a:moveTo>
                  <a:pt x="36" y="5869"/>
                </a:moveTo>
                <a:lnTo>
                  <a:pt x="36" y="5938"/>
                </a:lnTo>
                <a:lnTo>
                  <a:pt x="0" y="5938"/>
                </a:lnTo>
                <a:lnTo>
                  <a:pt x="0" y="5869"/>
                </a:lnTo>
                <a:lnTo>
                  <a:pt x="36" y="5869"/>
                </a:lnTo>
                <a:moveTo>
                  <a:pt x="36" y="6008"/>
                </a:moveTo>
                <a:lnTo>
                  <a:pt x="36" y="6078"/>
                </a:lnTo>
                <a:lnTo>
                  <a:pt x="0" y="6078"/>
                </a:lnTo>
                <a:lnTo>
                  <a:pt x="0" y="6008"/>
                </a:lnTo>
                <a:lnTo>
                  <a:pt x="36" y="6008"/>
                </a:lnTo>
                <a:moveTo>
                  <a:pt x="36" y="6148"/>
                </a:moveTo>
                <a:lnTo>
                  <a:pt x="36" y="6218"/>
                </a:lnTo>
                <a:lnTo>
                  <a:pt x="0" y="6218"/>
                </a:lnTo>
                <a:lnTo>
                  <a:pt x="0" y="6148"/>
                </a:lnTo>
                <a:lnTo>
                  <a:pt x="36" y="6148"/>
                </a:lnTo>
                <a:moveTo>
                  <a:pt x="36" y="6288"/>
                </a:moveTo>
                <a:lnTo>
                  <a:pt x="36" y="6358"/>
                </a:lnTo>
                <a:lnTo>
                  <a:pt x="0" y="6358"/>
                </a:lnTo>
                <a:lnTo>
                  <a:pt x="0" y="6288"/>
                </a:lnTo>
                <a:lnTo>
                  <a:pt x="36" y="6288"/>
                </a:lnTo>
                <a:moveTo>
                  <a:pt x="36" y="6428"/>
                </a:moveTo>
                <a:lnTo>
                  <a:pt x="36" y="6497"/>
                </a:lnTo>
                <a:lnTo>
                  <a:pt x="0" y="6497"/>
                </a:lnTo>
                <a:lnTo>
                  <a:pt x="0" y="6428"/>
                </a:lnTo>
                <a:lnTo>
                  <a:pt x="36" y="6428"/>
                </a:lnTo>
                <a:moveTo>
                  <a:pt x="36" y="6567"/>
                </a:moveTo>
                <a:lnTo>
                  <a:pt x="36" y="6637"/>
                </a:lnTo>
                <a:lnTo>
                  <a:pt x="0" y="6637"/>
                </a:lnTo>
                <a:lnTo>
                  <a:pt x="0" y="6567"/>
                </a:lnTo>
                <a:lnTo>
                  <a:pt x="36" y="6567"/>
                </a:lnTo>
                <a:moveTo>
                  <a:pt x="36" y="6707"/>
                </a:moveTo>
                <a:lnTo>
                  <a:pt x="36" y="6777"/>
                </a:lnTo>
                <a:lnTo>
                  <a:pt x="0" y="6777"/>
                </a:lnTo>
                <a:lnTo>
                  <a:pt x="0" y="6707"/>
                </a:lnTo>
                <a:lnTo>
                  <a:pt x="36" y="6707"/>
                </a:lnTo>
                <a:moveTo>
                  <a:pt x="36" y="6847"/>
                </a:moveTo>
                <a:lnTo>
                  <a:pt x="36" y="6917"/>
                </a:lnTo>
                <a:lnTo>
                  <a:pt x="0" y="6917"/>
                </a:lnTo>
                <a:lnTo>
                  <a:pt x="0" y="6847"/>
                </a:lnTo>
                <a:lnTo>
                  <a:pt x="36" y="6847"/>
                </a:lnTo>
                <a:moveTo>
                  <a:pt x="36" y="6986"/>
                </a:moveTo>
                <a:lnTo>
                  <a:pt x="36" y="7056"/>
                </a:lnTo>
                <a:lnTo>
                  <a:pt x="0" y="7056"/>
                </a:lnTo>
                <a:lnTo>
                  <a:pt x="0" y="6986"/>
                </a:lnTo>
                <a:lnTo>
                  <a:pt x="36" y="6986"/>
                </a:lnTo>
                <a:moveTo>
                  <a:pt x="36" y="7126"/>
                </a:moveTo>
                <a:lnTo>
                  <a:pt x="36" y="7196"/>
                </a:lnTo>
                <a:lnTo>
                  <a:pt x="0" y="7196"/>
                </a:lnTo>
                <a:lnTo>
                  <a:pt x="0" y="7126"/>
                </a:lnTo>
                <a:lnTo>
                  <a:pt x="36" y="7126"/>
                </a:lnTo>
                <a:moveTo>
                  <a:pt x="36" y="7266"/>
                </a:moveTo>
                <a:lnTo>
                  <a:pt x="36" y="7336"/>
                </a:lnTo>
                <a:lnTo>
                  <a:pt x="0" y="7336"/>
                </a:lnTo>
                <a:lnTo>
                  <a:pt x="0" y="7266"/>
                </a:lnTo>
                <a:lnTo>
                  <a:pt x="36" y="7266"/>
                </a:lnTo>
                <a:moveTo>
                  <a:pt x="36" y="7406"/>
                </a:moveTo>
                <a:lnTo>
                  <a:pt x="36" y="7476"/>
                </a:lnTo>
                <a:lnTo>
                  <a:pt x="0" y="7476"/>
                </a:lnTo>
                <a:lnTo>
                  <a:pt x="0" y="7406"/>
                </a:lnTo>
                <a:lnTo>
                  <a:pt x="36" y="7406"/>
                </a:lnTo>
                <a:moveTo>
                  <a:pt x="36" y="7545"/>
                </a:moveTo>
                <a:lnTo>
                  <a:pt x="36" y="7615"/>
                </a:lnTo>
                <a:lnTo>
                  <a:pt x="0" y="7615"/>
                </a:lnTo>
                <a:lnTo>
                  <a:pt x="0" y="7545"/>
                </a:lnTo>
                <a:lnTo>
                  <a:pt x="36" y="7545"/>
                </a:lnTo>
                <a:moveTo>
                  <a:pt x="36" y="7685"/>
                </a:moveTo>
                <a:lnTo>
                  <a:pt x="36" y="7755"/>
                </a:lnTo>
                <a:lnTo>
                  <a:pt x="0" y="7755"/>
                </a:lnTo>
                <a:lnTo>
                  <a:pt x="0" y="7685"/>
                </a:lnTo>
                <a:lnTo>
                  <a:pt x="36" y="7685"/>
                </a:lnTo>
                <a:moveTo>
                  <a:pt x="36" y="7825"/>
                </a:moveTo>
                <a:lnTo>
                  <a:pt x="36" y="7895"/>
                </a:lnTo>
                <a:lnTo>
                  <a:pt x="0" y="7895"/>
                </a:lnTo>
                <a:lnTo>
                  <a:pt x="0" y="7825"/>
                </a:lnTo>
                <a:lnTo>
                  <a:pt x="36" y="7825"/>
                </a:lnTo>
                <a:moveTo>
                  <a:pt x="36" y="7965"/>
                </a:moveTo>
                <a:lnTo>
                  <a:pt x="36" y="8034"/>
                </a:lnTo>
                <a:lnTo>
                  <a:pt x="0" y="8034"/>
                </a:lnTo>
                <a:lnTo>
                  <a:pt x="0" y="7965"/>
                </a:lnTo>
                <a:lnTo>
                  <a:pt x="36" y="7965"/>
                </a:lnTo>
                <a:moveTo>
                  <a:pt x="36" y="8104"/>
                </a:moveTo>
                <a:lnTo>
                  <a:pt x="36" y="8174"/>
                </a:lnTo>
                <a:lnTo>
                  <a:pt x="0" y="8174"/>
                </a:lnTo>
                <a:lnTo>
                  <a:pt x="0" y="8104"/>
                </a:lnTo>
                <a:lnTo>
                  <a:pt x="36" y="8104"/>
                </a:lnTo>
                <a:moveTo>
                  <a:pt x="36" y="8244"/>
                </a:moveTo>
                <a:lnTo>
                  <a:pt x="36" y="8314"/>
                </a:lnTo>
                <a:lnTo>
                  <a:pt x="0" y="8314"/>
                </a:lnTo>
                <a:lnTo>
                  <a:pt x="0" y="8244"/>
                </a:lnTo>
                <a:lnTo>
                  <a:pt x="36" y="8244"/>
                </a:lnTo>
                <a:moveTo>
                  <a:pt x="36" y="8384"/>
                </a:moveTo>
                <a:lnTo>
                  <a:pt x="36" y="8454"/>
                </a:lnTo>
                <a:lnTo>
                  <a:pt x="0" y="8454"/>
                </a:lnTo>
                <a:lnTo>
                  <a:pt x="0" y="8384"/>
                </a:lnTo>
                <a:lnTo>
                  <a:pt x="36" y="8384"/>
                </a:lnTo>
                <a:moveTo>
                  <a:pt x="36" y="8524"/>
                </a:moveTo>
                <a:lnTo>
                  <a:pt x="36" y="8593"/>
                </a:lnTo>
                <a:lnTo>
                  <a:pt x="0" y="8593"/>
                </a:lnTo>
                <a:lnTo>
                  <a:pt x="0" y="8524"/>
                </a:lnTo>
                <a:lnTo>
                  <a:pt x="36" y="8524"/>
                </a:lnTo>
                <a:moveTo>
                  <a:pt x="36" y="8663"/>
                </a:moveTo>
                <a:lnTo>
                  <a:pt x="36" y="8733"/>
                </a:lnTo>
                <a:lnTo>
                  <a:pt x="0" y="8733"/>
                </a:lnTo>
                <a:lnTo>
                  <a:pt x="0" y="8663"/>
                </a:lnTo>
                <a:lnTo>
                  <a:pt x="36" y="8663"/>
                </a:lnTo>
                <a:moveTo>
                  <a:pt x="36" y="8803"/>
                </a:moveTo>
                <a:lnTo>
                  <a:pt x="36" y="8873"/>
                </a:lnTo>
                <a:lnTo>
                  <a:pt x="0" y="8873"/>
                </a:lnTo>
                <a:lnTo>
                  <a:pt x="0" y="8803"/>
                </a:lnTo>
                <a:lnTo>
                  <a:pt x="36" y="8803"/>
                </a:lnTo>
                <a:moveTo>
                  <a:pt x="36" y="8943"/>
                </a:moveTo>
                <a:lnTo>
                  <a:pt x="36" y="9013"/>
                </a:lnTo>
                <a:lnTo>
                  <a:pt x="0" y="9013"/>
                </a:lnTo>
                <a:lnTo>
                  <a:pt x="0" y="8943"/>
                </a:lnTo>
                <a:lnTo>
                  <a:pt x="36" y="8943"/>
                </a:lnTo>
                <a:moveTo>
                  <a:pt x="36" y="9082"/>
                </a:moveTo>
                <a:lnTo>
                  <a:pt x="36" y="9152"/>
                </a:lnTo>
                <a:lnTo>
                  <a:pt x="0" y="9152"/>
                </a:lnTo>
                <a:lnTo>
                  <a:pt x="0" y="9082"/>
                </a:lnTo>
                <a:lnTo>
                  <a:pt x="36" y="9082"/>
                </a:lnTo>
                <a:moveTo>
                  <a:pt x="36" y="9222"/>
                </a:moveTo>
                <a:lnTo>
                  <a:pt x="36" y="9292"/>
                </a:lnTo>
                <a:lnTo>
                  <a:pt x="0" y="9292"/>
                </a:lnTo>
                <a:lnTo>
                  <a:pt x="0" y="9222"/>
                </a:lnTo>
                <a:lnTo>
                  <a:pt x="36" y="9222"/>
                </a:lnTo>
                <a:moveTo>
                  <a:pt x="36" y="9362"/>
                </a:moveTo>
                <a:lnTo>
                  <a:pt x="36" y="9432"/>
                </a:lnTo>
                <a:lnTo>
                  <a:pt x="0" y="9432"/>
                </a:lnTo>
                <a:lnTo>
                  <a:pt x="0" y="9362"/>
                </a:lnTo>
                <a:lnTo>
                  <a:pt x="36" y="9362"/>
                </a:lnTo>
                <a:moveTo>
                  <a:pt x="36" y="9502"/>
                </a:moveTo>
                <a:lnTo>
                  <a:pt x="36" y="9572"/>
                </a:lnTo>
                <a:lnTo>
                  <a:pt x="0" y="9572"/>
                </a:lnTo>
                <a:lnTo>
                  <a:pt x="0" y="9502"/>
                </a:lnTo>
                <a:lnTo>
                  <a:pt x="36" y="9502"/>
                </a:lnTo>
                <a:moveTo>
                  <a:pt x="36" y="9641"/>
                </a:moveTo>
                <a:lnTo>
                  <a:pt x="36" y="9711"/>
                </a:lnTo>
                <a:lnTo>
                  <a:pt x="0" y="9711"/>
                </a:lnTo>
                <a:lnTo>
                  <a:pt x="0" y="9641"/>
                </a:lnTo>
                <a:lnTo>
                  <a:pt x="36" y="9641"/>
                </a:lnTo>
                <a:moveTo>
                  <a:pt x="36" y="9781"/>
                </a:moveTo>
                <a:lnTo>
                  <a:pt x="36" y="9851"/>
                </a:lnTo>
                <a:lnTo>
                  <a:pt x="0" y="9851"/>
                </a:lnTo>
                <a:lnTo>
                  <a:pt x="0" y="9781"/>
                </a:lnTo>
                <a:lnTo>
                  <a:pt x="36" y="9781"/>
                </a:lnTo>
                <a:moveTo>
                  <a:pt x="36" y="9921"/>
                </a:moveTo>
                <a:lnTo>
                  <a:pt x="36" y="9991"/>
                </a:lnTo>
                <a:lnTo>
                  <a:pt x="0" y="9991"/>
                </a:lnTo>
                <a:lnTo>
                  <a:pt x="0" y="9921"/>
                </a:lnTo>
                <a:lnTo>
                  <a:pt x="36" y="9921"/>
                </a:lnTo>
                <a:moveTo>
                  <a:pt x="36" y="10061"/>
                </a:moveTo>
                <a:lnTo>
                  <a:pt x="36" y="10130"/>
                </a:lnTo>
                <a:lnTo>
                  <a:pt x="0" y="10130"/>
                </a:lnTo>
                <a:lnTo>
                  <a:pt x="0" y="10061"/>
                </a:lnTo>
                <a:lnTo>
                  <a:pt x="36" y="10061"/>
                </a:lnTo>
                <a:moveTo>
                  <a:pt x="36" y="10200"/>
                </a:moveTo>
                <a:lnTo>
                  <a:pt x="36" y="10270"/>
                </a:lnTo>
                <a:lnTo>
                  <a:pt x="0" y="10270"/>
                </a:lnTo>
                <a:lnTo>
                  <a:pt x="0" y="10200"/>
                </a:lnTo>
                <a:lnTo>
                  <a:pt x="36" y="10200"/>
                </a:lnTo>
                <a:moveTo>
                  <a:pt x="36" y="10340"/>
                </a:moveTo>
                <a:lnTo>
                  <a:pt x="36" y="10410"/>
                </a:lnTo>
                <a:lnTo>
                  <a:pt x="0" y="10410"/>
                </a:lnTo>
                <a:lnTo>
                  <a:pt x="0" y="10340"/>
                </a:lnTo>
                <a:lnTo>
                  <a:pt x="36" y="10340"/>
                </a:lnTo>
                <a:moveTo>
                  <a:pt x="36" y="10480"/>
                </a:moveTo>
                <a:lnTo>
                  <a:pt x="36" y="10550"/>
                </a:lnTo>
                <a:lnTo>
                  <a:pt x="0" y="10550"/>
                </a:lnTo>
                <a:lnTo>
                  <a:pt x="0" y="10480"/>
                </a:lnTo>
                <a:lnTo>
                  <a:pt x="36" y="10480"/>
                </a:lnTo>
                <a:moveTo>
                  <a:pt x="36" y="10620"/>
                </a:moveTo>
                <a:lnTo>
                  <a:pt x="36" y="10689"/>
                </a:lnTo>
                <a:lnTo>
                  <a:pt x="0" y="10689"/>
                </a:lnTo>
                <a:lnTo>
                  <a:pt x="0" y="10620"/>
                </a:lnTo>
                <a:lnTo>
                  <a:pt x="36" y="10620"/>
                </a:lnTo>
                <a:moveTo>
                  <a:pt x="36" y="10759"/>
                </a:moveTo>
                <a:lnTo>
                  <a:pt x="36" y="10829"/>
                </a:lnTo>
                <a:lnTo>
                  <a:pt x="0" y="10829"/>
                </a:lnTo>
                <a:lnTo>
                  <a:pt x="0" y="10759"/>
                </a:lnTo>
                <a:lnTo>
                  <a:pt x="36" y="10759"/>
                </a:lnTo>
                <a:moveTo>
                  <a:pt x="36" y="10899"/>
                </a:moveTo>
                <a:lnTo>
                  <a:pt x="36" y="10969"/>
                </a:lnTo>
                <a:lnTo>
                  <a:pt x="0" y="10969"/>
                </a:lnTo>
                <a:lnTo>
                  <a:pt x="0" y="10899"/>
                </a:lnTo>
                <a:lnTo>
                  <a:pt x="36" y="10899"/>
                </a:lnTo>
                <a:moveTo>
                  <a:pt x="36" y="11039"/>
                </a:moveTo>
                <a:lnTo>
                  <a:pt x="36" y="11109"/>
                </a:lnTo>
                <a:lnTo>
                  <a:pt x="0" y="11109"/>
                </a:lnTo>
                <a:lnTo>
                  <a:pt x="0" y="11039"/>
                </a:lnTo>
                <a:lnTo>
                  <a:pt x="36" y="11039"/>
                </a:lnTo>
                <a:moveTo>
                  <a:pt x="36" y="11179"/>
                </a:moveTo>
                <a:lnTo>
                  <a:pt x="36" y="11248"/>
                </a:lnTo>
                <a:lnTo>
                  <a:pt x="0" y="11248"/>
                </a:lnTo>
                <a:lnTo>
                  <a:pt x="0" y="11179"/>
                </a:lnTo>
                <a:lnTo>
                  <a:pt x="36" y="11179"/>
                </a:lnTo>
                <a:moveTo>
                  <a:pt x="36" y="11318"/>
                </a:moveTo>
                <a:lnTo>
                  <a:pt x="36" y="11388"/>
                </a:lnTo>
                <a:lnTo>
                  <a:pt x="0" y="11388"/>
                </a:lnTo>
                <a:lnTo>
                  <a:pt x="0" y="11318"/>
                </a:lnTo>
                <a:lnTo>
                  <a:pt x="36" y="11318"/>
                </a:lnTo>
                <a:moveTo>
                  <a:pt x="36" y="11458"/>
                </a:moveTo>
                <a:lnTo>
                  <a:pt x="36" y="11528"/>
                </a:lnTo>
                <a:lnTo>
                  <a:pt x="0" y="11528"/>
                </a:lnTo>
                <a:lnTo>
                  <a:pt x="0" y="11458"/>
                </a:lnTo>
                <a:lnTo>
                  <a:pt x="36" y="11458"/>
                </a:lnTo>
                <a:moveTo>
                  <a:pt x="36" y="11598"/>
                </a:moveTo>
                <a:lnTo>
                  <a:pt x="36" y="11668"/>
                </a:lnTo>
                <a:lnTo>
                  <a:pt x="0" y="11668"/>
                </a:lnTo>
                <a:lnTo>
                  <a:pt x="0" y="11598"/>
                </a:lnTo>
                <a:lnTo>
                  <a:pt x="36" y="11598"/>
                </a:lnTo>
                <a:moveTo>
                  <a:pt x="36" y="11737"/>
                </a:moveTo>
                <a:lnTo>
                  <a:pt x="36" y="11807"/>
                </a:lnTo>
                <a:lnTo>
                  <a:pt x="0" y="11807"/>
                </a:lnTo>
                <a:lnTo>
                  <a:pt x="0" y="11737"/>
                </a:lnTo>
                <a:lnTo>
                  <a:pt x="36" y="11737"/>
                </a:lnTo>
                <a:moveTo>
                  <a:pt x="36" y="11877"/>
                </a:moveTo>
                <a:lnTo>
                  <a:pt x="36" y="11947"/>
                </a:lnTo>
                <a:lnTo>
                  <a:pt x="0" y="11947"/>
                </a:lnTo>
                <a:lnTo>
                  <a:pt x="0" y="11877"/>
                </a:lnTo>
                <a:lnTo>
                  <a:pt x="36" y="11877"/>
                </a:lnTo>
                <a:moveTo>
                  <a:pt x="36" y="12017"/>
                </a:moveTo>
                <a:lnTo>
                  <a:pt x="36" y="12087"/>
                </a:lnTo>
                <a:lnTo>
                  <a:pt x="0" y="12087"/>
                </a:lnTo>
                <a:lnTo>
                  <a:pt x="0" y="12017"/>
                </a:lnTo>
                <a:lnTo>
                  <a:pt x="36" y="12017"/>
                </a:lnTo>
                <a:moveTo>
                  <a:pt x="36" y="12157"/>
                </a:moveTo>
                <a:lnTo>
                  <a:pt x="36" y="12227"/>
                </a:lnTo>
                <a:lnTo>
                  <a:pt x="0" y="12227"/>
                </a:lnTo>
                <a:lnTo>
                  <a:pt x="0" y="12157"/>
                </a:lnTo>
                <a:lnTo>
                  <a:pt x="36" y="12157"/>
                </a:lnTo>
                <a:moveTo>
                  <a:pt x="36" y="12296"/>
                </a:moveTo>
                <a:lnTo>
                  <a:pt x="36" y="12366"/>
                </a:lnTo>
                <a:lnTo>
                  <a:pt x="0" y="12366"/>
                </a:lnTo>
                <a:lnTo>
                  <a:pt x="0" y="12296"/>
                </a:lnTo>
                <a:lnTo>
                  <a:pt x="36" y="12296"/>
                </a:lnTo>
                <a:moveTo>
                  <a:pt x="36" y="12436"/>
                </a:moveTo>
                <a:lnTo>
                  <a:pt x="36" y="12506"/>
                </a:lnTo>
                <a:lnTo>
                  <a:pt x="0" y="12506"/>
                </a:lnTo>
                <a:lnTo>
                  <a:pt x="0" y="12436"/>
                </a:lnTo>
                <a:lnTo>
                  <a:pt x="36" y="12436"/>
                </a:lnTo>
                <a:moveTo>
                  <a:pt x="36" y="12576"/>
                </a:moveTo>
                <a:lnTo>
                  <a:pt x="36" y="12646"/>
                </a:lnTo>
                <a:lnTo>
                  <a:pt x="0" y="12646"/>
                </a:lnTo>
                <a:lnTo>
                  <a:pt x="0" y="12576"/>
                </a:lnTo>
                <a:lnTo>
                  <a:pt x="36" y="12576"/>
                </a:lnTo>
                <a:moveTo>
                  <a:pt x="36" y="12716"/>
                </a:moveTo>
                <a:lnTo>
                  <a:pt x="36" y="12785"/>
                </a:lnTo>
                <a:lnTo>
                  <a:pt x="0" y="12785"/>
                </a:lnTo>
                <a:lnTo>
                  <a:pt x="0" y="12716"/>
                </a:lnTo>
                <a:lnTo>
                  <a:pt x="36" y="12716"/>
                </a:lnTo>
                <a:moveTo>
                  <a:pt x="36" y="12855"/>
                </a:moveTo>
                <a:lnTo>
                  <a:pt x="36" y="12925"/>
                </a:lnTo>
                <a:lnTo>
                  <a:pt x="0" y="12925"/>
                </a:lnTo>
                <a:lnTo>
                  <a:pt x="0" y="12855"/>
                </a:lnTo>
                <a:lnTo>
                  <a:pt x="36" y="12855"/>
                </a:lnTo>
                <a:moveTo>
                  <a:pt x="36" y="12995"/>
                </a:moveTo>
                <a:lnTo>
                  <a:pt x="36" y="13065"/>
                </a:lnTo>
                <a:lnTo>
                  <a:pt x="0" y="13065"/>
                </a:lnTo>
                <a:lnTo>
                  <a:pt x="0" y="12995"/>
                </a:lnTo>
                <a:lnTo>
                  <a:pt x="36" y="12995"/>
                </a:lnTo>
                <a:moveTo>
                  <a:pt x="36" y="13135"/>
                </a:moveTo>
                <a:lnTo>
                  <a:pt x="36" y="13205"/>
                </a:lnTo>
                <a:lnTo>
                  <a:pt x="0" y="13205"/>
                </a:lnTo>
                <a:lnTo>
                  <a:pt x="0" y="13135"/>
                </a:lnTo>
                <a:lnTo>
                  <a:pt x="36" y="13135"/>
                </a:lnTo>
                <a:moveTo>
                  <a:pt x="36" y="13275"/>
                </a:moveTo>
                <a:lnTo>
                  <a:pt x="36" y="13344"/>
                </a:lnTo>
                <a:lnTo>
                  <a:pt x="0" y="13344"/>
                </a:lnTo>
                <a:lnTo>
                  <a:pt x="0" y="13275"/>
                </a:lnTo>
                <a:lnTo>
                  <a:pt x="36" y="13275"/>
                </a:lnTo>
                <a:moveTo>
                  <a:pt x="36" y="13414"/>
                </a:moveTo>
                <a:lnTo>
                  <a:pt x="36" y="13484"/>
                </a:lnTo>
                <a:lnTo>
                  <a:pt x="0" y="13484"/>
                </a:lnTo>
                <a:lnTo>
                  <a:pt x="0" y="13414"/>
                </a:lnTo>
                <a:lnTo>
                  <a:pt x="36" y="13414"/>
                </a:lnTo>
                <a:moveTo>
                  <a:pt x="36" y="13554"/>
                </a:moveTo>
                <a:lnTo>
                  <a:pt x="36" y="13624"/>
                </a:lnTo>
                <a:lnTo>
                  <a:pt x="0" y="13624"/>
                </a:lnTo>
                <a:lnTo>
                  <a:pt x="0" y="13554"/>
                </a:lnTo>
                <a:lnTo>
                  <a:pt x="36" y="13554"/>
                </a:lnTo>
                <a:moveTo>
                  <a:pt x="36" y="13694"/>
                </a:moveTo>
                <a:lnTo>
                  <a:pt x="36" y="13764"/>
                </a:lnTo>
                <a:lnTo>
                  <a:pt x="0" y="13764"/>
                </a:lnTo>
                <a:lnTo>
                  <a:pt x="0" y="13694"/>
                </a:lnTo>
                <a:lnTo>
                  <a:pt x="36" y="13694"/>
                </a:lnTo>
                <a:moveTo>
                  <a:pt x="36" y="13833"/>
                </a:moveTo>
                <a:lnTo>
                  <a:pt x="36" y="13903"/>
                </a:lnTo>
                <a:lnTo>
                  <a:pt x="0" y="13903"/>
                </a:lnTo>
                <a:lnTo>
                  <a:pt x="0" y="13833"/>
                </a:lnTo>
                <a:lnTo>
                  <a:pt x="36" y="13833"/>
                </a:lnTo>
                <a:moveTo>
                  <a:pt x="36" y="13973"/>
                </a:moveTo>
                <a:lnTo>
                  <a:pt x="36" y="14043"/>
                </a:lnTo>
                <a:lnTo>
                  <a:pt x="0" y="14043"/>
                </a:lnTo>
                <a:lnTo>
                  <a:pt x="0" y="13973"/>
                </a:lnTo>
                <a:lnTo>
                  <a:pt x="36" y="13973"/>
                </a:lnTo>
                <a:moveTo>
                  <a:pt x="36" y="14113"/>
                </a:moveTo>
                <a:lnTo>
                  <a:pt x="36" y="14183"/>
                </a:lnTo>
                <a:lnTo>
                  <a:pt x="0" y="14183"/>
                </a:lnTo>
                <a:lnTo>
                  <a:pt x="0" y="14113"/>
                </a:lnTo>
                <a:lnTo>
                  <a:pt x="36" y="14113"/>
                </a:lnTo>
                <a:moveTo>
                  <a:pt x="36" y="14253"/>
                </a:moveTo>
                <a:lnTo>
                  <a:pt x="36" y="14323"/>
                </a:lnTo>
                <a:lnTo>
                  <a:pt x="0" y="14323"/>
                </a:lnTo>
                <a:lnTo>
                  <a:pt x="0" y="14253"/>
                </a:lnTo>
                <a:lnTo>
                  <a:pt x="36" y="14253"/>
                </a:lnTo>
                <a:moveTo>
                  <a:pt x="36" y="14392"/>
                </a:moveTo>
                <a:lnTo>
                  <a:pt x="36" y="14462"/>
                </a:lnTo>
                <a:lnTo>
                  <a:pt x="0" y="14462"/>
                </a:lnTo>
                <a:lnTo>
                  <a:pt x="0" y="14392"/>
                </a:lnTo>
                <a:lnTo>
                  <a:pt x="36" y="14392"/>
                </a:lnTo>
                <a:moveTo>
                  <a:pt x="36" y="14532"/>
                </a:moveTo>
                <a:lnTo>
                  <a:pt x="36" y="14602"/>
                </a:lnTo>
                <a:lnTo>
                  <a:pt x="0" y="14602"/>
                </a:lnTo>
                <a:lnTo>
                  <a:pt x="0" y="14532"/>
                </a:lnTo>
                <a:lnTo>
                  <a:pt x="36" y="14532"/>
                </a:lnTo>
                <a:moveTo>
                  <a:pt x="36" y="14672"/>
                </a:moveTo>
                <a:lnTo>
                  <a:pt x="36" y="14742"/>
                </a:lnTo>
                <a:lnTo>
                  <a:pt x="0" y="14742"/>
                </a:lnTo>
                <a:lnTo>
                  <a:pt x="0" y="14672"/>
                </a:lnTo>
                <a:lnTo>
                  <a:pt x="36" y="14672"/>
                </a:lnTo>
                <a:moveTo>
                  <a:pt x="36" y="14812"/>
                </a:moveTo>
                <a:lnTo>
                  <a:pt x="36" y="14882"/>
                </a:lnTo>
                <a:lnTo>
                  <a:pt x="0" y="14882"/>
                </a:lnTo>
                <a:lnTo>
                  <a:pt x="0" y="14812"/>
                </a:lnTo>
                <a:lnTo>
                  <a:pt x="36" y="14812"/>
                </a:lnTo>
                <a:moveTo>
                  <a:pt x="36" y="14951"/>
                </a:moveTo>
                <a:lnTo>
                  <a:pt x="36" y="15021"/>
                </a:lnTo>
                <a:lnTo>
                  <a:pt x="0" y="15021"/>
                </a:lnTo>
                <a:lnTo>
                  <a:pt x="0" y="14951"/>
                </a:lnTo>
                <a:lnTo>
                  <a:pt x="36" y="14951"/>
                </a:lnTo>
                <a:moveTo>
                  <a:pt x="36" y="15091"/>
                </a:moveTo>
                <a:lnTo>
                  <a:pt x="36" y="15161"/>
                </a:lnTo>
                <a:lnTo>
                  <a:pt x="0" y="15161"/>
                </a:lnTo>
                <a:lnTo>
                  <a:pt x="0" y="15091"/>
                </a:lnTo>
                <a:lnTo>
                  <a:pt x="36" y="15091"/>
                </a:lnTo>
                <a:moveTo>
                  <a:pt x="36" y="15231"/>
                </a:moveTo>
                <a:lnTo>
                  <a:pt x="36" y="15301"/>
                </a:lnTo>
                <a:lnTo>
                  <a:pt x="0" y="15301"/>
                </a:lnTo>
                <a:lnTo>
                  <a:pt x="0" y="15231"/>
                </a:lnTo>
                <a:lnTo>
                  <a:pt x="36" y="15231"/>
                </a:lnTo>
                <a:moveTo>
                  <a:pt x="36" y="15371"/>
                </a:moveTo>
                <a:lnTo>
                  <a:pt x="36" y="15440"/>
                </a:lnTo>
                <a:lnTo>
                  <a:pt x="0" y="15440"/>
                </a:lnTo>
                <a:lnTo>
                  <a:pt x="0" y="15371"/>
                </a:lnTo>
                <a:lnTo>
                  <a:pt x="36" y="15371"/>
                </a:lnTo>
                <a:moveTo>
                  <a:pt x="36" y="15510"/>
                </a:moveTo>
                <a:lnTo>
                  <a:pt x="36" y="15581"/>
                </a:lnTo>
                <a:lnTo>
                  <a:pt x="0" y="15581"/>
                </a:lnTo>
                <a:lnTo>
                  <a:pt x="0" y="15510"/>
                </a:lnTo>
                <a:lnTo>
                  <a:pt x="36" y="15510"/>
                </a:lnTo>
                <a:moveTo>
                  <a:pt x="36" y="15651"/>
                </a:moveTo>
                <a:lnTo>
                  <a:pt x="36" y="15721"/>
                </a:lnTo>
                <a:lnTo>
                  <a:pt x="0" y="15721"/>
                </a:lnTo>
                <a:lnTo>
                  <a:pt x="0" y="15651"/>
                </a:lnTo>
                <a:lnTo>
                  <a:pt x="36" y="15651"/>
                </a:lnTo>
                <a:moveTo>
                  <a:pt x="36" y="15791"/>
                </a:moveTo>
                <a:lnTo>
                  <a:pt x="36" y="15861"/>
                </a:lnTo>
                <a:lnTo>
                  <a:pt x="0" y="15861"/>
                </a:lnTo>
                <a:lnTo>
                  <a:pt x="0" y="15791"/>
                </a:lnTo>
                <a:lnTo>
                  <a:pt x="36" y="15791"/>
                </a:lnTo>
                <a:moveTo>
                  <a:pt x="36" y="15931"/>
                </a:moveTo>
                <a:lnTo>
                  <a:pt x="36" y="16000"/>
                </a:lnTo>
                <a:lnTo>
                  <a:pt x="0" y="16000"/>
                </a:lnTo>
                <a:lnTo>
                  <a:pt x="0" y="15931"/>
                </a:lnTo>
                <a:lnTo>
                  <a:pt x="36" y="15931"/>
                </a:lnTo>
                <a:moveTo>
                  <a:pt x="36" y="16070"/>
                </a:moveTo>
                <a:lnTo>
                  <a:pt x="36" y="16140"/>
                </a:lnTo>
                <a:lnTo>
                  <a:pt x="0" y="16140"/>
                </a:lnTo>
                <a:lnTo>
                  <a:pt x="0" y="16070"/>
                </a:lnTo>
                <a:lnTo>
                  <a:pt x="36" y="16070"/>
                </a:lnTo>
                <a:moveTo>
                  <a:pt x="36" y="16210"/>
                </a:moveTo>
                <a:lnTo>
                  <a:pt x="36" y="16280"/>
                </a:lnTo>
                <a:lnTo>
                  <a:pt x="0" y="16280"/>
                </a:lnTo>
                <a:lnTo>
                  <a:pt x="0" y="16210"/>
                </a:lnTo>
                <a:lnTo>
                  <a:pt x="36" y="16210"/>
                </a:lnTo>
                <a:moveTo>
                  <a:pt x="36" y="16350"/>
                </a:moveTo>
                <a:lnTo>
                  <a:pt x="36" y="16420"/>
                </a:lnTo>
                <a:lnTo>
                  <a:pt x="0" y="16420"/>
                </a:lnTo>
                <a:lnTo>
                  <a:pt x="0" y="16350"/>
                </a:lnTo>
                <a:lnTo>
                  <a:pt x="36" y="16350"/>
                </a:lnTo>
                <a:moveTo>
                  <a:pt x="36" y="16489"/>
                </a:moveTo>
                <a:lnTo>
                  <a:pt x="36" y="16559"/>
                </a:lnTo>
                <a:lnTo>
                  <a:pt x="0" y="16559"/>
                </a:lnTo>
                <a:lnTo>
                  <a:pt x="0" y="16489"/>
                </a:lnTo>
                <a:lnTo>
                  <a:pt x="36" y="16489"/>
                </a:lnTo>
                <a:moveTo>
                  <a:pt x="36" y="16629"/>
                </a:moveTo>
                <a:lnTo>
                  <a:pt x="36" y="16699"/>
                </a:lnTo>
                <a:lnTo>
                  <a:pt x="0" y="16699"/>
                </a:lnTo>
                <a:lnTo>
                  <a:pt x="0" y="16629"/>
                </a:lnTo>
                <a:lnTo>
                  <a:pt x="36" y="16629"/>
                </a:lnTo>
                <a:moveTo>
                  <a:pt x="36" y="16769"/>
                </a:moveTo>
                <a:lnTo>
                  <a:pt x="36" y="16839"/>
                </a:lnTo>
                <a:lnTo>
                  <a:pt x="0" y="16839"/>
                </a:lnTo>
                <a:lnTo>
                  <a:pt x="0" y="16769"/>
                </a:lnTo>
                <a:lnTo>
                  <a:pt x="36" y="16769"/>
                </a:lnTo>
                <a:moveTo>
                  <a:pt x="36" y="16909"/>
                </a:moveTo>
                <a:lnTo>
                  <a:pt x="36" y="16979"/>
                </a:lnTo>
                <a:lnTo>
                  <a:pt x="0" y="16979"/>
                </a:lnTo>
                <a:lnTo>
                  <a:pt x="0" y="16909"/>
                </a:lnTo>
                <a:lnTo>
                  <a:pt x="36" y="16909"/>
                </a:lnTo>
                <a:moveTo>
                  <a:pt x="36" y="17048"/>
                </a:moveTo>
                <a:lnTo>
                  <a:pt x="36" y="17118"/>
                </a:lnTo>
                <a:lnTo>
                  <a:pt x="0" y="17118"/>
                </a:lnTo>
                <a:lnTo>
                  <a:pt x="0" y="17048"/>
                </a:lnTo>
                <a:lnTo>
                  <a:pt x="36" y="17048"/>
                </a:lnTo>
                <a:moveTo>
                  <a:pt x="36" y="17188"/>
                </a:moveTo>
                <a:lnTo>
                  <a:pt x="36" y="17258"/>
                </a:lnTo>
                <a:lnTo>
                  <a:pt x="0" y="17258"/>
                </a:lnTo>
                <a:lnTo>
                  <a:pt x="0" y="17188"/>
                </a:lnTo>
                <a:lnTo>
                  <a:pt x="36" y="17188"/>
                </a:lnTo>
                <a:moveTo>
                  <a:pt x="36" y="17328"/>
                </a:moveTo>
                <a:lnTo>
                  <a:pt x="36" y="17398"/>
                </a:lnTo>
                <a:lnTo>
                  <a:pt x="0" y="17398"/>
                </a:lnTo>
                <a:lnTo>
                  <a:pt x="0" y="17328"/>
                </a:lnTo>
                <a:lnTo>
                  <a:pt x="36" y="17328"/>
                </a:lnTo>
                <a:moveTo>
                  <a:pt x="36" y="17468"/>
                </a:moveTo>
                <a:lnTo>
                  <a:pt x="36" y="17537"/>
                </a:lnTo>
                <a:lnTo>
                  <a:pt x="0" y="17537"/>
                </a:lnTo>
                <a:lnTo>
                  <a:pt x="0" y="17468"/>
                </a:lnTo>
                <a:lnTo>
                  <a:pt x="36" y="17468"/>
                </a:lnTo>
                <a:moveTo>
                  <a:pt x="36" y="17607"/>
                </a:moveTo>
                <a:lnTo>
                  <a:pt x="36" y="17677"/>
                </a:lnTo>
                <a:lnTo>
                  <a:pt x="0" y="17677"/>
                </a:lnTo>
                <a:lnTo>
                  <a:pt x="0" y="17607"/>
                </a:lnTo>
                <a:lnTo>
                  <a:pt x="36" y="17607"/>
                </a:lnTo>
                <a:moveTo>
                  <a:pt x="36" y="17747"/>
                </a:moveTo>
                <a:lnTo>
                  <a:pt x="36" y="17817"/>
                </a:lnTo>
                <a:lnTo>
                  <a:pt x="0" y="17817"/>
                </a:lnTo>
                <a:lnTo>
                  <a:pt x="0" y="17747"/>
                </a:lnTo>
                <a:lnTo>
                  <a:pt x="36" y="17747"/>
                </a:lnTo>
                <a:moveTo>
                  <a:pt x="36" y="17887"/>
                </a:moveTo>
                <a:lnTo>
                  <a:pt x="36" y="17957"/>
                </a:lnTo>
                <a:lnTo>
                  <a:pt x="0" y="17957"/>
                </a:lnTo>
                <a:lnTo>
                  <a:pt x="0" y="17887"/>
                </a:lnTo>
                <a:lnTo>
                  <a:pt x="36" y="17887"/>
                </a:lnTo>
                <a:moveTo>
                  <a:pt x="36" y="18027"/>
                </a:moveTo>
                <a:lnTo>
                  <a:pt x="36" y="18096"/>
                </a:lnTo>
                <a:lnTo>
                  <a:pt x="0" y="18096"/>
                </a:lnTo>
                <a:lnTo>
                  <a:pt x="0" y="18027"/>
                </a:lnTo>
                <a:lnTo>
                  <a:pt x="36" y="18027"/>
                </a:lnTo>
                <a:moveTo>
                  <a:pt x="36" y="18166"/>
                </a:moveTo>
                <a:lnTo>
                  <a:pt x="36" y="18236"/>
                </a:lnTo>
                <a:lnTo>
                  <a:pt x="0" y="18236"/>
                </a:lnTo>
                <a:lnTo>
                  <a:pt x="0" y="18166"/>
                </a:lnTo>
                <a:lnTo>
                  <a:pt x="36" y="18166"/>
                </a:lnTo>
                <a:moveTo>
                  <a:pt x="36" y="18306"/>
                </a:moveTo>
                <a:lnTo>
                  <a:pt x="36" y="18376"/>
                </a:lnTo>
                <a:lnTo>
                  <a:pt x="0" y="18376"/>
                </a:lnTo>
                <a:lnTo>
                  <a:pt x="0" y="18306"/>
                </a:lnTo>
                <a:lnTo>
                  <a:pt x="36" y="18306"/>
                </a:lnTo>
                <a:moveTo>
                  <a:pt x="36" y="18446"/>
                </a:moveTo>
                <a:lnTo>
                  <a:pt x="36" y="18516"/>
                </a:lnTo>
                <a:lnTo>
                  <a:pt x="0" y="18516"/>
                </a:lnTo>
                <a:lnTo>
                  <a:pt x="0" y="18446"/>
                </a:lnTo>
                <a:lnTo>
                  <a:pt x="36" y="18446"/>
                </a:lnTo>
                <a:moveTo>
                  <a:pt x="36" y="18585"/>
                </a:moveTo>
                <a:lnTo>
                  <a:pt x="36" y="18655"/>
                </a:lnTo>
                <a:lnTo>
                  <a:pt x="0" y="18655"/>
                </a:lnTo>
                <a:lnTo>
                  <a:pt x="0" y="18585"/>
                </a:lnTo>
                <a:lnTo>
                  <a:pt x="36" y="18585"/>
                </a:lnTo>
                <a:moveTo>
                  <a:pt x="36" y="18725"/>
                </a:moveTo>
                <a:lnTo>
                  <a:pt x="36" y="18795"/>
                </a:lnTo>
                <a:lnTo>
                  <a:pt x="0" y="18795"/>
                </a:lnTo>
                <a:lnTo>
                  <a:pt x="0" y="18725"/>
                </a:lnTo>
                <a:lnTo>
                  <a:pt x="36" y="18725"/>
                </a:lnTo>
                <a:moveTo>
                  <a:pt x="36" y="18865"/>
                </a:moveTo>
                <a:lnTo>
                  <a:pt x="36" y="18935"/>
                </a:lnTo>
                <a:lnTo>
                  <a:pt x="0" y="18935"/>
                </a:lnTo>
                <a:lnTo>
                  <a:pt x="0" y="18865"/>
                </a:lnTo>
                <a:lnTo>
                  <a:pt x="36" y="18865"/>
                </a:lnTo>
                <a:moveTo>
                  <a:pt x="36" y="19005"/>
                </a:moveTo>
                <a:lnTo>
                  <a:pt x="36" y="19075"/>
                </a:lnTo>
                <a:lnTo>
                  <a:pt x="0" y="19075"/>
                </a:lnTo>
                <a:lnTo>
                  <a:pt x="0" y="19005"/>
                </a:lnTo>
                <a:lnTo>
                  <a:pt x="36" y="19005"/>
                </a:lnTo>
                <a:moveTo>
                  <a:pt x="36" y="19144"/>
                </a:moveTo>
                <a:lnTo>
                  <a:pt x="36" y="19214"/>
                </a:lnTo>
                <a:lnTo>
                  <a:pt x="0" y="19214"/>
                </a:lnTo>
                <a:lnTo>
                  <a:pt x="0" y="19144"/>
                </a:lnTo>
                <a:lnTo>
                  <a:pt x="36" y="19144"/>
                </a:lnTo>
                <a:moveTo>
                  <a:pt x="36" y="19284"/>
                </a:moveTo>
                <a:lnTo>
                  <a:pt x="36" y="19354"/>
                </a:lnTo>
                <a:lnTo>
                  <a:pt x="0" y="19354"/>
                </a:lnTo>
                <a:lnTo>
                  <a:pt x="0" y="19284"/>
                </a:lnTo>
                <a:lnTo>
                  <a:pt x="36" y="19284"/>
                </a:lnTo>
                <a:moveTo>
                  <a:pt x="36" y="19424"/>
                </a:moveTo>
                <a:lnTo>
                  <a:pt x="36" y="19494"/>
                </a:lnTo>
                <a:lnTo>
                  <a:pt x="0" y="19494"/>
                </a:lnTo>
                <a:lnTo>
                  <a:pt x="0" y="19424"/>
                </a:lnTo>
                <a:lnTo>
                  <a:pt x="36" y="19424"/>
                </a:lnTo>
                <a:moveTo>
                  <a:pt x="36" y="19564"/>
                </a:moveTo>
                <a:lnTo>
                  <a:pt x="36" y="19634"/>
                </a:lnTo>
                <a:lnTo>
                  <a:pt x="0" y="19634"/>
                </a:lnTo>
                <a:lnTo>
                  <a:pt x="0" y="19564"/>
                </a:lnTo>
                <a:lnTo>
                  <a:pt x="36" y="19564"/>
                </a:lnTo>
                <a:moveTo>
                  <a:pt x="36" y="19703"/>
                </a:moveTo>
                <a:lnTo>
                  <a:pt x="36" y="19773"/>
                </a:lnTo>
                <a:lnTo>
                  <a:pt x="0" y="19773"/>
                </a:lnTo>
                <a:lnTo>
                  <a:pt x="0" y="19703"/>
                </a:lnTo>
                <a:lnTo>
                  <a:pt x="36" y="19703"/>
                </a:lnTo>
                <a:moveTo>
                  <a:pt x="36" y="19843"/>
                </a:moveTo>
                <a:lnTo>
                  <a:pt x="36" y="19913"/>
                </a:lnTo>
                <a:lnTo>
                  <a:pt x="0" y="19913"/>
                </a:lnTo>
                <a:lnTo>
                  <a:pt x="0" y="19843"/>
                </a:lnTo>
                <a:lnTo>
                  <a:pt x="36" y="19843"/>
                </a:lnTo>
                <a:moveTo>
                  <a:pt x="36" y="19983"/>
                </a:moveTo>
                <a:lnTo>
                  <a:pt x="36" y="20053"/>
                </a:lnTo>
                <a:lnTo>
                  <a:pt x="0" y="20053"/>
                </a:lnTo>
                <a:lnTo>
                  <a:pt x="0" y="19983"/>
                </a:lnTo>
                <a:lnTo>
                  <a:pt x="36" y="19983"/>
                </a:lnTo>
                <a:moveTo>
                  <a:pt x="36" y="20123"/>
                </a:moveTo>
                <a:lnTo>
                  <a:pt x="36" y="20192"/>
                </a:lnTo>
                <a:lnTo>
                  <a:pt x="0" y="20192"/>
                </a:lnTo>
                <a:lnTo>
                  <a:pt x="0" y="20123"/>
                </a:lnTo>
                <a:lnTo>
                  <a:pt x="36" y="20123"/>
                </a:lnTo>
                <a:moveTo>
                  <a:pt x="36" y="20262"/>
                </a:moveTo>
                <a:lnTo>
                  <a:pt x="36" y="20332"/>
                </a:lnTo>
                <a:lnTo>
                  <a:pt x="0" y="20332"/>
                </a:lnTo>
                <a:lnTo>
                  <a:pt x="0" y="20262"/>
                </a:lnTo>
                <a:lnTo>
                  <a:pt x="36" y="20262"/>
                </a:lnTo>
                <a:moveTo>
                  <a:pt x="36" y="20402"/>
                </a:moveTo>
                <a:lnTo>
                  <a:pt x="36" y="20472"/>
                </a:lnTo>
                <a:lnTo>
                  <a:pt x="0" y="20472"/>
                </a:lnTo>
                <a:lnTo>
                  <a:pt x="0" y="20402"/>
                </a:lnTo>
                <a:lnTo>
                  <a:pt x="36" y="20402"/>
                </a:lnTo>
                <a:moveTo>
                  <a:pt x="36" y="20542"/>
                </a:moveTo>
                <a:lnTo>
                  <a:pt x="36" y="20612"/>
                </a:lnTo>
                <a:lnTo>
                  <a:pt x="0" y="20612"/>
                </a:lnTo>
                <a:lnTo>
                  <a:pt x="0" y="20542"/>
                </a:lnTo>
                <a:lnTo>
                  <a:pt x="36" y="20542"/>
                </a:lnTo>
                <a:moveTo>
                  <a:pt x="36" y="20682"/>
                </a:moveTo>
                <a:lnTo>
                  <a:pt x="36" y="20751"/>
                </a:lnTo>
                <a:lnTo>
                  <a:pt x="0" y="20751"/>
                </a:lnTo>
                <a:lnTo>
                  <a:pt x="0" y="20682"/>
                </a:lnTo>
                <a:lnTo>
                  <a:pt x="36" y="20682"/>
                </a:lnTo>
                <a:moveTo>
                  <a:pt x="36" y="20821"/>
                </a:moveTo>
                <a:lnTo>
                  <a:pt x="36" y="20891"/>
                </a:lnTo>
                <a:lnTo>
                  <a:pt x="0" y="20891"/>
                </a:lnTo>
                <a:lnTo>
                  <a:pt x="0" y="20821"/>
                </a:lnTo>
                <a:lnTo>
                  <a:pt x="36" y="20821"/>
                </a:lnTo>
                <a:moveTo>
                  <a:pt x="36" y="20961"/>
                </a:moveTo>
                <a:lnTo>
                  <a:pt x="36" y="21008"/>
                </a:lnTo>
                <a:lnTo>
                  <a:pt x="0" y="21008"/>
                </a:lnTo>
                <a:lnTo>
                  <a:pt x="0" y="20961"/>
                </a:lnTo>
                <a:lnTo>
                  <a:pt x="36" y="20961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9" name=""/>
          <p:cNvSpPr/>
          <p:nvPr/>
        </p:nvSpPr>
        <p:spPr>
          <a:xfrm>
            <a:off x="986040" y="-1820880"/>
            <a:ext cx="12960" cy="8476560"/>
          </a:xfrm>
          <a:custGeom>
            <a:avLst/>
            <a:gdLst/>
            <a:ahLst/>
            <a:rect l="0" t="0" r="r" b="b"/>
            <a:pathLst>
              <a:path w="36" h="23546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9"/>
                </a:lnTo>
                <a:lnTo>
                  <a:pt x="0" y="349"/>
                </a:lnTo>
                <a:lnTo>
                  <a:pt x="0" y="279"/>
                </a:lnTo>
                <a:lnTo>
                  <a:pt x="36" y="279"/>
                </a:lnTo>
                <a:moveTo>
                  <a:pt x="36" y="419"/>
                </a:moveTo>
                <a:lnTo>
                  <a:pt x="36" y="489"/>
                </a:lnTo>
                <a:lnTo>
                  <a:pt x="0" y="489"/>
                </a:lnTo>
                <a:lnTo>
                  <a:pt x="0" y="419"/>
                </a:lnTo>
                <a:lnTo>
                  <a:pt x="36" y="419"/>
                </a:lnTo>
                <a:moveTo>
                  <a:pt x="36" y="559"/>
                </a:moveTo>
                <a:lnTo>
                  <a:pt x="36" y="628"/>
                </a:lnTo>
                <a:lnTo>
                  <a:pt x="0" y="628"/>
                </a:lnTo>
                <a:lnTo>
                  <a:pt x="0" y="559"/>
                </a:lnTo>
                <a:lnTo>
                  <a:pt x="36" y="559"/>
                </a:lnTo>
                <a:moveTo>
                  <a:pt x="36" y="698"/>
                </a:moveTo>
                <a:lnTo>
                  <a:pt x="36" y="768"/>
                </a:lnTo>
                <a:lnTo>
                  <a:pt x="0" y="768"/>
                </a:lnTo>
                <a:lnTo>
                  <a:pt x="0" y="698"/>
                </a:lnTo>
                <a:lnTo>
                  <a:pt x="36" y="698"/>
                </a:lnTo>
                <a:moveTo>
                  <a:pt x="36" y="838"/>
                </a:moveTo>
                <a:lnTo>
                  <a:pt x="36" y="908"/>
                </a:lnTo>
                <a:lnTo>
                  <a:pt x="0" y="908"/>
                </a:lnTo>
                <a:lnTo>
                  <a:pt x="0" y="838"/>
                </a:lnTo>
                <a:lnTo>
                  <a:pt x="36" y="838"/>
                </a:lnTo>
                <a:moveTo>
                  <a:pt x="36" y="978"/>
                </a:moveTo>
                <a:lnTo>
                  <a:pt x="36" y="1048"/>
                </a:lnTo>
                <a:lnTo>
                  <a:pt x="0" y="1048"/>
                </a:lnTo>
                <a:lnTo>
                  <a:pt x="0" y="978"/>
                </a:lnTo>
                <a:lnTo>
                  <a:pt x="36" y="978"/>
                </a:lnTo>
                <a:moveTo>
                  <a:pt x="36" y="1118"/>
                </a:moveTo>
                <a:lnTo>
                  <a:pt x="36" y="1187"/>
                </a:lnTo>
                <a:lnTo>
                  <a:pt x="0" y="1187"/>
                </a:lnTo>
                <a:lnTo>
                  <a:pt x="0" y="1118"/>
                </a:lnTo>
                <a:lnTo>
                  <a:pt x="36" y="1118"/>
                </a:lnTo>
                <a:moveTo>
                  <a:pt x="36" y="1257"/>
                </a:moveTo>
                <a:lnTo>
                  <a:pt x="36" y="1327"/>
                </a:lnTo>
                <a:lnTo>
                  <a:pt x="0" y="1327"/>
                </a:lnTo>
                <a:lnTo>
                  <a:pt x="0" y="1257"/>
                </a:lnTo>
                <a:lnTo>
                  <a:pt x="36" y="1257"/>
                </a:lnTo>
                <a:moveTo>
                  <a:pt x="36" y="1397"/>
                </a:moveTo>
                <a:lnTo>
                  <a:pt x="36" y="1467"/>
                </a:lnTo>
                <a:lnTo>
                  <a:pt x="0" y="1467"/>
                </a:lnTo>
                <a:lnTo>
                  <a:pt x="0" y="1397"/>
                </a:lnTo>
                <a:lnTo>
                  <a:pt x="36" y="1397"/>
                </a:lnTo>
                <a:moveTo>
                  <a:pt x="36" y="1537"/>
                </a:moveTo>
                <a:lnTo>
                  <a:pt x="36" y="1607"/>
                </a:lnTo>
                <a:lnTo>
                  <a:pt x="0" y="1607"/>
                </a:lnTo>
                <a:lnTo>
                  <a:pt x="0" y="1537"/>
                </a:lnTo>
                <a:lnTo>
                  <a:pt x="36" y="1537"/>
                </a:lnTo>
                <a:moveTo>
                  <a:pt x="36" y="1677"/>
                </a:moveTo>
                <a:lnTo>
                  <a:pt x="36" y="1746"/>
                </a:lnTo>
                <a:lnTo>
                  <a:pt x="0" y="1746"/>
                </a:lnTo>
                <a:lnTo>
                  <a:pt x="0" y="1677"/>
                </a:lnTo>
                <a:lnTo>
                  <a:pt x="36" y="1677"/>
                </a:lnTo>
                <a:moveTo>
                  <a:pt x="36" y="1816"/>
                </a:moveTo>
                <a:lnTo>
                  <a:pt x="36" y="1886"/>
                </a:lnTo>
                <a:lnTo>
                  <a:pt x="0" y="1886"/>
                </a:lnTo>
                <a:lnTo>
                  <a:pt x="0" y="1816"/>
                </a:lnTo>
                <a:lnTo>
                  <a:pt x="36" y="1816"/>
                </a:lnTo>
                <a:moveTo>
                  <a:pt x="36" y="1956"/>
                </a:moveTo>
                <a:lnTo>
                  <a:pt x="36" y="2026"/>
                </a:lnTo>
                <a:lnTo>
                  <a:pt x="0" y="2026"/>
                </a:lnTo>
                <a:lnTo>
                  <a:pt x="0" y="1956"/>
                </a:lnTo>
                <a:lnTo>
                  <a:pt x="36" y="1956"/>
                </a:lnTo>
                <a:moveTo>
                  <a:pt x="36" y="2096"/>
                </a:moveTo>
                <a:lnTo>
                  <a:pt x="36" y="2166"/>
                </a:lnTo>
                <a:lnTo>
                  <a:pt x="0" y="2166"/>
                </a:lnTo>
                <a:lnTo>
                  <a:pt x="0" y="2096"/>
                </a:lnTo>
                <a:lnTo>
                  <a:pt x="36" y="2096"/>
                </a:lnTo>
                <a:moveTo>
                  <a:pt x="36" y="2235"/>
                </a:moveTo>
                <a:lnTo>
                  <a:pt x="36" y="2305"/>
                </a:lnTo>
                <a:lnTo>
                  <a:pt x="0" y="2305"/>
                </a:lnTo>
                <a:lnTo>
                  <a:pt x="0" y="2235"/>
                </a:lnTo>
                <a:lnTo>
                  <a:pt x="36" y="2235"/>
                </a:lnTo>
                <a:moveTo>
                  <a:pt x="36" y="2375"/>
                </a:moveTo>
                <a:lnTo>
                  <a:pt x="36" y="2445"/>
                </a:lnTo>
                <a:lnTo>
                  <a:pt x="0" y="2445"/>
                </a:lnTo>
                <a:lnTo>
                  <a:pt x="0" y="2375"/>
                </a:lnTo>
                <a:lnTo>
                  <a:pt x="36" y="2375"/>
                </a:lnTo>
                <a:moveTo>
                  <a:pt x="36" y="2515"/>
                </a:moveTo>
                <a:lnTo>
                  <a:pt x="36" y="2585"/>
                </a:lnTo>
                <a:lnTo>
                  <a:pt x="0" y="2585"/>
                </a:lnTo>
                <a:lnTo>
                  <a:pt x="0" y="2515"/>
                </a:lnTo>
                <a:lnTo>
                  <a:pt x="36" y="2515"/>
                </a:lnTo>
                <a:moveTo>
                  <a:pt x="36" y="2655"/>
                </a:moveTo>
                <a:lnTo>
                  <a:pt x="36" y="2725"/>
                </a:lnTo>
                <a:lnTo>
                  <a:pt x="0" y="2725"/>
                </a:lnTo>
                <a:lnTo>
                  <a:pt x="0" y="2655"/>
                </a:lnTo>
                <a:lnTo>
                  <a:pt x="36" y="2655"/>
                </a:lnTo>
                <a:moveTo>
                  <a:pt x="36" y="2794"/>
                </a:moveTo>
                <a:lnTo>
                  <a:pt x="36" y="2864"/>
                </a:lnTo>
                <a:lnTo>
                  <a:pt x="0" y="2864"/>
                </a:lnTo>
                <a:lnTo>
                  <a:pt x="0" y="2794"/>
                </a:lnTo>
                <a:lnTo>
                  <a:pt x="36" y="2794"/>
                </a:lnTo>
                <a:moveTo>
                  <a:pt x="36" y="2934"/>
                </a:moveTo>
                <a:lnTo>
                  <a:pt x="36" y="3004"/>
                </a:lnTo>
                <a:lnTo>
                  <a:pt x="0" y="3004"/>
                </a:lnTo>
                <a:lnTo>
                  <a:pt x="0" y="2934"/>
                </a:lnTo>
                <a:lnTo>
                  <a:pt x="36" y="2934"/>
                </a:lnTo>
                <a:moveTo>
                  <a:pt x="36" y="3074"/>
                </a:moveTo>
                <a:lnTo>
                  <a:pt x="36" y="3144"/>
                </a:lnTo>
                <a:lnTo>
                  <a:pt x="0" y="3144"/>
                </a:lnTo>
                <a:lnTo>
                  <a:pt x="0" y="3074"/>
                </a:lnTo>
                <a:lnTo>
                  <a:pt x="36" y="3074"/>
                </a:lnTo>
                <a:moveTo>
                  <a:pt x="36" y="3214"/>
                </a:moveTo>
                <a:lnTo>
                  <a:pt x="36" y="3283"/>
                </a:lnTo>
                <a:lnTo>
                  <a:pt x="0" y="3283"/>
                </a:lnTo>
                <a:lnTo>
                  <a:pt x="0" y="3214"/>
                </a:lnTo>
                <a:lnTo>
                  <a:pt x="36" y="3214"/>
                </a:lnTo>
                <a:moveTo>
                  <a:pt x="36" y="3353"/>
                </a:moveTo>
                <a:lnTo>
                  <a:pt x="36" y="3423"/>
                </a:lnTo>
                <a:lnTo>
                  <a:pt x="0" y="3423"/>
                </a:lnTo>
                <a:lnTo>
                  <a:pt x="0" y="3353"/>
                </a:lnTo>
                <a:lnTo>
                  <a:pt x="36" y="3353"/>
                </a:lnTo>
                <a:moveTo>
                  <a:pt x="36" y="3493"/>
                </a:moveTo>
                <a:lnTo>
                  <a:pt x="36" y="3563"/>
                </a:lnTo>
                <a:lnTo>
                  <a:pt x="0" y="3563"/>
                </a:lnTo>
                <a:lnTo>
                  <a:pt x="0" y="3493"/>
                </a:lnTo>
                <a:lnTo>
                  <a:pt x="36" y="3493"/>
                </a:lnTo>
                <a:moveTo>
                  <a:pt x="36" y="3633"/>
                </a:moveTo>
                <a:lnTo>
                  <a:pt x="36" y="3703"/>
                </a:lnTo>
                <a:lnTo>
                  <a:pt x="0" y="3703"/>
                </a:lnTo>
                <a:lnTo>
                  <a:pt x="0" y="3633"/>
                </a:lnTo>
                <a:lnTo>
                  <a:pt x="36" y="3633"/>
                </a:lnTo>
                <a:moveTo>
                  <a:pt x="36" y="3773"/>
                </a:moveTo>
                <a:lnTo>
                  <a:pt x="36" y="3842"/>
                </a:lnTo>
                <a:lnTo>
                  <a:pt x="0" y="3842"/>
                </a:lnTo>
                <a:lnTo>
                  <a:pt x="0" y="3773"/>
                </a:lnTo>
                <a:lnTo>
                  <a:pt x="36" y="3773"/>
                </a:lnTo>
                <a:moveTo>
                  <a:pt x="36" y="3912"/>
                </a:moveTo>
                <a:lnTo>
                  <a:pt x="36" y="3982"/>
                </a:lnTo>
                <a:lnTo>
                  <a:pt x="0" y="3982"/>
                </a:lnTo>
                <a:lnTo>
                  <a:pt x="0" y="3912"/>
                </a:lnTo>
                <a:lnTo>
                  <a:pt x="36" y="3912"/>
                </a:lnTo>
                <a:moveTo>
                  <a:pt x="36" y="4052"/>
                </a:moveTo>
                <a:lnTo>
                  <a:pt x="36" y="4122"/>
                </a:lnTo>
                <a:lnTo>
                  <a:pt x="0" y="4122"/>
                </a:lnTo>
                <a:lnTo>
                  <a:pt x="0" y="4052"/>
                </a:lnTo>
                <a:lnTo>
                  <a:pt x="36" y="4052"/>
                </a:lnTo>
                <a:moveTo>
                  <a:pt x="36" y="4192"/>
                </a:moveTo>
                <a:lnTo>
                  <a:pt x="36" y="4262"/>
                </a:lnTo>
                <a:lnTo>
                  <a:pt x="0" y="4262"/>
                </a:lnTo>
                <a:lnTo>
                  <a:pt x="0" y="4192"/>
                </a:lnTo>
                <a:lnTo>
                  <a:pt x="36" y="4192"/>
                </a:lnTo>
                <a:moveTo>
                  <a:pt x="36" y="4331"/>
                </a:moveTo>
                <a:lnTo>
                  <a:pt x="36" y="4401"/>
                </a:lnTo>
                <a:lnTo>
                  <a:pt x="0" y="4401"/>
                </a:lnTo>
                <a:lnTo>
                  <a:pt x="0" y="4331"/>
                </a:lnTo>
                <a:lnTo>
                  <a:pt x="36" y="4331"/>
                </a:lnTo>
                <a:moveTo>
                  <a:pt x="36" y="4471"/>
                </a:moveTo>
                <a:lnTo>
                  <a:pt x="36" y="4541"/>
                </a:lnTo>
                <a:lnTo>
                  <a:pt x="0" y="4541"/>
                </a:lnTo>
                <a:lnTo>
                  <a:pt x="0" y="4471"/>
                </a:lnTo>
                <a:lnTo>
                  <a:pt x="36" y="4471"/>
                </a:lnTo>
                <a:moveTo>
                  <a:pt x="36" y="4611"/>
                </a:moveTo>
                <a:lnTo>
                  <a:pt x="36" y="4681"/>
                </a:lnTo>
                <a:lnTo>
                  <a:pt x="0" y="4681"/>
                </a:lnTo>
                <a:lnTo>
                  <a:pt x="0" y="4611"/>
                </a:lnTo>
                <a:lnTo>
                  <a:pt x="36" y="4611"/>
                </a:lnTo>
                <a:moveTo>
                  <a:pt x="36" y="4751"/>
                </a:moveTo>
                <a:lnTo>
                  <a:pt x="36" y="4821"/>
                </a:lnTo>
                <a:lnTo>
                  <a:pt x="0" y="4821"/>
                </a:lnTo>
                <a:lnTo>
                  <a:pt x="0" y="4751"/>
                </a:lnTo>
                <a:lnTo>
                  <a:pt x="36" y="4751"/>
                </a:lnTo>
                <a:moveTo>
                  <a:pt x="36" y="4890"/>
                </a:moveTo>
                <a:lnTo>
                  <a:pt x="36" y="4960"/>
                </a:lnTo>
                <a:lnTo>
                  <a:pt x="0" y="4960"/>
                </a:lnTo>
                <a:lnTo>
                  <a:pt x="0" y="4890"/>
                </a:lnTo>
                <a:lnTo>
                  <a:pt x="36" y="4890"/>
                </a:lnTo>
                <a:moveTo>
                  <a:pt x="36" y="5030"/>
                </a:moveTo>
                <a:lnTo>
                  <a:pt x="36" y="5100"/>
                </a:lnTo>
                <a:lnTo>
                  <a:pt x="0" y="5100"/>
                </a:lnTo>
                <a:lnTo>
                  <a:pt x="0" y="5030"/>
                </a:lnTo>
                <a:lnTo>
                  <a:pt x="36" y="5030"/>
                </a:lnTo>
                <a:moveTo>
                  <a:pt x="36" y="5170"/>
                </a:moveTo>
                <a:lnTo>
                  <a:pt x="36" y="5240"/>
                </a:lnTo>
                <a:lnTo>
                  <a:pt x="0" y="5240"/>
                </a:lnTo>
                <a:lnTo>
                  <a:pt x="0" y="5170"/>
                </a:lnTo>
                <a:lnTo>
                  <a:pt x="36" y="5170"/>
                </a:lnTo>
                <a:moveTo>
                  <a:pt x="36" y="5310"/>
                </a:moveTo>
                <a:lnTo>
                  <a:pt x="36" y="5379"/>
                </a:lnTo>
                <a:lnTo>
                  <a:pt x="0" y="5379"/>
                </a:lnTo>
                <a:lnTo>
                  <a:pt x="0" y="5310"/>
                </a:lnTo>
                <a:lnTo>
                  <a:pt x="36" y="5310"/>
                </a:lnTo>
                <a:moveTo>
                  <a:pt x="36" y="5449"/>
                </a:moveTo>
                <a:lnTo>
                  <a:pt x="36" y="5519"/>
                </a:lnTo>
                <a:lnTo>
                  <a:pt x="0" y="5519"/>
                </a:lnTo>
                <a:lnTo>
                  <a:pt x="0" y="5449"/>
                </a:lnTo>
                <a:lnTo>
                  <a:pt x="36" y="5449"/>
                </a:lnTo>
                <a:moveTo>
                  <a:pt x="36" y="5589"/>
                </a:moveTo>
                <a:lnTo>
                  <a:pt x="36" y="5659"/>
                </a:lnTo>
                <a:lnTo>
                  <a:pt x="0" y="5659"/>
                </a:lnTo>
                <a:lnTo>
                  <a:pt x="0" y="5589"/>
                </a:lnTo>
                <a:lnTo>
                  <a:pt x="36" y="5589"/>
                </a:lnTo>
                <a:moveTo>
                  <a:pt x="36" y="5729"/>
                </a:moveTo>
                <a:lnTo>
                  <a:pt x="36" y="5799"/>
                </a:lnTo>
                <a:lnTo>
                  <a:pt x="0" y="5799"/>
                </a:lnTo>
                <a:lnTo>
                  <a:pt x="0" y="5729"/>
                </a:lnTo>
                <a:lnTo>
                  <a:pt x="36" y="5729"/>
                </a:lnTo>
                <a:moveTo>
                  <a:pt x="36" y="5869"/>
                </a:moveTo>
                <a:lnTo>
                  <a:pt x="36" y="5938"/>
                </a:lnTo>
                <a:lnTo>
                  <a:pt x="0" y="5938"/>
                </a:lnTo>
                <a:lnTo>
                  <a:pt x="0" y="5869"/>
                </a:lnTo>
                <a:lnTo>
                  <a:pt x="36" y="5869"/>
                </a:lnTo>
                <a:moveTo>
                  <a:pt x="36" y="6008"/>
                </a:moveTo>
                <a:lnTo>
                  <a:pt x="36" y="6078"/>
                </a:lnTo>
                <a:lnTo>
                  <a:pt x="0" y="6078"/>
                </a:lnTo>
                <a:lnTo>
                  <a:pt x="0" y="6008"/>
                </a:lnTo>
                <a:lnTo>
                  <a:pt x="36" y="6008"/>
                </a:lnTo>
                <a:moveTo>
                  <a:pt x="36" y="6148"/>
                </a:moveTo>
                <a:lnTo>
                  <a:pt x="36" y="6218"/>
                </a:lnTo>
                <a:lnTo>
                  <a:pt x="0" y="6218"/>
                </a:lnTo>
                <a:lnTo>
                  <a:pt x="0" y="6148"/>
                </a:lnTo>
                <a:lnTo>
                  <a:pt x="36" y="6148"/>
                </a:lnTo>
                <a:moveTo>
                  <a:pt x="36" y="6288"/>
                </a:moveTo>
                <a:lnTo>
                  <a:pt x="36" y="6358"/>
                </a:lnTo>
                <a:lnTo>
                  <a:pt x="0" y="6358"/>
                </a:lnTo>
                <a:lnTo>
                  <a:pt x="0" y="6288"/>
                </a:lnTo>
                <a:lnTo>
                  <a:pt x="36" y="6288"/>
                </a:lnTo>
                <a:moveTo>
                  <a:pt x="36" y="6428"/>
                </a:moveTo>
                <a:lnTo>
                  <a:pt x="36" y="6497"/>
                </a:lnTo>
                <a:lnTo>
                  <a:pt x="0" y="6497"/>
                </a:lnTo>
                <a:lnTo>
                  <a:pt x="0" y="6428"/>
                </a:lnTo>
                <a:lnTo>
                  <a:pt x="36" y="6428"/>
                </a:lnTo>
                <a:moveTo>
                  <a:pt x="36" y="6567"/>
                </a:moveTo>
                <a:lnTo>
                  <a:pt x="36" y="6637"/>
                </a:lnTo>
                <a:lnTo>
                  <a:pt x="0" y="6637"/>
                </a:lnTo>
                <a:lnTo>
                  <a:pt x="0" y="6567"/>
                </a:lnTo>
                <a:lnTo>
                  <a:pt x="36" y="6567"/>
                </a:lnTo>
                <a:moveTo>
                  <a:pt x="36" y="6707"/>
                </a:moveTo>
                <a:lnTo>
                  <a:pt x="36" y="6777"/>
                </a:lnTo>
                <a:lnTo>
                  <a:pt x="0" y="6777"/>
                </a:lnTo>
                <a:lnTo>
                  <a:pt x="0" y="6707"/>
                </a:lnTo>
                <a:lnTo>
                  <a:pt x="36" y="6707"/>
                </a:lnTo>
                <a:moveTo>
                  <a:pt x="36" y="6847"/>
                </a:moveTo>
                <a:lnTo>
                  <a:pt x="36" y="6917"/>
                </a:lnTo>
                <a:lnTo>
                  <a:pt x="0" y="6917"/>
                </a:lnTo>
                <a:lnTo>
                  <a:pt x="0" y="6847"/>
                </a:lnTo>
                <a:lnTo>
                  <a:pt x="36" y="6847"/>
                </a:lnTo>
                <a:moveTo>
                  <a:pt x="36" y="6986"/>
                </a:moveTo>
                <a:lnTo>
                  <a:pt x="36" y="7056"/>
                </a:lnTo>
                <a:lnTo>
                  <a:pt x="0" y="7056"/>
                </a:lnTo>
                <a:lnTo>
                  <a:pt x="0" y="6986"/>
                </a:lnTo>
                <a:lnTo>
                  <a:pt x="36" y="6986"/>
                </a:lnTo>
                <a:moveTo>
                  <a:pt x="36" y="7126"/>
                </a:moveTo>
                <a:lnTo>
                  <a:pt x="36" y="7196"/>
                </a:lnTo>
                <a:lnTo>
                  <a:pt x="0" y="7196"/>
                </a:lnTo>
                <a:lnTo>
                  <a:pt x="0" y="7126"/>
                </a:lnTo>
                <a:lnTo>
                  <a:pt x="36" y="7126"/>
                </a:lnTo>
                <a:moveTo>
                  <a:pt x="36" y="7266"/>
                </a:moveTo>
                <a:lnTo>
                  <a:pt x="36" y="7336"/>
                </a:lnTo>
                <a:lnTo>
                  <a:pt x="0" y="7336"/>
                </a:lnTo>
                <a:lnTo>
                  <a:pt x="0" y="7266"/>
                </a:lnTo>
                <a:lnTo>
                  <a:pt x="36" y="7266"/>
                </a:lnTo>
                <a:moveTo>
                  <a:pt x="36" y="7406"/>
                </a:moveTo>
                <a:lnTo>
                  <a:pt x="36" y="7476"/>
                </a:lnTo>
                <a:lnTo>
                  <a:pt x="0" y="7476"/>
                </a:lnTo>
                <a:lnTo>
                  <a:pt x="0" y="7406"/>
                </a:lnTo>
                <a:lnTo>
                  <a:pt x="36" y="7406"/>
                </a:lnTo>
                <a:moveTo>
                  <a:pt x="36" y="7545"/>
                </a:moveTo>
                <a:lnTo>
                  <a:pt x="36" y="7615"/>
                </a:lnTo>
                <a:lnTo>
                  <a:pt x="0" y="7615"/>
                </a:lnTo>
                <a:lnTo>
                  <a:pt x="0" y="7545"/>
                </a:lnTo>
                <a:lnTo>
                  <a:pt x="36" y="7545"/>
                </a:lnTo>
                <a:moveTo>
                  <a:pt x="36" y="7685"/>
                </a:moveTo>
                <a:lnTo>
                  <a:pt x="36" y="7755"/>
                </a:lnTo>
                <a:lnTo>
                  <a:pt x="0" y="7755"/>
                </a:lnTo>
                <a:lnTo>
                  <a:pt x="0" y="7685"/>
                </a:lnTo>
                <a:lnTo>
                  <a:pt x="36" y="7685"/>
                </a:lnTo>
                <a:moveTo>
                  <a:pt x="36" y="7825"/>
                </a:moveTo>
                <a:lnTo>
                  <a:pt x="36" y="7895"/>
                </a:lnTo>
                <a:lnTo>
                  <a:pt x="0" y="7895"/>
                </a:lnTo>
                <a:lnTo>
                  <a:pt x="0" y="7825"/>
                </a:lnTo>
                <a:lnTo>
                  <a:pt x="36" y="7825"/>
                </a:lnTo>
                <a:moveTo>
                  <a:pt x="36" y="7965"/>
                </a:moveTo>
                <a:lnTo>
                  <a:pt x="36" y="8034"/>
                </a:lnTo>
                <a:lnTo>
                  <a:pt x="0" y="8034"/>
                </a:lnTo>
                <a:lnTo>
                  <a:pt x="0" y="7965"/>
                </a:lnTo>
                <a:lnTo>
                  <a:pt x="36" y="7965"/>
                </a:lnTo>
                <a:moveTo>
                  <a:pt x="36" y="8104"/>
                </a:moveTo>
                <a:lnTo>
                  <a:pt x="36" y="8174"/>
                </a:lnTo>
                <a:lnTo>
                  <a:pt x="0" y="8174"/>
                </a:lnTo>
                <a:lnTo>
                  <a:pt x="0" y="8104"/>
                </a:lnTo>
                <a:lnTo>
                  <a:pt x="36" y="8104"/>
                </a:lnTo>
                <a:moveTo>
                  <a:pt x="36" y="8244"/>
                </a:moveTo>
                <a:lnTo>
                  <a:pt x="36" y="8314"/>
                </a:lnTo>
                <a:lnTo>
                  <a:pt x="0" y="8314"/>
                </a:lnTo>
                <a:lnTo>
                  <a:pt x="0" y="8244"/>
                </a:lnTo>
                <a:lnTo>
                  <a:pt x="36" y="8244"/>
                </a:lnTo>
                <a:moveTo>
                  <a:pt x="36" y="8384"/>
                </a:moveTo>
                <a:lnTo>
                  <a:pt x="36" y="8454"/>
                </a:lnTo>
                <a:lnTo>
                  <a:pt x="0" y="8454"/>
                </a:lnTo>
                <a:lnTo>
                  <a:pt x="0" y="8384"/>
                </a:lnTo>
                <a:lnTo>
                  <a:pt x="36" y="8384"/>
                </a:lnTo>
                <a:moveTo>
                  <a:pt x="36" y="8524"/>
                </a:moveTo>
                <a:lnTo>
                  <a:pt x="36" y="8593"/>
                </a:lnTo>
                <a:lnTo>
                  <a:pt x="0" y="8593"/>
                </a:lnTo>
                <a:lnTo>
                  <a:pt x="0" y="8524"/>
                </a:lnTo>
                <a:lnTo>
                  <a:pt x="36" y="8524"/>
                </a:lnTo>
                <a:moveTo>
                  <a:pt x="36" y="8663"/>
                </a:moveTo>
                <a:lnTo>
                  <a:pt x="36" y="8733"/>
                </a:lnTo>
                <a:lnTo>
                  <a:pt x="0" y="8733"/>
                </a:lnTo>
                <a:lnTo>
                  <a:pt x="0" y="8663"/>
                </a:lnTo>
                <a:lnTo>
                  <a:pt x="36" y="8663"/>
                </a:lnTo>
                <a:moveTo>
                  <a:pt x="36" y="8803"/>
                </a:moveTo>
                <a:lnTo>
                  <a:pt x="36" y="8873"/>
                </a:lnTo>
                <a:lnTo>
                  <a:pt x="0" y="8873"/>
                </a:lnTo>
                <a:lnTo>
                  <a:pt x="0" y="8803"/>
                </a:lnTo>
                <a:lnTo>
                  <a:pt x="36" y="8803"/>
                </a:lnTo>
                <a:moveTo>
                  <a:pt x="36" y="8943"/>
                </a:moveTo>
                <a:lnTo>
                  <a:pt x="36" y="9013"/>
                </a:lnTo>
                <a:lnTo>
                  <a:pt x="0" y="9013"/>
                </a:lnTo>
                <a:lnTo>
                  <a:pt x="0" y="8943"/>
                </a:lnTo>
                <a:lnTo>
                  <a:pt x="36" y="8943"/>
                </a:lnTo>
                <a:moveTo>
                  <a:pt x="36" y="9082"/>
                </a:moveTo>
                <a:lnTo>
                  <a:pt x="36" y="9152"/>
                </a:lnTo>
                <a:lnTo>
                  <a:pt x="0" y="9152"/>
                </a:lnTo>
                <a:lnTo>
                  <a:pt x="0" y="9082"/>
                </a:lnTo>
                <a:lnTo>
                  <a:pt x="36" y="9082"/>
                </a:lnTo>
                <a:moveTo>
                  <a:pt x="36" y="9222"/>
                </a:moveTo>
                <a:lnTo>
                  <a:pt x="36" y="9292"/>
                </a:lnTo>
                <a:lnTo>
                  <a:pt x="0" y="9292"/>
                </a:lnTo>
                <a:lnTo>
                  <a:pt x="0" y="9222"/>
                </a:lnTo>
                <a:lnTo>
                  <a:pt x="36" y="9222"/>
                </a:lnTo>
                <a:moveTo>
                  <a:pt x="36" y="9362"/>
                </a:moveTo>
                <a:lnTo>
                  <a:pt x="36" y="9432"/>
                </a:lnTo>
                <a:lnTo>
                  <a:pt x="0" y="9432"/>
                </a:lnTo>
                <a:lnTo>
                  <a:pt x="0" y="9362"/>
                </a:lnTo>
                <a:lnTo>
                  <a:pt x="36" y="9362"/>
                </a:lnTo>
                <a:moveTo>
                  <a:pt x="36" y="9502"/>
                </a:moveTo>
                <a:lnTo>
                  <a:pt x="36" y="9572"/>
                </a:lnTo>
                <a:lnTo>
                  <a:pt x="0" y="9572"/>
                </a:lnTo>
                <a:lnTo>
                  <a:pt x="0" y="9502"/>
                </a:lnTo>
                <a:lnTo>
                  <a:pt x="36" y="9502"/>
                </a:lnTo>
                <a:moveTo>
                  <a:pt x="36" y="9641"/>
                </a:moveTo>
                <a:lnTo>
                  <a:pt x="36" y="9711"/>
                </a:lnTo>
                <a:lnTo>
                  <a:pt x="0" y="9711"/>
                </a:lnTo>
                <a:lnTo>
                  <a:pt x="0" y="9641"/>
                </a:lnTo>
                <a:lnTo>
                  <a:pt x="36" y="9641"/>
                </a:lnTo>
                <a:moveTo>
                  <a:pt x="36" y="9781"/>
                </a:moveTo>
                <a:lnTo>
                  <a:pt x="36" y="9851"/>
                </a:lnTo>
                <a:lnTo>
                  <a:pt x="0" y="9851"/>
                </a:lnTo>
                <a:lnTo>
                  <a:pt x="0" y="9781"/>
                </a:lnTo>
                <a:lnTo>
                  <a:pt x="36" y="9781"/>
                </a:lnTo>
                <a:moveTo>
                  <a:pt x="36" y="9921"/>
                </a:moveTo>
                <a:lnTo>
                  <a:pt x="36" y="9991"/>
                </a:lnTo>
                <a:lnTo>
                  <a:pt x="0" y="9991"/>
                </a:lnTo>
                <a:lnTo>
                  <a:pt x="0" y="9921"/>
                </a:lnTo>
                <a:lnTo>
                  <a:pt x="36" y="9921"/>
                </a:lnTo>
                <a:moveTo>
                  <a:pt x="36" y="10061"/>
                </a:moveTo>
                <a:lnTo>
                  <a:pt x="36" y="10130"/>
                </a:lnTo>
                <a:lnTo>
                  <a:pt x="0" y="10130"/>
                </a:lnTo>
                <a:lnTo>
                  <a:pt x="0" y="10061"/>
                </a:lnTo>
                <a:lnTo>
                  <a:pt x="36" y="10061"/>
                </a:lnTo>
                <a:moveTo>
                  <a:pt x="36" y="10200"/>
                </a:moveTo>
                <a:lnTo>
                  <a:pt x="36" y="10270"/>
                </a:lnTo>
                <a:lnTo>
                  <a:pt x="0" y="10270"/>
                </a:lnTo>
                <a:lnTo>
                  <a:pt x="0" y="10200"/>
                </a:lnTo>
                <a:lnTo>
                  <a:pt x="36" y="10200"/>
                </a:lnTo>
                <a:moveTo>
                  <a:pt x="36" y="10340"/>
                </a:moveTo>
                <a:lnTo>
                  <a:pt x="36" y="10410"/>
                </a:lnTo>
                <a:lnTo>
                  <a:pt x="0" y="10410"/>
                </a:lnTo>
                <a:lnTo>
                  <a:pt x="0" y="10340"/>
                </a:lnTo>
                <a:lnTo>
                  <a:pt x="36" y="10340"/>
                </a:lnTo>
                <a:moveTo>
                  <a:pt x="36" y="10480"/>
                </a:moveTo>
                <a:lnTo>
                  <a:pt x="36" y="10550"/>
                </a:lnTo>
                <a:lnTo>
                  <a:pt x="0" y="10550"/>
                </a:lnTo>
                <a:lnTo>
                  <a:pt x="0" y="10480"/>
                </a:lnTo>
                <a:lnTo>
                  <a:pt x="36" y="10480"/>
                </a:lnTo>
                <a:moveTo>
                  <a:pt x="36" y="10620"/>
                </a:moveTo>
                <a:lnTo>
                  <a:pt x="36" y="10689"/>
                </a:lnTo>
                <a:lnTo>
                  <a:pt x="0" y="10689"/>
                </a:lnTo>
                <a:lnTo>
                  <a:pt x="0" y="10620"/>
                </a:lnTo>
                <a:lnTo>
                  <a:pt x="36" y="10620"/>
                </a:lnTo>
                <a:moveTo>
                  <a:pt x="36" y="10759"/>
                </a:moveTo>
                <a:lnTo>
                  <a:pt x="36" y="10829"/>
                </a:lnTo>
                <a:lnTo>
                  <a:pt x="0" y="10829"/>
                </a:lnTo>
                <a:lnTo>
                  <a:pt x="0" y="10759"/>
                </a:lnTo>
                <a:lnTo>
                  <a:pt x="36" y="10759"/>
                </a:lnTo>
                <a:moveTo>
                  <a:pt x="36" y="10899"/>
                </a:moveTo>
                <a:lnTo>
                  <a:pt x="36" y="10969"/>
                </a:lnTo>
                <a:lnTo>
                  <a:pt x="0" y="10969"/>
                </a:lnTo>
                <a:lnTo>
                  <a:pt x="0" y="10899"/>
                </a:lnTo>
                <a:lnTo>
                  <a:pt x="36" y="10899"/>
                </a:lnTo>
                <a:moveTo>
                  <a:pt x="36" y="11039"/>
                </a:moveTo>
                <a:lnTo>
                  <a:pt x="36" y="11109"/>
                </a:lnTo>
                <a:lnTo>
                  <a:pt x="0" y="11109"/>
                </a:lnTo>
                <a:lnTo>
                  <a:pt x="0" y="11039"/>
                </a:lnTo>
                <a:lnTo>
                  <a:pt x="36" y="11039"/>
                </a:lnTo>
                <a:moveTo>
                  <a:pt x="36" y="11179"/>
                </a:moveTo>
                <a:lnTo>
                  <a:pt x="36" y="11248"/>
                </a:lnTo>
                <a:lnTo>
                  <a:pt x="0" y="11248"/>
                </a:lnTo>
                <a:lnTo>
                  <a:pt x="0" y="11179"/>
                </a:lnTo>
                <a:lnTo>
                  <a:pt x="36" y="11179"/>
                </a:lnTo>
                <a:moveTo>
                  <a:pt x="36" y="11318"/>
                </a:moveTo>
                <a:lnTo>
                  <a:pt x="36" y="11388"/>
                </a:lnTo>
                <a:lnTo>
                  <a:pt x="0" y="11388"/>
                </a:lnTo>
                <a:lnTo>
                  <a:pt x="0" y="11318"/>
                </a:lnTo>
                <a:lnTo>
                  <a:pt x="36" y="11318"/>
                </a:lnTo>
                <a:moveTo>
                  <a:pt x="36" y="11458"/>
                </a:moveTo>
                <a:lnTo>
                  <a:pt x="36" y="11528"/>
                </a:lnTo>
                <a:lnTo>
                  <a:pt x="0" y="11528"/>
                </a:lnTo>
                <a:lnTo>
                  <a:pt x="0" y="11458"/>
                </a:lnTo>
                <a:lnTo>
                  <a:pt x="36" y="11458"/>
                </a:lnTo>
                <a:moveTo>
                  <a:pt x="36" y="11598"/>
                </a:moveTo>
                <a:lnTo>
                  <a:pt x="36" y="11668"/>
                </a:lnTo>
                <a:lnTo>
                  <a:pt x="0" y="11668"/>
                </a:lnTo>
                <a:lnTo>
                  <a:pt x="0" y="11598"/>
                </a:lnTo>
                <a:lnTo>
                  <a:pt x="36" y="11598"/>
                </a:lnTo>
                <a:moveTo>
                  <a:pt x="36" y="11737"/>
                </a:moveTo>
                <a:lnTo>
                  <a:pt x="36" y="11807"/>
                </a:lnTo>
                <a:lnTo>
                  <a:pt x="0" y="11807"/>
                </a:lnTo>
                <a:lnTo>
                  <a:pt x="0" y="11737"/>
                </a:lnTo>
                <a:lnTo>
                  <a:pt x="36" y="11737"/>
                </a:lnTo>
                <a:moveTo>
                  <a:pt x="36" y="11877"/>
                </a:moveTo>
                <a:lnTo>
                  <a:pt x="36" y="11947"/>
                </a:lnTo>
                <a:lnTo>
                  <a:pt x="0" y="11947"/>
                </a:lnTo>
                <a:lnTo>
                  <a:pt x="0" y="11877"/>
                </a:lnTo>
                <a:lnTo>
                  <a:pt x="36" y="11877"/>
                </a:lnTo>
                <a:moveTo>
                  <a:pt x="36" y="12017"/>
                </a:moveTo>
                <a:lnTo>
                  <a:pt x="36" y="12087"/>
                </a:lnTo>
                <a:lnTo>
                  <a:pt x="0" y="12087"/>
                </a:lnTo>
                <a:lnTo>
                  <a:pt x="0" y="12017"/>
                </a:lnTo>
                <a:lnTo>
                  <a:pt x="36" y="12017"/>
                </a:lnTo>
                <a:moveTo>
                  <a:pt x="36" y="12157"/>
                </a:moveTo>
                <a:lnTo>
                  <a:pt x="36" y="12227"/>
                </a:lnTo>
                <a:lnTo>
                  <a:pt x="0" y="12227"/>
                </a:lnTo>
                <a:lnTo>
                  <a:pt x="0" y="12157"/>
                </a:lnTo>
                <a:lnTo>
                  <a:pt x="36" y="12157"/>
                </a:lnTo>
                <a:moveTo>
                  <a:pt x="36" y="12296"/>
                </a:moveTo>
                <a:lnTo>
                  <a:pt x="36" y="12366"/>
                </a:lnTo>
                <a:lnTo>
                  <a:pt x="0" y="12366"/>
                </a:lnTo>
                <a:lnTo>
                  <a:pt x="0" y="12296"/>
                </a:lnTo>
                <a:lnTo>
                  <a:pt x="36" y="12296"/>
                </a:lnTo>
                <a:moveTo>
                  <a:pt x="36" y="12436"/>
                </a:moveTo>
                <a:lnTo>
                  <a:pt x="36" y="12506"/>
                </a:lnTo>
                <a:lnTo>
                  <a:pt x="0" y="12506"/>
                </a:lnTo>
                <a:lnTo>
                  <a:pt x="0" y="12436"/>
                </a:lnTo>
                <a:lnTo>
                  <a:pt x="36" y="12436"/>
                </a:lnTo>
                <a:moveTo>
                  <a:pt x="36" y="12576"/>
                </a:moveTo>
                <a:lnTo>
                  <a:pt x="36" y="12646"/>
                </a:lnTo>
                <a:lnTo>
                  <a:pt x="0" y="12646"/>
                </a:lnTo>
                <a:lnTo>
                  <a:pt x="0" y="12576"/>
                </a:lnTo>
                <a:lnTo>
                  <a:pt x="36" y="12576"/>
                </a:lnTo>
                <a:moveTo>
                  <a:pt x="36" y="12716"/>
                </a:moveTo>
                <a:lnTo>
                  <a:pt x="36" y="12785"/>
                </a:lnTo>
                <a:lnTo>
                  <a:pt x="0" y="12785"/>
                </a:lnTo>
                <a:lnTo>
                  <a:pt x="0" y="12716"/>
                </a:lnTo>
                <a:lnTo>
                  <a:pt x="36" y="12716"/>
                </a:lnTo>
                <a:moveTo>
                  <a:pt x="36" y="12855"/>
                </a:moveTo>
                <a:lnTo>
                  <a:pt x="36" y="12925"/>
                </a:lnTo>
                <a:lnTo>
                  <a:pt x="0" y="12925"/>
                </a:lnTo>
                <a:lnTo>
                  <a:pt x="0" y="12855"/>
                </a:lnTo>
                <a:lnTo>
                  <a:pt x="36" y="12855"/>
                </a:lnTo>
                <a:moveTo>
                  <a:pt x="36" y="12995"/>
                </a:moveTo>
                <a:lnTo>
                  <a:pt x="36" y="13065"/>
                </a:lnTo>
                <a:lnTo>
                  <a:pt x="0" y="13065"/>
                </a:lnTo>
                <a:lnTo>
                  <a:pt x="0" y="12995"/>
                </a:lnTo>
                <a:lnTo>
                  <a:pt x="36" y="12995"/>
                </a:lnTo>
                <a:moveTo>
                  <a:pt x="36" y="13135"/>
                </a:moveTo>
                <a:lnTo>
                  <a:pt x="36" y="13205"/>
                </a:lnTo>
                <a:lnTo>
                  <a:pt x="0" y="13205"/>
                </a:lnTo>
                <a:lnTo>
                  <a:pt x="0" y="13135"/>
                </a:lnTo>
                <a:lnTo>
                  <a:pt x="36" y="13135"/>
                </a:lnTo>
                <a:moveTo>
                  <a:pt x="36" y="13275"/>
                </a:moveTo>
                <a:lnTo>
                  <a:pt x="36" y="13344"/>
                </a:lnTo>
                <a:lnTo>
                  <a:pt x="0" y="13344"/>
                </a:lnTo>
                <a:lnTo>
                  <a:pt x="0" y="13275"/>
                </a:lnTo>
                <a:lnTo>
                  <a:pt x="36" y="13275"/>
                </a:lnTo>
                <a:moveTo>
                  <a:pt x="36" y="13414"/>
                </a:moveTo>
                <a:lnTo>
                  <a:pt x="36" y="13484"/>
                </a:lnTo>
                <a:lnTo>
                  <a:pt x="0" y="13484"/>
                </a:lnTo>
                <a:lnTo>
                  <a:pt x="0" y="13414"/>
                </a:lnTo>
                <a:lnTo>
                  <a:pt x="36" y="13414"/>
                </a:lnTo>
                <a:moveTo>
                  <a:pt x="36" y="13554"/>
                </a:moveTo>
                <a:lnTo>
                  <a:pt x="36" y="13624"/>
                </a:lnTo>
                <a:lnTo>
                  <a:pt x="0" y="13624"/>
                </a:lnTo>
                <a:lnTo>
                  <a:pt x="0" y="13554"/>
                </a:lnTo>
                <a:lnTo>
                  <a:pt x="36" y="13554"/>
                </a:lnTo>
                <a:moveTo>
                  <a:pt x="36" y="13694"/>
                </a:moveTo>
                <a:lnTo>
                  <a:pt x="36" y="13764"/>
                </a:lnTo>
                <a:lnTo>
                  <a:pt x="0" y="13764"/>
                </a:lnTo>
                <a:lnTo>
                  <a:pt x="0" y="13694"/>
                </a:lnTo>
                <a:lnTo>
                  <a:pt x="36" y="13694"/>
                </a:lnTo>
                <a:moveTo>
                  <a:pt x="36" y="13833"/>
                </a:moveTo>
                <a:lnTo>
                  <a:pt x="36" y="13903"/>
                </a:lnTo>
                <a:lnTo>
                  <a:pt x="0" y="13903"/>
                </a:lnTo>
                <a:lnTo>
                  <a:pt x="0" y="13833"/>
                </a:lnTo>
                <a:lnTo>
                  <a:pt x="36" y="13833"/>
                </a:lnTo>
                <a:moveTo>
                  <a:pt x="36" y="13973"/>
                </a:moveTo>
                <a:lnTo>
                  <a:pt x="36" y="14043"/>
                </a:lnTo>
                <a:lnTo>
                  <a:pt x="0" y="14043"/>
                </a:lnTo>
                <a:lnTo>
                  <a:pt x="0" y="13973"/>
                </a:lnTo>
                <a:lnTo>
                  <a:pt x="36" y="13973"/>
                </a:lnTo>
                <a:moveTo>
                  <a:pt x="36" y="14113"/>
                </a:moveTo>
                <a:lnTo>
                  <a:pt x="36" y="14183"/>
                </a:lnTo>
                <a:lnTo>
                  <a:pt x="0" y="14183"/>
                </a:lnTo>
                <a:lnTo>
                  <a:pt x="0" y="14113"/>
                </a:lnTo>
                <a:lnTo>
                  <a:pt x="36" y="14113"/>
                </a:lnTo>
                <a:moveTo>
                  <a:pt x="36" y="14253"/>
                </a:moveTo>
                <a:lnTo>
                  <a:pt x="36" y="14323"/>
                </a:lnTo>
                <a:lnTo>
                  <a:pt x="0" y="14323"/>
                </a:lnTo>
                <a:lnTo>
                  <a:pt x="0" y="14253"/>
                </a:lnTo>
                <a:lnTo>
                  <a:pt x="36" y="14253"/>
                </a:lnTo>
                <a:moveTo>
                  <a:pt x="36" y="14392"/>
                </a:moveTo>
                <a:lnTo>
                  <a:pt x="36" y="14462"/>
                </a:lnTo>
                <a:lnTo>
                  <a:pt x="0" y="14462"/>
                </a:lnTo>
                <a:lnTo>
                  <a:pt x="0" y="14392"/>
                </a:lnTo>
                <a:lnTo>
                  <a:pt x="36" y="14392"/>
                </a:lnTo>
                <a:moveTo>
                  <a:pt x="36" y="14532"/>
                </a:moveTo>
                <a:lnTo>
                  <a:pt x="36" y="14602"/>
                </a:lnTo>
                <a:lnTo>
                  <a:pt x="0" y="14602"/>
                </a:lnTo>
                <a:lnTo>
                  <a:pt x="0" y="14532"/>
                </a:lnTo>
                <a:lnTo>
                  <a:pt x="36" y="14532"/>
                </a:lnTo>
                <a:moveTo>
                  <a:pt x="36" y="14672"/>
                </a:moveTo>
                <a:lnTo>
                  <a:pt x="36" y="14742"/>
                </a:lnTo>
                <a:lnTo>
                  <a:pt x="0" y="14742"/>
                </a:lnTo>
                <a:lnTo>
                  <a:pt x="0" y="14672"/>
                </a:lnTo>
                <a:lnTo>
                  <a:pt x="36" y="14672"/>
                </a:lnTo>
                <a:moveTo>
                  <a:pt x="36" y="14812"/>
                </a:moveTo>
                <a:lnTo>
                  <a:pt x="36" y="14882"/>
                </a:lnTo>
                <a:lnTo>
                  <a:pt x="0" y="14882"/>
                </a:lnTo>
                <a:lnTo>
                  <a:pt x="0" y="14812"/>
                </a:lnTo>
                <a:lnTo>
                  <a:pt x="36" y="14812"/>
                </a:lnTo>
                <a:moveTo>
                  <a:pt x="36" y="14951"/>
                </a:moveTo>
                <a:lnTo>
                  <a:pt x="36" y="15021"/>
                </a:lnTo>
                <a:lnTo>
                  <a:pt x="0" y="15021"/>
                </a:lnTo>
                <a:lnTo>
                  <a:pt x="0" y="14951"/>
                </a:lnTo>
                <a:lnTo>
                  <a:pt x="36" y="14951"/>
                </a:lnTo>
                <a:moveTo>
                  <a:pt x="36" y="15091"/>
                </a:moveTo>
                <a:lnTo>
                  <a:pt x="36" y="15161"/>
                </a:lnTo>
                <a:lnTo>
                  <a:pt x="0" y="15161"/>
                </a:lnTo>
                <a:lnTo>
                  <a:pt x="0" y="15091"/>
                </a:lnTo>
                <a:lnTo>
                  <a:pt x="36" y="15091"/>
                </a:lnTo>
                <a:moveTo>
                  <a:pt x="36" y="15231"/>
                </a:moveTo>
                <a:lnTo>
                  <a:pt x="36" y="15301"/>
                </a:lnTo>
                <a:lnTo>
                  <a:pt x="0" y="15301"/>
                </a:lnTo>
                <a:lnTo>
                  <a:pt x="0" y="15231"/>
                </a:lnTo>
                <a:lnTo>
                  <a:pt x="36" y="15231"/>
                </a:lnTo>
                <a:moveTo>
                  <a:pt x="36" y="15371"/>
                </a:moveTo>
                <a:lnTo>
                  <a:pt x="36" y="15440"/>
                </a:lnTo>
                <a:lnTo>
                  <a:pt x="0" y="15440"/>
                </a:lnTo>
                <a:lnTo>
                  <a:pt x="0" y="15371"/>
                </a:lnTo>
                <a:lnTo>
                  <a:pt x="36" y="15371"/>
                </a:lnTo>
                <a:moveTo>
                  <a:pt x="36" y="15510"/>
                </a:moveTo>
                <a:lnTo>
                  <a:pt x="36" y="15580"/>
                </a:lnTo>
                <a:lnTo>
                  <a:pt x="0" y="15580"/>
                </a:lnTo>
                <a:lnTo>
                  <a:pt x="0" y="15510"/>
                </a:lnTo>
                <a:lnTo>
                  <a:pt x="36" y="15510"/>
                </a:lnTo>
                <a:moveTo>
                  <a:pt x="36" y="15650"/>
                </a:moveTo>
                <a:lnTo>
                  <a:pt x="36" y="15720"/>
                </a:lnTo>
                <a:lnTo>
                  <a:pt x="0" y="15720"/>
                </a:lnTo>
                <a:lnTo>
                  <a:pt x="0" y="15650"/>
                </a:lnTo>
                <a:lnTo>
                  <a:pt x="36" y="15650"/>
                </a:lnTo>
                <a:moveTo>
                  <a:pt x="36" y="15790"/>
                </a:moveTo>
                <a:lnTo>
                  <a:pt x="36" y="15860"/>
                </a:lnTo>
                <a:lnTo>
                  <a:pt x="0" y="15860"/>
                </a:lnTo>
                <a:lnTo>
                  <a:pt x="0" y="15790"/>
                </a:lnTo>
                <a:lnTo>
                  <a:pt x="36" y="15790"/>
                </a:lnTo>
                <a:moveTo>
                  <a:pt x="36" y="15930"/>
                </a:moveTo>
                <a:lnTo>
                  <a:pt x="36" y="15999"/>
                </a:lnTo>
                <a:lnTo>
                  <a:pt x="0" y="15999"/>
                </a:lnTo>
                <a:lnTo>
                  <a:pt x="0" y="15930"/>
                </a:lnTo>
                <a:lnTo>
                  <a:pt x="36" y="15930"/>
                </a:lnTo>
                <a:moveTo>
                  <a:pt x="36" y="16069"/>
                </a:moveTo>
                <a:lnTo>
                  <a:pt x="36" y="16139"/>
                </a:lnTo>
                <a:lnTo>
                  <a:pt x="0" y="16139"/>
                </a:lnTo>
                <a:lnTo>
                  <a:pt x="0" y="16069"/>
                </a:lnTo>
                <a:lnTo>
                  <a:pt x="36" y="16069"/>
                </a:lnTo>
                <a:moveTo>
                  <a:pt x="36" y="16209"/>
                </a:moveTo>
                <a:lnTo>
                  <a:pt x="36" y="16279"/>
                </a:lnTo>
                <a:lnTo>
                  <a:pt x="0" y="16279"/>
                </a:lnTo>
                <a:lnTo>
                  <a:pt x="0" y="16209"/>
                </a:lnTo>
                <a:lnTo>
                  <a:pt x="36" y="16209"/>
                </a:lnTo>
                <a:moveTo>
                  <a:pt x="36" y="16349"/>
                </a:moveTo>
                <a:lnTo>
                  <a:pt x="36" y="16419"/>
                </a:lnTo>
                <a:lnTo>
                  <a:pt x="0" y="16419"/>
                </a:lnTo>
                <a:lnTo>
                  <a:pt x="0" y="16349"/>
                </a:lnTo>
                <a:lnTo>
                  <a:pt x="36" y="16349"/>
                </a:lnTo>
                <a:moveTo>
                  <a:pt x="36" y="16488"/>
                </a:moveTo>
                <a:lnTo>
                  <a:pt x="36" y="16558"/>
                </a:lnTo>
                <a:lnTo>
                  <a:pt x="0" y="16558"/>
                </a:lnTo>
                <a:lnTo>
                  <a:pt x="0" y="16488"/>
                </a:lnTo>
                <a:lnTo>
                  <a:pt x="36" y="16488"/>
                </a:lnTo>
                <a:moveTo>
                  <a:pt x="36" y="16628"/>
                </a:moveTo>
                <a:lnTo>
                  <a:pt x="36" y="16698"/>
                </a:lnTo>
                <a:lnTo>
                  <a:pt x="0" y="16698"/>
                </a:lnTo>
                <a:lnTo>
                  <a:pt x="0" y="16628"/>
                </a:lnTo>
                <a:lnTo>
                  <a:pt x="36" y="16628"/>
                </a:lnTo>
                <a:moveTo>
                  <a:pt x="36" y="16768"/>
                </a:moveTo>
                <a:lnTo>
                  <a:pt x="36" y="16839"/>
                </a:lnTo>
                <a:lnTo>
                  <a:pt x="0" y="16839"/>
                </a:lnTo>
                <a:lnTo>
                  <a:pt x="0" y="16768"/>
                </a:lnTo>
                <a:lnTo>
                  <a:pt x="36" y="16768"/>
                </a:lnTo>
                <a:moveTo>
                  <a:pt x="36" y="16909"/>
                </a:moveTo>
                <a:lnTo>
                  <a:pt x="36" y="16979"/>
                </a:lnTo>
                <a:lnTo>
                  <a:pt x="0" y="16979"/>
                </a:lnTo>
                <a:lnTo>
                  <a:pt x="0" y="16909"/>
                </a:lnTo>
                <a:lnTo>
                  <a:pt x="36" y="16909"/>
                </a:lnTo>
                <a:moveTo>
                  <a:pt x="36" y="17048"/>
                </a:moveTo>
                <a:lnTo>
                  <a:pt x="36" y="17118"/>
                </a:lnTo>
                <a:lnTo>
                  <a:pt x="0" y="17118"/>
                </a:lnTo>
                <a:lnTo>
                  <a:pt x="0" y="17048"/>
                </a:lnTo>
                <a:lnTo>
                  <a:pt x="36" y="17048"/>
                </a:lnTo>
                <a:moveTo>
                  <a:pt x="36" y="17188"/>
                </a:moveTo>
                <a:lnTo>
                  <a:pt x="36" y="17258"/>
                </a:lnTo>
                <a:lnTo>
                  <a:pt x="0" y="17258"/>
                </a:lnTo>
                <a:lnTo>
                  <a:pt x="0" y="17188"/>
                </a:lnTo>
                <a:lnTo>
                  <a:pt x="36" y="17188"/>
                </a:lnTo>
                <a:moveTo>
                  <a:pt x="36" y="17328"/>
                </a:moveTo>
                <a:lnTo>
                  <a:pt x="36" y="17398"/>
                </a:lnTo>
                <a:lnTo>
                  <a:pt x="0" y="17398"/>
                </a:lnTo>
                <a:lnTo>
                  <a:pt x="0" y="17328"/>
                </a:lnTo>
                <a:lnTo>
                  <a:pt x="36" y="17328"/>
                </a:lnTo>
                <a:moveTo>
                  <a:pt x="36" y="17468"/>
                </a:moveTo>
                <a:lnTo>
                  <a:pt x="36" y="17537"/>
                </a:lnTo>
                <a:lnTo>
                  <a:pt x="0" y="17537"/>
                </a:lnTo>
                <a:lnTo>
                  <a:pt x="0" y="17468"/>
                </a:lnTo>
                <a:lnTo>
                  <a:pt x="36" y="17468"/>
                </a:lnTo>
                <a:moveTo>
                  <a:pt x="36" y="17607"/>
                </a:moveTo>
                <a:lnTo>
                  <a:pt x="36" y="17677"/>
                </a:lnTo>
                <a:lnTo>
                  <a:pt x="0" y="17677"/>
                </a:lnTo>
                <a:lnTo>
                  <a:pt x="0" y="17607"/>
                </a:lnTo>
                <a:lnTo>
                  <a:pt x="36" y="17607"/>
                </a:lnTo>
                <a:moveTo>
                  <a:pt x="36" y="17747"/>
                </a:moveTo>
                <a:lnTo>
                  <a:pt x="36" y="17817"/>
                </a:lnTo>
                <a:lnTo>
                  <a:pt x="0" y="17817"/>
                </a:lnTo>
                <a:lnTo>
                  <a:pt x="0" y="17747"/>
                </a:lnTo>
                <a:lnTo>
                  <a:pt x="36" y="17747"/>
                </a:lnTo>
                <a:moveTo>
                  <a:pt x="36" y="17887"/>
                </a:moveTo>
                <a:lnTo>
                  <a:pt x="36" y="17957"/>
                </a:lnTo>
                <a:lnTo>
                  <a:pt x="0" y="17957"/>
                </a:lnTo>
                <a:lnTo>
                  <a:pt x="0" y="17887"/>
                </a:lnTo>
                <a:lnTo>
                  <a:pt x="36" y="17887"/>
                </a:lnTo>
                <a:moveTo>
                  <a:pt x="36" y="18027"/>
                </a:moveTo>
                <a:lnTo>
                  <a:pt x="36" y="18096"/>
                </a:lnTo>
                <a:lnTo>
                  <a:pt x="0" y="18096"/>
                </a:lnTo>
                <a:lnTo>
                  <a:pt x="0" y="18027"/>
                </a:lnTo>
                <a:lnTo>
                  <a:pt x="36" y="18027"/>
                </a:lnTo>
                <a:moveTo>
                  <a:pt x="36" y="18166"/>
                </a:moveTo>
                <a:lnTo>
                  <a:pt x="36" y="18236"/>
                </a:lnTo>
                <a:lnTo>
                  <a:pt x="0" y="18236"/>
                </a:lnTo>
                <a:lnTo>
                  <a:pt x="0" y="18166"/>
                </a:lnTo>
                <a:lnTo>
                  <a:pt x="36" y="18166"/>
                </a:lnTo>
                <a:moveTo>
                  <a:pt x="36" y="18306"/>
                </a:moveTo>
                <a:lnTo>
                  <a:pt x="36" y="18376"/>
                </a:lnTo>
                <a:lnTo>
                  <a:pt x="0" y="18376"/>
                </a:lnTo>
                <a:lnTo>
                  <a:pt x="0" y="18306"/>
                </a:lnTo>
                <a:lnTo>
                  <a:pt x="36" y="18306"/>
                </a:lnTo>
                <a:moveTo>
                  <a:pt x="36" y="18446"/>
                </a:moveTo>
                <a:lnTo>
                  <a:pt x="36" y="18516"/>
                </a:lnTo>
                <a:lnTo>
                  <a:pt x="0" y="18516"/>
                </a:lnTo>
                <a:lnTo>
                  <a:pt x="0" y="18446"/>
                </a:lnTo>
                <a:lnTo>
                  <a:pt x="36" y="18446"/>
                </a:lnTo>
                <a:moveTo>
                  <a:pt x="36" y="18585"/>
                </a:moveTo>
                <a:lnTo>
                  <a:pt x="36" y="18655"/>
                </a:lnTo>
                <a:lnTo>
                  <a:pt x="0" y="18655"/>
                </a:lnTo>
                <a:lnTo>
                  <a:pt x="0" y="18585"/>
                </a:lnTo>
                <a:lnTo>
                  <a:pt x="36" y="18585"/>
                </a:lnTo>
                <a:moveTo>
                  <a:pt x="36" y="18725"/>
                </a:moveTo>
                <a:lnTo>
                  <a:pt x="36" y="18795"/>
                </a:lnTo>
                <a:lnTo>
                  <a:pt x="0" y="18795"/>
                </a:lnTo>
                <a:lnTo>
                  <a:pt x="0" y="18725"/>
                </a:lnTo>
                <a:lnTo>
                  <a:pt x="36" y="18725"/>
                </a:lnTo>
                <a:moveTo>
                  <a:pt x="36" y="18865"/>
                </a:moveTo>
                <a:lnTo>
                  <a:pt x="36" y="18935"/>
                </a:lnTo>
                <a:lnTo>
                  <a:pt x="0" y="18935"/>
                </a:lnTo>
                <a:lnTo>
                  <a:pt x="0" y="18865"/>
                </a:lnTo>
                <a:lnTo>
                  <a:pt x="36" y="18865"/>
                </a:lnTo>
                <a:moveTo>
                  <a:pt x="36" y="19005"/>
                </a:moveTo>
                <a:lnTo>
                  <a:pt x="36" y="19075"/>
                </a:lnTo>
                <a:lnTo>
                  <a:pt x="0" y="19075"/>
                </a:lnTo>
                <a:lnTo>
                  <a:pt x="0" y="19005"/>
                </a:lnTo>
                <a:lnTo>
                  <a:pt x="36" y="19005"/>
                </a:lnTo>
                <a:moveTo>
                  <a:pt x="36" y="19144"/>
                </a:moveTo>
                <a:lnTo>
                  <a:pt x="36" y="19214"/>
                </a:lnTo>
                <a:lnTo>
                  <a:pt x="0" y="19214"/>
                </a:lnTo>
                <a:lnTo>
                  <a:pt x="0" y="19144"/>
                </a:lnTo>
                <a:lnTo>
                  <a:pt x="36" y="19144"/>
                </a:lnTo>
                <a:moveTo>
                  <a:pt x="36" y="19284"/>
                </a:moveTo>
                <a:lnTo>
                  <a:pt x="36" y="19354"/>
                </a:lnTo>
                <a:lnTo>
                  <a:pt x="0" y="19354"/>
                </a:lnTo>
                <a:lnTo>
                  <a:pt x="0" y="19284"/>
                </a:lnTo>
                <a:lnTo>
                  <a:pt x="36" y="19284"/>
                </a:lnTo>
                <a:moveTo>
                  <a:pt x="36" y="19424"/>
                </a:moveTo>
                <a:lnTo>
                  <a:pt x="36" y="19494"/>
                </a:lnTo>
                <a:lnTo>
                  <a:pt x="0" y="19494"/>
                </a:lnTo>
                <a:lnTo>
                  <a:pt x="0" y="19424"/>
                </a:lnTo>
                <a:lnTo>
                  <a:pt x="36" y="19424"/>
                </a:lnTo>
                <a:moveTo>
                  <a:pt x="36" y="19564"/>
                </a:moveTo>
                <a:lnTo>
                  <a:pt x="36" y="19634"/>
                </a:lnTo>
                <a:lnTo>
                  <a:pt x="0" y="19634"/>
                </a:lnTo>
                <a:lnTo>
                  <a:pt x="0" y="19564"/>
                </a:lnTo>
                <a:lnTo>
                  <a:pt x="36" y="19564"/>
                </a:lnTo>
                <a:moveTo>
                  <a:pt x="36" y="19703"/>
                </a:moveTo>
                <a:lnTo>
                  <a:pt x="36" y="19773"/>
                </a:lnTo>
                <a:lnTo>
                  <a:pt x="0" y="19773"/>
                </a:lnTo>
                <a:lnTo>
                  <a:pt x="0" y="19703"/>
                </a:lnTo>
                <a:lnTo>
                  <a:pt x="36" y="19703"/>
                </a:lnTo>
                <a:moveTo>
                  <a:pt x="36" y="19843"/>
                </a:moveTo>
                <a:lnTo>
                  <a:pt x="36" y="19913"/>
                </a:lnTo>
                <a:lnTo>
                  <a:pt x="0" y="19913"/>
                </a:lnTo>
                <a:lnTo>
                  <a:pt x="0" y="19843"/>
                </a:lnTo>
                <a:lnTo>
                  <a:pt x="36" y="19843"/>
                </a:lnTo>
                <a:moveTo>
                  <a:pt x="36" y="19983"/>
                </a:moveTo>
                <a:lnTo>
                  <a:pt x="36" y="20053"/>
                </a:lnTo>
                <a:lnTo>
                  <a:pt x="0" y="20053"/>
                </a:lnTo>
                <a:lnTo>
                  <a:pt x="0" y="19983"/>
                </a:lnTo>
                <a:lnTo>
                  <a:pt x="36" y="19983"/>
                </a:lnTo>
                <a:moveTo>
                  <a:pt x="36" y="20123"/>
                </a:moveTo>
                <a:lnTo>
                  <a:pt x="36" y="20192"/>
                </a:lnTo>
                <a:lnTo>
                  <a:pt x="0" y="20192"/>
                </a:lnTo>
                <a:lnTo>
                  <a:pt x="0" y="20123"/>
                </a:lnTo>
                <a:lnTo>
                  <a:pt x="36" y="20123"/>
                </a:lnTo>
                <a:moveTo>
                  <a:pt x="36" y="20262"/>
                </a:moveTo>
                <a:lnTo>
                  <a:pt x="36" y="20332"/>
                </a:lnTo>
                <a:lnTo>
                  <a:pt x="0" y="20332"/>
                </a:lnTo>
                <a:lnTo>
                  <a:pt x="0" y="20262"/>
                </a:lnTo>
                <a:lnTo>
                  <a:pt x="36" y="20262"/>
                </a:lnTo>
                <a:moveTo>
                  <a:pt x="36" y="20402"/>
                </a:moveTo>
                <a:lnTo>
                  <a:pt x="36" y="20472"/>
                </a:lnTo>
                <a:lnTo>
                  <a:pt x="0" y="20472"/>
                </a:lnTo>
                <a:lnTo>
                  <a:pt x="0" y="20402"/>
                </a:lnTo>
                <a:lnTo>
                  <a:pt x="36" y="20402"/>
                </a:lnTo>
                <a:moveTo>
                  <a:pt x="36" y="20542"/>
                </a:moveTo>
                <a:lnTo>
                  <a:pt x="36" y="20612"/>
                </a:lnTo>
                <a:lnTo>
                  <a:pt x="0" y="20612"/>
                </a:lnTo>
                <a:lnTo>
                  <a:pt x="0" y="20542"/>
                </a:lnTo>
                <a:lnTo>
                  <a:pt x="36" y="20542"/>
                </a:lnTo>
                <a:moveTo>
                  <a:pt x="36" y="20682"/>
                </a:moveTo>
                <a:lnTo>
                  <a:pt x="36" y="20751"/>
                </a:lnTo>
                <a:lnTo>
                  <a:pt x="0" y="20751"/>
                </a:lnTo>
                <a:lnTo>
                  <a:pt x="0" y="20682"/>
                </a:lnTo>
                <a:lnTo>
                  <a:pt x="36" y="20682"/>
                </a:lnTo>
                <a:moveTo>
                  <a:pt x="36" y="20821"/>
                </a:moveTo>
                <a:lnTo>
                  <a:pt x="36" y="20891"/>
                </a:lnTo>
                <a:lnTo>
                  <a:pt x="0" y="20891"/>
                </a:lnTo>
                <a:lnTo>
                  <a:pt x="0" y="20821"/>
                </a:lnTo>
                <a:lnTo>
                  <a:pt x="36" y="20821"/>
                </a:lnTo>
                <a:moveTo>
                  <a:pt x="36" y="20961"/>
                </a:moveTo>
                <a:lnTo>
                  <a:pt x="36" y="21031"/>
                </a:lnTo>
                <a:lnTo>
                  <a:pt x="0" y="21031"/>
                </a:lnTo>
                <a:lnTo>
                  <a:pt x="0" y="20961"/>
                </a:lnTo>
                <a:lnTo>
                  <a:pt x="36" y="20961"/>
                </a:lnTo>
                <a:moveTo>
                  <a:pt x="36" y="21101"/>
                </a:moveTo>
                <a:lnTo>
                  <a:pt x="36" y="21171"/>
                </a:lnTo>
                <a:lnTo>
                  <a:pt x="0" y="21171"/>
                </a:lnTo>
                <a:lnTo>
                  <a:pt x="0" y="21101"/>
                </a:lnTo>
                <a:lnTo>
                  <a:pt x="36" y="21101"/>
                </a:lnTo>
                <a:moveTo>
                  <a:pt x="36" y="21240"/>
                </a:moveTo>
                <a:lnTo>
                  <a:pt x="36" y="21310"/>
                </a:lnTo>
                <a:lnTo>
                  <a:pt x="0" y="21310"/>
                </a:lnTo>
                <a:lnTo>
                  <a:pt x="0" y="21240"/>
                </a:lnTo>
                <a:lnTo>
                  <a:pt x="36" y="21240"/>
                </a:lnTo>
                <a:moveTo>
                  <a:pt x="36" y="21380"/>
                </a:moveTo>
                <a:lnTo>
                  <a:pt x="36" y="21450"/>
                </a:lnTo>
                <a:lnTo>
                  <a:pt x="0" y="21450"/>
                </a:lnTo>
                <a:lnTo>
                  <a:pt x="0" y="21380"/>
                </a:lnTo>
                <a:lnTo>
                  <a:pt x="36" y="21380"/>
                </a:lnTo>
                <a:moveTo>
                  <a:pt x="36" y="21520"/>
                </a:moveTo>
                <a:lnTo>
                  <a:pt x="36" y="21590"/>
                </a:lnTo>
                <a:lnTo>
                  <a:pt x="0" y="21590"/>
                </a:lnTo>
                <a:lnTo>
                  <a:pt x="0" y="21520"/>
                </a:lnTo>
                <a:lnTo>
                  <a:pt x="36" y="21520"/>
                </a:lnTo>
                <a:moveTo>
                  <a:pt x="36" y="21660"/>
                </a:moveTo>
                <a:lnTo>
                  <a:pt x="36" y="21730"/>
                </a:lnTo>
                <a:lnTo>
                  <a:pt x="0" y="21730"/>
                </a:lnTo>
                <a:lnTo>
                  <a:pt x="0" y="21660"/>
                </a:lnTo>
                <a:lnTo>
                  <a:pt x="36" y="21660"/>
                </a:lnTo>
                <a:moveTo>
                  <a:pt x="36" y="21799"/>
                </a:moveTo>
                <a:lnTo>
                  <a:pt x="36" y="21869"/>
                </a:lnTo>
                <a:lnTo>
                  <a:pt x="0" y="21869"/>
                </a:lnTo>
                <a:lnTo>
                  <a:pt x="0" y="21799"/>
                </a:lnTo>
                <a:lnTo>
                  <a:pt x="36" y="21799"/>
                </a:lnTo>
                <a:moveTo>
                  <a:pt x="36" y="21939"/>
                </a:moveTo>
                <a:lnTo>
                  <a:pt x="36" y="22009"/>
                </a:lnTo>
                <a:lnTo>
                  <a:pt x="0" y="22009"/>
                </a:lnTo>
                <a:lnTo>
                  <a:pt x="0" y="21939"/>
                </a:lnTo>
                <a:lnTo>
                  <a:pt x="36" y="21939"/>
                </a:lnTo>
                <a:moveTo>
                  <a:pt x="36" y="22079"/>
                </a:moveTo>
                <a:lnTo>
                  <a:pt x="36" y="22149"/>
                </a:lnTo>
                <a:lnTo>
                  <a:pt x="0" y="22149"/>
                </a:lnTo>
                <a:lnTo>
                  <a:pt x="0" y="22079"/>
                </a:lnTo>
                <a:lnTo>
                  <a:pt x="36" y="22079"/>
                </a:lnTo>
                <a:moveTo>
                  <a:pt x="36" y="22219"/>
                </a:moveTo>
                <a:lnTo>
                  <a:pt x="36" y="22288"/>
                </a:lnTo>
                <a:lnTo>
                  <a:pt x="0" y="22288"/>
                </a:lnTo>
                <a:lnTo>
                  <a:pt x="0" y="22219"/>
                </a:lnTo>
                <a:lnTo>
                  <a:pt x="36" y="22219"/>
                </a:lnTo>
                <a:moveTo>
                  <a:pt x="36" y="22358"/>
                </a:moveTo>
                <a:lnTo>
                  <a:pt x="36" y="22428"/>
                </a:lnTo>
                <a:lnTo>
                  <a:pt x="0" y="22428"/>
                </a:lnTo>
                <a:lnTo>
                  <a:pt x="0" y="22358"/>
                </a:lnTo>
                <a:lnTo>
                  <a:pt x="36" y="22358"/>
                </a:lnTo>
                <a:moveTo>
                  <a:pt x="36" y="22498"/>
                </a:moveTo>
                <a:lnTo>
                  <a:pt x="36" y="22568"/>
                </a:lnTo>
                <a:lnTo>
                  <a:pt x="0" y="22568"/>
                </a:lnTo>
                <a:lnTo>
                  <a:pt x="0" y="22498"/>
                </a:lnTo>
                <a:lnTo>
                  <a:pt x="36" y="22498"/>
                </a:lnTo>
                <a:moveTo>
                  <a:pt x="36" y="22638"/>
                </a:moveTo>
                <a:lnTo>
                  <a:pt x="36" y="22708"/>
                </a:lnTo>
                <a:lnTo>
                  <a:pt x="0" y="22708"/>
                </a:lnTo>
                <a:lnTo>
                  <a:pt x="0" y="22638"/>
                </a:lnTo>
                <a:lnTo>
                  <a:pt x="36" y="22638"/>
                </a:lnTo>
                <a:moveTo>
                  <a:pt x="36" y="22778"/>
                </a:moveTo>
                <a:lnTo>
                  <a:pt x="36" y="22847"/>
                </a:lnTo>
                <a:lnTo>
                  <a:pt x="0" y="22847"/>
                </a:lnTo>
                <a:lnTo>
                  <a:pt x="0" y="22778"/>
                </a:lnTo>
                <a:lnTo>
                  <a:pt x="36" y="22778"/>
                </a:lnTo>
                <a:moveTo>
                  <a:pt x="36" y="22917"/>
                </a:moveTo>
                <a:lnTo>
                  <a:pt x="36" y="22987"/>
                </a:lnTo>
                <a:lnTo>
                  <a:pt x="0" y="22987"/>
                </a:lnTo>
                <a:lnTo>
                  <a:pt x="0" y="22917"/>
                </a:lnTo>
                <a:lnTo>
                  <a:pt x="36" y="22917"/>
                </a:lnTo>
                <a:moveTo>
                  <a:pt x="36" y="23057"/>
                </a:moveTo>
                <a:lnTo>
                  <a:pt x="36" y="23127"/>
                </a:lnTo>
                <a:lnTo>
                  <a:pt x="0" y="23127"/>
                </a:lnTo>
                <a:lnTo>
                  <a:pt x="0" y="23057"/>
                </a:lnTo>
                <a:lnTo>
                  <a:pt x="36" y="23057"/>
                </a:lnTo>
                <a:moveTo>
                  <a:pt x="36" y="23197"/>
                </a:moveTo>
                <a:lnTo>
                  <a:pt x="36" y="23267"/>
                </a:lnTo>
                <a:lnTo>
                  <a:pt x="0" y="23267"/>
                </a:lnTo>
                <a:lnTo>
                  <a:pt x="0" y="23197"/>
                </a:lnTo>
                <a:lnTo>
                  <a:pt x="36" y="23197"/>
                </a:lnTo>
                <a:moveTo>
                  <a:pt x="36" y="23336"/>
                </a:moveTo>
                <a:lnTo>
                  <a:pt x="36" y="23406"/>
                </a:lnTo>
                <a:lnTo>
                  <a:pt x="0" y="23406"/>
                </a:lnTo>
                <a:lnTo>
                  <a:pt x="0" y="23336"/>
                </a:lnTo>
                <a:lnTo>
                  <a:pt x="36" y="23336"/>
                </a:lnTo>
                <a:moveTo>
                  <a:pt x="36" y="23476"/>
                </a:moveTo>
                <a:lnTo>
                  <a:pt x="36" y="23546"/>
                </a:lnTo>
                <a:lnTo>
                  <a:pt x="0" y="23546"/>
                </a:lnTo>
                <a:lnTo>
                  <a:pt x="0" y="23476"/>
                </a:lnTo>
                <a:lnTo>
                  <a:pt x="36" y="23476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0" name=""/>
          <p:cNvSpPr/>
          <p:nvPr/>
        </p:nvSpPr>
        <p:spPr>
          <a:xfrm>
            <a:off x="791640" y="1406880"/>
            <a:ext cx="5468760" cy="1995840"/>
          </a:xfrm>
          <a:custGeom>
            <a:avLst/>
            <a:gdLst/>
            <a:ahLst/>
            <a:rect l="0" t="0" r="r" b="b"/>
            <a:pathLst>
              <a:path w="15191" h="5544">
                <a:moveTo>
                  <a:pt x="0" y="0"/>
                </a:moveTo>
                <a:lnTo>
                  <a:pt x="15191" y="0"/>
                </a:lnTo>
                <a:lnTo>
                  <a:pt x="15191" y="5544"/>
                </a:lnTo>
                <a:lnTo>
                  <a:pt x="0" y="5544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1" name=""/>
          <p:cNvSpPr/>
          <p:nvPr/>
        </p:nvSpPr>
        <p:spPr>
          <a:xfrm>
            <a:off x="791640" y="1406880"/>
            <a:ext cx="5468760" cy="1995840"/>
          </a:xfrm>
          <a:custGeom>
            <a:avLst/>
            <a:gdLst/>
            <a:ahLst/>
            <a:rect l="0" t="0" r="r" b="b"/>
            <a:pathLst>
              <a:path w="15191" h="5544">
                <a:moveTo>
                  <a:pt x="0" y="0"/>
                </a:moveTo>
                <a:lnTo>
                  <a:pt x="15191" y="0"/>
                </a:lnTo>
                <a:lnTo>
                  <a:pt x="15191" y="5544"/>
                </a:lnTo>
                <a:lnTo>
                  <a:pt x="0" y="5544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2" name=""/>
          <p:cNvSpPr/>
          <p:nvPr/>
        </p:nvSpPr>
        <p:spPr>
          <a:xfrm>
            <a:off x="6092640" y="1473840"/>
            <a:ext cx="100800" cy="84240"/>
          </a:xfrm>
          <a:custGeom>
            <a:avLst/>
            <a:gdLst/>
            <a:ahLst/>
            <a:rect l="0" t="0" r="r" b="b"/>
            <a:pathLst>
              <a:path w="280" h="234">
                <a:moveTo>
                  <a:pt x="0" y="0"/>
                </a:moveTo>
                <a:lnTo>
                  <a:pt x="280" y="0"/>
                </a:lnTo>
                <a:lnTo>
                  <a:pt x="280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3" name=""/>
          <p:cNvSpPr/>
          <p:nvPr/>
        </p:nvSpPr>
        <p:spPr>
          <a:xfrm>
            <a:off x="6092640" y="15033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457200" y="1017720"/>
            <a:ext cx="55756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1   ·  DEEL  2  VAN  3  ·  DE  O PLEIDING   ZOALS   O NTWO R PEN  NAAR   DE  CATALO G US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875160" y="1464480"/>
            <a:ext cx="1082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 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6" name=""/>
          <p:cNvSpPr/>
          <p:nvPr/>
        </p:nvSpPr>
        <p:spPr>
          <a:xfrm>
            <a:off x="908640" y="1758960"/>
            <a:ext cx="5267880" cy="1559880"/>
          </a:xfrm>
          <a:custGeom>
            <a:avLst/>
            <a:gdLst/>
            <a:ahLst/>
            <a:rect l="0" t="0" r="r" b="b"/>
            <a:pathLst>
              <a:path w="14633" h="4333">
                <a:moveTo>
                  <a:pt x="0" y="0"/>
                </a:moveTo>
                <a:lnTo>
                  <a:pt x="14633" y="0"/>
                </a:lnTo>
                <a:lnTo>
                  <a:pt x="14633" y="4333"/>
                </a:lnTo>
                <a:lnTo>
                  <a:pt x="0" y="433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7" name=""/>
          <p:cNvSpPr/>
          <p:nvPr/>
        </p:nvSpPr>
        <p:spPr>
          <a:xfrm>
            <a:off x="908640" y="1758960"/>
            <a:ext cx="5267880" cy="1559880"/>
          </a:xfrm>
          <a:custGeom>
            <a:avLst/>
            <a:gdLst/>
            <a:ahLst/>
            <a:rect l="0" t="0" r="r" b="b"/>
            <a:pathLst>
              <a:path w="14633" h="4333">
                <a:moveTo>
                  <a:pt x="0" y="0"/>
                </a:moveTo>
                <a:lnTo>
                  <a:pt x="14633" y="0"/>
                </a:lnTo>
                <a:lnTo>
                  <a:pt x="14633" y="4333"/>
                </a:lnTo>
                <a:lnTo>
                  <a:pt x="0" y="4333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8" name=""/>
          <p:cNvSpPr/>
          <p:nvPr/>
        </p:nvSpPr>
        <p:spPr>
          <a:xfrm>
            <a:off x="6009120" y="1825920"/>
            <a:ext cx="100440" cy="84240"/>
          </a:xfrm>
          <a:custGeom>
            <a:avLst/>
            <a:gdLst/>
            <a:ahLst/>
            <a:rect l="0" t="0" r="r" b="b"/>
            <a:pathLst>
              <a:path w="279" h="234">
                <a:moveTo>
                  <a:pt x="0" y="0"/>
                </a:moveTo>
                <a:lnTo>
                  <a:pt x="279" y="0"/>
                </a:lnTo>
                <a:lnTo>
                  <a:pt x="279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9" name=""/>
          <p:cNvSpPr/>
          <p:nvPr/>
        </p:nvSpPr>
        <p:spPr>
          <a:xfrm>
            <a:off x="6009120" y="1855440"/>
            <a:ext cx="10008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0" name=""/>
          <p:cNvSpPr txBox="1"/>
          <p:nvPr/>
        </p:nvSpPr>
        <p:spPr>
          <a:xfrm>
            <a:off x="875160" y="1599840"/>
            <a:ext cx="2350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Apothekersassistent, versie 2026.1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1" name=""/>
          <p:cNvSpPr txBox="1"/>
          <p:nvPr/>
        </p:nvSpPr>
        <p:spPr>
          <a:xfrm>
            <a:off x="992520" y="1816920"/>
            <a:ext cx="17229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Opleidingsprogramma 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2" name=""/>
          <p:cNvSpPr/>
          <p:nvPr/>
        </p:nvSpPr>
        <p:spPr>
          <a:xfrm>
            <a:off x="1025640" y="2111040"/>
            <a:ext cx="5067360" cy="1123920"/>
          </a:xfrm>
          <a:custGeom>
            <a:avLst/>
            <a:gdLst/>
            <a:ahLst/>
            <a:rect l="0" t="0" r="r" b="b"/>
            <a:pathLst>
              <a:path w="14076" h="3122">
                <a:moveTo>
                  <a:pt x="0" y="0"/>
                </a:moveTo>
                <a:lnTo>
                  <a:pt x="14076" y="0"/>
                </a:lnTo>
                <a:lnTo>
                  <a:pt x="14076" y="3122"/>
                </a:lnTo>
                <a:lnTo>
                  <a:pt x="0" y="312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3" name=""/>
          <p:cNvSpPr/>
          <p:nvPr/>
        </p:nvSpPr>
        <p:spPr>
          <a:xfrm>
            <a:off x="1025640" y="2111040"/>
            <a:ext cx="5067360" cy="1123920"/>
          </a:xfrm>
          <a:custGeom>
            <a:avLst/>
            <a:gdLst/>
            <a:ahLst/>
            <a:rect l="0" t="0" r="r" b="b"/>
            <a:pathLst>
              <a:path w="14076" h="3122">
                <a:moveTo>
                  <a:pt x="0" y="0"/>
                </a:moveTo>
                <a:lnTo>
                  <a:pt x="14076" y="0"/>
                </a:lnTo>
                <a:lnTo>
                  <a:pt x="14076" y="3122"/>
                </a:lnTo>
                <a:lnTo>
                  <a:pt x="0" y="3122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4" name=""/>
          <p:cNvSpPr/>
          <p:nvPr/>
        </p:nvSpPr>
        <p:spPr>
          <a:xfrm>
            <a:off x="5925600" y="2178360"/>
            <a:ext cx="100440" cy="84240"/>
          </a:xfrm>
          <a:custGeom>
            <a:avLst/>
            <a:gdLst/>
            <a:ahLst/>
            <a:rect l="0" t="0" r="r" b="b"/>
            <a:pathLst>
              <a:path w="279" h="234">
                <a:moveTo>
                  <a:pt x="0" y="0"/>
                </a:moveTo>
                <a:lnTo>
                  <a:pt x="279" y="0"/>
                </a:lnTo>
                <a:lnTo>
                  <a:pt x="279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5" name=""/>
          <p:cNvSpPr/>
          <p:nvPr/>
        </p:nvSpPr>
        <p:spPr>
          <a:xfrm>
            <a:off x="5925600" y="2207520"/>
            <a:ext cx="10008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6" name=""/>
          <p:cNvSpPr txBox="1"/>
          <p:nvPr/>
        </p:nvSpPr>
        <p:spPr>
          <a:xfrm>
            <a:off x="992520" y="1952280"/>
            <a:ext cx="7214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BOL voltijd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1109520" y="2169000"/>
            <a:ext cx="15094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8" name=""/>
          <p:cNvSpPr/>
          <p:nvPr/>
        </p:nvSpPr>
        <p:spPr>
          <a:xfrm>
            <a:off x="1143000" y="2605680"/>
            <a:ext cx="4866480" cy="545400"/>
          </a:xfrm>
          <a:custGeom>
            <a:avLst/>
            <a:gdLst/>
            <a:ahLst/>
            <a:rect l="0" t="0" r="r" b="b"/>
            <a:pathLst>
              <a:path w="13518" h="1515">
                <a:moveTo>
                  <a:pt x="0" y="0"/>
                </a:moveTo>
                <a:lnTo>
                  <a:pt x="13518" y="0"/>
                </a:lnTo>
                <a:lnTo>
                  <a:pt x="13518" y="1515"/>
                </a:lnTo>
                <a:lnTo>
                  <a:pt x="0" y="1515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9" name=""/>
          <p:cNvSpPr/>
          <p:nvPr/>
        </p:nvSpPr>
        <p:spPr>
          <a:xfrm>
            <a:off x="1143000" y="2605680"/>
            <a:ext cx="4866480" cy="545400"/>
          </a:xfrm>
          <a:custGeom>
            <a:avLst/>
            <a:gdLst/>
            <a:ahLst/>
            <a:rect l="0" t="0" r="r" b="b"/>
            <a:pathLst>
              <a:path w="13518" h="1515">
                <a:moveTo>
                  <a:pt x="0" y="0"/>
                </a:moveTo>
                <a:lnTo>
                  <a:pt x="13518" y="0"/>
                </a:lnTo>
                <a:lnTo>
                  <a:pt x="13518" y="1515"/>
                </a:lnTo>
                <a:lnTo>
                  <a:pt x="0" y="1515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0" name=""/>
          <p:cNvSpPr/>
          <p:nvPr/>
        </p:nvSpPr>
        <p:spPr>
          <a:xfrm>
            <a:off x="5841720" y="2673000"/>
            <a:ext cx="100800" cy="84240"/>
          </a:xfrm>
          <a:custGeom>
            <a:avLst/>
            <a:gdLst/>
            <a:ahLst/>
            <a:rect l="0" t="0" r="r" b="b"/>
            <a:pathLst>
              <a:path w="280" h="234">
                <a:moveTo>
                  <a:pt x="0" y="0"/>
                </a:moveTo>
                <a:lnTo>
                  <a:pt x="280" y="0"/>
                </a:lnTo>
                <a:lnTo>
                  <a:pt x="280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1" name=""/>
          <p:cNvSpPr/>
          <p:nvPr/>
        </p:nvSpPr>
        <p:spPr>
          <a:xfrm>
            <a:off x="5841720" y="27021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2" name=""/>
          <p:cNvSpPr txBox="1"/>
          <p:nvPr/>
        </p:nvSpPr>
        <p:spPr>
          <a:xfrm>
            <a:off x="1109520" y="2304360"/>
            <a:ext cx="7246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Blok B1-K1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3" name=""/>
          <p:cNvSpPr txBox="1"/>
          <p:nvPr/>
        </p:nvSpPr>
        <p:spPr>
          <a:xfrm>
            <a:off x="1226520" y="2663640"/>
            <a:ext cx="13341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Leeronderdeel 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4" name=""/>
          <p:cNvSpPr txBox="1"/>
          <p:nvPr/>
        </p:nvSpPr>
        <p:spPr>
          <a:xfrm>
            <a:off x="1226520" y="2799000"/>
            <a:ext cx="14072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B1-K1-W1, grofmazig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1226520" y="2957040"/>
            <a:ext cx="38991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Voert baliegesprek en triage uit (werkprocesniveau)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6" name=""/>
          <p:cNvSpPr/>
          <p:nvPr/>
        </p:nvSpPr>
        <p:spPr>
          <a:xfrm>
            <a:off x="6728040" y="1406880"/>
            <a:ext cx="1430280" cy="402840"/>
          </a:xfrm>
          <a:custGeom>
            <a:avLst/>
            <a:gdLst/>
            <a:ahLst/>
            <a:rect l="0" t="0" r="r" b="b"/>
            <a:pathLst>
              <a:path w="3973" h="1119">
                <a:moveTo>
                  <a:pt x="0" y="0"/>
                </a:moveTo>
                <a:lnTo>
                  <a:pt x="3973" y="0"/>
                </a:lnTo>
                <a:lnTo>
                  <a:pt x="3973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7" name=""/>
          <p:cNvSpPr/>
          <p:nvPr/>
        </p:nvSpPr>
        <p:spPr>
          <a:xfrm>
            <a:off x="6728040" y="1406880"/>
            <a:ext cx="1430280" cy="402840"/>
          </a:xfrm>
          <a:custGeom>
            <a:avLst/>
            <a:gdLst/>
            <a:ahLst/>
            <a:rect l="0" t="0" r="r" b="b"/>
            <a:pathLst>
              <a:path w="3973" h="1119">
                <a:moveTo>
                  <a:pt x="0" y="0"/>
                </a:moveTo>
                <a:lnTo>
                  <a:pt x="3973" y="0"/>
                </a:lnTo>
                <a:lnTo>
                  <a:pt x="3973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8" name=""/>
          <p:cNvSpPr/>
          <p:nvPr/>
        </p:nvSpPr>
        <p:spPr>
          <a:xfrm>
            <a:off x="7990560" y="1473840"/>
            <a:ext cx="100800" cy="84240"/>
          </a:xfrm>
          <a:custGeom>
            <a:avLst/>
            <a:gdLst/>
            <a:ahLst/>
            <a:rect l="0" t="0" r="r" b="b"/>
            <a:pathLst>
              <a:path w="280" h="234">
                <a:moveTo>
                  <a:pt x="0" y="0"/>
                </a:moveTo>
                <a:lnTo>
                  <a:pt x="280" y="0"/>
                </a:lnTo>
                <a:lnTo>
                  <a:pt x="280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9" name=""/>
          <p:cNvSpPr/>
          <p:nvPr/>
        </p:nvSpPr>
        <p:spPr>
          <a:xfrm>
            <a:off x="7990560" y="15033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0" name=""/>
          <p:cNvSpPr txBox="1"/>
          <p:nvPr/>
        </p:nvSpPr>
        <p:spPr>
          <a:xfrm>
            <a:off x="1109520" y="2462400"/>
            <a:ext cx="39722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patiëntenzorg (kerntaakniveau)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1" name=""/>
          <p:cNvSpPr txBox="1"/>
          <p:nvPr/>
        </p:nvSpPr>
        <p:spPr>
          <a:xfrm>
            <a:off x="6811920" y="1464480"/>
            <a:ext cx="8571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Keuzedeelruimte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2" name=""/>
          <p:cNvSpPr/>
          <p:nvPr/>
        </p:nvSpPr>
        <p:spPr>
          <a:xfrm>
            <a:off x="6260040" y="1608120"/>
            <a:ext cx="46800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3" name=""/>
          <p:cNvSpPr/>
          <p:nvPr/>
        </p:nvSpPr>
        <p:spPr>
          <a:xfrm>
            <a:off x="6260040" y="1557720"/>
            <a:ext cx="83880" cy="101160"/>
          </a:xfrm>
          <a:custGeom>
            <a:avLst/>
            <a:gdLst/>
            <a:ahLst/>
            <a:rect l="0" t="0" r="r" b="b"/>
            <a:pathLst>
              <a:path w="233" h="281">
                <a:moveTo>
                  <a:pt x="0" y="140"/>
                </a:moveTo>
                <a:lnTo>
                  <a:pt x="233" y="0"/>
                </a:lnTo>
                <a:lnTo>
                  <a:pt x="233" y="281"/>
                </a:lnTo>
                <a:lnTo>
                  <a:pt x="0" y="1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4" name=""/>
          <p:cNvSpPr/>
          <p:nvPr/>
        </p:nvSpPr>
        <p:spPr>
          <a:xfrm>
            <a:off x="6260040" y="1557720"/>
            <a:ext cx="83880" cy="101160"/>
          </a:xfrm>
          <a:custGeom>
            <a:avLst/>
            <a:gdLst/>
            <a:ahLst/>
            <a:rect l="0" t="0" r="r" b="b"/>
            <a:pathLst>
              <a:path w="233" h="281">
                <a:moveTo>
                  <a:pt x="0" y="140"/>
                </a:moveTo>
                <a:lnTo>
                  <a:pt x="233" y="0"/>
                </a:lnTo>
                <a:lnTo>
                  <a:pt x="233" y="281"/>
                </a:lnTo>
                <a:lnTo>
                  <a:pt x="0" y="14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5" name=""/>
          <p:cNvSpPr/>
          <p:nvPr/>
        </p:nvSpPr>
        <p:spPr>
          <a:xfrm>
            <a:off x="791640" y="3637080"/>
            <a:ext cx="3754440" cy="545400"/>
          </a:xfrm>
          <a:custGeom>
            <a:avLst/>
            <a:gdLst/>
            <a:ahLst/>
            <a:rect l="0" t="0" r="r" b="b"/>
            <a:pathLst>
              <a:path w="10429" h="1515">
                <a:moveTo>
                  <a:pt x="0" y="0"/>
                </a:moveTo>
                <a:lnTo>
                  <a:pt x="10429" y="0"/>
                </a:lnTo>
                <a:lnTo>
                  <a:pt x="10429" y="1515"/>
                </a:lnTo>
                <a:lnTo>
                  <a:pt x="0" y="1515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6" name=""/>
          <p:cNvSpPr/>
          <p:nvPr/>
        </p:nvSpPr>
        <p:spPr>
          <a:xfrm>
            <a:off x="791640" y="3637080"/>
            <a:ext cx="3754440" cy="545400"/>
          </a:xfrm>
          <a:custGeom>
            <a:avLst/>
            <a:gdLst/>
            <a:ahLst/>
            <a:rect l="0" t="0" r="r" b="b"/>
            <a:pathLst>
              <a:path w="10429" h="1515">
                <a:moveTo>
                  <a:pt x="0" y="0"/>
                </a:moveTo>
                <a:lnTo>
                  <a:pt x="10429" y="0"/>
                </a:lnTo>
                <a:lnTo>
                  <a:pt x="10429" y="1515"/>
                </a:lnTo>
                <a:lnTo>
                  <a:pt x="0" y="1515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7" name=""/>
          <p:cNvSpPr/>
          <p:nvPr/>
        </p:nvSpPr>
        <p:spPr>
          <a:xfrm>
            <a:off x="4378680" y="3704040"/>
            <a:ext cx="100800" cy="84240"/>
          </a:xfrm>
          <a:custGeom>
            <a:avLst/>
            <a:gdLst/>
            <a:ahLst/>
            <a:rect l="0" t="0" r="r" b="b"/>
            <a:pathLst>
              <a:path w="280" h="234">
                <a:moveTo>
                  <a:pt x="0" y="0"/>
                </a:moveTo>
                <a:lnTo>
                  <a:pt x="280" y="0"/>
                </a:lnTo>
                <a:lnTo>
                  <a:pt x="280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8" name=""/>
          <p:cNvSpPr/>
          <p:nvPr/>
        </p:nvSpPr>
        <p:spPr>
          <a:xfrm>
            <a:off x="4378680" y="37335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9" name=""/>
          <p:cNvSpPr txBox="1"/>
          <p:nvPr/>
        </p:nvSpPr>
        <p:spPr>
          <a:xfrm>
            <a:off x="6811920" y="1599840"/>
            <a:ext cx="10612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720 SBU, mbo-4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0" name=""/>
          <p:cNvSpPr txBox="1"/>
          <p:nvPr/>
        </p:nvSpPr>
        <p:spPr>
          <a:xfrm>
            <a:off x="875160" y="3694680"/>
            <a:ext cx="11743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Student keuze regelset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1" name=""/>
          <p:cNvSpPr txBox="1"/>
          <p:nvPr/>
        </p:nvSpPr>
        <p:spPr>
          <a:xfrm>
            <a:off x="875160" y="3830040"/>
            <a:ext cx="31204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Kiesbare keuzedelen voor Apothekersassistent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3" name=""/>
          <p:cNvSpPr txBox="1"/>
          <p:nvPr/>
        </p:nvSpPr>
        <p:spPr>
          <a:xfrm>
            <a:off x="875160" y="3988080"/>
            <a:ext cx="13996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Keuzedeelruimte hangt aan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3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04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041" name=""/>
          <p:cNvSpPr/>
          <p:nvPr/>
        </p:nvSpPr>
        <p:spPr>
          <a:xfrm>
            <a:off x="461160" y="-6216840"/>
            <a:ext cx="8412120" cy="10632600"/>
          </a:xfrm>
          <a:custGeom>
            <a:avLst/>
            <a:gdLst/>
            <a:ahLst/>
            <a:rect l="0" t="0" r="r" b="b"/>
            <a:pathLst>
              <a:path w="23367" h="29535">
                <a:moveTo>
                  <a:pt x="233" y="0"/>
                </a:moveTo>
                <a:lnTo>
                  <a:pt x="23134" y="0"/>
                </a:lnTo>
                <a:cubicBezTo>
                  <a:pt x="23150" y="0"/>
                  <a:pt x="23165" y="1"/>
                  <a:pt x="23180" y="4"/>
                </a:cubicBezTo>
                <a:cubicBezTo>
                  <a:pt x="23195" y="7"/>
                  <a:pt x="23209" y="12"/>
                  <a:pt x="23223" y="17"/>
                </a:cubicBezTo>
                <a:cubicBezTo>
                  <a:pt x="23237" y="23"/>
                  <a:pt x="23251" y="30"/>
                  <a:pt x="23263" y="39"/>
                </a:cubicBezTo>
                <a:cubicBezTo>
                  <a:pt x="23276" y="47"/>
                  <a:pt x="23288" y="57"/>
                  <a:pt x="23299" y="68"/>
                </a:cubicBezTo>
                <a:cubicBezTo>
                  <a:pt x="23309" y="78"/>
                  <a:pt x="23319" y="90"/>
                  <a:pt x="23328" y="103"/>
                </a:cubicBezTo>
                <a:cubicBezTo>
                  <a:pt x="23336" y="115"/>
                  <a:pt x="23343" y="129"/>
                  <a:pt x="23349" y="143"/>
                </a:cubicBezTo>
                <a:cubicBezTo>
                  <a:pt x="23355" y="157"/>
                  <a:pt x="23359" y="171"/>
                  <a:pt x="23362" y="186"/>
                </a:cubicBezTo>
                <a:cubicBezTo>
                  <a:pt x="23365" y="201"/>
                  <a:pt x="23367" y="216"/>
                  <a:pt x="23367" y="232"/>
                </a:cubicBezTo>
                <a:lnTo>
                  <a:pt x="23367" y="29303"/>
                </a:lnTo>
                <a:cubicBezTo>
                  <a:pt x="23367" y="29318"/>
                  <a:pt x="23365" y="29333"/>
                  <a:pt x="23362" y="29348"/>
                </a:cubicBezTo>
                <a:cubicBezTo>
                  <a:pt x="23359" y="29363"/>
                  <a:pt x="23355" y="29377"/>
                  <a:pt x="23349" y="29391"/>
                </a:cubicBezTo>
                <a:cubicBezTo>
                  <a:pt x="23343" y="29406"/>
                  <a:pt x="23336" y="29419"/>
                  <a:pt x="23328" y="29432"/>
                </a:cubicBezTo>
                <a:cubicBezTo>
                  <a:pt x="23319" y="29444"/>
                  <a:pt x="23309" y="29456"/>
                  <a:pt x="23299" y="29467"/>
                </a:cubicBezTo>
                <a:cubicBezTo>
                  <a:pt x="23288" y="29477"/>
                  <a:pt x="23276" y="29487"/>
                  <a:pt x="23263" y="29496"/>
                </a:cubicBezTo>
                <a:cubicBezTo>
                  <a:pt x="23251" y="29504"/>
                  <a:pt x="23237" y="29511"/>
                  <a:pt x="23223" y="29517"/>
                </a:cubicBezTo>
                <a:cubicBezTo>
                  <a:pt x="23209" y="29523"/>
                  <a:pt x="23195" y="29527"/>
                  <a:pt x="23180" y="29530"/>
                </a:cubicBezTo>
                <a:cubicBezTo>
                  <a:pt x="23165" y="29533"/>
                  <a:pt x="23150" y="29535"/>
                  <a:pt x="23134" y="29535"/>
                </a:cubicBezTo>
                <a:lnTo>
                  <a:pt x="233" y="29535"/>
                </a:lnTo>
                <a:cubicBezTo>
                  <a:pt x="217" y="29535"/>
                  <a:pt x="202" y="29533"/>
                  <a:pt x="187" y="29530"/>
                </a:cubicBezTo>
                <a:cubicBezTo>
                  <a:pt x="172" y="29527"/>
                  <a:pt x="158" y="29523"/>
                  <a:pt x="144" y="29517"/>
                </a:cubicBezTo>
                <a:cubicBezTo>
                  <a:pt x="130" y="29511"/>
                  <a:pt x="116" y="29504"/>
                  <a:pt x="104" y="29495"/>
                </a:cubicBezTo>
                <a:cubicBezTo>
                  <a:pt x="91" y="29487"/>
                  <a:pt x="79" y="29477"/>
                  <a:pt x="69" y="29467"/>
                </a:cubicBezTo>
                <a:cubicBezTo>
                  <a:pt x="58" y="29456"/>
                  <a:pt x="48" y="29444"/>
                  <a:pt x="40" y="29432"/>
                </a:cubicBezTo>
                <a:cubicBezTo>
                  <a:pt x="31" y="29419"/>
                  <a:pt x="24" y="29406"/>
                  <a:pt x="18" y="29391"/>
                </a:cubicBezTo>
                <a:cubicBezTo>
                  <a:pt x="12" y="29377"/>
                  <a:pt x="8" y="29363"/>
                  <a:pt x="5" y="29348"/>
                </a:cubicBezTo>
                <a:cubicBezTo>
                  <a:pt x="2" y="29333"/>
                  <a:pt x="0" y="29318"/>
                  <a:pt x="0" y="29303"/>
                </a:cubicBezTo>
                <a:lnTo>
                  <a:pt x="0" y="232"/>
                </a:lnTo>
                <a:cubicBezTo>
                  <a:pt x="0" y="216"/>
                  <a:pt x="2" y="201"/>
                  <a:pt x="5" y="186"/>
                </a:cubicBezTo>
                <a:cubicBezTo>
                  <a:pt x="8" y="171"/>
                  <a:pt x="12" y="157"/>
                  <a:pt x="18" y="143"/>
                </a:cubicBezTo>
                <a:cubicBezTo>
                  <a:pt x="24" y="129"/>
                  <a:pt x="31" y="115"/>
                  <a:pt x="40" y="103"/>
                </a:cubicBezTo>
                <a:cubicBezTo>
                  <a:pt x="48" y="90"/>
                  <a:pt x="58" y="78"/>
                  <a:pt x="69" y="68"/>
                </a:cubicBezTo>
                <a:cubicBezTo>
                  <a:pt x="79" y="57"/>
                  <a:pt x="91" y="47"/>
                  <a:pt x="104" y="39"/>
                </a:cubicBezTo>
                <a:cubicBezTo>
                  <a:pt x="116" y="30"/>
                  <a:pt x="130" y="23"/>
                  <a:pt x="144" y="17"/>
                </a:cubicBezTo>
                <a:cubicBezTo>
                  <a:pt x="158" y="12"/>
                  <a:pt x="172" y="7"/>
                  <a:pt x="187" y="4"/>
                </a:cubicBezTo>
                <a:cubicBezTo>
                  <a:pt x="202" y="1"/>
                  <a:pt x="217" y="0"/>
                  <a:pt x="23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2" name=""/>
          <p:cNvSpPr/>
          <p:nvPr/>
        </p:nvSpPr>
        <p:spPr>
          <a:xfrm>
            <a:off x="461160" y="-6216840"/>
            <a:ext cx="8412120" cy="10632600"/>
          </a:xfrm>
          <a:custGeom>
            <a:avLst/>
            <a:gdLst/>
            <a:ahLst/>
            <a:rect l="0" t="0" r="r" b="b"/>
            <a:pathLst>
              <a:path w="23367" h="29535">
                <a:moveTo>
                  <a:pt x="233" y="0"/>
                </a:moveTo>
                <a:lnTo>
                  <a:pt x="23134" y="0"/>
                </a:lnTo>
                <a:cubicBezTo>
                  <a:pt x="23150" y="0"/>
                  <a:pt x="23165" y="1"/>
                  <a:pt x="23180" y="4"/>
                </a:cubicBezTo>
                <a:cubicBezTo>
                  <a:pt x="23195" y="7"/>
                  <a:pt x="23209" y="12"/>
                  <a:pt x="23223" y="17"/>
                </a:cubicBezTo>
                <a:cubicBezTo>
                  <a:pt x="23237" y="23"/>
                  <a:pt x="23251" y="30"/>
                  <a:pt x="23263" y="39"/>
                </a:cubicBezTo>
                <a:cubicBezTo>
                  <a:pt x="23276" y="47"/>
                  <a:pt x="23288" y="57"/>
                  <a:pt x="23299" y="68"/>
                </a:cubicBezTo>
                <a:cubicBezTo>
                  <a:pt x="23309" y="78"/>
                  <a:pt x="23319" y="90"/>
                  <a:pt x="23328" y="103"/>
                </a:cubicBezTo>
                <a:cubicBezTo>
                  <a:pt x="23336" y="115"/>
                  <a:pt x="23343" y="129"/>
                  <a:pt x="23349" y="143"/>
                </a:cubicBezTo>
                <a:cubicBezTo>
                  <a:pt x="23355" y="157"/>
                  <a:pt x="23359" y="171"/>
                  <a:pt x="23362" y="186"/>
                </a:cubicBezTo>
                <a:cubicBezTo>
                  <a:pt x="23365" y="201"/>
                  <a:pt x="23367" y="216"/>
                  <a:pt x="23367" y="232"/>
                </a:cubicBezTo>
                <a:lnTo>
                  <a:pt x="23367" y="29303"/>
                </a:lnTo>
                <a:cubicBezTo>
                  <a:pt x="23367" y="29318"/>
                  <a:pt x="23365" y="29333"/>
                  <a:pt x="23362" y="29348"/>
                </a:cubicBezTo>
                <a:cubicBezTo>
                  <a:pt x="23359" y="29363"/>
                  <a:pt x="23355" y="29377"/>
                  <a:pt x="23349" y="29391"/>
                </a:cubicBezTo>
                <a:cubicBezTo>
                  <a:pt x="23343" y="29406"/>
                  <a:pt x="23336" y="29419"/>
                  <a:pt x="23328" y="29432"/>
                </a:cubicBezTo>
                <a:cubicBezTo>
                  <a:pt x="23319" y="29444"/>
                  <a:pt x="23309" y="29456"/>
                  <a:pt x="23299" y="29467"/>
                </a:cubicBezTo>
                <a:cubicBezTo>
                  <a:pt x="23288" y="29477"/>
                  <a:pt x="23276" y="29487"/>
                  <a:pt x="23263" y="29496"/>
                </a:cubicBezTo>
                <a:cubicBezTo>
                  <a:pt x="23251" y="29504"/>
                  <a:pt x="23237" y="29511"/>
                  <a:pt x="23223" y="29517"/>
                </a:cubicBezTo>
                <a:cubicBezTo>
                  <a:pt x="23209" y="29523"/>
                  <a:pt x="23195" y="29527"/>
                  <a:pt x="23180" y="29530"/>
                </a:cubicBezTo>
                <a:cubicBezTo>
                  <a:pt x="23165" y="29533"/>
                  <a:pt x="23150" y="29535"/>
                  <a:pt x="23134" y="29535"/>
                </a:cubicBezTo>
                <a:lnTo>
                  <a:pt x="233" y="29535"/>
                </a:lnTo>
                <a:cubicBezTo>
                  <a:pt x="217" y="29535"/>
                  <a:pt x="202" y="29533"/>
                  <a:pt x="187" y="29530"/>
                </a:cubicBezTo>
                <a:cubicBezTo>
                  <a:pt x="172" y="29527"/>
                  <a:pt x="158" y="29523"/>
                  <a:pt x="144" y="29517"/>
                </a:cubicBezTo>
                <a:cubicBezTo>
                  <a:pt x="130" y="29511"/>
                  <a:pt x="116" y="29504"/>
                  <a:pt x="104" y="29495"/>
                </a:cubicBezTo>
                <a:cubicBezTo>
                  <a:pt x="91" y="29487"/>
                  <a:pt x="79" y="29477"/>
                  <a:pt x="69" y="29467"/>
                </a:cubicBezTo>
                <a:cubicBezTo>
                  <a:pt x="58" y="29456"/>
                  <a:pt x="48" y="29444"/>
                  <a:pt x="40" y="29432"/>
                </a:cubicBezTo>
                <a:cubicBezTo>
                  <a:pt x="31" y="29419"/>
                  <a:pt x="24" y="29406"/>
                  <a:pt x="18" y="29391"/>
                </a:cubicBezTo>
                <a:cubicBezTo>
                  <a:pt x="12" y="29377"/>
                  <a:pt x="8" y="29363"/>
                  <a:pt x="5" y="29348"/>
                </a:cubicBezTo>
                <a:cubicBezTo>
                  <a:pt x="2" y="29333"/>
                  <a:pt x="0" y="29318"/>
                  <a:pt x="0" y="29303"/>
                </a:cubicBezTo>
                <a:lnTo>
                  <a:pt x="0" y="232"/>
                </a:lnTo>
                <a:cubicBezTo>
                  <a:pt x="0" y="216"/>
                  <a:pt x="2" y="201"/>
                  <a:pt x="5" y="186"/>
                </a:cubicBezTo>
                <a:cubicBezTo>
                  <a:pt x="8" y="171"/>
                  <a:pt x="12" y="157"/>
                  <a:pt x="18" y="143"/>
                </a:cubicBezTo>
                <a:cubicBezTo>
                  <a:pt x="24" y="129"/>
                  <a:pt x="31" y="115"/>
                  <a:pt x="40" y="103"/>
                </a:cubicBezTo>
                <a:cubicBezTo>
                  <a:pt x="48" y="90"/>
                  <a:pt x="58" y="78"/>
                  <a:pt x="69" y="68"/>
                </a:cubicBezTo>
                <a:cubicBezTo>
                  <a:pt x="79" y="57"/>
                  <a:pt x="91" y="47"/>
                  <a:pt x="104" y="39"/>
                </a:cubicBezTo>
                <a:cubicBezTo>
                  <a:pt x="116" y="30"/>
                  <a:pt x="130" y="23"/>
                  <a:pt x="144" y="17"/>
                </a:cubicBezTo>
                <a:cubicBezTo>
                  <a:pt x="158" y="12"/>
                  <a:pt x="172" y="7"/>
                  <a:pt x="187" y="4"/>
                </a:cubicBezTo>
                <a:cubicBezTo>
                  <a:pt x="202" y="1"/>
                  <a:pt x="217" y="0"/>
                  <a:pt x="233" y="0"/>
                </a:cubicBezTo>
                <a:close/>
              </a:path>
            </a:pathLst>
          </a:custGeom>
          <a:noFill/>
          <a:ln w="828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3" name=""/>
          <p:cNvSpPr/>
          <p:nvPr/>
        </p:nvSpPr>
        <p:spPr>
          <a:xfrm>
            <a:off x="457200" y="-6221160"/>
            <a:ext cx="33840" cy="10640880"/>
          </a:xfrm>
          <a:custGeom>
            <a:avLst/>
            <a:gdLst/>
            <a:ahLst/>
            <a:rect l="0" t="0" r="r" b="b"/>
            <a:pathLst>
              <a:path w="94" h="29558">
                <a:moveTo>
                  <a:pt x="0" y="0"/>
                </a:moveTo>
                <a:lnTo>
                  <a:pt x="94" y="0"/>
                </a:lnTo>
                <a:lnTo>
                  <a:pt x="94" y="29558"/>
                </a:lnTo>
                <a:lnTo>
                  <a:pt x="0" y="29558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4" name=""/>
          <p:cNvSpPr/>
          <p:nvPr/>
        </p:nvSpPr>
        <p:spPr>
          <a:xfrm>
            <a:off x="986040" y="-5203080"/>
            <a:ext cx="12960" cy="6176160"/>
          </a:xfrm>
          <a:custGeom>
            <a:avLst/>
            <a:gdLst/>
            <a:ahLst/>
            <a:rect l="0" t="0" r="r" b="b"/>
            <a:pathLst>
              <a:path w="36" h="17156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8"/>
                </a:lnTo>
                <a:lnTo>
                  <a:pt x="0" y="348"/>
                </a:lnTo>
                <a:lnTo>
                  <a:pt x="0" y="279"/>
                </a:lnTo>
                <a:lnTo>
                  <a:pt x="36" y="279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5"/>
                </a:lnTo>
                <a:lnTo>
                  <a:pt x="0" y="765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4"/>
                </a:lnTo>
                <a:lnTo>
                  <a:pt x="0" y="904"/>
                </a:lnTo>
                <a:lnTo>
                  <a:pt x="0" y="835"/>
                </a:lnTo>
                <a:lnTo>
                  <a:pt x="36" y="835"/>
                </a:lnTo>
                <a:moveTo>
                  <a:pt x="36" y="974"/>
                </a:moveTo>
                <a:lnTo>
                  <a:pt x="36" y="1044"/>
                </a:lnTo>
                <a:lnTo>
                  <a:pt x="0" y="1044"/>
                </a:lnTo>
                <a:lnTo>
                  <a:pt x="0" y="974"/>
                </a:lnTo>
                <a:lnTo>
                  <a:pt x="36" y="974"/>
                </a:lnTo>
                <a:moveTo>
                  <a:pt x="36" y="1113"/>
                </a:moveTo>
                <a:lnTo>
                  <a:pt x="36" y="1183"/>
                </a:lnTo>
                <a:lnTo>
                  <a:pt x="0" y="1183"/>
                </a:lnTo>
                <a:lnTo>
                  <a:pt x="0" y="1113"/>
                </a:lnTo>
                <a:lnTo>
                  <a:pt x="36" y="1113"/>
                </a:lnTo>
                <a:moveTo>
                  <a:pt x="36" y="1252"/>
                </a:moveTo>
                <a:lnTo>
                  <a:pt x="36" y="1322"/>
                </a:lnTo>
                <a:lnTo>
                  <a:pt x="0" y="1322"/>
                </a:lnTo>
                <a:lnTo>
                  <a:pt x="0" y="1252"/>
                </a:lnTo>
                <a:lnTo>
                  <a:pt x="36" y="1252"/>
                </a:lnTo>
                <a:moveTo>
                  <a:pt x="36" y="1391"/>
                </a:moveTo>
                <a:lnTo>
                  <a:pt x="36" y="1461"/>
                </a:lnTo>
                <a:lnTo>
                  <a:pt x="0" y="1461"/>
                </a:lnTo>
                <a:lnTo>
                  <a:pt x="0" y="1391"/>
                </a:lnTo>
                <a:lnTo>
                  <a:pt x="36" y="1391"/>
                </a:lnTo>
                <a:moveTo>
                  <a:pt x="36" y="1530"/>
                </a:moveTo>
                <a:lnTo>
                  <a:pt x="36" y="1600"/>
                </a:lnTo>
                <a:lnTo>
                  <a:pt x="0" y="1600"/>
                </a:lnTo>
                <a:lnTo>
                  <a:pt x="0" y="1530"/>
                </a:lnTo>
                <a:lnTo>
                  <a:pt x="36" y="1530"/>
                </a:lnTo>
                <a:moveTo>
                  <a:pt x="36" y="1669"/>
                </a:moveTo>
                <a:lnTo>
                  <a:pt x="36" y="1739"/>
                </a:lnTo>
                <a:lnTo>
                  <a:pt x="0" y="1739"/>
                </a:lnTo>
                <a:lnTo>
                  <a:pt x="0" y="1669"/>
                </a:lnTo>
                <a:lnTo>
                  <a:pt x="36" y="1669"/>
                </a:lnTo>
                <a:moveTo>
                  <a:pt x="36" y="1809"/>
                </a:moveTo>
                <a:lnTo>
                  <a:pt x="36" y="1878"/>
                </a:lnTo>
                <a:lnTo>
                  <a:pt x="0" y="1878"/>
                </a:lnTo>
                <a:lnTo>
                  <a:pt x="0" y="1809"/>
                </a:lnTo>
                <a:lnTo>
                  <a:pt x="36" y="1809"/>
                </a:lnTo>
                <a:moveTo>
                  <a:pt x="36" y="1948"/>
                </a:moveTo>
                <a:lnTo>
                  <a:pt x="36" y="2017"/>
                </a:lnTo>
                <a:lnTo>
                  <a:pt x="0" y="2017"/>
                </a:lnTo>
                <a:lnTo>
                  <a:pt x="0" y="1948"/>
                </a:lnTo>
                <a:lnTo>
                  <a:pt x="36" y="1948"/>
                </a:lnTo>
                <a:moveTo>
                  <a:pt x="36" y="2087"/>
                </a:moveTo>
                <a:lnTo>
                  <a:pt x="36" y="2156"/>
                </a:lnTo>
                <a:lnTo>
                  <a:pt x="0" y="2156"/>
                </a:lnTo>
                <a:lnTo>
                  <a:pt x="0" y="2087"/>
                </a:lnTo>
                <a:lnTo>
                  <a:pt x="36" y="2087"/>
                </a:lnTo>
                <a:moveTo>
                  <a:pt x="36" y="2226"/>
                </a:moveTo>
                <a:lnTo>
                  <a:pt x="36" y="2295"/>
                </a:lnTo>
                <a:lnTo>
                  <a:pt x="0" y="2295"/>
                </a:lnTo>
                <a:lnTo>
                  <a:pt x="0" y="2226"/>
                </a:lnTo>
                <a:lnTo>
                  <a:pt x="36" y="2226"/>
                </a:lnTo>
                <a:moveTo>
                  <a:pt x="36" y="2365"/>
                </a:moveTo>
                <a:lnTo>
                  <a:pt x="36" y="2434"/>
                </a:lnTo>
                <a:lnTo>
                  <a:pt x="0" y="2434"/>
                </a:lnTo>
                <a:lnTo>
                  <a:pt x="0" y="2365"/>
                </a:lnTo>
                <a:lnTo>
                  <a:pt x="36" y="2365"/>
                </a:lnTo>
                <a:moveTo>
                  <a:pt x="36" y="2504"/>
                </a:moveTo>
                <a:lnTo>
                  <a:pt x="36" y="2574"/>
                </a:lnTo>
                <a:lnTo>
                  <a:pt x="0" y="2574"/>
                </a:lnTo>
                <a:lnTo>
                  <a:pt x="0" y="2504"/>
                </a:lnTo>
                <a:lnTo>
                  <a:pt x="36" y="2504"/>
                </a:lnTo>
                <a:moveTo>
                  <a:pt x="36" y="2643"/>
                </a:moveTo>
                <a:lnTo>
                  <a:pt x="36" y="2713"/>
                </a:lnTo>
                <a:lnTo>
                  <a:pt x="0" y="2713"/>
                </a:lnTo>
                <a:lnTo>
                  <a:pt x="0" y="2643"/>
                </a:lnTo>
                <a:lnTo>
                  <a:pt x="36" y="2643"/>
                </a:lnTo>
                <a:moveTo>
                  <a:pt x="36" y="2782"/>
                </a:moveTo>
                <a:lnTo>
                  <a:pt x="36" y="2852"/>
                </a:lnTo>
                <a:lnTo>
                  <a:pt x="0" y="2852"/>
                </a:lnTo>
                <a:lnTo>
                  <a:pt x="0" y="2782"/>
                </a:lnTo>
                <a:lnTo>
                  <a:pt x="36" y="2782"/>
                </a:lnTo>
                <a:moveTo>
                  <a:pt x="36" y="2921"/>
                </a:moveTo>
                <a:lnTo>
                  <a:pt x="36" y="2991"/>
                </a:lnTo>
                <a:lnTo>
                  <a:pt x="0" y="2991"/>
                </a:lnTo>
                <a:lnTo>
                  <a:pt x="0" y="2921"/>
                </a:lnTo>
                <a:lnTo>
                  <a:pt x="36" y="2921"/>
                </a:lnTo>
                <a:moveTo>
                  <a:pt x="36" y="3060"/>
                </a:moveTo>
                <a:lnTo>
                  <a:pt x="36" y="3130"/>
                </a:lnTo>
                <a:lnTo>
                  <a:pt x="0" y="3130"/>
                </a:lnTo>
                <a:lnTo>
                  <a:pt x="0" y="3060"/>
                </a:lnTo>
                <a:lnTo>
                  <a:pt x="36" y="3060"/>
                </a:lnTo>
                <a:moveTo>
                  <a:pt x="36" y="3199"/>
                </a:moveTo>
                <a:lnTo>
                  <a:pt x="36" y="3269"/>
                </a:lnTo>
                <a:lnTo>
                  <a:pt x="0" y="3269"/>
                </a:lnTo>
                <a:lnTo>
                  <a:pt x="0" y="3199"/>
                </a:lnTo>
                <a:lnTo>
                  <a:pt x="36" y="3199"/>
                </a:lnTo>
                <a:moveTo>
                  <a:pt x="36" y="3339"/>
                </a:moveTo>
                <a:lnTo>
                  <a:pt x="36" y="3408"/>
                </a:lnTo>
                <a:lnTo>
                  <a:pt x="0" y="3408"/>
                </a:lnTo>
                <a:lnTo>
                  <a:pt x="0" y="3339"/>
                </a:lnTo>
                <a:lnTo>
                  <a:pt x="36" y="3339"/>
                </a:lnTo>
                <a:moveTo>
                  <a:pt x="36" y="3478"/>
                </a:moveTo>
                <a:lnTo>
                  <a:pt x="36" y="3547"/>
                </a:lnTo>
                <a:lnTo>
                  <a:pt x="0" y="3547"/>
                </a:lnTo>
                <a:lnTo>
                  <a:pt x="0" y="3478"/>
                </a:lnTo>
                <a:lnTo>
                  <a:pt x="36" y="3478"/>
                </a:lnTo>
                <a:moveTo>
                  <a:pt x="36" y="3617"/>
                </a:moveTo>
                <a:lnTo>
                  <a:pt x="36" y="3686"/>
                </a:lnTo>
                <a:lnTo>
                  <a:pt x="0" y="3686"/>
                </a:lnTo>
                <a:lnTo>
                  <a:pt x="0" y="3617"/>
                </a:lnTo>
                <a:lnTo>
                  <a:pt x="36" y="3617"/>
                </a:lnTo>
                <a:moveTo>
                  <a:pt x="36" y="3756"/>
                </a:moveTo>
                <a:lnTo>
                  <a:pt x="36" y="3825"/>
                </a:lnTo>
                <a:lnTo>
                  <a:pt x="0" y="3825"/>
                </a:lnTo>
                <a:lnTo>
                  <a:pt x="0" y="3756"/>
                </a:lnTo>
                <a:lnTo>
                  <a:pt x="36" y="3756"/>
                </a:lnTo>
                <a:moveTo>
                  <a:pt x="36" y="3895"/>
                </a:moveTo>
                <a:lnTo>
                  <a:pt x="36" y="3964"/>
                </a:lnTo>
                <a:lnTo>
                  <a:pt x="0" y="3964"/>
                </a:lnTo>
                <a:lnTo>
                  <a:pt x="0" y="3895"/>
                </a:lnTo>
                <a:lnTo>
                  <a:pt x="36" y="3895"/>
                </a:lnTo>
                <a:moveTo>
                  <a:pt x="36" y="4034"/>
                </a:moveTo>
                <a:lnTo>
                  <a:pt x="36" y="4104"/>
                </a:lnTo>
                <a:lnTo>
                  <a:pt x="0" y="4104"/>
                </a:lnTo>
                <a:lnTo>
                  <a:pt x="0" y="4034"/>
                </a:lnTo>
                <a:lnTo>
                  <a:pt x="36" y="4034"/>
                </a:lnTo>
                <a:moveTo>
                  <a:pt x="36" y="4173"/>
                </a:moveTo>
                <a:lnTo>
                  <a:pt x="36" y="4243"/>
                </a:lnTo>
                <a:lnTo>
                  <a:pt x="0" y="4243"/>
                </a:lnTo>
                <a:lnTo>
                  <a:pt x="0" y="4173"/>
                </a:lnTo>
                <a:lnTo>
                  <a:pt x="36" y="4173"/>
                </a:lnTo>
                <a:moveTo>
                  <a:pt x="36" y="4312"/>
                </a:moveTo>
                <a:lnTo>
                  <a:pt x="36" y="4382"/>
                </a:lnTo>
                <a:lnTo>
                  <a:pt x="0" y="4382"/>
                </a:lnTo>
                <a:lnTo>
                  <a:pt x="0" y="4312"/>
                </a:lnTo>
                <a:lnTo>
                  <a:pt x="36" y="4312"/>
                </a:lnTo>
                <a:moveTo>
                  <a:pt x="36" y="4451"/>
                </a:moveTo>
                <a:lnTo>
                  <a:pt x="36" y="4521"/>
                </a:lnTo>
                <a:lnTo>
                  <a:pt x="0" y="4521"/>
                </a:lnTo>
                <a:lnTo>
                  <a:pt x="0" y="4451"/>
                </a:lnTo>
                <a:lnTo>
                  <a:pt x="36" y="4451"/>
                </a:lnTo>
                <a:moveTo>
                  <a:pt x="36" y="4590"/>
                </a:moveTo>
                <a:lnTo>
                  <a:pt x="36" y="4660"/>
                </a:lnTo>
                <a:lnTo>
                  <a:pt x="0" y="4660"/>
                </a:lnTo>
                <a:lnTo>
                  <a:pt x="0" y="4590"/>
                </a:lnTo>
                <a:lnTo>
                  <a:pt x="36" y="4590"/>
                </a:lnTo>
                <a:moveTo>
                  <a:pt x="36" y="4729"/>
                </a:moveTo>
                <a:lnTo>
                  <a:pt x="36" y="4799"/>
                </a:lnTo>
                <a:lnTo>
                  <a:pt x="0" y="4799"/>
                </a:lnTo>
                <a:lnTo>
                  <a:pt x="0" y="4729"/>
                </a:lnTo>
                <a:lnTo>
                  <a:pt x="36" y="4729"/>
                </a:lnTo>
                <a:moveTo>
                  <a:pt x="36" y="4869"/>
                </a:moveTo>
                <a:lnTo>
                  <a:pt x="36" y="4938"/>
                </a:lnTo>
                <a:lnTo>
                  <a:pt x="0" y="4938"/>
                </a:lnTo>
                <a:lnTo>
                  <a:pt x="0" y="4869"/>
                </a:lnTo>
                <a:lnTo>
                  <a:pt x="36" y="4869"/>
                </a:lnTo>
                <a:moveTo>
                  <a:pt x="36" y="5008"/>
                </a:moveTo>
                <a:lnTo>
                  <a:pt x="36" y="5077"/>
                </a:lnTo>
                <a:lnTo>
                  <a:pt x="0" y="5077"/>
                </a:lnTo>
                <a:lnTo>
                  <a:pt x="0" y="5008"/>
                </a:lnTo>
                <a:lnTo>
                  <a:pt x="36" y="5008"/>
                </a:lnTo>
                <a:moveTo>
                  <a:pt x="36" y="5147"/>
                </a:moveTo>
                <a:lnTo>
                  <a:pt x="36" y="5216"/>
                </a:lnTo>
                <a:lnTo>
                  <a:pt x="0" y="5216"/>
                </a:lnTo>
                <a:lnTo>
                  <a:pt x="0" y="5147"/>
                </a:lnTo>
                <a:lnTo>
                  <a:pt x="36" y="5147"/>
                </a:lnTo>
                <a:moveTo>
                  <a:pt x="36" y="5286"/>
                </a:moveTo>
                <a:lnTo>
                  <a:pt x="36" y="5355"/>
                </a:lnTo>
                <a:lnTo>
                  <a:pt x="0" y="5355"/>
                </a:lnTo>
                <a:lnTo>
                  <a:pt x="0" y="5286"/>
                </a:lnTo>
                <a:lnTo>
                  <a:pt x="36" y="5286"/>
                </a:lnTo>
                <a:moveTo>
                  <a:pt x="36" y="5425"/>
                </a:moveTo>
                <a:lnTo>
                  <a:pt x="36" y="5494"/>
                </a:lnTo>
                <a:lnTo>
                  <a:pt x="0" y="5494"/>
                </a:lnTo>
                <a:lnTo>
                  <a:pt x="0" y="5425"/>
                </a:lnTo>
                <a:lnTo>
                  <a:pt x="36" y="5425"/>
                </a:lnTo>
                <a:moveTo>
                  <a:pt x="36" y="5564"/>
                </a:moveTo>
                <a:lnTo>
                  <a:pt x="36" y="5634"/>
                </a:lnTo>
                <a:lnTo>
                  <a:pt x="0" y="5634"/>
                </a:lnTo>
                <a:lnTo>
                  <a:pt x="0" y="5564"/>
                </a:lnTo>
                <a:lnTo>
                  <a:pt x="36" y="5564"/>
                </a:lnTo>
                <a:moveTo>
                  <a:pt x="36" y="5703"/>
                </a:moveTo>
                <a:lnTo>
                  <a:pt x="36" y="5773"/>
                </a:lnTo>
                <a:lnTo>
                  <a:pt x="0" y="5773"/>
                </a:lnTo>
                <a:lnTo>
                  <a:pt x="0" y="5703"/>
                </a:lnTo>
                <a:lnTo>
                  <a:pt x="36" y="5703"/>
                </a:lnTo>
                <a:moveTo>
                  <a:pt x="36" y="5842"/>
                </a:moveTo>
                <a:lnTo>
                  <a:pt x="36" y="5913"/>
                </a:lnTo>
                <a:lnTo>
                  <a:pt x="0" y="5913"/>
                </a:lnTo>
                <a:lnTo>
                  <a:pt x="0" y="5842"/>
                </a:lnTo>
                <a:lnTo>
                  <a:pt x="36" y="5842"/>
                </a:lnTo>
                <a:moveTo>
                  <a:pt x="36" y="5982"/>
                </a:moveTo>
                <a:lnTo>
                  <a:pt x="36" y="6052"/>
                </a:lnTo>
                <a:lnTo>
                  <a:pt x="0" y="6052"/>
                </a:lnTo>
                <a:lnTo>
                  <a:pt x="0" y="5982"/>
                </a:lnTo>
                <a:lnTo>
                  <a:pt x="36" y="5982"/>
                </a:lnTo>
                <a:moveTo>
                  <a:pt x="36" y="6121"/>
                </a:moveTo>
                <a:lnTo>
                  <a:pt x="36" y="6191"/>
                </a:lnTo>
                <a:lnTo>
                  <a:pt x="0" y="6191"/>
                </a:lnTo>
                <a:lnTo>
                  <a:pt x="0" y="6121"/>
                </a:lnTo>
                <a:lnTo>
                  <a:pt x="36" y="6121"/>
                </a:lnTo>
                <a:moveTo>
                  <a:pt x="36" y="6261"/>
                </a:moveTo>
                <a:lnTo>
                  <a:pt x="36" y="6330"/>
                </a:lnTo>
                <a:lnTo>
                  <a:pt x="0" y="6330"/>
                </a:lnTo>
                <a:lnTo>
                  <a:pt x="0" y="6261"/>
                </a:lnTo>
                <a:lnTo>
                  <a:pt x="36" y="6261"/>
                </a:lnTo>
                <a:moveTo>
                  <a:pt x="36" y="6400"/>
                </a:moveTo>
                <a:lnTo>
                  <a:pt x="36" y="6469"/>
                </a:lnTo>
                <a:lnTo>
                  <a:pt x="0" y="6469"/>
                </a:lnTo>
                <a:lnTo>
                  <a:pt x="0" y="6400"/>
                </a:lnTo>
                <a:lnTo>
                  <a:pt x="36" y="6400"/>
                </a:lnTo>
                <a:moveTo>
                  <a:pt x="36" y="6539"/>
                </a:moveTo>
                <a:lnTo>
                  <a:pt x="36" y="6608"/>
                </a:lnTo>
                <a:lnTo>
                  <a:pt x="0" y="6608"/>
                </a:lnTo>
                <a:lnTo>
                  <a:pt x="0" y="6539"/>
                </a:lnTo>
                <a:lnTo>
                  <a:pt x="36" y="6539"/>
                </a:lnTo>
                <a:moveTo>
                  <a:pt x="36" y="6678"/>
                </a:moveTo>
                <a:lnTo>
                  <a:pt x="36" y="6747"/>
                </a:lnTo>
                <a:lnTo>
                  <a:pt x="0" y="6747"/>
                </a:lnTo>
                <a:lnTo>
                  <a:pt x="0" y="6678"/>
                </a:lnTo>
                <a:lnTo>
                  <a:pt x="36" y="6678"/>
                </a:lnTo>
                <a:moveTo>
                  <a:pt x="36" y="6817"/>
                </a:moveTo>
                <a:lnTo>
                  <a:pt x="36" y="6886"/>
                </a:lnTo>
                <a:lnTo>
                  <a:pt x="0" y="6886"/>
                </a:lnTo>
                <a:lnTo>
                  <a:pt x="0" y="6817"/>
                </a:lnTo>
                <a:lnTo>
                  <a:pt x="36" y="6817"/>
                </a:lnTo>
                <a:moveTo>
                  <a:pt x="36" y="6956"/>
                </a:moveTo>
                <a:lnTo>
                  <a:pt x="36" y="7026"/>
                </a:lnTo>
                <a:lnTo>
                  <a:pt x="0" y="7026"/>
                </a:lnTo>
                <a:lnTo>
                  <a:pt x="0" y="6956"/>
                </a:lnTo>
                <a:lnTo>
                  <a:pt x="36" y="6956"/>
                </a:lnTo>
                <a:moveTo>
                  <a:pt x="36" y="7095"/>
                </a:moveTo>
                <a:lnTo>
                  <a:pt x="36" y="7165"/>
                </a:lnTo>
                <a:lnTo>
                  <a:pt x="0" y="7165"/>
                </a:lnTo>
                <a:lnTo>
                  <a:pt x="0" y="7095"/>
                </a:lnTo>
                <a:lnTo>
                  <a:pt x="36" y="7095"/>
                </a:lnTo>
                <a:moveTo>
                  <a:pt x="36" y="7234"/>
                </a:moveTo>
                <a:lnTo>
                  <a:pt x="36" y="7304"/>
                </a:lnTo>
                <a:lnTo>
                  <a:pt x="0" y="7304"/>
                </a:lnTo>
                <a:lnTo>
                  <a:pt x="0" y="7234"/>
                </a:lnTo>
                <a:lnTo>
                  <a:pt x="36" y="7234"/>
                </a:lnTo>
                <a:moveTo>
                  <a:pt x="36" y="7373"/>
                </a:moveTo>
                <a:lnTo>
                  <a:pt x="36" y="7443"/>
                </a:lnTo>
                <a:lnTo>
                  <a:pt x="0" y="7443"/>
                </a:lnTo>
                <a:lnTo>
                  <a:pt x="0" y="7373"/>
                </a:lnTo>
                <a:lnTo>
                  <a:pt x="36" y="7373"/>
                </a:lnTo>
                <a:moveTo>
                  <a:pt x="36" y="7512"/>
                </a:moveTo>
                <a:lnTo>
                  <a:pt x="36" y="7582"/>
                </a:lnTo>
                <a:lnTo>
                  <a:pt x="0" y="7582"/>
                </a:lnTo>
                <a:lnTo>
                  <a:pt x="0" y="7512"/>
                </a:lnTo>
                <a:lnTo>
                  <a:pt x="36" y="7512"/>
                </a:lnTo>
                <a:moveTo>
                  <a:pt x="36" y="7651"/>
                </a:moveTo>
                <a:lnTo>
                  <a:pt x="36" y="7721"/>
                </a:lnTo>
                <a:lnTo>
                  <a:pt x="0" y="7721"/>
                </a:lnTo>
                <a:lnTo>
                  <a:pt x="0" y="7651"/>
                </a:lnTo>
                <a:lnTo>
                  <a:pt x="36" y="7651"/>
                </a:lnTo>
                <a:moveTo>
                  <a:pt x="36" y="7791"/>
                </a:moveTo>
                <a:lnTo>
                  <a:pt x="36" y="7860"/>
                </a:lnTo>
                <a:lnTo>
                  <a:pt x="0" y="7860"/>
                </a:lnTo>
                <a:lnTo>
                  <a:pt x="0" y="7791"/>
                </a:lnTo>
                <a:lnTo>
                  <a:pt x="36" y="7791"/>
                </a:lnTo>
                <a:moveTo>
                  <a:pt x="36" y="7930"/>
                </a:moveTo>
                <a:lnTo>
                  <a:pt x="36" y="7999"/>
                </a:lnTo>
                <a:lnTo>
                  <a:pt x="0" y="7999"/>
                </a:lnTo>
                <a:lnTo>
                  <a:pt x="0" y="7930"/>
                </a:lnTo>
                <a:lnTo>
                  <a:pt x="36" y="7930"/>
                </a:lnTo>
                <a:moveTo>
                  <a:pt x="36" y="8069"/>
                </a:moveTo>
                <a:lnTo>
                  <a:pt x="36" y="8138"/>
                </a:lnTo>
                <a:lnTo>
                  <a:pt x="0" y="8138"/>
                </a:lnTo>
                <a:lnTo>
                  <a:pt x="0" y="8069"/>
                </a:lnTo>
                <a:lnTo>
                  <a:pt x="36" y="8069"/>
                </a:lnTo>
                <a:moveTo>
                  <a:pt x="36" y="8208"/>
                </a:moveTo>
                <a:lnTo>
                  <a:pt x="36" y="8277"/>
                </a:lnTo>
                <a:lnTo>
                  <a:pt x="0" y="8277"/>
                </a:lnTo>
                <a:lnTo>
                  <a:pt x="0" y="8208"/>
                </a:lnTo>
                <a:lnTo>
                  <a:pt x="36" y="8208"/>
                </a:lnTo>
                <a:moveTo>
                  <a:pt x="36" y="8347"/>
                </a:moveTo>
                <a:lnTo>
                  <a:pt x="36" y="8416"/>
                </a:lnTo>
                <a:lnTo>
                  <a:pt x="0" y="8416"/>
                </a:lnTo>
                <a:lnTo>
                  <a:pt x="0" y="8347"/>
                </a:lnTo>
                <a:lnTo>
                  <a:pt x="36" y="8347"/>
                </a:lnTo>
                <a:moveTo>
                  <a:pt x="36" y="8486"/>
                </a:moveTo>
                <a:lnTo>
                  <a:pt x="36" y="8556"/>
                </a:lnTo>
                <a:lnTo>
                  <a:pt x="0" y="8556"/>
                </a:lnTo>
                <a:lnTo>
                  <a:pt x="0" y="8486"/>
                </a:lnTo>
                <a:lnTo>
                  <a:pt x="36" y="8486"/>
                </a:lnTo>
                <a:moveTo>
                  <a:pt x="36" y="8625"/>
                </a:moveTo>
                <a:lnTo>
                  <a:pt x="36" y="8695"/>
                </a:lnTo>
                <a:lnTo>
                  <a:pt x="0" y="8695"/>
                </a:lnTo>
                <a:lnTo>
                  <a:pt x="0" y="8625"/>
                </a:lnTo>
                <a:lnTo>
                  <a:pt x="36" y="8625"/>
                </a:lnTo>
                <a:moveTo>
                  <a:pt x="36" y="8764"/>
                </a:moveTo>
                <a:lnTo>
                  <a:pt x="36" y="8834"/>
                </a:lnTo>
                <a:lnTo>
                  <a:pt x="0" y="8834"/>
                </a:lnTo>
                <a:lnTo>
                  <a:pt x="0" y="8764"/>
                </a:lnTo>
                <a:lnTo>
                  <a:pt x="36" y="8764"/>
                </a:lnTo>
                <a:moveTo>
                  <a:pt x="36" y="8903"/>
                </a:moveTo>
                <a:lnTo>
                  <a:pt x="36" y="8973"/>
                </a:lnTo>
                <a:lnTo>
                  <a:pt x="0" y="8973"/>
                </a:lnTo>
                <a:lnTo>
                  <a:pt x="0" y="8903"/>
                </a:lnTo>
                <a:lnTo>
                  <a:pt x="36" y="8903"/>
                </a:lnTo>
                <a:moveTo>
                  <a:pt x="36" y="9042"/>
                </a:moveTo>
                <a:lnTo>
                  <a:pt x="36" y="9112"/>
                </a:lnTo>
                <a:lnTo>
                  <a:pt x="0" y="9112"/>
                </a:lnTo>
                <a:lnTo>
                  <a:pt x="0" y="9042"/>
                </a:lnTo>
                <a:lnTo>
                  <a:pt x="36" y="9042"/>
                </a:lnTo>
                <a:moveTo>
                  <a:pt x="36" y="9181"/>
                </a:moveTo>
                <a:lnTo>
                  <a:pt x="36" y="9251"/>
                </a:lnTo>
                <a:lnTo>
                  <a:pt x="0" y="9251"/>
                </a:lnTo>
                <a:lnTo>
                  <a:pt x="0" y="9181"/>
                </a:lnTo>
                <a:lnTo>
                  <a:pt x="36" y="9181"/>
                </a:lnTo>
                <a:moveTo>
                  <a:pt x="36" y="9321"/>
                </a:moveTo>
                <a:lnTo>
                  <a:pt x="36" y="9390"/>
                </a:lnTo>
                <a:lnTo>
                  <a:pt x="0" y="9390"/>
                </a:lnTo>
                <a:lnTo>
                  <a:pt x="0" y="9321"/>
                </a:lnTo>
                <a:lnTo>
                  <a:pt x="36" y="9321"/>
                </a:lnTo>
                <a:moveTo>
                  <a:pt x="36" y="9460"/>
                </a:moveTo>
                <a:lnTo>
                  <a:pt x="36" y="9529"/>
                </a:lnTo>
                <a:lnTo>
                  <a:pt x="0" y="9529"/>
                </a:lnTo>
                <a:lnTo>
                  <a:pt x="0" y="9460"/>
                </a:lnTo>
                <a:lnTo>
                  <a:pt x="36" y="9460"/>
                </a:lnTo>
                <a:moveTo>
                  <a:pt x="36" y="9599"/>
                </a:moveTo>
                <a:lnTo>
                  <a:pt x="36" y="9668"/>
                </a:lnTo>
                <a:lnTo>
                  <a:pt x="0" y="9668"/>
                </a:lnTo>
                <a:lnTo>
                  <a:pt x="0" y="9599"/>
                </a:lnTo>
                <a:lnTo>
                  <a:pt x="36" y="9599"/>
                </a:lnTo>
                <a:moveTo>
                  <a:pt x="36" y="9738"/>
                </a:moveTo>
                <a:lnTo>
                  <a:pt x="36" y="9807"/>
                </a:lnTo>
                <a:lnTo>
                  <a:pt x="0" y="9807"/>
                </a:lnTo>
                <a:lnTo>
                  <a:pt x="0" y="9738"/>
                </a:lnTo>
                <a:lnTo>
                  <a:pt x="36" y="9738"/>
                </a:lnTo>
                <a:moveTo>
                  <a:pt x="36" y="9877"/>
                </a:moveTo>
                <a:lnTo>
                  <a:pt x="36" y="9946"/>
                </a:lnTo>
                <a:lnTo>
                  <a:pt x="0" y="9946"/>
                </a:lnTo>
                <a:lnTo>
                  <a:pt x="0" y="9877"/>
                </a:lnTo>
                <a:lnTo>
                  <a:pt x="36" y="9877"/>
                </a:lnTo>
                <a:moveTo>
                  <a:pt x="36" y="10016"/>
                </a:moveTo>
                <a:lnTo>
                  <a:pt x="36" y="10086"/>
                </a:lnTo>
                <a:lnTo>
                  <a:pt x="0" y="10086"/>
                </a:lnTo>
                <a:lnTo>
                  <a:pt x="0" y="10016"/>
                </a:lnTo>
                <a:lnTo>
                  <a:pt x="36" y="10016"/>
                </a:lnTo>
                <a:moveTo>
                  <a:pt x="36" y="10155"/>
                </a:moveTo>
                <a:lnTo>
                  <a:pt x="36" y="10225"/>
                </a:lnTo>
                <a:lnTo>
                  <a:pt x="0" y="10225"/>
                </a:lnTo>
                <a:lnTo>
                  <a:pt x="0" y="10155"/>
                </a:lnTo>
                <a:lnTo>
                  <a:pt x="36" y="10155"/>
                </a:lnTo>
                <a:moveTo>
                  <a:pt x="36" y="10294"/>
                </a:moveTo>
                <a:lnTo>
                  <a:pt x="36" y="10364"/>
                </a:lnTo>
                <a:lnTo>
                  <a:pt x="0" y="10364"/>
                </a:lnTo>
                <a:lnTo>
                  <a:pt x="0" y="10294"/>
                </a:lnTo>
                <a:lnTo>
                  <a:pt x="36" y="10294"/>
                </a:lnTo>
                <a:moveTo>
                  <a:pt x="36" y="10433"/>
                </a:moveTo>
                <a:lnTo>
                  <a:pt x="36" y="10503"/>
                </a:lnTo>
                <a:lnTo>
                  <a:pt x="0" y="10503"/>
                </a:lnTo>
                <a:lnTo>
                  <a:pt x="0" y="10433"/>
                </a:lnTo>
                <a:lnTo>
                  <a:pt x="36" y="10433"/>
                </a:lnTo>
                <a:moveTo>
                  <a:pt x="36" y="10572"/>
                </a:moveTo>
                <a:lnTo>
                  <a:pt x="36" y="10642"/>
                </a:lnTo>
                <a:lnTo>
                  <a:pt x="0" y="10642"/>
                </a:lnTo>
                <a:lnTo>
                  <a:pt x="0" y="10572"/>
                </a:lnTo>
                <a:lnTo>
                  <a:pt x="36" y="10572"/>
                </a:lnTo>
                <a:moveTo>
                  <a:pt x="36" y="10711"/>
                </a:moveTo>
                <a:lnTo>
                  <a:pt x="36" y="10781"/>
                </a:lnTo>
                <a:lnTo>
                  <a:pt x="0" y="10781"/>
                </a:lnTo>
                <a:lnTo>
                  <a:pt x="0" y="10711"/>
                </a:lnTo>
                <a:lnTo>
                  <a:pt x="36" y="10711"/>
                </a:lnTo>
                <a:moveTo>
                  <a:pt x="36" y="10851"/>
                </a:moveTo>
                <a:lnTo>
                  <a:pt x="36" y="10920"/>
                </a:lnTo>
                <a:lnTo>
                  <a:pt x="0" y="10920"/>
                </a:lnTo>
                <a:lnTo>
                  <a:pt x="0" y="10851"/>
                </a:lnTo>
                <a:lnTo>
                  <a:pt x="36" y="10851"/>
                </a:lnTo>
                <a:moveTo>
                  <a:pt x="36" y="10990"/>
                </a:moveTo>
                <a:lnTo>
                  <a:pt x="36" y="11059"/>
                </a:lnTo>
                <a:lnTo>
                  <a:pt x="0" y="11059"/>
                </a:lnTo>
                <a:lnTo>
                  <a:pt x="0" y="10990"/>
                </a:lnTo>
                <a:lnTo>
                  <a:pt x="36" y="10990"/>
                </a:lnTo>
                <a:moveTo>
                  <a:pt x="36" y="11129"/>
                </a:moveTo>
                <a:lnTo>
                  <a:pt x="36" y="11198"/>
                </a:lnTo>
                <a:lnTo>
                  <a:pt x="0" y="11198"/>
                </a:lnTo>
                <a:lnTo>
                  <a:pt x="0" y="11129"/>
                </a:lnTo>
                <a:lnTo>
                  <a:pt x="36" y="11129"/>
                </a:lnTo>
                <a:moveTo>
                  <a:pt x="36" y="11268"/>
                </a:moveTo>
                <a:lnTo>
                  <a:pt x="36" y="11337"/>
                </a:lnTo>
                <a:lnTo>
                  <a:pt x="0" y="11337"/>
                </a:lnTo>
                <a:lnTo>
                  <a:pt x="0" y="11268"/>
                </a:lnTo>
                <a:lnTo>
                  <a:pt x="36" y="11268"/>
                </a:lnTo>
                <a:moveTo>
                  <a:pt x="36" y="11407"/>
                </a:moveTo>
                <a:lnTo>
                  <a:pt x="36" y="11476"/>
                </a:lnTo>
                <a:lnTo>
                  <a:pt x="0" y="11476"/>
                </a:lnTo>
                <a:lnTo>
                  <a:pt x="0" y="11407"/>
                </a:lnTo>
                <a:lnTo>
                  <a:pt x="36" y="11407"/>
                </a:lnTo>
                <a:moveTo>
                  <a:pt x="36" y="11546"/>
                </a:moveTo>
                <a:lnTo>
                  <a:pt x="36" y="11616"/>
                </a:lnTo>
                <a:lnTo>
                  <a:pt x="0" y="11616"/>
                </a:lnTo>
                <a:lnTo>
                  <a:pt x="0" y="11546"/>
                </a:lnTo>
                <a:lnTo>
                  <a:pt x="36" y="11546"/>
                </a:lnTo>
                <a:moveTo>
                  <a:pt x="36" y="11685"/>
                </a:moveTo>
                <a:lnTo>
                  <a:pt x="36" y="11755"/>
                </a:lnTo>
                <a:lnTo>
                  <a:pt x="0" y="11755"/>
                </a:lnTo>
                <a:lnTo>
                  <a:pt x="0" y="11685"/>
                </a:lnTo>
                <a:lnTo>
                  <a:pt x="36" y="11685"/>
                </a:lnTo>
                <a:moveTo>
                  <a:pt x="36" y="11824"/>
                </a:moveTo>
                <a:lnTo>
                  <a:pt x="36" y="11894"/>
                </a:lnTo>
                <a:lnTo>
                  <a:pt x="0" y="11894"/>
                </a:lnTo>
                <a:lnTo>
                  <a:pt x="0" y="11824"/>
                </a:lnTo>
                <a:lnTo>
                  <a:pt x="36" y="11824"/>
                </a:lnTo>
                <a:moveTo>
                  <a:pt x="36" y="11963"/>
                </a:moveTo>
                <a:lnTo>
                  <a:pt x="36" y="12033"/>
                </a:lnTo>
                <a:lnTo>
                  <a:pt x="0" y="12033"/>
                </a:lnTo>
                <a:lnTo>
                  <a:pt x="0" y="11963"/>
                </a:lnTo>
                <a:lnTo>
                  <a:pt x="36" y="11963"/>
                </a:lnTo>
                <a:moveTo>
                  <a:pt x="36" y="12102"/>
                </a:moveTo>
                <a:lnTo>
                  <a:pt x="36" y="12172"/>
                </a:lnTo>
                <a:lnTo>
                  <a:pt x="0" y="12172"/>
                </a:lnTo>
                <a:lnTo>
                  <a:pt x="0" y="12102"/>
                </a:lnTo>
                <a:lnTo>
                  <a:pt x="36" y="12102"/>
                </a:lnTo>
                <a:moveTo>
                  <a:pt x="36" y="12241"/>
                </a:moveTo>
                <a:lnTo>
                  <a:pt x="36" y="12311"/>
                </a:lnTo>
                <a:lnTo>
                  <a:pt x="0" y="12311"/>
                </a:lnTo>
                <a:lnTo>
                  <a:pt x="0" y="12241"/>
                </a:lnTo>
                <a:lnTo>
                  <a:pt x="36" y="12241"/>
                </a:lnTo>
                <a:moveTo>
                  <a:pt x="36" y="12381"/>
                </a:moveTo>
                <a:lnTo>
                  <a:pt x="36" y="12450"/>
                </a:lnTo>
                <a:lnTo>
                  <a:pt x="0" y="12450"/>
                </a:lnTo>
                <a:lnTo>
                  <a:pt x="0" y="12381"/>
                </a:lnTo>
                <a:lnTo>
                  <a:pt x="36" y="12381"/>
                </a:lnTo>
                <a:moveTo>
                  <a:pt x="36" y="12520"/>
                </a:moveTo>
                <a:lnTo>
                  <a:pt x="36" y="12589"/>
                </a:lnTo>
                <a:lnTo>
                  <a:pt x="0" y="12589"/>
                </a:lnTo>
                <a:lnTo>
                  <a:pt x="0" y="12520"/>
                </a:lnTo>
                <a:lnTo>
                  <a:pt x="36" y="12520"/>
                </a:lnTo>
                <a:moveTo>
                  <a:pt x="36" y="12659"/>
                </a:moveTo>
                <a:lnTo>
                  <a:pt x="36" y="12728"/>
                </a:lnTo>
                <a:lnTo>
                  <a:pt x="0" y="12728"/>
                </a:lnTo>
                <a:lnTo>
                  <a:pt x="0" y="12659"/>
                </a:lnTo>
                <a:lnTo>
                  <a:pt x="36" y="12659"/>
                </a:lnTo>
                <a:moveTo>
                  <a:pt x="36" y="12798"/>
                </a:moveTo>
                <a:lnTo>
                  <a:pt x="36" y="12867"/>
                </a:lnTo>
                <a:lnTo>
                  <a:pt x="0" y="12867"/>
                </a:lnTo>
                <a:lnTo>
                  <a:pt x="0" y="12798"/>
                </a:lnTo>
                <a:lnTo>
                  <a:pt x="36" y="12798"/>
                </a:lnTo>
                <a:moveTo>
                  <a:pt x="36" y="12937"/>
                </a:moveTo>
                <a:lnTo>
                  <a:pt x="36" y="13006"/>
                </a:lnTo>
                <a:lnTo>
                  <a:pt x="0" y="13006"/>
                </a:lnTo>
                <a:lnTo>
                  <a:pt x="0" y="12937"/>
                </a:lnTo>
                <a:lnTo>
                  <a:pt x="36" y="12937"/>
                </a:lnTo>
                <a:moveTo>
                  <a:pt x="36" y="13076"/>
                </a:moveTo>
                <a:lnTo>
                  <a:pt x="36" y="13146"/>
                </a:lnTo>
                <a:lnTo>
                  <a:pt x="0" y="13146"/>
                </a:lnTo>
                <a:lnTo>
                  <a:pt x="0" y="13076"/>
                </a:lnTo>
                <a:lnTo>
                  <a:pt x="36" y="13076"/>
                </a:lnTo>
                <a:moveTo>
                  <a:pt x="36" y="13215"/>
                </a:moveTo>
                <a:lnTo>
                  <a:pt x="36" y="13285"/>
                </a:lnTo>
                <a:lnTo>
                  <a:pt x="0" y="13285"/>
                </a:lnTo>
                <a:lnTo>
                  <a:pt x="0" y="13215"/>
                </a:lnTo>
                <a:lnTo>
                  <a:pt x="36" y="13215"/>
                </a:lnTo>
                <a:moveTo>
                  <a:pt x="36" y="13354"/>
                </a:moveTo>
                <a:lnTo>
                  <a:pt x="36" y="13424"/>
                </a:lnTo>
                <a:lnTo>
                  <a:pt x="0" y="13424"/>
                </a:lnTo>
                <a:lnTo>
                  <a:pt x="0" y="13354"/>
                </a:lnTo>
                <a:lnTo>
                  <a:pt x="36" y="13354"/>
                </a:lnTo>
                <a:moveTo>
                  <a:pt x="36" y="13493"/>
                </a:moveTo>
                <a:lnTo>
                  <a:pt x="36" y="13563"/>
                </a:lnTo>
                <a:lnTo>
                  <a:pt x="0" y="13563"/>
                </a:lnTo>
                <a:lnTo>
                  <a:pt x="0" y="13493"/>
                </a:lnTo>
                <a:lnTo>
                  <a:pt x="36" y="13493"/>
                </a:lnTo>
                <a:moveTo>
                  <a:pt x="36" y="13632"/>
                </a:moveTo>
                <a:lnTo>
                  <a:pt x="36" y="13702"/>
                </a:lnTo>
                <a:lnTo>
                  <a:pt x="0" y="13702"/>
                </a:lnTo>
                <a:lnTo>
                  <a:pt x="0" y="13632"/>
                </a:lnTo>
                <a:lnTo>
                  <a:pt x="36" y="13632"/>
                </a:lnTo>
                <a:moveTo>
                  <a:pt x="36" y="13771"/>
                </a:moveTo>
                <a:lnTo>
                  <a:pt x="36" y="13841"/>
                </a:lnTo>
                <a:lnTo>
                  <a:pt x="0" y="13841"/>
                </a:lnTo>
                <a:lnTo>
                  <a:pt x="0" y="13771"/>
                </a:lnTo>
                <a:lnTo>
                  <a:pt x="36" y="13771"/>
                </a:lnTo>
                <a:moveTo>
                  <a:pt x="36" y="13911"/>
                </a:moveTo>
                <a:lnTo>
                  <a:pt x="36" y="13980"/>
                </a:lnTo>
                <a:lnTo>
                  <a:pt x="0" y="13980"/>
                </a:lnTo>
                <a:lnTo>
                  <a:pt x="0" y="13911"/>
                </a:lnTo>
                <a:lnTo>
                  <a:pt x="36" y="13911"/>
                </a:lnTo>
                <a:moveTo>
                  <a:pt x="36" y="14050"/>
                </a:moveTo>
                <a:lnTo>
                  <a:pt x="36" y="14119"/>
                </a:lnTo>
                <a:lnTo>
                  <a:pt x="0" y="14119"/>
                </a:lnTo>
                <a:lnTo>
                  <a:pt x="0" y="14050"/>
                </a:lnTo>
                <a:lnTo>
                  <a:pt x="36" y="14050"/>
                </a:lnTo>
                <a:moveTo>
                  <a:pt x="36" y="14189"/>
                </a:moveTo>
                <a:lnTo>
                  <a:pt x="36" y="14258"/>
                </a:lnTo>
                <a:lnTo>
                  <a:pt x="0" y="14258"/>
                </a:lnTo>
                <a:lnTo>
                  <a:pt x="0" y="14189"/>
                </a:lnTo>
                <a:lnTo>
                  <a:pt x="36" y="14189"/>
                </a:lnTo>
                <a:moveTo>
                  <a:pt x="36" y="14328"/>
                </a:moveTo>
                <a:lnTo>
                  <a:pt x="36" y="14397"/>
                </a:lnTo>
                <a:lnTo>
                  <a:pt x="0" y="14397"/>
                </a:lnTo>
                <a:lnTo>
                  <a:pt x="0" y="14328"/>
                </a:lnTo>
                <a:lnTo>
                  <a:pt x="36" y="14328"/>
                </a:lnTo>
                <a:moveTo>
                  <a:pt x="36" y="14467"/>
                </a:moveTo>
                <a:lnTo>
                  <a:pt x="36" y="14536"/>
                </a:lnTo>
                <a:lnTo>
                  <a:pt x="0" y="14536"/>
                </a:lnTo>
                <a:lnTo>
                  <a:pt x="0" y="14467"/>
                </a:lnTo>
                <a:lnTo>
                  <a:pt x="36" y="14467"/>
                </a:lnTo>
                <a:moveTo>
                  <a:pt x="36" y="14606"/>
                </a:moveTo>
                <a:lnTo>
                  <a:pt x="36" y="14676"/>
                </a:lnTo>
                <a:lnTo>
                  <a:pt x="0" y="14676"/>
                </a:lnTo>
                <a:lnTo>
                  <a:pt x="0" y="14606"/>
                </a:lnTo>
                <a:lnTo>
                  <a:pt x="36" y="14606"/>
                </a:lnTo>
                <a:moveTo>
                  <a:pt x="36" y="14745"/>
                </a:moveTo>
                <a:lnTo>
                  <a:pt x="36" y="14815"/>
                </a:lnTo>
                <a:lnTo>
                  <a:pt x="0" y="14815"/>
                </a:lnTo>
                <a:lnTo>
                  <a:pt x="0" y="14745"/>
                </a:lnTo>
                <a:lnTo>
                  <a:pt x="36" y="14745"/>
                </a:lnTo>
                <a:moveTo>
                  <a:pt x="36" y="14884"/>
                </a:moveTo>
                <a:lnTo>
                  <a:pt x="36" y="14954"/>
                </a:lnTo>
                <a:lnTo>
                  <a:pt x="0" y="14954"/>
                </a:lnTo>
                <a:lnTo>
                  <a:pt x="0" y="14884"/>
                </a:lnTo>
                <a:lnTo>
                  <a:pt x="36" y="14884"/>
                </a:lnTo>
                <a:moveTo>
                  <a:pt x="36" y="15023"/>
                </a:moveTo>
                <a:lnTo>
                  <a:pt x="36" y="15093"/>
                </a:lnTo>
                <a:lnTo>
                  <a:pt x="0" y="15093"/>
                </a:lnTo>
                <a:lnTo>
                  <a:pt x="0" y="15023"/>
                </a:lnTo>
                <a:lnTo>
                  <a:pt x="36" y="15023"/>
                </a:lnTo>
                <a:moveTo>
                  <a:pt x="36" y="15162"/>
                </a:moveTo>
                <a:lnTo>
                  <a:pt x="36" y="15232"/>
                </a:lnTo>
                <a:lnTo>
                  <a:pt x="0" y="15232"/>
                </a:lnTo>
                <a:lnTo>
                  <a:pt x="0" y="15162"/>
                </a:lnTo>
                <a:lnTo>
                  <a:pt x="36" y="15162"/>
                </a:lnTo>
                <a:moveTo>
                  <a:pt x="36" y="15301"/>
                </a:moveTo>
                <a:lnTo>
                  <a:pt x="36" y="15371"/>
                </a:lnTo>
                <a:lnTo>
                  <a:pt x="0" y="15371"/>
                </a:lnTo>
                <a:lnTo>
                  <a:pt x="0" y="15301"/>
                </a:lnTo>
                <a:lnTo>
                  <a:pt x="36" y="15301"/>
                </a:lnTo>
                <a:moveTo>
                  <a:pt x="36" y="15441"/>
                </a:moveTo>
                <a:lnTo>
                  <a:pt x="36" y="15510"/>
                </a:lnTo>
                <a:lnTo>
                  <a:pt x="0" y="15510"/>
                </a:lnTo>
                <a:lnTo>
                  <a:pt x="0" y="15441"/>
                </a:lnTo>
                <a:lnTo>
                  <a:pt x="36" y="15441"/>
                </a:lnTo>
                <a:moveTo>
                  <a:pt x="36" y="15580"/>
                </a:moveTo>
                <a:lnTo>
                  <a:pt x="36" y="15649"/>
                </a:lnTo>
                <a:lnTo>
                  <a:pt x="0" y="15649"/>
                </a:lnTo>
                <a:lnTo>
                  <a:pt x="0" y="15580"/>
                </a:lnTo>
                <a:lnTo>
                  <a:pt x="36" y="15580"/>
                </a:lnTo>
                <a:moveTo>
                  <a:pt x="36" y="15719"/>
                </a:moveTo>
                <a:lnTo>
                  <a:pt x="36" y="15788"/>
                </a:lnTo>
                <a:lnTo>
                  <a:pt x="0" y="15788"/>
                </a:lnTo>
                <a:lnTo>
                  <a:pt x="0" y="15719"/>
                </a:lnTo>
                <a:lnTo>
                  <a:pt x="36" y="15719"/>
                </a:lnTo>
                <a:moveTo>
                  <a:pt x="36" y="15858"/>
                </a:moveTo>
                <a:lnTo>
                  <a:pt x="36" y="15927"/>
                </a:lnTo>
                <a:lnTo>
                  <a:pt x="0" y="15927"/>
                </a:lnTo>
                <a:lnTo>
                  <a:pt x="0" y="15858"/>
                </a:lnTo>
                <a:lnTo>
                  <a:pt x="36" y="15858"/>
                </a:lnTo>
                <a:moveTo>
                  <a:pt x="36" y="15997"/>
                </a:moveTo>
                <a:lnTo>
                  <a:pt x="36" y="16066"/>
                </a:lnTo>
                <a:lnTo>
                  <a:pt x="0" y="16066"/>
                </a:lnTo>
                <a:lnTo>
                  <a:pt x="0" y="15997"/>
                </a:lnTo>
                <a:lnTo>
                  <a:pt x="36" y="15997"/>
                </a:lnTo>
                <a:moveTo>
                  <a:pt x="36" y="16136"/>
                </a:moveTo>
                <a:lnTo>
                  <a:pt x="36" y="16206"/>
                </a:lnTo>
                <a:lnTo>
                  <a:pt x="0" y="16206"/>
                </a:lnTo>
                <a:lnTo>
                  <a:pt x="0" y="16136"/>
                </a:lnTo>
                <a:lnTo>
                  <a:pt x="36" y="16136"/>
                </a:lnTo>
                <a:moveTo>
                  <a:pt x="36" y="16275"/>
                </a:moveTo>
                <a:lnTo>
                  <a:pt x="36" y="16345"/>
                </a:lnTo>
                <a:lnTo>
                  <a:pt x="0" y="16345"/>
                </a:lnTo>
                <a:lnTo>
                  <a:pt x="0" y="16275"/>
                </a:lnTo>
                <a:lnTo>
                  <a:pt x="36" y="16275"/>
                </a:lnTo>
                <a:moveTo>
                  <a:pt x="36" y="16414"/>
                </a:moveTo>
                <a:lnTo>
                  <a:pt x="36" y="16484"/>
                </a:lnTo>
                <a:lnTo>
                  <a:pt x="0" y="16484"/>
                </a:lnTo>
                <a:lnTo>
                  <a:pt x="0" y="16414"/>
                </a:lnTo>
                <a:lnTo>
                  <a:pt x="36" y="16414"/>
                </a:lnTo>
                <a:moveTo>
                  <a:pt x="36" y="16553"/>
                </a:moveTo>
                <a:lnTo>
                  <a:pt x="36" y="16623"/>
                </a:lnTo>
                <a:lnTo>
                  <a:pt x="0" y="16623"/>
                </a:lnTo>
                <a:lnTo>
                  <a:pt x="0" y="16553"/>
                </a:lnTo>
                <a:lnTo>
                  <a:pt x="36" y="16553"/>
                </a:lnTo>
                <a:moveTo>
                  <a:pt x="36" y="16692"/>
                </a:moveTo>
                <a:lnTo>
                  <a:pt x="36" y="16762"/>
                </a:lnTo>
                <a:lnTo>
                  <a:pt x="0" y="16762"/>
                </a:lnTo>
                <a:lnTo>
                  <a:pt x="0" y="16692"/>
                </a:lnTo>
                <a:lnTo>
                  <a:pt x="36" y="16692"/>
                </a:lnTo>
                <a:moveTo>
                  <a:pt x="36" y="16831"/>
                </a:moveTo>
                <a:lnTo>
                  <a:pt x="36" y="16901"/>
                </a:lnTo>
                <a:lnTo>
                  <a:pt x="0" y="16901"/>
                </a:lnTo>
                <a:lnTo>
                  <a:pt x="0" y="16831"/>
                </a:lnTo>
                <a:lnTo>
                  <a:pt x="36" y="16831"/>
                </a:lnTo>
                <a:moveTo>
                  <a:pt x="36" y="16971"/>
                </a:moveTo>
                <a:lnTo>
                  <a:pt x="36" y="17040"/>
                </a:lnTo>
                <a:lnTo>
                  <a:pt x="0" y="17040"/>
                </a:lnTo>
                <a:lnTo>
                  <a:pt x="0" y="16971"/>
                </a:lnTo>
                <a:lnTo>
                  <a:pt x="36" y="16971"/>
                </a:lnTo>
                <a:moveTo>
                  <a:pt x="36" y="17110"/>
                </a:moveTo>
                <a:lnTo>
                  <a:pt x="36" y="17156"/>
                </a:lnTo>
                <a:lnTo>
                  <a:pt x="0" y="17156"/>
                </a:lnTo>
                <a:lnTo>
                  <a:pt x="0" y="17110"/>
                </a:lnTo>
                <a:lnTo>
                  <a:pt x="36" y="1711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5" name=""/>
          <p:cNvSpPr/>
          <p:nvPr/>
        </p:nvSpPr>
        <p:spPr>
          <a:xfrm>
            <a:off x="986040" y="-5203080"/>
            <a:ext cx="12960" cy="7527960"/>
          </a:xfrm>
          <a:custGeom>
            <a:avLst/>
            <a:gdLst/>
            <a:ahLst/>
            <a:rect l="0" t="0" r="r" b="b"/>
            <a:pathLst>
              <a:path w="36" h="20911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8"/>
                </a:lnTo>
                <a:lnTo>
                  <a:pt x="0" y="348"/>
                </a:lnTo>
                <a:lnTo>
                  <a:pt x="0" y="279"/>
                </a:lnTo>
                <a:lnTo>
                  <a:pt x="36" y="279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5"/>
                </a:lnTo>
                <a:lnTo>
                  <a:pt x="0" y="765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4"/>
                </a:lnTo>
                <a:lnTo>
                  <a:pt x="0" y="904"/>
                </a:lnTo>
                <a:lnTo>
                  <a:pt x="0" y="835"/>
                </a:lnTo>
                <a:lnTo>
                  <a:pt x="36" y="835"/>
                </a:lnTo>
                <a:moveTo>
                  <a:pt x="36" y="974"/>
                </a:moveTo>
                <a:lnTo>
                  <a:pt x="36" y="1044"/>
                </a:lnTo>
                <a:lnTo>
                  <a:pt x="0" y="1044"/>
                </a:lnTo>
                <a:lnTo>
                  <a:pt x="0" y="974"/>
                </a:lnTo>
                <a:lnTo>
                  <a:pt x="36" y="974"/>
                </a:lnTo>
                <a:moveTo>
                  <a:pt x="36" y="1113"/>
                </a:moveTo>
                <a:lnTo>
                  <a:pt x="36" y="1183"/>
                </a:lnTo>
                <a:lnTo>
                  <a:pt x="0" y="1183"/>
                </a:lnTo>
                <a:lnTo>
                  <a:pt x="0" y="1113"/>
                </a:lnTo>
                <a:lnTo>
                  <a:pt x="36" y="1113"/>
                </a:lnTo>
                <a:moveTo>
                  <a:pt x="36" y="1252"/>
                </a:moveTo>
                <a:lnTo>
                  <a:pt x="36" y="1322"/>
                </a:lnTo>
                <a:lnTo>
                  <a:pt x="0" y="1322"/>
                </a:lnTo>
                <a:lnTo>
                  <a:pt x="0" y="1252"/>
                </a:lnTo>
                <a:lnTo>
                  <a:pt x="36" y="1252"/>
                </a:lnTo>
                <a:moveTo>
                  <a:pt x="36" y="1391"/>
                </a:moveTo>
                <a:lnTo>
                  <a:pt x="36" y="1461"/>
                </a:lnTo>
                <a:lnTo>
                  <a:pt x="0" y="1461"/>
                </a:lnTo>
                <a:lnTo>
                  <a:pt x="0" y="1391"/>
                </a:lnTo>
                <a:lnTo>
                  <a:pt x="36" y="1391"/>
                </a:lnTo>
                <a:moveTo>
                  <a:pt x="36" y="1530"/>
                </a:moveTo>
                <a:lnTo>
                  <a:pt x="36" y="1600"/>
                </a:lnTo>
                <a:lnTo>
                  <a:pt x="0" y="1600"/>
                </a:lnTo>
                <a:lnTo>
                  <a:pt x="0" y="1530"/>
                </a:lnTo>
                <a:lnTo>
                  <a:pt x="36" y="1530"/>
                </a:lnTo>
                <a:moveTo>
                  <a:pt x="36" y="1669"/>
                </a:moveTo>
                <a:lnTo>
                  <a:pt x="36" y="1739"/>
                </a:lnTo>
                <a:lnTo>
                  <a:pt x="0" y="1739"/>
                </a:lnTo>
                <a:lnTo>
                  <a:pt x="0" y="1669"/>
                </a:lnTo>
                <a:lnTo>
                  <a:pt x="36" y="1669"/>
                </a:lnTo>
                <a:moveTo>
                  <a:pt x="36" y="1809"/>
                </a:moveTo>
                <a:lnTo>
                  <a:pt x="36" y="1878"/>
                </a:lnTo>
                <a:lnTo>
                  <a:pt x="0" y="1878"/>
                </a:lnTo>
                <a:lnTo>
                  <a:pt x="0" y="1809"/>
                </a:lnTo>
                <a:lnTo>
                  <a:pt x="36" y="1809"/>
                </a:lnTo>
                <a:moveTo>
                  <a:pt x="36" y="1948"/>
                </a:moveTo>
                <a:lnTo>
                  <a:pt x="36" y="2017"/>
                </a:lnTo>
                <a:lnTo>
                  <a:pt x="0" y="2017"/>
                </a:lnTo>
                <a:lnTo>
                  <a:pt x="0" y="1948"/>
                </a:lnTo>
                <a:lnTo>
                  <a:pt x="36" y="1948"/>
                </a:lnTo>
                <a:moveTo>
                  <a:pt x="36" y="2087"/>
                </a:moveTo>
                <a:lnTo>
                  <a:pt x="36" y="2156"/>
                </a:lnTo>
                <a:lnTo>
                  <a:pt x="0" y="2156"/>
                </a:lnTo>
                <a:lnTo>
                  <a:pt x="0" y="2087"/>
                </a:lnTo>
                <a:lnTo>
                  <a:pt x="36" y="2087"/>
                </a:lnTo>
                <a:moveTo>
                  <a:pt x="36" y="2226"/>
                </a:moveTo>
                <a:lnTo>
                  <a:pt x="36" y="2295"/>
                </a:lnTo>
                <a:lnTo>
                  <a:pt x="0" y="2295"/>
                </a:lnTo>
                <a:lnTo>
                  <a:pt x="0" y="2226"/>
                </a:lnTo>
                <a:lnTo>
                  <a:pt x="36" y="2226"/>
                </a:lnTo>
                <a:moveTo>
                  <a:pt x="36" y="2365"/>
                </a:moveTo>
                <a:lnTo>
                  <a:pt x="36" y="2434"/>
                </a:lnTo>
                <a:lnTo>
                  <a:pt x="0" y="2434"/>
                </a:lnTo>
                <a:lnTo>
                  <a:pt x="0" y="2365"/>
                </a:lnTo>
                <a:lnTo>
                  <a:pt x="36" y="2365"/>
                </a:lnTo>
                <a:moveTo>
                  <a:pt x="36" y="2504"/>
                </a:moveTo>
                <a:lnTo>
                  <a:pt x="36" y="2574"/>
                </a:lnTo>
                <a:lnTo>
                  <a:pt x="0" y="2574"/>
                </a:lnTo>
                <a:lnTo>
                  <a:pt x="0" y="2504"/>
                </a:lnTo>
                <a:lnTo>
                  <a:pt x="36" y="2504"/>
                </a:lnTo>
                <a:moveTo>
                  <a:pt x="36" y="2643"/>
                </a:moveTo>
                <a:lnTo>
                  <a:pt x="36" y="2713"/>
                </a:lnTo>
                <a:lnTo>
                  <a:pt x="0" y="2713"/>
                </a:lnTo>
                <a:lnTo>
                  <a:pt x="0" y="2643"/>
                </a:lnTo>
                <a:lnTo>
                  <a:pt x="36" y="2643"/>
                </a:lnTo>
                <a:moveTo>
                  <a:pt x="36" y="2782"/>
                </a:moveTo>
                <a:lnTo>
                  <a:pt x="36" y="2852"/>
                </a:lnTo>
                <a:lnTo>
                  <a:pt x="0" y="2852"/>
                </a:lnTo>
                <a:lnTo>
                  <a:pt x="0" y="2782"/>
                </a:lnTo>
                <a:lnTo>
                  <a:pt x="36" y="2782"/>
                </a:lnTo>
                <a:moveTo>
                  <a:pt x="36" y="2921"/>
                </a:moveTo>
                <a:lnTo>
                  <a:pt x="36" y="2991"/>
                </a:lnTo>
                <a:lnTo>
                  <a:pt x="0" y="2991"/>
                </a:lnTo>
                <a:lnTo>
                  <a:pt x="0" y="2921"/>
                </a:lnTo>
                <a:lnTo>
                  <a:pt x="36" y="2921"/>
                </a:lnTo>
                <a:moveTo>
                  <a:pt x="36" y="3060"/>
                </a:moveTo>
                <a:lnTo>
                  <a:pt x="36" y="3130"/>
                </a:lnTo>
                <a:lnTo>
                  <a:pt x="0" y="3130"/>
                </a:lnTo>
                <a:lnTo>
                  <a:pt x="0" y="3060"/>
                </a:lnTo>
                <a:lnTo>
                  <a:pt x="36" y="3060"/>
                </a:lnTo>
                <a:moveTo>
                  <a:pt x="36" y="3199"/>
                </a:moveTo>
                <a:lnTo>
                  <a:pt x="36" y="3269"/>
                </a:lnTo>
                <a:lnTo>
                  <a:pt x="0" y="3269"/>
                </a:lnTo>
                <a:lnTo>
                  <a:pt x="0" y="3199"/>
                </a:lnTo>
                <a:lnTo>
                  <a:pt x="36" y="3199"/>
                </a:lnTo>
                <a:moveTo>
                  <a:pt x="36" y="3339"/>
                </a:moveTo>
                <a:lnTo>
                  <a:pt x="36" y="3408"/>
                </a:lnTo>
                <a:lnTo>
                  <a:pt x="0" y="3408"/>
                </a:lnTo>
                <a:lnTo>
                  <a:pt x="0" y="3339"/>
                </a:lnTo>
                <a:lnTo>
                  <a:pt x="36" y="3339"/>
                </a:lnTo>
                <a:moveTo>
                  <a:pt x="36" y="3478"/>
                </a:moveTo>
                <a:lnTo>
                  <a:pt x="36" y="3547"/>
                </a:lnTo>
                <a:lnTo>
                  <a:pt x="0" y="3547"/>
                </a:lnTo>
                <a:lnTo>
                  <a:pt x="0" y="3478"/>
                </a:lnTo>
                <a:lnTo>
                  <a:pt x="36" y="3478"/>
                </a:lnTo>
                <a:moveTo>
                  <a:pt x="36" y="3617"/>
                </a:moveTo>
                <a:lnTo>
                  <a:pt x="36" y="3686"/>
                </a:lnTo>
                <a:lnTo>
                  <a:pt x="0" y="3686"/>
                </a:lnTo>
                <a:lnTo>
                  <a:pt x="0" y="3617"/>
                </a:lnTo>
                <a:lnTo>
                  <a:pt x="36" y="3617"/>
                </a:lnTo>
                <a:moveTo>
                  <a:pt x="36" y="3756"/>
                </a:moveTo>
                <a:lnTo>
                  <a:pt x="36" y="3825"/>
                </a:lnTo>
                <a:lnTo>
                  <a:pt x="0" y="3825"/>
                </a:lnTo>
                <a:lnTo>
                  <a:pt x="0" y="3756"/>
                </a:lnTo>
                <a:lnTo>
                  <a:pt x="36" y="3756"/>
                </a:lnTo>
                <a:moveTo>
                  <a:pt x="36" y="3895"/>
                </a:moveTo>
                <a:lnTo>
                  <a:pt x="36" y="3964"/>
                </a:lnTo>
                <a:lnTo>
                  <a:pt x="0" y="3964"/>
                </a:lnTo>
                <a:lnTo>
                  <a:pt x="0" y="3895"/>
                </a:lnTo>
                <a:lnTo>
                  <a:pt x="36" y="3895"/>
                </a:lnTo>
                <a:moveTo>
                  <a:pt x="36" y="4035"/>
                </a:moveTo>
                <a:lnTo>
                  <a:pt x="36" y="4105"/>
                </a:lnTo>
                <a:lnTo>
                  <a:pt x="0" y="4105"/>
                </a:lnTo>
                <a:lnTo>
                  <a:pt x="0" y="4035"/>
                </a:lnTo>
                <a:lnTo>
                  <a:pt x="36" y="4035"/>
                </a:lnTo>
                <a:moveTo>
                  <a:pt x="36" y="4174"/>
                </a:moveTo>
                <a:lnTo>
                  <a:pt x="36" y="4244"/>
                </a:lnTo>
                <a:lnTo>
                  <a:pt x="0" y="4244"/>
                </a:lnTo>
                <a:lnTo>
                  <a:pt x="0" y="4174"/>
                </a:lnTo>
                <a:lnTo>
                  <a:pt x="36" y="4174"/>
                </a:lnTo>
                <a:moveTo>
                  <a:pt x="36" y="4313"/>
                </a:moveTo>
                <a:lnTo>
                  <a:pt x="36" y="4383"/>
                </a:lnTo>
                <a:lnTo>
                  <a:pt x="0" y="4383"/>
                </a:lnTo>
                <a:lnTo>
                  <a:pt x="0" y="4313"/>
                </a:lnTo>
                <a:lnTo>
                  <a:pt x="36" y="4313"/>
                </a:lnTo>
                <a:moveTo>
                  <a:pt x="36" y="4452"/>
                </a:moveTo>
                <a:lnTo>
                  <a:pt x="36" y="4522"/>
                </a:lnTo>
                <a:lnTo>
                  <a:pt x="0" y="4522"/>
                </a:lnTo>
                <a:lnTo>
                  <a:pt x="0" y="4452"/>
                </a:lnTo>
                <a:lnTo>
                  <a:pt x="36" y="4452"/>
                </a:lnTo>
                <a:moveTo>
                  <a:pt x="36" y="4591"/>
                </a:moveTo>
                <a:lnTo>
                  <a:pt x="36" y="4661"/>
                </a:lnTo>
                <a:lnTo>
                  <a:pt x="0" y="4661"/>
                </a:lnTo>
                <a:lnTo>
                  <a:pt x="0" y="4591"/>
                </a:lnTo>
                <a:lnTo>
                  <a:pt x="36" y="4591"/>
                </a:lnTo>
                <a:moveTo>
                  <a:pt x="36" y="4730"/>
                </a:moveTo>
                <a:lnTo>
                  <a:pt x="36" y="4800"/>
                </a:lnTo>
                <a:lnTo>
                  <a:pt x="0" y="4800"/>
                </a:lnTo>
                <a:lnTo>
                  <a:pt x="0" y="4730"/>
                </a:lnTo>
                <a:lnTo>
                  <a:pt x="36" y="4730"/>
                </a:lnTo>
                <a:moveTo>
                  <a:pt x="36" y="4870"/>
                </a:moveTo>
                <a:lnTo>
                  <a:pt x="36" y="4939"/>
                </a:lnTo>
                <a:lnTo>
                  <a:pt x="0" y="4939"/>
                </a:lnTo>
                <a:lnTo>
                  <a:pt x="0" y="4870"/>
                </a:lnTo>
                <a:lnTo>
                  <a:pt x="36" y="4870"/>
                </a:lnTo>
                <a:moveTo>
                  <a:pt x="36" y="5009"/>
                </a:moveTo>
                <a:lnTo>
                  <a:pt x="36" y="5078"/>
                </a:lnTo>
                <a:lnTo>
                  <a:pt x="0" y="5078"/>
                </a:lnTo>
                <a:lnTo>
                  <a:pt x="0" y="5009"/>
                </a:lnTo>
                <a:lnTo>
                  <a:pt x="36" y="5009"/>
                </a:lnTo>
                <a:moveTo>
                  <a:pt x="36" y="5148"/>
                </a:moveTo>
                <a:lnTo>
                  <a:pt x="36" y="5217"/>
                </a:lnTo>
                <a:lnTo>
                  <a:pt x="0" y="5217"/>
                </a:lnTo>
                <a:lnTo>
                  <a:pt x="0" y="5148"/>
                </a:lnTo>
                <a:lnTo>
                  <a:pt x="36" y="5148"/>
                </a:lnTo>
                <a:moveTo>
                  <a:pt x="36" y="5287"/>
                </a:moveTo>
                <a:lnTo>
                  <a:pt x="36" y="5356"/>
                </a:lnTo>
                <a:lnTo>
                  <a:pt x="0" y="5356"/>
                </a:lnTo>
                <a:lnTo>
                  <a:pt x="0" y="5287"/>
                </a:lnTo>
                <a:lnTo>
                  <a:pt x="36" y="5287"/>
                </a:lnTo>
                <a:moveTo>
                  <a:pt x="36" y="5426"/>
                </a:moveTo>
                <a:lnTo>
                  <a:pt x="36" y="5495"/>
                </a:lnTo>
                <a:lnTo>
                  <a:pt x="0" y="5495"/>
                </a:lnTo>
                <a:lnTo>
                  <a:pt x="0" y="5426"/>
                </a:lnTo>
                <a:lnTo>
                  <a:pt x="36" y="5426"/>
                </a:lnTo>
                <a:moveTo>
                  <a:pt x="36" y="5565"/>
                </a:moveTo>
                <a:lnTo>
                  <a:pt x="36" y="5635"/>
                </a:lnTo>
                <a:lnTo>
                  <a:pt x="0" y="5635"/>
                </a:lnTo>
                <a:lnTo>
                  <a:pt x="0" y="5565"/>
                </a:lnTo>
                <a:lnTo>
                  <a:pt x="36" y="5565"/>
                </a:lnTo>
                <a:moveTo>
                  <a:pt x="36" y="5704"/>
                </a:moveTo>
                <a:lnTo>
                  <a:pt x="36" y="5774"/>
                </a:lnTo>
                <a:lnTo>
                  <a:pt x="0" y="5774"/>
                </a:lnTo>
                <a:lnTo>
                  <a:pt x="0" y="5704"/>
                </a:lnTo>
                <a:lnTo>
                  <a:pt x="36" y="5704"/>
                </a:lnTo>
                <a:moveTo>
                  <a:pt x="36" y="5843"/>
                </a:moveTo>
                <a:lnTo>
                  <a:pt x="36" y="5913"/>
                </a:lnTo>
                <a:lnTo>
                  <a:pt x="0" y="5913"/>
                </a:lnTo>
                <a:lnTo>
                  <a:pt x="0" y="5843"/>
                </a:lnTo>
                <a:lnTo>
                  <a:pt x="36" y="5843"/>
                </a:lnTo>
                <a:moveTo>
                  <a:pt x="36" y="5982"/>
                </a:moveTo>
                <a:lnTo>
                  <a:pt x="36" y="6052"/>
                </a:lnTo>
                <a:lnTo>
                  <a:pt x="0" y="6052"/>
                </a:lnTo>
                <a:lnTo>
                  <a:pt x="0" y="5982"/>
                </a:lnTo>
                <a:lnTo>
                  <a:pt x="36" y="5982"/>
                </a:lnTo>
                <a:moveTo>
                  <a:pt x="36" y="6121"/>
                </a:moveTo>
                <a:lnTo>
                  <a:pt x="36" y="6191"/>
                </a:lnTo>
                <a:lnTo>
                  <a:pt x="0" y="6191"/>
                </a:lnTo>
                <a:lnTo>
                  <a:pt x="0" y="6121"/>
                </a:lnTo>
                <a:lnTo>
                  <a:pt x="36" y="6121"/>
                </a:lnTo>
                <a:moveTo>
                  <a:pt x="36" y="6261"/>
                </a:moveTo>
                <a:lnTo>
                  <a:pt x="36" y="6330"/>
                </a:lnTo>
                <a:lnTo>
                  <a:pt x="0" y="6330"/>
                </a:lnTo>
                <a:lnTo>
                  <a:pt x="0" y="6261"/>
                </a:lnTo>
                <a:lnTo>
                  <a:pt x="36" y="6261"/>
                </a:lnTo>
                <a:moveTo>
                  <a:pt x="36" y="6400"/>
                </a:moveTo>
                <a:lnTo>
                  <a:pt x="36" y="6469"/>
                </a:lnTo>
                <a:lnTo>
                  <a:pt x="0" y="6469"/>
                </a:lnTo>
                <a:lnTo>
                  <a:pt x="0" y="6400"/>
                </a:lnTo>
                <a:lnTo>
                  <a:pt x="36" y="6400"/>
                </a:lnTo>
                <a:moveTo>
                  <a:pt x="36" y="6539"/>
                </a:moveTo>
                <a:lnTo>
                  <a:pt x="36" y="6608"/>
                </a:lnTo>
                <a:lnTo>
                  <a:pt x="0" y="6608"/>
                </a:lnTo>
                <a:lnTo>
                  <a:pt x="0" y="6539"/>
                </a:lnTo>
                <a:lnTo>
                  <a:pt x="36" y="6539"/>
                </a:lnTo>
                <a:moveTo>
                  <a:pt x="36" y="6678"/>
                </a:moveTo>
                <a:lnTo>
                  <a:pt x="36" y="6747"/>
                </a:lnTo>
                <a:lnTo>
                  <a:pt x="0" y="6747"/>
                </a:lnTo>
                <a:lnTo>
                  <a:pt x="0" y="6678"/>
                </a:lnTo>
                <a:lnTo>
                  <a:pt x="36" y="6678"/>
                </a:lnTo>
                <a:moveTo>
                  <a:pt x="36" y="6817"/>
                </a:moveTo>
                <a:lnTo>
                  <a:pt x="36" y="6886"/>
                </a:lnTo>
                <a:lnTo>
                  <a:pt x="0" y="6886"/>
                </a:lnTo>
                <a:lnTo>
                  <a:pt x="0" y="6817"/>
                </a:lnTo>
                <a:lnTo>
                  <a:pt x="36" y="6817"/>
                </a:lnTo>
                <a:moveTo>
                  <a:pt x="36" y="6956"/>
                </a:moveTo>
                <a:lnTo>
                  <a:pt x="36" y="7026"/>
                </a:lnTo>
                <a:lnTo>
                  <a:pt x="0" y="7026"/>
                </a:lnTo>
                <a:lnTo>
                  <a:pt x="0" y="6956"/>
                </a:lnTo>
                <a:lnTo>
                  <a:pt x="36" y="6956"/>
                </a:lnTo>
                <a:moveTo>
                  <a:pt x="36" y="7095"/>
                </a:moveTo>
                <a:lnTo>
                  <a:pt x="36" y="7165"/>
                </a:lnTo>
                <a:lnTo>
                  <a:pt x="0" y="7165"/>
                </a:lnTo>
                <a:lnTo>
                  <a:pt x="0" y="7095"/>
                </a:lnTo>
                <a:lnTo>
                  <a:pt x="36" y="7095"/>
                </a:lnTo>
                <a:moveTo>
                  <a:pt x="36" y="7234"/>
                </a:moveTo>
                <a:lnTo>
                  <a:pt x="36" y="7304"/>
                </a:lnTo>
                <a:lnTo>
                  <a:pt x="0" y="7304"/>
                </a:lnTo>
                <a:lnTo>
                  <a:pt x="0" y="7234"/>
                </a:lnTo>
                <a:lnTo>
                  <a:pt x="36" y="7234"/>
                </a:lnTo>
                <a:moveTo>
                  <a:pt x="36" y="7373"/>
                </a:moveTo>
                <a:lnTo>
                  <a:pt x="36" y="7443"/>
                </a:lnTo>
                <a:lnTo>
                  <a:pt x="0" y="7443"/>
                </a:lnTo>
                <a:lnTo>
                  <a:pt x="0" y="7373"/>
                </a:lnTo>
                <a:lnTo>
                  <a:pt x="36" y="7373"/>
                </a:lnTo>
                <a:moveTo>
                  <a:pt x="36" y="7512"/>
                </a:moveTo>
                <a:lnTo>
                  <a:pt x="36" y="7582"/>
                </a:lnTo>
                <a:lnTo>
                  <a:pt x="0" y="7582"/>
                </a:lnTo>
                <a:lnTo>
                  <a:pt x="0" y="7512"/>
                </a:lnTo>
                <a:lnTo>
                  <a:pt x="36" y="7512"/>
                </a:lnTo>
                <a:moveTo>
                  <a:pt x="36" y="7651"/>
                </a:moveTo>
                <a:lnTo>
                  <a:pt x="36" y="7721"/>
                </a:lnTo>
                <a:lnTo>
                  <a:pt x="0" y="7721"/>
                </a:lnTo>
                <a:lnTo>
                  <a:pt x="0" y="7651"/>
                </a:lnTo>
                <a:lnTo>
                  <a:pt x="36" y="7651"/>
                </a:lnTo>
                <a:moveTo>
                  <a:pt x="36" y="7791"/>
                </a:moveTo>
                <a:lnTo>
                  <a:pt x="36" y="7860"/>
                </a:lnTo>
                <a:lnTo>
                  <a:pt x="0" y="7860"/>
                </a:lnTo>
                <a:lnTo>
                  <a:pt x="0" y="7791"/>
                </a:lnTo>
                <a:lnTo>
                  <a:pt x="36" y="7791"/>
                </a:lnTo>
                <a:moveTo>
                  <a:pt x="36" y="7930"/>
                </a:moveTo>
                <a:lnTo>
                  <a:pt x="36" y="7999"/>
                </a:lnTo>
                <a:lnTo>
                  <a:pt x="0" y="7999"/>
                </a:lnTo>
                <a:lnTo>
                  <a:pt x="0" y="7930"/>
                </a:lnTo>
                <a:lnTo>
                  <a:pt x="36" y="7930"/>
                </a:lnTo>
                <a:moveTo>
                  <a:pt x="36" y="8069"/>
                </a:moveTo>
                <a:lnTo>
                  <a:pt x="36" y="8138"/>
                </a:lnTo>
                <a:lnTo>
                  <a:pt x="0" y="8138"/>
                </a:lnTo>
                <a:lnTo>
                  <a:pt x="0" y="8069"/>
                </a:lnTo>
                <a:lnTo>
                  <a:pt x="36" y="8069"/>
                </a:lnTo>
                <a:moveTo>
                  <a:pt x="36" y="8208"/>
                </a:moveTo>
                <a:lnTo>
                  <a:pt x="36" y="8277"/>
                </a:lnTo>
                <a:lnTo>
                  <a:pt x="0" y="8277"/>
                </a:lnTo>
                <a:lnTo>
                  <a:pt x="0" y="8208"/>
                </a:lnTo>
                <a:lnTo>
                  <a:pt x="36" y="8208"/>
                </a:lnTo>
                <a:moveTo>
                  <a:pt x="36" y="8347"/>
                </a:moveTo>
                <a:lnTo>
                  <a:pt x="36" y="8416"/>
                </a:lnTo>
                <a:lnTo>
                  <a:pt x="0" y="8416"/>
                </a:lnTo>
                <a:lnTo>
                  <a:pt x="0" y="8347"/>
                </a:lnTo>
                <a:lnTo>
                  <a:pt x="36" y="8347"/>
                </a:lnTo>
                <a:moveTo>
                  <a:pt x="36" y="8486"/>
                </a:moveTo>
                <a:lnTo>
                  <a:pt x="36" y="8556"/>
                </a:lnTo>
                <a:lnTo>
                  <a:pt x="0" y="8556"/>
                </a:lnTo>
                <a:lnTo>
                  <a:pt x="0" y="8486"/>
                </a:lnTo>
                <a:lnTo>
                  <a:pt x="36" y="8486"/>
                </a:lnTo>
                <a:moveTo>
                  <a:pt x="36" y="8625"/>
                </a:moveTo>
                <a:lnTo>
                  <a:pt x="36" y="8695"/>
                </a:lnTo>
                <a:lnTo>
                  <a:pt x="0" y="8695"/>
                </a:lnTo>
                <a:lnTo>
                  <a:pt x="0" y="8625"/>
                </a:lnTo>
                <a:lnTo>
                  <a:pt x="36" y="8625"/>
                </a:lnTo>
                <a:moveTo>
                  <a:pt x="36" y="8764"/>
                </a:moveTo>
                <a:lnTo>
                  <a:pt x="36" y="8834"/>
                </a:lnTo>
                <a:lnTo>
                  <a:pt x="0" y="8834"/>
                </a:lnTo>
                <a:lnTo>
                  <a:pt x="0" y="8764"/>
                </a:lnTo>
                <a:lnTo>
                  <a:pt x="36" y="8764"/>
                </a:lnTo>
                <a:moveTo>
                  <a:pt x="36" y="8903"/>
                </a:moveTo>
                <a:lnTo>
                  <a:pt x="36" y="8973"/>
                </a:lnTo>
                <a:lnTo>
                  <a:pt x="0" y="8973"/>
                </a:lnTo>
                <a:lnTo>
                  <a:pt x="0" y="8903"/>
                </a:lnTo>
                <a:lnTo>
                  <a:pt x="36" y="8903"/>
                </a:lnTo>
                <a:moveTo>
                  <a:pt x="36" y="9042"/>
                </a:moveTo>
                <a:lnTo>
                  <a:pt x="36" y="9112"/>
                </a:lnTo>
                <a:lnTo>
                  <a:pt x="0" y="9112"/>
                </a:lnTo>
                <a:lnTo>
                  <a:pt x="0" y="9042"/>
                </a:lnTo>
                <a:lnTo>
                  <a:pt x="36" y="9042"/>
                </a:lnTo>
                <a:moveTo>
                  <a:pt x="36" y="9181"/>
                </a:moveTo>
                <a:lnTo>
                  <a:pt x="36" y="9251"/>
                </a:lnTo>
                <a:lnTo>
                  <a:pt x="0" y="9251"/>
                </a:lnTo>
                <a:lnTo>
                  <a:pt x="0" y="9181"/>
                </a:lnTo>
                <a:lnTo>
                  <a:pt x="36" y="9181"/>
                </a:lnTo>
                <a:moveTo>
                  <a:pt x="36" y="9321"/>
                </a:moveTo>
                <a:lnTo>
                  <a:pt x="36" y="9390"/>
                </a:lnTo>
                <a:lnTo>
                  <a:pt x="0" y="9390"/>
                </a:lnTo>
                <a:lnTo>
                  <a:pt x="0" y="9321"/>
                </a:lnTo>
                <a:lnTo>
                  <a:pt x="36" y="9321"/>
                </a:lnTo>
                <a:moveTo>
                  <a:pt x="36" y="9460"/>
                </a:moveTo>
                <a:lnTo>
                  <a:pt x="36" y="9529"/>
                </a:lnTo>
                <a:lnTo>
                  <a:pt x="0" y="9529"/>
                </a:lnTo>
                <a:lnTo>
                  <a:pt x="0" y="9460"/>
                </a:lnTo>
                <a:lnTo>
                  <a:pt x="36" y="9460"/>
                </a:lnTo>
                <a:moveTo>
                  <a:pt x="36" y="9599"/>
                </a:moveTo>
                <a:lnTo>
                  <a:pt x="36" y="9668"/>
                </a:lnTo>
                <a:lnTo>
                  <a:pt x="0" y="9668"/>
                </a:lnTo>
                <a:lnTo>
                  <a:pt x="0" y="9599"/>
                </a:lnTo>
                <a:lnTo>
                  <a:pt x="36" y="9599"/>
                </a:lnTo>
                <a:moveTo>
                  <a:pt x="36" y="9738"/>
                </a:moveTo>
                <a:lnTo>
                  <a:pt x="36" y="9807"/>
                </a:lnTo>
                <a:lnTo>
                  <a:pt x="0" y="9807"/>
                </a:lnTo>
                <a:lnTo>
                  <a:pt x="0" y="9738"/>
                </a:lnTo>
                <a:lnTo>
                  <a:pt x="36" y="9738"/>
                </a:lnTo>
                <a:moveTo>
                  <a:pt x="36" y="9877"/>
                </a:moveTo>
                <a:lnTo>
                  <a:pt x="36" y="9946"/>
                </a:lnTo>
                <a:lnTo>
                  <a:pt x="0" y="9946"/>
                </a:lnTo>
                <a:lnTo>
                  <a:pt x="0" y="9877"/>
                </a:lnTo>
                <a:lnTo>
                  <a:pt x="36" y="9877"/>
                </a:lnTo>
                <a:moveTo>
                  <a:pt x="36" y="10016"/>
                </a:moveTo>
                <a:lnTo>
                  <a:pt x="36" y="10086"/>
                </a:lnTo>
                <a:lnTo>
                  <a:pt x="0" y="10086"/>
                </a:lnTo>
                <a:lnTo>
                  <a:pt x="0" y="10016"/>
                </a:lnTo>
                <a:lnTo>
                  <a:pt x="36" y="10016"/>
                </a:lnTo>
                <a:moveTo>
                  <a:pt x="36" y="10155"/>
                </a:moveTo>
                <a:lnTo>
                  <a:pt x="36" y="10225"/>
                </a:lnTo>
                <a:lnTo>
                  <a:pt x="0" y="10225"/>
                </a:lnTo>
                <a:lnTo>
                  <a:pt x="0" y="10155"/>
                </a:lnTo>
                <a:lnTo>
                  <a:pt x="36" y="10155"/>
                </a:lnTo>
                <a:moveTo>
                  <a:pt x="36" y="10294"/>
                </a:moveTo>
                <a:lnTo>
                  <a:pt x="36" y="10364"/>
                </a:lnTo>
                <a:lnTo>
                  <a:pt x="0" y="10364"/>
                </a:lnTo>
                <a:lnTo>
                  <a:pt x="0" y="10294"/>
                </a:lnTo>
                <a:lnTo>
                  <a:pt x="36" y="10294"/>
                </a:lnTo>
                <a:moveTo>
                  <a:pt x="36" y="10433"/>
                </a:moveTo>
                <a:lnTo>
                  <a:pt x="36" y="10503"/>
                </a:lnTo>
                <a:lnTo>
                  <a:pt x="0" y="10503"/>
                </a:lnTo>
                <a:lnTo>
                  <a:pt x="0" y="10433"/>
                </a:lnTo>
                <a:lnTo>
                  <a:pt x="36" y="10433"/>
                </a:lnTo>
                <a:moveTo>
                  <a:pt x="36" y="10572"/>
                </a:moveTo>
                <a:lnTo>
                  <a:pt x="36" y="10642"/>
                </a:lnTo>
                <a:lnTo>
                  <a:pt x="0" y="10642"/>
                </a:lnTo>
                <a:lnTo>
                  <a:pt x="0" y="10572"/>
                </a:lnTo>
                <a:lnTo>
                  <a:pt x="36" y="10572"/>
                </a:lnTo>
                <a:moveTo>
                  <a:pt x="36" y="10711"/>
                </a:moveTo>
                <a:lnTo>
                  <a:pt x="36" y="10781"/>
                </a:lnTo>
                <a:lnTo>
                  <a:pt x="0" y="10781"/>
                </a:lnTo>
                <a:lnTo>
                  <a:pt x="0" y="10711"/>
                </a:lnTo>
                <a:lnTo>
                  <a:pt x="36" y="10711"/>
                </a:lnTo>
                <a:moveTo>
                  <a:pt x="36" y="10851"/>
                </a:moveTo>
                <a:lnTo>
                  <a:pt x="36" y="10920"/>
                </a:lnTo>
                <a:lnTo>
                  <a:pt x="0" y="10920"/>
                </a:lnTo>
                <a:lnTo>
                  <a:pt x="0" y="10851"/>
                </a:lnTo>
                <a:lnTo>
                  <a:pt x="36" y="10851"/>
                </a:lnTo>
                <a:moveTo>
                  <a:pt x="36" y="10990"/>
                </a:moveTo>
                <a:lnTo>
                  <a:pt x="36" y="11059"/>
                </a:lnTo>
                <a:lnTo>
                  <a:pt x="0" y="11059"/>
                </a:lnTo>
                <a:lnTo>
                  <a:pt x="0" y="10990"/>
                </a:lnTo>
                <a:lnTo>
                  <a:pt x="36" y="10990"/>
                </a:lnTo>
                <a:moveTo>
                  <a:pt x="36" y="11129"/>
                </a:moveTo>
                <a:lnTo>
                  <a:pt x="36" y="11198"/>
                </a:lnTo>
                <a:lnTo>
                  <a:pt x="0" y="11198"/>
                </a:lnTo>
                <a:lnTo>
                  <a:pt x="0" y="11129"/>
                </a:lnTo>
                <a:lnTo>
                  <a:pt x="36" y="11129"/>
                </a:lnTo>
                <a:moveTo>
                  <a:pt x="36" y="11268"/>
                </a:moveTo>
                <a:lnTo>
                  <a:pt x="36" y="11337"/>
                </a:lnTo>
                <a:lnTo>
                  <a:pt x="0" y="11337"/>
                </a:lnTo>
                <a:lnTo>
                  <a:pt x="0" y="11268"/>
                </a:lnTo>
                <a:lnTo>
                  <a:pt x="36" y="11268"/>
                </a:lnTo>
                <a:moveTo>
                  <a:pt x="36" y="11407"/>
                </a:moveTo>
                <a:lnTo>
                  <a:pt x="36" y="11476"/>
                </a:lnTo>
                <a:lnTo>
                  <a:pt x="0" y="11476"/>
                </a:lnTo>
                <a:lnTo>
                  <a:pt x="0" y="11407"/>
                </a:lnTo>
                <a:lnTo>
                  <a:pt x="36" y="11407"/>
                </a:lnTo>
                <a:moveTo>
                  <a:pt x="36" y="11546"/>
                </a:moveTo>
                <a:lnTo>
                  <a:pt x="36" y="11616"/>
                </a:lnTo>
                <a:lnTo>
                  <a:pt x="0" y="11616"/>
                </a:lnTo>
                <a:lnTo>
                  <a:pt x="0" y="11546"/>
                </a:lnTo>
                <a:lnTo>
                  <a:pt x="36" y="11546"/>
                </a:lnTo>
                <a:moveTo>
                  <a:pt x="36" y="11685"/>
                </a:moveTo>
                <a:lnTo>
                  <a:pt x="36" y="11755"/>
                </a:lnTo>
                <a:lnTo>
                  <a:pt x="0" y="11755"/>
                </a:lnTo>
                <a:lnTo>
                  <a:pt x="0" y="11685"/>
                </a:lnTo>
                <a:lnTo>
                  <a:pt x="36" y="11685"/>
                </a:lnTo>
                <a:moveTo>
                  <a:pt x="36" y="11824"/>
                </a:moveTo>
                <a:lnTo>
                  <a:pt x="36" y="11894"/>
                </a:lnTo>
                <a:lnTo>
                  <a:pt x="0" y="11894"/>
                </a:lnTo>
                <a:lnTo>
                  <a:pt x="0" y="11824"/>
                </a:lnTo>
                <a:lnTo>
                  <a:pt x="36" y="11824"/>
                </a:lnTo>
                <a:moveTo>
                  <a:pt x="36" y="11963"/>
                </a:moveTo>
                <a:lnTo>
                  <a:pt x="36" y="12033"/>
                </a:lnTo>
                <a:lnTo>
                  <a:pt x="0" y="12033"/>
                </a:lnTo>
                <a:lnTo>
                  <a:pt x="0" y="11963"/>
                </a:lnTo>
                <a:lnTo>
                  <a:pt x="36" y="11963"/>
                </a:lnTo>
                <a:moveTo>
                  <a:pt x="36" y="12102"/>
                </a:moveTo>
                <a:lnTo>
                  <a:pt x="36" y="12172"/>
                </a:lnTo>
                <a:lnTo>
                  <a:pt x="0" y="12172"/>
                </a:lnTo>
                <a:lnTo>
                  <a:pt x="0" y="12102"/>
                </a:lnTo>
                <a:lnTo>
                  <a:pt x="36" y="12102"/>
                </a:lnTo>
                <a:moveTo>
                  <a:pt x="36" y="12241"/>
                </a:moveTo>
                <a:lnTo>
                  <a:pt x="36" y="12311"/>
                </a:lnTo>
                <a:lnTo>
                  <a:pt x="0" y="12311"/>
                </a:lnTo>
                <a:lnTo>
                  <a:pt x="0" y="12241"/>
                </a:lnTo>
                <a:lnTo>
                  <a:pt x="36" y="12241"/>
                </a:lnTo>
                <a:moveTo>
                  <a:pt x="36" y="12381"/>
                </a:moveTo>
                <a:lnTo>
                  <a:pt x="36" y="12450"/>
                </a:lnTo>
                <a:lnTo>
                  <a:pt x="0" y="12450"/>
                </a:lnTo>
                <a:lnTo>
                  <a:pt x="0" y="12381"/>
                </a:lnTo>
                <a:lnTo>
                  <a:pt x="36" y="12381"/>
                </a:lnTo>
                <a:moveTo>
                  <a:pt x="36" y="12520"/>
                </a:moveTo>
                <a:lnTo>
                  <a:pt x="36" y="12589"/>
                </a:lnTo>
                <a:lnTo>
                  <a:pt x="0" y="12589"/>
                </a:lnTo>
                <a:lnTo>
                  <a:pt x="0" y="12520"/>
                </a:lnTo>
                <a:lnTo>
                  <a:pt x="36" y="12520"/>
                </a:lnTo>
                <a:moveTo>
                  <a:pt x="36" y="12659"/>
                </a:moveTo>
                <a:lnTo>
                  <a:pt x="36" y="12728"/>
                </a:lnTo>
                <a:lnTo>
                  <a:pt x="0" y="12728"/>
                </a:lnTo>
                <a:lnTo>
                  <a:pt x="0" y="12659"/>
                </a:lnTo>
                <a:lnTo>
                  <a:pt x="36" y="12659"/>
                </a:lnTo>
                <a:moveTo>
                  <a:pt x="36" y="12798"/>
                </a:moveTo>
                <a:lnTo>
                  <a:pt x="36" y="12867"/>
                </a:lnTo>
                <a:lnTo>
                  <a:pt x="0" y="12867"/>
                </a:lnTo>
                <a:lnTo>
                  <a:pt x="0" y="12798"/>
                </a:lnTo>
                <a:lnTo>
                  <a:pt x="36" y="12798"/>
                </a:lnTo>
                <a:moveTo>
                  <a:pt x="36" y="12937"/>
                </a:moveTo>
                <a:lnTo>
                  <a:pt x="36" y="13006"/>
                </a:lnTo>
                <a:lnTo>
                  <a:pt x="0" y="13006"/>
                </a:lnTo>
                <a:lnTo>
                  <a:pt x="0" y="12937"/>
                </a:lnTo>
                <a:lnTo>
                  <a:pt x="36" y="12937"/>
                </a:lnTo>
                <a:moveTo>
                  <a:pt x="36" y="13076"/>
                </a:moveTo>
                <a:lnTo>
                  <a:pt x="36" y="13146"/>
                </a:lnTo>
                <a:lnTo>
                  <a:pt x="0" y="13146"/>
                </a:lnTo>
                <a:lnTo>
                  <a:pt x="0" y="13076"/>
                </a:lnTo>
                <a:lnTo>
                  <a:pt x="36" y="13076"/>
                </a:lnTo>
                <a:moveTo>
                  <a:pt x="36" y="13215"/>
                </a:moveTo>
                <a:lnTo>
                  <a:pt x="36" y="13285"/>
                </a:lnTo>
                <a:lnTo>
                  <a:pt x="0" y="13285"/>
                </a:lnTo>
                <a:lnTo>
                  <a:pt x="0" y="13215"/>
                </a:lnTo>
                <a:lnTo>
                  <a:pt x="36" y="13215"/>
                </a:lnTo>
                <a:moveTo>
                  <a:pt x="36" y="13354"/>
                </a:moveTo>
                <a:lnTo>
                  <a:pt x="36" y="13424"/>
                </a:lnTo>
                <a:lnTo>
                  <a:pt x="0" y="13424"/>
                </a:lnTo>
                <a:lnTo>
                  <a:pt x="0" y="13354"/>
                </a:lnTo>
                <a:lnTo>
                  <a:pt x="36" y="13354"/>
                </a:lnTo>
                <a:moveTo>
                  <a:pt x="36" y="13493"/>
                </a:moveTo>
                <a:lnTo>
                  <a:pt x="36" y="13563"/>
                </a:lnTo>
                <a:lnTo>
                  <a:pt x="0" y="13563"/>
                </a:lnTo>
                <a:lnTo>
                  <a:pt x="0" y="13493"/>
                </a:lnTo>
                <a:lnTo>
                  <a:pt x="36" y="13493"/>
                </a:lnTo>
                <a:moveTo>
                  <a:pt x="36" y="13632"/>
                </a:moveTo>
                <a:lnTo>
                  <a:pt x="36" y="13702"/>
                </a:lnTo>
                <a:lnTo>
                  <a:pt x="0" y="13702"/>
                </a:lnTo>
                <a:lnTo>
                  <a:pt x="0" y="13632"/>
                </a:lnTo>
                <a:lnTo>
                  <a:pt x="36" y="13632"/>
                </a:lnTo>
                <a:moveTo>
                  <a:pt x="36" y="13771"/>
                </a:moveTo>
                <a:lnTo>
                  <a:pt x="36" y="13841"/>
                </a:lnTo>
                <a:lnTo>
                  <a:pt x="0" y="13841"/>
                </a:lnTo>
                <a:lnTo>
                  <a:pt x="0" y="13771"/>
                </a:lnTo>
                <a:lnTo>
                  <a:pt x="36" y="13771"/>
                </a:lnTo>
                <a:moveTo>
                  <a:pt x="36" y="13911"/>
                </a:moveTo>
                <a:lnTo>
                  <a:pt x="36" y="13980"/>
                </a:lnTo>
                <a:lnTo>
                  <a:pt x="0" y="13980"/>
                </a:lnTo>
                <a:lnTo>
                  <a:pt x="0" y="13911"/>
                </a:lnTo>
                <a:lnTo>
                  <a:pt x="36" y="13911"/>
                </a:lnTo>
                <a:moveTo>
                  <a:pt x="36" y="14050"/>
                </a:moveTo>
                <a:lnTo>
                  <a:pt x="36" y="14119"/>
                </a:lnTo>
                <a:lnTo>
                  <a:pt x="0" y="14119"/>
                </a:lnTo>
                <a:lnTo>
                  <a:pt x="0" y="14050"/>
                </a:lnTo>
                <a:lnTo>
                  <a:pt x="36" y="14050"/>
                </a:lnTo>
                <a:moveTo>
                  <a:pt x="36" y="14189"/>
                </a:moveTo>
                <a:lnTo>
                  <a:pt x="36" y="14258"/>
                </a:lnTo>
                <a:lnTo>
                  <a:pt x="0" y="14258"/>
                </a:lnTo>
                <a:lnTo>
                  <a:pt x="0" y="14189"/>
                </a:lnTo>
                <a:lnTo>
                  <a:pt x="36" y="14189"/>
                </a:lnTo>
                <a:moveTo>
                  <a:pt x="36" y="14328"/>
                </a:moveTo>
                <a:lnTo>
                  <a:pt x="36" y="14397"/>
                </a:lnTo>
                <a:lnTo>
                  <a:pt x="0" y="14397"/>
                </a:lnTo>
                <a:lnTo>
                  <a:pt x="0" y="14328"/>
                </a:lnTo>
                <a:lnTo>
                  <a:pt x="36" y="14328"/>
                </a:lnTo>
                <a:moveTo>
                  <a:pt x="36" y="14467"/>
                </a:moveTo>
                <a:lnTo>
                  <a:pt x="36" y="14536"/>
                </a:lnTo>
                <a:lnTo>
                  <a:pt x="0" y="14536"/>
                </a:lnTo>
                <a:lnTo>
                  <a:pt x="0" y="14467"/>
                </a:lnTo>
                <a:lnTo>
                  <a:pt x="36" y="14467"/>
                </a:lnTo>
                <a:moveTo>
                  <a:pt x="36" y="14606"/>
                </a:moveTo>
                <a:lnTo>
                  <a:pt x="36" y="14676"/>
                </a:lnTo>
                <a:lnTo>
                  <a:pt x="0" y="14676"/>
                </a:lnTo>
                <a:lnTo>
                  <a:pt x="0" y="14606"/>
                </a:lnTo>
                <a:lnTo>
                  <a:pt x="36" y="14606"/>
                </a:lnTo>
                <a:moveTo>
                  <a:pt x="36" y="14745"/>
                </a:moveTo>
                <a:lnTo>
                  <a:pt x="36" y="14815"/>
                </a:lnTo>
                <a:lnTo>
                  <a:pt x="0" y="14815"/>
                </a:lnTo>
                <a:lnTo>
                  <a:pt x="0" y="14745"/>
                </a:lnTo>
                <a:lnTo>
                  <a:pt x="36" y="14745"/>
                </a:lnTo>
                <a:moveTo>
                  <a:pt x="36" y="14884"/>
                </a:moveTo>
                <a:lnTo>
                  <a:pt x="36" y="14954"/>
                </a:lnTo>
                <a:lnTo>
                  <a:pt x="0" y="14954"/>
                </a:lnTo>
                <a:lnTo>
                  <a:pt x="0" y="14884"/>
                </a:lnTo>
                <a:lnTo>
                  <a:pt x="36" y="14884"/>
                </a:lnTo>
                <a:moveTo>
                  <a:pt x="36" y="15023"/>
                </a:moveTo>
                <a:lnTo>
                  <a:pt x="36" y="15093"/>
                </a:lnTo>
                <a:lnTo>
                  <a:pt x="0" y="15093"/>
                </a:lnTo>
                <a:lnTo>
                  <a:pt x="0" y="15023"/>
                </a:lnTo>
                <a:lnTo>
                  <a:pt x="36" y="15023"/>
                </a:lnTo>
                <a:moveTo>
                  <a:pt x="36" y="15162"/>
                </a:moveTo>
                <a:lnTo>
                  <a:pt x="36" y="15232"/>
                </a:lnTo>
                <a:lnTo>
                  <a:pt x="0" y="15232"/>
                </a:lnTo>
                <a:lnTo>
                  <a:pt x="0" y="15162"/>
                </a:lnTo>
                <a:lnTo>
                  <a:pt x="36" y="15162"/>
                </a:lnTo>
                <a:moveTo>
                  <a:pt x="36" y="15301"/>
                </a:moveTo>
                <a:lnTo>
                  <a:pt x="36" y="15371"/>
                </a:lnTo>
                <a:lnTo>
                  <a:pt x="0" y="15371"/>
                </a:lnTo>
                <a:lnTo>
                  <a:pt x="0" y="15301"/>
                </a:lnTo>
                <a:lnTo>
                  <a:pt x="36" y="15301"/>
                </a:lnTo>
                <a:moveTo>
                  <a:pt x="36" y="15441"/>
                </a:moveTo>
                <a:lnTo>
                  <a:pt x="36" y="15510"/>
                </a:lnTo>
                <a:lnTo>
                  <a:pt x="0" y="15510"/>
                </a:lnTo>
                <a:lnTo>
                  <a:pt x="0" y="15441"/>
                </a:lnTo>
                <a:lnTo>
                  <a:pt x="36" y="15441"/>
                </a:lnTo>
                <a:moveTo>
                  <a:pt x="36" y="15580"/>
                </a:moveTo>
                <a:lnTo>
                  <a:pt x="36" y="15649"/>
                </a:lnTo>
                <a:lnTo>
                  <a:pt x="0" y="15649"/>
                </a:lnTo>
                <a:lnTo>
                  <a:pt x="0" y="15580"/>
                </a:lnTo>
                <a:lnTo>
                  <a:pt x="36" y="15580"/>
                </a:lnTo>
                <a:moveTo>
                  <a:pt x="36" y="15719"/>
                </a:moveTo>
                <a:lnTo>
                  <a:pt x="36" y="15788"/>
                </a:lnTo>
                <a:lnTo>
                  <a:pt x="0" y="15788"/>
                </a:lnTo>
                <a:lnTo>
                  <a:pt x="0" y="15719"/>
                </a:lnTo>
                <a:lnTo>
                  <a:pt x="36" y="15719"/>
                </a:lnTo>
                <a:moveTo>
                  <a:pt x="36" y="15858"/>
                </a:moveTo>
                <a:lnTo>
                  <a:pt x="36" y="15927"/>
                </a:lnTo>
                <a:lnTo>
                  <a:pt x="0" y="15927"/>
                </a:lnTo>
                <a:lnTo>
                  <a:pt x="0" y="15858"/>
                </a:lnTo>
                <a:lnTo>
                  <a:pt x="36" y="15858"/>
                </a:lnTo>
                <a:moveTo>
                  <a:pt x="36" y="15997"/>
                </a:moveTo>
                <a:lnTo>
                  <a:pt x="36" y="16066"/>
                </a:lnTo>
                <a:lnTo>
                  <a:pt x="0" y="16066"/>
                </a:lnTo>
                <a:lnTo>
                  <a:pt x="0" y="15997"/>
                </a:lnTo>
                <a:lnTo>
                  <a:pt x="36" y="15997"/>
                </a:lnTo>
                <a:moveTo>
                  <a:pt x="36" y="16136"/>
                </a:moveTo>
                <a:lnTo>
                  <a:pt x="36" y="16206"/>
                </a:lnTo>
                <a:lnTo>
                  <a:pt x="0" y="16206"/>
                </a:lnTo>
                <a:lnTo>
                  <a:pt x="0" y="16136"/>
                </a:lnTo>
                <a:lnTo>
                  <a:pt x="36" y="16136"/>
                </a:lnTo>
                <a:moveTo>
                  <a:pt x="36" y="16275"/>
                </a:moveTo>
                <a:lnTo>
                  <a:pt x="36" y="16345"/>
                </a:lnTo>
                <a:lnTo>
                  <a:pt x="0" y="16345"/>
                </a:lnTo>
                <a:lnTo>
                  <a:pt x="0" y="16275"/>
                </a:lnTo>
                <a:lnTo>
                  <a:pt x="36" y="16275"/>
                </a:lnTo>
                <a:moveTo>
                  <a:pt x="36" y="16414"/>
                </a:moveTo>
                <a:lnTo>
                  <a:pt x="36" y="16484"/>
                </a:lnTo>
                <a:lnTo>
                  <a:pt x="0" y="16484"/>
                </a:lnTo>
                <a:lnTo>
                  <a:pt x="0" y="16414"/>
                </a:lnTo>
                <a:lnTo>
                  <a:pt x="36" y="16414"/>
                </a:lnTo>
                <a:moveTo>
                  <a:pt x="36" y="16553"/>
                </a:moveTo>
                <a:lnTo>
                  <a:pt x="36" y="16623"/>
                </a:lnTo>
                <a:lnTo>
                  <a:pt x="0" y="16623"/>
                </a:lnTo>
                <a:lnTo>
                  <a:pt x="0" y="16553"/>
                </a:lnTo>
                <a:lnTo>
                  <a:pt x="36" y="16553"/>
                </a:lnTo>
                <a:moveTo>
                  <a:pt x="36" y="16692"/>
                </a:moveTo>
                <a:lnTo>
                  <a:pt x="36" y="16762"/>
                </a:lnTo>
                <a:lnTo>
                  <a:pt x="0" y="16762"/>
                </a:lnTo>
                <a:lnTo>
                  <a:pt x="0" y="16692"/>
                </a:lnTo>
                <a:lnTo>
                  <a:pt x="36" y="16692"/>
                </a:lnTo>
                <a:moveTo>
                  <a:pt x="36" y="16831"/>
                </a:moveTo>
                <a:lnTo>
                  <a:pt x="36" y="16901"/>
                </a:lnTo>
                <a:lnTo>
                  <a:pt x="0" y="16901"/>
                </a:lnTo>
                <a:lnTo>
                  <a:pt x="0" y="16831"/>
                </a:lnTo>
                <a:lnTo>
                  <a:pt x="36" y="16831"/>
                </a:lnTo>
                <a:moveTo>
                  <a:pt x="36" y="16971"/>
                </a:moveTo>
                <a:lnTo>
                  <a:pt x="36" y="17040"/>
                </a:lnTo>
                <a:lnTo>
                  <a:pt x="0" y="17040"/>
                </a:lnTo>
                <a:lnTo>
                  <a:pt x="0" y="16971"/>
                </a:lnTo>
                <a:lnTo>
                  <a:pt x="36" y="16971"/>
                </a:lnTo>
                <a:moveTo>
                  <a:pt x="36" y="17110"/>
                </a:moveTo>
                <a:lnTo>
                  <a:pt x="36" y="17179"/>
                </a:lnTo>
                <a:lnTo>
                  <a:pt x="0" y="17179"/>
                </a:lnTo>
                <a:lnTo>
                  <a:pt x="0" y="17110"/>
                </a:lnTo>
                <a:lnTo>
                  <a:pt x="36" y="17110"/>
                </a:lnTo>
                <a:moveTo>
                  <a:pt x="36" y="17249"/>
                </a:moveTo>
                <a:lnTo>
                  <a:pt x="36" y="17318"/>
                </a:lnTo>
                <a:lnTo>
                  <a:pt x="0" y="17318"/>
                </a:lnTo>
                <a:lnTo>
                  <a:pt x="0" y="17249"/>
                </a:lnTo>
                <a:lnTo>
                  <a:pt x="36" y="17249"/>
                </a:lnTo>
                <a:moveTo>
                  <a:pt x="36" y="17388"/>
                </a:moveTo>
                <a:lnTo>
                  <a:pt x="36" y="17457"/>
                </a:lnTo>
                <a:lnTo>
                  <a:pt x="0" y="17457"/>
                </a:lnTo>
                <a:lnTo>
                  <a:pt x="0" y="17388"/>
                </a:lnTo>
                <a:lnTo>
                  <a:pt x="36" y="17388"/>
                </a:lnTo>
                <a:moveTo>
                  <a:pt x="36" y="17527"/>
                </a:moveTo>
                <a:lnTo>
                  <a:pt x="36" y="17596"/>
                </a:lnTo>
                <a:lnTo>
                  <a:pt x="0" y="17596"/>
                </a:lnTo>
                <a:lnTo>
                  <a:pt x="0" y="17527"/>
                </a:lnTo>
                <a:lnTo>
                  <a:pt x="36" y="17527"/>
                </a:lnTo>
                <a:moveTo>
                  <a:pt x="36" y="17666"/>
                </a:moveTo>
                <a:lnTo>
                  <a:pt x="36" y="17736"/>
                </a:lnTo>
                <a:lnTo>
                  <a:pt x="0" y="17736"/>
                </a:lnTo>
                <a:lnTo>
                  <a:pt x="0" y="17666"/>
                </a:lnTo>
                <a:lnTo>
                  <a:pt x="36" y="17666"/>
                </a:lnTo>
                <a:moveTo>
                  <a:pt x="36" y="17805"/>
                </a:moveTo>
                <a:lnTo>
                  <a:pt x="36" y="17875"/>
                </a:lnTo>
                <a:lnTo>
                  <a:pt x="0" y="17875"/>
                </a:lnTo>
                <a:lnTo>
                  <a:pt x="0" y="17805"/>
                </a:lnTo>
                <a:lnTo>
                  <a:pt x="36" y="17805"/>
                </a:lnTo>
                <a:moveTo>
                  <a:pt x="36" y="17944"/>
                </a:moveTo>
                <a:lnTo>
                  <a:pt x="36" y="18014"/>
                </a:lnTo>
                <a:lnTo>
                  <a:pt x="0" y="18014"/>
                </a:lnTo>
                <a:lnTo>
                  <a:pt x="0" y="17944"/>
                </a:lnTo>
                <a:lnTo>
                  <a:pt x="36" y="17944"/>
                </a:lnTo>
                <a:moveTo>
                  <a:pt x="36" y="18083"/>
                </a:moveTo>
                <a:lnTo>
                  <a:pt x="36" y="18153"/>
                </a:lnTo>
                <a:lnTo>
                  <a:pt x="0" y="18153"/>
                </a:lnTo>
                <a:lnTo>
                  <a:pt x="0" y="18083"/>
                </a:lnTo>
                <a:lnTo>
                  <a:pt x="36" y="18083"/>
                </a:lnTo>
                <a:moveTo>
                  <a:pt x="36" y="18222"/>
                </a:moveTo>
                <a:lnTo>
                  <a:pt x="36" y="18292"/>
                </a:lnTo>
                <a:lnTo>
                  <a:pt x="0" y="18292"/>
                </a:lnTo>
                <a:lnTo>
                  <a:pt x="0" y="18222"/>
                </a:lnTo>
                <a:lnTo>
                  <a:pt x="36" y="18222"/>
                </a:lnTo>
                <a:moveTo>
                  <a:pt x="36" y="18361"/>
                </a:moveTo>
                <a:lnTo>
                  <a:pt x="36" y="18431"/>
                </a:lnTo>
                <a:lnTo>
                  <a:pt x="0" y="18431"/>
                </a:lnTo>
                <a:lnTo>
                  <a:pt x="0" y="18361"/>
                </a:lnTo>
                <a:lnTo>
                  <a:pt x="36" y="18361"/>
                </a:lnTo>
                <a:moveTo>
                  <a:pt x="36" y="18501"/>
                </a:moveTo>
                <a:lnTo>
                  <a:pt x="36" y="18570"/>
                </a:lnTo>
                <a:lnTo>
                  <a:pt x="0" y="18570"/>
                </a:lnTo>
                <a:lnTo>
                  <a:pt x="0" y="18501"/>
                </a:lnTo>
                <a:lnTo>
                  <a:pt x="36" y="18501"/>
                </a:lnTo>
                <a:moveTo>
                  <a:pt x="36" y="18640"/>
                </a:moveTo>
                <a:lnTo>
                  <a:pt x="36" y="18709"/>
                </a:lnTo>
                <a:lnTo>
                  <a:pt x="0" y="18709"/>
                </a:lnTo>
                <a:lnTo>
                  <a:pt x="0" y="18640"/>
                </a:lnTo>
                <a:lnTo>
                  <a:pt x="36" y="18640"/>
                </a:lnTo>
                <a:moveTo>
                  <a:pt x="36" y="18779"/>
                </a:moveTo>
                <a:lnTo>
                  <a:pt x="36" y="18848"/>
                </a:lnTo>
                <a:lnTo>
                  <a:pt x="0" y="18848"/>
                </a:lnTo>
                <a:lnTo>
                  <a:pt x="0" y="18779"/>
                </a:lnTo>
                <a:lnTo>
                  <a:pt x="36" y="18779"/>
                </a:lnTo>
                <a:moveTo>
                  <a:pt x="36" y="18918"/>
                </a:moveTo>
                <a:lnTo>
                  <a:pt x="36" y="18987"/>
                </a:lnTo>
                <a:lnTo>
                  <a:pt x="0" y="18987"/>
                </a:lnTo>
                <a:lnTo>
                  <a:pt x="0" y="18918"/>
                </a:lnTo>
                <a:lnTo>
                  <a:pt x="36" y="18918"/>
                </a:lnTo>
                <a:moveTo>
                  <a:pt x="36" y="19057"/>
                </a:moveTo>
                <a:lnTo>
                  <a:pt x="36" y="19126"/>
                </a:lnTo>
                <a:lnTo>
                  <a:pt x="0" y="19126"/>
                </a:lnTo>
                <a:lnTo>
                  <a:pt x="0" y="19057"/>
                </a:lnTo>
                <a:lnTo>
                  <a:pt x="36" y="19057"/>
                </a:lnTo>
                <a:moveTo>
                  <a:pt x="36" y="19196"/>
                </a:moveTo>
                <a:lnTo>
                  <a:pt x="36" y="19266"/>
                </a:lnTo>
                <a:lnTo>
                  <a:pt x="0" y="19266"/>
                </a:lnTo>
                <a:lnTo>
                  <a:pt x="0" y="19196"/>
                </a:lnTo>
                <a:lnTo>
                  <a:pt x="36" y="19196"/>
                </a:lnTo>
                <a:moveTo>
                  <a:pt x="36" y="19335"/>
                </a:moveTo>
                <a:lnTo>
                  <a:pt x="36" y="19405"/>
                </a:lnTo>
                <a:lnTo>
                  <a:pt x="0" y="19405"/>
                </a:lnTo>
                <a:lnTo>
                  <a:pt x="0" y="19335"/>
                </a:lnTo>
                <a:lnTo>
                  <a:pt x="36" y="19335"/>
                </a:lnTo>
                <a:moveTo>
                  <a:pt x="36" y="19474"/>
                </a:moveTo>
                <a:lnTo>
                  <a:pt x="36" y="19544"/>
                </a:lnTo>
                <a:lnTo>
                  <a:pt x="0" y="19544"/>
                </a:lnTo>
                <a:lnTo>
                  <a:pt x="0" y="19474"/>
                </a:lnTo>
                <a:lnTo>
                  <a:pt x="36" y="19474"/>
                </a:lnTo>
                <a:moveTo>
                  <a:pt x="36" y="19613"/>
                </a:moveTo>
                <a:lnTo>
                  <a:pt x="36" y="19683"/>
                </a:lnTo>
                <a:lnTo>
                  <a:pt x="0" y="19683"/>
                </a:lnTo>
                <a:lnTo>
                  <a:pt x="0" y="19613"/>
                </a:lnTo>
                <a:lnTo>
                  <a:pt x="36" y="19613"/>
                </a:lnTo>
                <a:moveTo>
                  <a:pt x="36" y="19752"/>
                </a:moveTo>
                <a:lnTo>
                  <a:pt x="36" y="19822"/>
                </a:lnTo>
                <a:lnTo>
                  <a:pt x="0" y="19822"/>
                </a:lnTo>
                <a:lnTo>
                  <a:pt x="0" y="19752"/>
                </a:lnTo>
                <a:lnTo>
                  <a:pt x="36" y="19752"/>
                </a:lnTo>
                <a:moveTo>
                  <a:pt x="36" y="19891"/>
                </a:moveTo>
                <a:lnTo>
                  <a:pt x="36" y="19961"/>
                </a:lnTo>
                <a:lnTo>
                  <a:pt x="0" y="19961"/>
                </a:lnTo>
                <a:lnTo>
                  <a:pt x="0" y="19891"/>
                </a:lnTo>
                <a:lnTo>
                  <a:pt x="36" y="19891"/>
                </a:lnTo>
                <a:moveTo>
                  <a:pt x="36" y="20031"/>
                </a:moveTo>
                <a:lnTo>
                  <a:pt x="36" y="20100"/>
                </a:lnTo>
                <a:lnTo>
                  <a:pt x="0" y="20100"/>
                </a:lnTo>
                <a:lnTo>
                  <a:pt x="0" y="20031"/>
                </a:lnTo>
                <a:lnTo>
                  <a:pt x="36" y="20031"/>
                </a:lnTo>
                <a:moveTo>
                  <a:pt x="36" y="20170"/>
                </a:moveTo>
                <a:lnTo>
                  <a:pt x="36" y="20239"/>
                </a:lnTo>
                <a:lnTo>
                  <a:pt x="0" y="20239"/>
                </a:lnTo>
                <a:lnTo>
                  <a:pt x="0" y="20170"/>
                </a:lnTo>
                <a:lnTo>
                  <a:pt x="36" y="20170"/>
                </a:lnTo>
                <a:moveTo>
                  <a:pt x="36" y="20309"/>
                </a:moveTo>
                <a:lnTo>
                  <a:pt x="36" y="20378"/>
                </a:lnTo>
                <a:lnTo>
                  <a:pt x="0" y="20378"/>
                </a:lnTo>
                <a:lnTo>
                  <a:pt x="0" y="20309"/>
                </a:lnTo>
                <a:lnTo>
                  <a:pt x="36" y="20309"/>
                </a:lnTo>
                <a:moveTo>
                  <a:pt x="36" y="20448"/>
                </a:moveTo>
                <a:lnTo>
                  <a:pt x="36" y="20517"/>
                </a:lnTo>
                <a:lnTo>
                  <a:pt x="0" y="20517"/>
                </a:lnTo>
                <a:lnTo>
                  <a:pt x="0" y="20448"/>
                </a:lnTo>
                <a:lnTo>
                  <a:pt x="36" y="20448"/>
                </a:lnTo>
                <a:moveTo>
                  <a:pt x="36" y="20587"/>
                </a:moveTo>
                <a:lnTo>
                  <a:pt x="36" y="20656"/>
                </a:lnTo>
                <a:lnTo>
                  <a:pt x="0" y="20656"/>
                </a:lnTo>
                <a:lnTo>
                  <a:pt x="0" y="20587"/>
                </a:lnTo>
                <a:lnTo>
                  <a:pt x="36" y="20587"/>
                </a:lnTo>
                <a:moveTo>
                  <a:pt x="36" y="20726"/>
                </a:moveTo>
                <a:lnTo>
                  <a:pt x="36" y="20796"/>
                </a:lnTo>
                <a:lnTo>
                  <a:pt x="0" y="20796"/>
                </a:lnTo>
                <a:lnTo>
                  <a:pt x="0" y="20726"/>
                </a:lnTo>
                <a:lnTo>
                  <a:pt x="36" y="20726"/>
                </a:lnTo>
                <a:moveTo>
                  <a:pt x="36" y="20865"/>
                </a:moveTo>
                <a:lnTo>
                  <a:pt x="36" y="20911"/>
                </a:lnTo>
                <a:lnTo>
                  <a:pt x="0" y="20911"/>
                </a:lnTo>
                <a:lnTo>
                  <a:pt x="0" y="20865"/>
                </a:lnTo>
                <a:lnTo>
                  <a:pt x="36" y="20865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6" name=""/>
          <p:cNvSpPr/>
          <p:nvPr/>
        </p:nvSpPr>
        <p:spPr>
          <a:xfrm>
            <a:off x="986040" y="-5203080"/>
            <a:ext cx="12960" cy="8437680"/>
          </a:xfrm>
          <a:custGeom>
            <a:avLst/>
            <a:gdLst/>
            <a:ahLst/>
            <a:rect l="0" t="0" r="r" b="b"/>
            <a:pathLst>
              <a:path w="36" h="23438">
                <a:moveTo>
                  <a:pt x="36" y="0"/>
                </a:moveTo>
                <a:lnTo>
                  <a:pt x="36" y="70"/>
                </a:lnTo>
                <a:lnTo>
                  <a:pt x="0" y="70"/>
                </a:lnTo>
                <a:lnTo>
                  <a:pt x="0" y="0"/>
                </a:lnTo>
                <a:lnTo>
                  <a:pt x="36" y="0"/>
                </a:lnTo>
                <a:moveTo>
                  <a:pt x="36" y="139"/>
                </a:moveTo>
                <a:lnTo>
                  <a:pt x="36" y="209"/>
                </a:lnTo>
                <a:lnTo>
                  <a:pt x="0" y="209"/>
                </a:lnTo>
                <a:lnTo>
                  <a:pt x="0" y="139"/>
                </a:lnTo>
                <a:lnTo>
                  <a:pt x="36" y="139"/>
                </a:lnTo>
                <a:moveTo>
                  <a:pt x="36" y="279"/>
                </a:moveTo>
                <a:lnTo>
                  <a:pt x="36" y="348"/>
                </a:lnTo>
                <a:lnTo>
                  <a:pt x="0" y="348"/>
                </a:lnTo>
                <a:lnTo>
                  <a:pt x="0" y="279"/>
                </a:lnTo>
                <a:lnTo>
                  <a:pt x="36" y="279"/>
                </a:lnTo>
                <a:moveTo>
                  <a:pt x="36" y="418"/>
                </a:moveTo>
                <a:lnTo>
                  <a:pt x="36" y="487"/>
                </a:lnTo>
                <a:lnTo>
                  <a:pt x="0" y="487"/>
                </a:lnTo>
                <a:lnTo>
                  <a:pt x="0" y="418"/>
                </a:lnTo>
                <a:lnTo>
                  <a:pt x="36" y="418"/>
                </a:lnTo>
                <a:moveTo>
                  <a:pt x="36" y="557"/>
                </a:moveTo>
                <a:lnTo>
                  <a:pt x="36" y="626"/>
                </a:lnTo>
                <a:lnTo>
                  <a:pt x="0" y="626"/>
                </a:lnTo>
                <a:lnTo>
                  <a:pt x="0" y="557"/>
                </a:lnTo>
                <a:lnTo>
                  <a:pt x="36" y="557"/>
                </a:lnTo>
                <a:moveTo>
                  <a:pt x="36" y="696"/>
                </a:moveTo>
                <a:lnTo>
                  <a:pt x="36" y="765"/>
                </a:lnTo>
                <a:lnTo>
                  <a:pt x="0" y="765"/>
                </a:lnTo>
                <a:lnTo>
                  <a:pt x="0" y="696"/>
                </a:lnTo>
                <a:lnTo>
                  <a:pt x="36" y="696"/>
                </a:lnTo>
                <a:moveTo>
                  <a:pt x="36" y="835"/>
                </a:moveTo>
                <a:lnTo>
                  <a:pt x="36" y="904"/>
                </a:lnTo>
                <a:lnTo>
                  <a:pt x="0" y="904"/>
                </a:lnTo>
                <a:lnTo>
                  <a:pt x="0" y="835"/>
                </a:lnTo>
                <a:lnTo>
                  <a:pt x="36" y="835"/>
                </a:lnTo>
                <a:moveTo>
                  <a:pt x="36" y="974"/>
                </a:moveTo>
                <a:lnTo>
                  <a:pt x="36" y="1044"/>
                </a:lnTo>
                <a:lnTo>
                  <a:pt x="0" y="1044"/>
                </a:lnTo>
                <a:lnTo>
                  <a:pt x="0" y="974"/>
                </a:lnTo>
                <a:lnTo>
                  <a:pt x="36" y="974"/>
                </a:lnTo>
                <a:moveTo>
                  <a:pt x="36" y="1113"/>
                </a:moveTo>
                <a:lnTo>
                  <a:pt x="36" y="1183"/>
                </a:lnTo>
                <a:lnTo>
                  <a:pt x="0" y="1183"/>
                </a:lnTo>
                <a:lnTo>
                  <a:pt x="0" y="1113"/>
                </a:lnTo>
                <a:lnTo>
                  <a:pt x="36" y="1113"/>
                </a:lnTo>
                <a:moveTo>
                  <a:pt x="36" y="1252"/>
                </a:moveTo>
                <a:lnTo>
                  <a:pt x="36" y="1322"/>
                </a:lnTo>
                <a:lnTo>
                  <a:pt x="0" y="1322"/>
                </a:lnTo>
                <a:lnTo>
                  <a:pt x="0" y="1252"/>
                </a:lnTo>
                <a:lnTo>
                  <a:pt x="36" y="1252"/>
                </a:lnTo>
                <a:moveTo>
                  <a:pt x="36" y="1391"/>
                </a:moveTo>
                <a:lnTo>
                  <a:pt x="36" y="1461"/>
                </a:lnTo>
                <a:lnTo>
                  <a:pt x="0" y="1461"/>
                </a:lnTo>
                <a:lnTo>
                  <a:pt x="0" y="1391"/>
                </a:lnTo>
                <a:lnTo>
                  <a:pt x="36" y="1391"/>
                </a:lnTo>
                <a:moveTo>
                  <a:pt x="36" y="1530"/>
                </a:moveTo>
                <a:lnTo>
                  <a:pt x="36" y="1600"/>
                </a:lnTo>
                <a:lnTo>
                  <a:pt x="0" y="1600"/>
                </a:lnTo>
                <a:lnTo>
                  <a:pt x="0" y="1530"/>
                </a:lnTo>
                <a:lnTo>
                  <a:pt x="36" y="1530"/>
                </a:lnTo>
                <a:moveTo>
                  <a:pt x="36" y="1669"/>
                </a:moveTo>
                <a:lnTo>
                  <a:pt x="36" y="1739"/>
                </a:lnTo>
                <a:lnTo>
                  <a:pt x="0" y="1739"/>
                </a:lnTo>
                <a:lnTo>
                  <a:pt x="0" y="1669"/>
                </a:lnTo>
                <a:lnTo>
                  <a:pt x="36" y="1669"/>
                </a:lnTo>
                <a:moveTo>
                  <a:pt x="36" y="1809"/>
                </a:moveTo>
                <a:lnTo>
                  <a:pt x="36" y="1878"/>
                </a:lnTo>
                <a:lnTo>
                  <a:pt x="0" y="1878"/>
                </a:lnTo>
                <a:lnTo>
                  <a:pt x="0" y="1809"/>
                </a:lnTo>
                <a:lnTo>
                  <a:pt x="36" y="1809"/>
                </a:lnTo>
                <a:moveTo>
                  <a:pt x="36" y="1948"/>
                </a:moveTo>
                <a:lnTo>
                  <a:pt x="36" y="2017"/>
                </a:lnTo>
                <a:lnTo>
                  <a:pt x="0" y="2017"/>
                </a:lnTo>
                <a:lnTo>
                  <a:pt x="0" y="1948"/>
                </a:lnTo>
                <a:lnTo>
                  <a:pt x="36" y="1948"/>
                </a:lnTo>
                <a:moveTo>
                  <a:pt x="36" y="2087"/>
                </a:moveTo>
                <a:lnTo>
                  <a:pt x="36" y="2156"/>
                </a:lnTo>
                <a:lnTo>
                  <a:pt x="0" y="2156"/>
                </a:lnTo>
                <a:lnTo>
                  <a:pt x="0" y="2087"/>
                </a:lnTo>
                <a:lnTo>
                  <a:pt x="36" y="2087"/>
                </a:lnTo>
                <a:moveTo>
                  <a:pt x="36" y="2226"/>
                </a:moveTo>
                <a:lnTo>
                  <a:pt x="36" y="2295"/>
                </a:lnTo>
                <a:lnTo>
                  <a:pt x="0" y="2295"/>
                </a:lnTo>
                <a:lnTo>
                  <a:pt x="0" y="2226"/>
                </a:lnTo>
                <a:lnTo>
                  <a:pt x="36" y="2226"/>
                </a:lnTo>
                <a:moveTo>
                  <a:pt x="36" y="2365"/>
                </a:moveTo>
                <a:lnTo>
                  <a:pt x="36" y="2434"/>
                </a:lnTo>
                <a:lnTo>
                  <a:pt x="0" y="2434"/>
                </a:lnTo>
                <a:lnTo>
                  <a:pt x="0" y="2365"/>
                </a:lnTo>
                <a:lnTo>
                  <a:pt x="36" y="2365"/>
                </a:lnTo>
                <a:moveTo>
                  <a:pt x="36" y="2504"/>
                </a:moveTo>
                <a:lnTo>
                  <a:pt x="36" y="2574"/>
                </a:lnTo>
                <a:lnTo>
                  <a:pt x="0" y="2574"/>
                </a:lnTo>
                <a:lnTo>
                  <a:pt x="0" y="2504"/>
                </a:lnTo>
                <a:lnTo>
                  <a:pt x="36" y="2504"/>
                </a:lnTo>
                <a:moveTo>
                  <a:pt x="36" y="2643"/>
                </a:moveTo>
                <a:lnTo>
                  <a:pt x="36" y="2713"/>
                </a:lnTo>
                <a:lnTo>
                  <a:pt x="0" y="2713"/>
                </a:lnTo>
                <a:lnTo>
                  <a:pt x="0" y="2643"/>
                </a:lnTo>
                <a:lnTo>
                  <a:pt x="36" y="2643"/>
                </a:lnTo>
                <a:moveTo>
                  <a:pt x="36" y="2783"/>
                </a:moveTo>
                <a:lnTo>
                  <a:pt x="36" y="2853"/>
                </a:lnTo>
                <a:lnTo>
                  <a:pt x="0" y="2853"/>
                </a:lnTo>
                <a:lnTo>
                  <a:pt x="0" y="2783"/>
                </a:lnTo>
                <a:lnTo>
                  <a:pt x="36" y="2783"/>
                </a:lnTo>
                <a:moveTo>
                  <a:pt x="36" y="2922"/>
                </a:moveTo>
                <a:lnTo>
                  <a:pt x="36" y="2992"/>
                </a:lnTo>
                <a:lnTo>
                  <a:pt x="0" y="2992"/>
                </a:lnTo>
                <a:lnTo>
                  <a:pt x="0" y="2922"/>
                </a:lnTo>
                <a:lnTo>
                  <a:pt x="36" y="2922"/>
                </a:lnTo>
                <a:moveTo>
                  <a:pt x="36" y="3061"/>
                </a:moveTo>
                <a:lnTo>
                  <a:pt x="36" y="3131"/>
                </a:lnTo>
                <a:lnTo>
                  <a:pt x="0" y="3131"/>
                </a:lnTo>
                <a:lnTo>
                  <a:pt x="0" y="3061"/>
                </a:lnTo>
                <a:lnTo>
                  <a:pt x="36" y="3061"/>
                </a:lnTo>
                <a:moveTo>
                  <a:pt x="36" y="3200"/>
                </a:moveTo>
                <a:lnTo>
                  <a:pt x="36" y="3270"/>
                </a:lnTo>
                <a:lnTo>
                  <a:pt x="0" y="3270"/>
                </a:lnTo>
                <a:lnTo>
                  <a:pt x="0" y="3200"/>
                </a:lnTo>
                <a:lnTo>
                  <a:pt x="36" y="3200"/>
                </a:lnTo>
                <a:moveTo>
                  <a:pt x="36" y="3340"/>
                </a:moveTo>
                <a:lnTo>
                  <a:pt x="36" y="3409"/>
                </a:lnTo>
                <a:lnTo>
                  <a:pt x="0" y="3409"/>
                </a:lnTo>
                <a:lnTo>
                  <a:pt x="0" y="3340"/>
                </a:lnTo>
                <a:lnTo>
                  <a:pt x="36" y="3340"/>
                </a:lnTo>
                <a:moveTo>
                  <a:pt x="36" y="3479"/>
                </a:moveTo>
                <a:lnTo>
                  <a:pt x="36" y="3548"/>
                </a:lnTo>
                <a:lnTo>
                  <a:pt x="0" y="3548"/>
                </a:lnTo>
                <a:lnTo>
                  <a:pt x="0" y="3479"/>
                </a:lnTo>
                <a:lnTo>
                  <a:pt x="36" y="3479"/>
                </a:lnTo>
                <a:moveTo>
                  <a:pt x="36" y="3618"/>
                </a:moveTo>
                <a:lnTo>
                  <a:pt x="36" y="3687"/>
                </a:lnTo>
                <a:lnTo>
                  <a:pt x="0" y="3687"/>
                </a:lnTo>
                <a:lnTo>
                  <a:pt x="0" y="3618"/>
                </a:lnTo>
                <a:lnTo>
                  <a:pt x="36" y="3618"/>
                </a:lnTo>
                <a:moveTo>
                  <a:pt x="36" y="3757"/>
                </a:moveTo>
                <a:lnTo>
                  <a:pt x="36" y="3826"/>
                </a:lnTo>
                <a:lnTo>
                  <a:pt x="0" y="3826"/>
                </a:lnTo>
                <a:lnTo>
                  <a:pt x="0" y="3757"/>
                </a:lnTo>
                <a:lnTo>
                  <a:pt x="36" y="3757"/>
                </a:lnTo>
                <a:moveTo>
                  <a:pt x="36" y="3896"/>
                </a:moveTo>
                <a:lnTo>
                  <a:pt x="36" y="3965"/>
                </a:lnTo>
                <a:lnTo>
                  <a:pt x="0" y="3965"/>
                </a:lnTo>
                <a:lnTo>
                  <a:pt x="0" y="3896"/>
                </a:lnTo>
                <a:lnTo>
                  <a:pt x="36" y="3896"/>
                </a:lnTo>
                <a:moveTo>
                  <a:pt x="36" y="4035"/>
                </a:moveTo>
                <a:lnTo>
                  <a:pt x="36" y="4105"/>
                </a:lnTo>
                <a:lnTo>
                  <a:pt x="0" y="4105"/>
                </a:lnTo>
                <a:lnTo>
                  <a:pt x="0" y="4035"/>
                </a:lnTo>
                <a:lnTo>
                  <a:pt x="36" y="4035"/>
                </a:lnTo>
                <a:moveTo>
                  <a:pt x="36" y="4174"/>
                </a:moveTo>
                <a:lnTo>
                  <a:pt x="36" y="4244"/>
                </a:lnTo>
                <a:lnTo>
                  <a:pt x="0" y="4244"/>
                </a:lnTo>
                <a:lnTo>
                  <a:pt x="0" y="4174"/>
                </a:lnTo>
                <a:lnTo>
                  <a:pt x="36" y="4174"/>
                </a:lnTo>
                <a:moveTo>
                  <a:pt x="36" y="4313"/>
                </a:moveTo>
                <a:lnTo>
                  <a:pt x="36" y="4383"/>
                </a:lnTo>
                <a:lnTo>
                  <a:pt x="0" y="4383"/>
                </a:lnTo>
                <a:lnTo>
                  <a:pt x="0" y="4313"/>
                </a:lnTo>
                <a:lnTo>
                  <a:pt x="36" y="4313"/>
                </a:lnTo>
                <a:moveTo>
                  <a:pt x="36" y="4452"/>
                </a:moveTo>
                <a:lnTo>
                  <a:pt x="36" y="4522"/>
                </a:lnTo>
                <a:lnTo>
                  <a:pt x="0" y="4522"/>
                </a:lnTo>
                <a:lnTo>
                  <a:pt x="0" y="4452"/>
                </a:lnTo>
                <a:lnTo>
                  <a:pt x="36" y="4452"/>
                </a:lnTo>
                <a:moveTo>
                  <a:pt x="36" y="4591"/>
                </a:moveTo>
                <a:lnTo>
                  <a:pt x="36" y="4661"/>
                </a:lnTo>
                <a:lnTo>
                  <a:pt x="0" y="4661"/>
                </a:lnTo>
                <a:lnTo>
                  <a:pt x="0" y="4591"/>
                </a:lnTo>
                <a:lnTo>
                  <a:pt x="36" y="4591"/>
                </a:lnTo>
                <a:moveTo>
                  <a:pt x="36" y="4730"/>
                </a:moveTo>
                <a:lnTo>
                  <a:pt x="36" y="4800"/>
                </a:lnTo>
                <a:lnTo>
                  <a:pt x="0" y="4800"/>
                </a:lnTo>
                <a:lnTo>
                  <a:pt x="0" y="4730"/>
                </a:lnTo>
                <a:lnTo>
                  <a:pt x="36" y="4730"/>
                </a:lnTo>
                <a:moveTo>
                  <a:pt x="36" y="4870"/>
                </a:moveTo>
                <a:lnTo>
                  <a:pt x="36" y="4939"/>
                </a:lnTo>
                <a:lnTo>
                  <a:pt x="0" y="4939"/>
                </a:lnTo>
                <a:lnTo>
                  <a:pt x="0" y="4870"/>
                </a:lnTo>
                <a:lnTo>
                  <a:pt x="36" y="4870"/>
                </a:lnTo>
                <a:moveTo>
                  <a:pt x="36" y="5009"/>
                </a:moveTo>
                <a:lnTo>
                  <a:pt x="36" y="5078"/>
                </a:lnTo>
                <a:lnTo>
                  <a:pt x="0" y="5078"/>
                </a:lnTo>
                <a:lnTo>
                  <a:pt x="0" y="5009"/>
                </a:lnTo>
                <a:lnTo>
                  <a:pt x="36" y="5009"/>
                </a:lnTo>
                <a:moveTo>
                  <a:pt x="36" y="5148"/>
                </a:moveTo>
                <a:lnTo>
                  <a:pt x="36" y="5217"/>
                </a:lnTo>
                <a:lnTo>
                  <a:pt x="0" y="5217"/>
                </a:lnTo>
                <a:lnTo>
                  <a:pt x="0" y="5148"/>
                </a:lnTo>
                <a:lnTo>
                  <a:pt x="36" y="5148"/>
                </a:lnTo>
                <a:moveTo>
                  <a:pt x="36" y="5287"/>
                </a:moveTo>
                <a:lnTo>
                  <a:pt x="36" y="5356"/>
                </a:lnTo>
                <a:lnTo>
                  <a:pt x="0" y="5356"/>
                </a:lnTo>
                <a:lnTo>
                  <a:pt x="0" y="5287"/>
                </a:lnTo>
                <a:lnTo>
                  <a:pt x="36" y="5287"/>
                </a:lnTo>
                <a:moveTo>
                  <a:pt x="36" y="5426"/>
                </a:moveTo>
                <a:lnTo>
                  <a:pt x="36" y="5495"/>
                </a:lnTo>
                <a:lnTo>
                  <a:pt x="0" y="5495"/>
                </a:lnTo>
                <a:lnTo>
                  <a:pt x="0" y="5426"/>
                </a:lnTo>
                <a:lnTo>
                  <a:pt x="36" y="5426"/>
                </a:lnTo>
                <a:moveTo>
                  <a:pt x="36" y="5565"/>
                </a:moveTo>
                <a:lnTo>
                  <a:pt x="36" y="5635"/>
                </a:lnTo>
                <a:lnTo>
                  <a:pt x="0" y="5635"/>
                </a:lnTo>
                <a:lnTo>
                  <a:pt x="0" y="5565"/>
                </a:lnTo>
                <a:lnTo>
                  <a:pt x="36" y="5565"/>
                </a:lnTo>
                <a:moveTo>
                  <a:pt x="36" y="5704"/>
                </a:moveTo>
                <a:lnTo>
                  <a:pt x="36" y="5774"/>
                </a:lnTo>
                <a:lnTo>
                  <a:pt x="0" y="5774"/>
                </a:lnTo>
                <a:lnTo>
                  <a:pt x="0" y="5704"/>
                </a:lnTo>
                <a:lnTo>
                  <a:pt x="36" y="5704"/>
                </a:lnTo>
                <a:moveTo>
                  <a:pt x="36" y="5843"/>
                </a:moveTo>
                <a:lnTo>
                  <a:pt x="36" y="5913"/>
                </a:lnTo>
                <a:lnTo>
                  <a:pt x="0" y="5913"/>
                </a:lnTo>
                <a:lnTo>
                  <a:pt x="0" y="5843"/>
                </a:lnTo>
                <a:lnTo>
                  <a:pt x="36" y="5843"/>
                </a:lnTo>
                <a:moveTo>
                  <a:pt x="36" y="5982"/>
                </a:moveTo>
                <a:lnTo>
                  <a:pt x="36" y="6052"/>
                </a:lnTo>
                <a:lnTo>
                  <a:pt x="0" y="6052"/>
                </a:lnTo>
                <a:lnTo>
                  <a:pt x="0" y="5982"/>
                </a:lnTo>
                <a:lnTo>
                  <a:pt x="36" y="5982"/>
                </a:lnTo>
                <a:moveTo>
                  <a:pt x="36" y="6121"/>
                </a:moveTo>
                <a:lnTo>
                  <a:pt x="36" y="6191"/>
                </a:lnTo>
                <a:lnTo>
                  <a:pt x="0" y="6191"/>
                </a:lnTo>
                <a:lnTo>
                  <a:pt x="0" y="6121"/>
                </a:lnTo>
                <a:lnTo>
                  <a:pt x="36" y="6121"/>
                </a:lnTo>
                <a:moveTo>
                  <a:pt x="36" y="6261"/>
                </a:moveTo>
                <a:lnTo>
                  <a:pt x="36" y="6330"/>
                </a:lnTo>
                <a:lnTo>
                  <a:pt x="0" y="6330"/>
                </a:lnTo>
                <a:lnTo>
                  <a:pt x="0" y="6261"/>
                </a:lnTo>
                <a:lnTo>
                  <a:pt x="36" y="6261"/>
                </a:lnTo>
                <a:moveTo>
                  <a:pt x="36" y="6400"/>
                </a:moveTo>
                <a:lnTo>
                  <a:pt x="36" y="6469"/>
                </a:lnTo>
                <a:lnTo>
                  <a:pt x="0" y="6469"/>
                </a:lnTo>
                <a:lnTo>
                  <a:pt x="0" y="6400"/>
                </a:lnTo>
                <a:lnTo>
                  <a:pt x="36" y="6400"/>
                </a:lnTo>
                <a:moveTo>
                  <a:pt x="36" y="6539"/>
                </a:moveTo>
                <a:lnTo>
                  <a:pt x="36" y="6608"/>
                </a:lnTo>
                <a:lnTo>
                  <a:pt x="0" y="6608"/>
                </a:lnTo>
                <a:lnTo>
                  <a:pt x="0" y="6539"/>
                </a:lnTo>
                <a:lnTo>
                  <a:pt x="36" y="6539"/>
                </a:lnTo>
                <a:moveTo>
                  <a:pt x="36" y="6678"/>
                </a:moveTo>
                <a:lnTo>
                  <a:pt x="36" y="6747"/>
                </a:lnTo>
                <a:lnTo>
                  <a:pt x="0" y="6747"/>
                </a:lnTo>
                <a:lnTo>
                  <a:pt x="0" y="6678"/>
                </a:lnTo>
                <a:lnTo>
                  <a:pt x="36" y="6678"/>
                </a:lnTo>
                <a:moveTo>
                  <a:pt x="36" y="6817"/>
                </a:moveTo>
                <a:lnTo>
                  <a:pt x="36" y="6886"/>
                </a:lnTo>
                <a:lnTo>
                  <a:pt x="0" y="6886"/>
                </a:lnTo>
                <a:lnTo>
                  <a:pt x="0" y="6817"/>
                </a:lnTo>
                <a:lnTo>
                  <a:pt x="36" y="6817"/>
                </a:lnTo>
                <a:moveTo>
                  <a:pt x="36" y="6956"/>
                </a:moveTo>
                <a:lnTo>
                  <a:pt x="36" y="7026"/>
                </a:lnTo>
                <a:lnTo>
                  <a:pt x="0" y="7026"/>
                </a:lnTo>
                <a:lnTo>
                  <a:pt x="0" y="6956"/>
                </a:lnTo>
                <a:lnTo>
                  <a:pt x="36" y="6956"/>
                </a:lnTo>
                <a:moveTo>
                  <a:pt x="36" y="7095"/>
                </a:moveTo>
                <a:lnTo>
                  <a:pt x="36" y="7165"/>
                </a:lnTo>
                <a:lnTo>
                  <a:pt x="0" y="7165"/>
                </a:lnTo>
                <a:lnTo>
                  <a:pt x="0" y="7095"/>
                </a:lnTo>
                <a:lnTo>
                  <a:pt x="36" y="7095"/>
                </a:lnTo>
                <a:moveTo>
                  <a:pt x="36" y="7234"/>
                </a:moveTo>
                <a:lnTo>
                  <a:pt x="36" y="7304"/>
                </a:lnTo>
                <a:lnTo>
                  <a:pt x="0" y="7304"/>
                </a:lnTo>
                <a:lnTo>
                  <a:pt x="0" y="7234"/>
                </a:lnTo>
                <a:lnTo>
                  <a:pt x="36" y="7234"/>
                </a:lnTo>
                <a:moveTo>
                  <a:pt x="36" y="7373"/>
                </a:moveTo>
                <a:lnTo>
                  <a:pt x="36" y="7443"/>
                </a:lnTo>
                <a:lnTo>
                  <a:pt x="0" y="7443"/>
                </a:lnTo>
                <a:lnTo>
                  <a:pt x="0" y="7373"/>
                </a:lnTo>
                <a:lnTo>
                  <a:pt x="36" y="7373"/>
                </a:lnTo>
                <a:moveTo>
                  <a:pt x="36" y="7512"/>
                </a:moveTo>
                <a:lnTo>
                  <a:pt x="36" y="7582"/>
                </a:lnTo>
                <a:lnTo>
                  <a:pt x="0" y="7582"/>
                </a:lnTo>
                <a:lnTo>
                  <a:pt x="0" y="7512"/>
                </a:lnTo>
                <a:lnTo>
                  <a:pt x="36" y="7512"/>
                </a:lnTo>
                <a:moveTo>
                  <a:pt x="36" y="7651"/>
                </a:moveTo>
                <a:lnTo>
                  <a:pt x="36" y="7721"/>
                </a:lnTo>
                <a:lnTo>
                  <a:pt x="0" y="7721"/>
                </a:lnTo>
                <a:lnTo>
                  <a:pt x="0" y="7651"/>
                </a:lnTo>
                <a:lnTo>
                  <a:pt x="36" y="7651"/>
                </a:lnTo>
                <a:moveTo>
                  <a:pt x="36" y="7791"/>
                </a:moveTo>
                <a:lnTo>
                  <a:pt x="36" y="7860"/>
                </a:lnTo>
                <a:lnTo>
                  <a:pt x="0" y="7860"/>
                </a:lnTo>
                <a:lnTo>
                  <a:pt x="0" y="7791"/>
                </a:lnTo>
                <a:lnTo>
                  <a:pt x="36" y="7791"/>
                </a:lnTo>
                <a:moveTo>
                  <a:pt x="36" y="7930"/>
                </a:moveTo>
                <a:lnTo>
                  <a:pt x="36" y="7999"/>
                </a:lnTo>
                <a:lnTo>
                  <a:pt x="0" y="7999"/>
                </a:lnTo>
                <a:lnTo>
                  <a:pt x="0" y="7930"/>
                </a:lnTo>
                <a:lnTo>
                  <a:pt x="36" y="7930"/>
                </a:lnTo>
                <a:moveTo>
                  <a:pt x="36" y="8069"/>
                </a:moveTo>
                <a:lnTo>
                  <a:pt x="36" y="8138"/>
                </a:lnTo>
                <a:lnTo>
                  <a:pt x="0" y="8138"/>
                </a:lnTo>
                <a:lnTo>
                  <a:pt x="0" y="8069"/>
                </a:lnTo>
                <a:lnTo>
                  <a:pt x="36" y="8069"/>
                </a:lnTo>
                <a:moveTo>
                  <a:pt x="36" y="8208"/>
                </a:moveTo>
                <a:lnTo>
                  <a:pt x="36" y="8277"/>
                </a:lnTo>
                <a:lnTo>
                  <a:pt x="0" y="8277"/>
                </a:lnTo>
                <a:lnTo>
                  <a:pt x="0" y="8208"/>
                </a:lnTo>
                <a:lnTo>
                  <a:pt x="36" y="8208"/>
                </a:lnTo>
                <a:moveTo>
                  <a:pt x="36" y="8347"/>
                </a:moveTo>
                <a:lnTo>
                  <a:pt x="36" y="8416"/>
                </a:lnTo>
                <a:lnTo>
                  <a:pt x="0" y="8416"/>
                </a:lnTo>
                <a:lnTo>
                  <a:pt x="0" y="8347"/>
                </a:lnTo>
                <a:lnTo>
                  <a:pt x="36" y="8347"/>
                </a:lnTo>
                <a:moveTo>
                  <a:pt x="36" y="8486"/>
                </a:moveTo>
                <a:lnTo>
                  <a:pt x="36" y="8556"/>
                </a:lnTo>
                <a:lnTo>
                  <a:pt x="0" y="8556"/>
                </a:lnTo>
                <a:lnTo>
                  <a:pt x="0" y="8486"/>
                </a:lnTo>
                <a:lnTo>
                  <a:pt x="36" y="8486"/>
                </a:lnTo>
                <a:moveTo>
                  <a:pt x="36" y="8625"/>
                </a:moveTo>
                <a:lnTo>
                  <a:pt x="36" y="8695"/>
                </a:lnTo>
                <a:lnTo>
                  <a:pt x="0" y="8695"/>
                </a:lnTo>
                <a:lnTo>
                  <a:pt x="0" y="8625"/>
                </a:lnTo>
                <a:lnTo>
                  <a:pt x="36" y="8625"/>
                </a:lnTo>
                <a:moveTo>
                  <a:pt x="36" y="8764"/>
                </a:moveTo>
                <a:lnTo>
                  <a:pt x="36" y="8834"/>
                </a:lnTo>
                <a:lnTo>
                  <a:pt x="0" y="8834"/>
                </a:lnTo>
                <a:lnTo>
                  <a:pt x="0" y="8764"/>
                </a:lnTo>
                <a:lnTo>
                  <a:pt x="36" y="8764"/>
                </a:lnTo>
                <a:moveTo>
                  <a:pt x="36" y="8903"/>
                </a:moveTo>
                <a:lnTo>
                  <a:pt x="36" y="8973"/>
                </a:lnTo>
                <a:lnTo>
                  <a:pt x="0" y="8973"/>
                </a:lnTo>
                <a:lnTo>
                  <a:pt x="0" y="8903"/>
                </a:lnTo>
                <a:lnTo>
                  <a:pt x="36" y="8903"/>
                </a:lnTo>
                <a:moveTo>
                  <a:pt x="36" y="9042"/>
                </a:moveTo>
                <a:lnTo>
                  <a:pt x="36" y="9112"/>
                </a:lnTo>
                <a:lnTo>
                  <a:pt x="0" y="9112"/>
                </a:lnTo>
                <a:lnTo>
                  <a:pt x="0" y="9042"/>
                </a:lnTo>
                <a:lnTo>
                  <a:pt x="36" y="9042"/>
                </a:lnTo>
                <a:moveTo>
                  <a:pt x="36" y="9181"/>
                </a:moveTo>
                <a:lnTo>
                  <a:pt x="36" y="9251"/>
                </a:lnTo>
                <a:lnTo>
                  <a:pt x="0" y="9251"/>
                </a:lnTo>
                <a:lnTo>
                  <a:pt x="0" y="9181"/>
                </a:lnTo>
                <a:lnTo>
                  <a:pt x="36" y="9181"/>
                </a:lnTo>
                <a:moveTo>
                  <a:pt x="36" y="9321"/>
                </a:moveTo>
                <a:lnTo>
                  <a:pt x="36" y="9390"/>
                </a:lnTo>
                <a:lnTo>
                  <a:pt x="0" y="9390"/>
                </a:lnTo>
                <a:lnTo>
                  <a:pt x="0" y="9321"/>
                </a:lnTo>
                <a:lnTo>
                  <a:pt x="36" y="9321"/>
                </a:lnTo>
                <a:moveTo>
                  <a:pt x="36" y="9460"/>
                </a:moveTo>
                <a:lnTo>
                  <a:pt x="36" y="9529"/>
                </a:lnTo>
                <a:lnTo>
                  <a:pt x="0" y="9529"/>
                </a:lnTo>
                <a:lnTo>
                  <a:pt x="0" y="9460"/>
                </a:lnTo>
                <a:lnTo>
                  <a:pt x="36" y="9460"/>
                </a:lnTo>
                <a:moveTo>
                  <a:pt x="36" y="9599"/>
                </a:moveTo>
                <a:lnTo>
                  <a:pt x="36" y="9668"/>
                </a:lnTo>
                <a:lnTo>
                  <a:pt x="0" y="9668"/>
                </a:lnTo>
                <a:lnTo>
                  <a:pt x="0" y="9599"/>
                </a:lnTo>
                <a:lnTo>
                  <a:pt x="36" y="9599"/>
                </a:lnTo>
                <a:moveTo>
                  <a:pt x="36" y="9738"/>
                </a:moveTo>
                <a:lnTo>
                  <a:pt x="36" y="9807"/>
                </a:lnTo>
                <a:lnTo>
                  <a:pt x="0" y="9807"/>
                </a:lnTo>
                <a:lnTo>
                  <a:pt x="0" y="9738"/>
                </a:lnTo>
                <a:lnTo>
                  <a:pt x="36" y="9738"/>
                </a:lnTo>
                <a:moveTo>
                  <a:pt x="36" y="9877"/>
                </a:moveTo>
                <a:lnTo>
                  <a:pt x="36" y="9946"/>
                </a:lnTo>
                <a:lnTo>
                  <a:pt x="0" y="9946"/>
                </a:lnTo>
                <a:lnTo>
                  <a:pt x="0" y="9877"/>
                </a:lnTo>
                <a:lnTo>
                  <a:pt x="36" y="9877"/>
                </a:lnTo>
                <a:moveTo>
                  <a:pt x="36" y="10016"/>
                </a:moveTo>
                <a:lnTo>
                  <a:pt x="36" y="10086"/>
                </a:lnTo>
                <a:lnTo>
                  <a:pt x="0" y="10086"/>
                </a:lnTo>
                <a:lnTo>
                  <a:pt x="0" y="10016"/>
                </a:lnTo>
                <a:lnTo>
                  <a:pt x="36" y="10016"/>
                </a:lnTo>
                <a:moveTo>
                  <a:pt x="36" y="10155"/>
                </a:moveTo>
                <a:lnTo>
                  <a:pt x="36" y="10225"/>
                </a:lnTo>
                <a:lnTo>
                  <a:pt x="0" y="10225"/>
                </a:lnTo>
                <a:lnTo>
                  <a:pt x="0" y="10155"/>
                </a:lnTo>
                <a:lnTo>
                  <a:pt x="36" y="10155"/>
                </a:lnTo>
                <a:moveTo>
                  <a:pt x="36" y="10294"/>
                </a:moveTo>
                <a:lnTo>
                  <a:pt x="36" y="10364"/>
                </a:lnTo>
                <a:lnTo>
                  <a:pt x="0" y="10364"/>
                </a:lnTo>
                <a:lnTo>
                  <a:pt x="0" y="10294"/>
                </a:lnTo>
                <a:lnTo>
                  <a:pt x="36" y="10294"/>
                </a:lnTo>
                <a:moveTo>
                  <a:pt x="36" y="10433"/>
                </a:moveTo>
                <a:lnTo>
                  <a:pt x="36" y="10503"/>
                </a:lnTo>
                <a:lnTo>
                  <a:pt x="0" y="10503"/>
                </a:lnTo>
                <a:lnTo>
                  <a:pt x="0" y="10433"/>
                </a:lnTo>
                <a:lnTo>
                  <a:pt x="36" y="10433"/>
                </a:lnTo>
                <a:moveTo>
                  <a:pt x="36" y="10572"/>
                </a:moveTo>
                <a:lnTo>
                  <a:pt x="36" y="10642"/>
                </a:lnTo>
                <a:lnTo>
                  <a:pt x="0" y="10642"/>
                </a:lnTo>
                <a:lnTo>
                  <a:pt x="0" y="10572"/>
                </a:lnTo>
                <a:lnTo>
                  <a:pt x="36" y="10572"/>
                </a:lnTo>
                <a:moveTo>
                  <a:pt x="36" y="10711"/>
                </a:moveTo>
                <a:lnTo>
                  <a:pt x="36" y="10781"/>
                </a:lnTo>
                <a:lnTo>
                  <a:pt x="0" y="10781"/>
                </a:lnTo>
                <a:lnTo>
                  <a:pt x="0" y="10711"/>
                </a:lnTo>
                <a:lnTo>
                  <a:pt x="36" y="10711"/>
                </a:lnTo>
                <a:moveTo>
                  <a:pt x="36" y="10851"/>
                </a:moveTo>
                <a:lnTo>
                  <a:pt x="36" y="10920"/>
                </a:lnTo>
                <a:lnTo>
                  <a:pt x="0" y="10920"/>
                </a:lnTo>
                <a:lnTo>
                  <a:pt x="0" y="10851"/>
                </a:lnTo>
                <a:lnTo>
                  <a:pt x="36" y="10851"/>
                </a:lnTo>
                <a:moveTo>
                  <a:pt x="36" y="10990"/>
                </a:moveTo>
                <a:lnTo>
                  <a:pt x="36" y="11059"/>
                </a:lnTo>
                <a:lnTo>
                  <a:pt x="0" y="11059"/>
                </a:lnTo>
                <a:lnTo>
                  <a:pt x="0" y="10990"/>
                </a:lnTo>
                <a:lnTo>
                  <a:pt x="36" y="10990"/>
                </a:lnTo>
                <a:moveTo>
                  <a:pt x="36" y="11129"/>
                </a:moveTo>
                <a:lnTo>
                  <a:pt x="36" y="11198"/>
                </a:lnTo>
                <a:lnTo>
                  <a:pt x="0" y="11198"/>
                </a:lnTo>
                <a:lnTo>
                  <a:pt x="0" y="11129"/>
                </a:lnTo>
                <a:lnTo>
                  <a:pt x="36" y="11129"/>
                </a:lnTo>
                <a:moveTo>
                  <a:pt x="36" y="11268"/>
                </a:moveTo>
                <a:lnTo>
                  <a:pt x="36" y="11337"/>
                </a:lnTo>
                <a:lnTo>
                  <a:pt x="0" y="11337"/>
                </a:lnTo>
                <a:lnTo>
                  <a:pt x="0" y="11268"/>
                </a:lnTo>
                <a:lnTo>
                  <a:pt x="36" y="11268"/>
                </a:lnTo>
                <a:moveTo>
                  <a:pt x="36" y="11407"/>
                </a:moveTo>
                <a:lnTo>
                  <a:pt x="36" y="11476"/>
                </a:lnTo>
                <a:lnTo>
                  <a:pt x="0" y="11476"/>
                </a:lnTo>
                <a:lnTo>
                  <a:pt x="0" y="11407"/>
                </a:lnTo>
                <a:lnTo>
                  <a:pt x="36" y="11407"/>
                </a:lnTo>
                <a:moveTo>
                  <a:pt x="36" y="11546"/>
                </a:moveTo>
                <a:lnTo>
                  <a:pt x="36" y="11616"/>
                </a:lnTo>
                <a:lnTo>
                  <a:pt x="0" y="11616"/>
                </a:lnTo>
                <a:lnTo>
                  <a:pt x="0" y="11546"/>
                </a:lnTo>
                <a:lnTo>
                  <a:pt x="36" y="11546"/>
                </a:lnTo>
                <a:moveTo>
                  <a:pt x="36" y="11685"/>
                </a:moveTo>
                <a:lnTo>
                  <a:pt x="36" y="11755"/>
                </a:lnTo>
                <a:lnTo>
                  <a:pt x="0" y="11755"/>
                </a:lnTo>
                <a:lnTo>
                  <a:pt x="0" y="11685"/>
                </a:lnTo>
                <a:lnTo>
                  <a:pt x="36" y="11685"/>
                </a:lnTo>
                <a:moveTo>
                  <a:pt x="36" y="11824"/>
                </a:moveTo>
                <a:lnTo>
                  <a:pt x="36" y="11894"/>
                </a:lnTo>
                <a:lnTo>
                  <a:pt x="0" y="11894"/>
                </a:lnTo>
                <a:lnTo>
                  <a:pt x="0" y="11824"/>
                </a:lnTo>
                <a:lnTo>
                  <a:pt x="36" y="11824"/>
                </a:lnTo>
                <a:moveTo>
                  <a:pt x="36" y="11963"/>
                </a:moveTo>
                <a:lnTo>
                  <a:pt x="36" y="12033"/>
                </a:lnTo>
                <a:lnTo>
                  <a:pt x="0" y="12033"/>
                </a:lnTo>
                <a:lnTo>
                  <a:pt x="0" y="11963"/>
                </a:lnTo>
                <a:lnTo>
                  <a:pt x="36" y="11963"/>
                </a:lnTo>
                <a:moveTo>
                  <a:pt x="36" y="12102"/>
                </a:moveTo>
                <a:lnTo>
                  <a:pt x="36" y="12172"/>
                </a:lnTo>
                <a:lnTo>
                  <a:pt x="0" y="12172"/>
                </a:lnTo>
                <a:lnTo>
                  <a:pt x="0" y="12102"/>
                </a:lnTo>
                <a:lnTo>
                  <a:pt x="36" y="12102"/>
                </a:lnTo>
                <a:moveTo>
                  <a:pt x="36" y="12241"/>
                </a:moveTo>
                <a:lnTo>
                  <a:pt x="36" y="12311"/>
                </a:lnTo>
                <a:lnTo>
                  <a:pt x="0" y="12311"/>
                </a:lnTo>
                <a:lnTo>
                  <a:pt x="0" y="12241"/>
                </a:lnTo>
                <a:lnTo>
                  <a:pt x="36" y="12241"/>
                </a:lnTo>
                <a:moveTo>
                  <a:pt x="36" y="12381"/>
                </a:moveTo>
                <a:lnTo>
                  <a:pt x="36" y="12450"/>
                </a:lnTo>
                <a:lnTo>
                  <a:pt x="0" y="12450"/>
                </a:lnTo>
                <a:lnTo>
                  <a:pt x="0" y="12381"/>
                </a:lnTo>
                <a:lnTo>
                  <a:pt x="36" y="12381"/>
                </a:lnTo>
                <a:moveTo>
                  <a:pt x="36" y="12520"/>
                </a:moveTo>
                <a:lnTo>
                  <a:pt x="36" y="12589"/>
                </a:lnTo>
                <a:lnTo>
                  <a:pt x="0" y="12589"/>
                </a:lnTo>
                <a:lnTo>
                  <a:pt x="0" y="12520"/>
                </a:lnTo>
                <a:lnTo>
                  <a:pt x="36" y="12520"/>
                </a:lnTo>
                <a:moveTo>
                  <a:pt x="36" y="12659"/>
                </a:moveTo>
                <a:lnTo>
                  <a:pt x="36" y="12728"/>
                </a:lnTo>
                <a:lnTo>
                  <a:pt x="0" y="12728"/>
                </a:lnTo>
                <a:lnTo>
                  <a:pt x="0" y="12659"/>
                </a:lnTo>
                <a:lnTo>
                  <a:pt x="36" y="12659"/>
                </a:lnTo>
                <a:moveTo>
                  <a:pt x="36" y="12798"/>
                </a:moveTo>
                <a:lnTo>
                  <a:pt x="36" y="12867"/>
                </a:lnTo>
                <a:lnTo>
                  <a:pt x="0" y="12867"/>
                </a:lnTo>
                <a:lnTo>
                  <a:pt x="0" y="12798"/>
                </a:lnTo>
                <a:lnTo>
                  <a:pt x="36" y="12798"/>
                </a:lnTo>
                <a:moveTo>
                  <a:pt x="36" y="12937"/>
                </a:moveTo>
                <a:lnTo>
                  <a:pt x="36" y="13006"/>
                </a:lnTo>
                <a:lnTo>
                  <a:pt x="0" y="13006"/>
                </a:lnTo>
                <a:lnTo>
                  <a:pt x="0" y="12937"/>
                </a:lnTo>
                <a:lnTo>
                  <a:pt x="36" y="12937"/>
                </a:lnTo>
                <a:moveTo>
                  <a:pt x="36" y="13076"/>
                </a:moveTo>
                <a:lnTo>
                  <a:pt x="36" y="13146"/>
                </a:lnTo>
                <a:lnTo>
                  <a:pt x="0" y="13146"/>
                </a:lnTo>
                <a:lnTo>
                  <a:pt x="0" y="13076"/>
                </a:lnTo>
                <a:lnTo>
                  <a:pt x="36" y="13076"/>
                </a:lnTo>
                <a:moveTo>
                  <a:pt x="36" y="13215"/>
                </a:moveTo>
                <a:lnTo>
                  <a:pt x="36" y="13285"/>
                </a:lnTo>
                <a:lnTo>
                  <a:pt x="0" y="13285"/>
                </a:lnTo>
                <a:lnTo>
                  <a:pt x="0" y="13215"/>
                </a:lnTo>
                <a:lnTo>
                  <a:pt x="36" y="13215"/>
                </a:lnTo>
                <a:moveTo>
                  <a:pt x="36" y="13354"/>
                </a:moveTo>
                <a:lnTo>
                  <a:pt x="36" y="13424"/>
                </a:lnTo>
                <a:lnTo>
                  <a:pt x="0" y="13424"/>
                </a:lnTo>
                <a:lnTo>
                  <a:pt x="0" y="13354"/>
                </a:lnTo>
                <a:lnTo>
                  <a:pt x="36" y="13354"/>
                </a:lnTo>
                <a:moveTo>
                  <a:pt x="36" y="13493"/>
                </a:moveTo>
                <a:lnTo>
                  <a:pt x="36" y="13563"/>
                </a:lnTo>
                <a:lnTo>
                  <a:pt x="0" y="13563"/>
                </a:lnTo>
                <a:lnTo>
                  <a:pt x="0" y="13493"/>
                </a:lnTo>
                <a:lnTo>
                  <a:pt x="36" y="13493"/>
                </a:lnTo>
                <a:moveTo>
                  <a:pt x="36" y="13632"/>
                </a:moveTo>
                <a:lnTo>
                  <a:pt x="36" y="13702"/>
                </a:lnTo>
                <a:lnTo>
                  <a:pt x="0" y="13702"/>
                </a:lnTo>
                <a:lnTo>
                  <a:pt x="0" y="13632"/>
                </a:lnTo>
                <a:lnTo>
                  <a:pt x="36" y="13632"/>
                </a:lnTo>
                <a:moveTo>
                  <a:pt x="36" y="13771"/>
                </a:moveTo>
                <a:lnTo>
                  <a:pt x="36" y="13841"/>
                </a:lnTo>
                <a:lnTo>
                  <a:pt x="0" y="13841"/>
                </a:lnTo>
                <a:lnTo>
                  <a:pt x="0" y="13771"/>
                </a:lnTo>
                <a:lnTo>
                  <a:pt x="36" y="13771"/>
                </a:lnTo>
                <a:moveTo>
                  <a:pt x="36" y="13911"/>
                </a:moveTo>
                <a:lnTo>
                  <a:pt x="36" y="13980"/>
                </a:lnTo>
                <a:lnTo>
                  <a:pt x="0" y="13980"/>
                </a:lnTo>
                <a:lnTo>
                  <a:pt x="0" y="13911"/>
                </a:lnTo>
                <a:lnTo>
                  <a:pt x="36" y="13911"/>
                </a:lnTo>
                <a:moveTo>
                  <a:pt x="36" y="14050"/>
                </a:moveTo>
                <a:lnTo>
                  <a:pt x="36" y="14119"/>
                </a:lnTo>
                <a:lnTo>
                  <a:pt x="0" y="14119"/>
                </a:lnTo>
                <a:lnTo>
                  <a:pt x="0" y="14050"/>
                </a:lnTo>
                <a:lnTo>
                  <a:pt x="36" y="14050"/>
                </a:lnTo>
                <a:moveTo>
                  <a:pt x="36" y="14189"/>
                </a:moveTo>
                <a:lnTo>
                  <a:pt x="36" y="14258"/>
                </a:lnTo>
                <a:lnTo>
                  <a:pt x="0" y="14258"/>
                </a:lnTo>
                <a:lnTo>
                  <a:pt x="0" y="14189"/>
                </a:lnTo>
                <a:lnTo>
                  <a:pt x="36" y="14189"/>
                </a:lnTo>
                <a:moveTo>
                  <a:pt x="36" y="14328"/>
                </a:moveTo>
                <a:lnTo>
                  <a:pt x="36" y="14397"/>
                </a:lnTo>
                <a:lnTo>
                  <a:pt x="0" y="14397"/>
                </a:lnTo>
                <a:lnTo>
                  <a:pt x="0" y="14328"/>
                </a:lnTo>
                <a:lnTo>
                  <a:pt x="36" y="14328"/>
                </a:lnTo>
                <a:moveTo>
                  <a:pt x="36" y="14467"/>
                </a:moveTo>
                <a:lnTo>
                  <a:pt x="36" y="14536"/>
                </a:lnTo>
                <a:lnTo>
                  <a:pt x="0" y="14536"/>
                </a:lnTo>
                <a:lnTo>
                  <a:pt x="0" y="14467"/>
                </a:lnTo>
                <a:lnTo>
                  <a:pt x="36" y="14467"/>
                </a:lnTo>
                <a:moveTo>
                  <a:pt x="36" y="14606"/>
                </a:moveTo>
                <a:lnTo>
                  <a:pt x="36" y="14676"/>
                </a:lnTo>
                <a:lnTo>
                  <a:pt x="0" y="14676"/>
                </a:lnTo>
                <a:lnTo>
                  <a:pt x="0" y="14606"/>
                </a:lnTo>
                <a:lnTo>
                  <a:pt x="36" y="14606"/>
                </a:lnTo>
                <a:moveTo>
                  <a:pt x="36" y="14745"/>
                </a:moveTo>
                <a:lnTo>
                  <a:pt x="36" y="14815"/>
                </a:lnTo>
                <a:lnTo>
                  <a:pt x="0" y="14815"/>
                </a:lnTo>
                <a:lnTo>
                  <a:pt x="0" y="14745"/>
                </a:lnTo>
                <a:lnTo>
                  <a:pt x="36" y="14745"/>
                </a:lnTo>
                <a:moveTo>
                  <a:pt x="36" y="14884"/>
                </a:moveTo>
                <a:lnTo>
                  <a:pt x="36" y="14954"/>
                </a:lnTo>
                <a:lnTo>
                  <a:pt x="0" y="14954"/>
                </a:lnTo>
                <a:lnTo>
                  <a:pt x="0" y="14884"/>
                </a:lnTo>
                <a:lnTo>
                  <a:pt x="36" y="14884"/>
                </a:lnTo>
                <a:moveTo>
                  <a:pt x="36" y="15023"/>
                </a:moveTo>
                <a:lnTo>
                  <a:pt x="36" y="15093"/>
                </a:lnTo>
                <a:lnTo>
                  <a:pt x="0" y="15093"/>
                </a:lnTo>
                <a:lnTo>
                  <a:pt x="0" y="15023"/>
                </a:lnTo>
                <a:lnTo>
                  <a:pt x="36" y="15023"/>
                </a:lnTo>
                <a:moveTo>
                  <a:pt x="36" y="15162"/>
                </a:moveTo>
                <a:lnTo>
                  <a:pt x="36" y="15232"/>
                </a:lnTo>
                <a:lnTo>
                  <a:pt x="0" y="15232"/>
                </a:lnTo>
                <a:lnTo>
                  <a:pt x="0" y="15162"/>
                </a:lnTo>
                <a:lnTo>
                  <a:pt x="36" y="15162"/>
                </a:lnTo>
                <a:moveTo>
                  <a:pt x="36" y="15301"/>
                </a:moveTo>
                <a:lnTo>
                  <a:pt x="36" y="15371"/>
                </a:lnTo>
                <a:lnTo>
                  <a:pt x="0" y="15371"/>
                </a:lnTo>
                <a:lnTo>
                  <a:pt x="0" y="15301"/>
                </a:lnTo>
                <a:lnTo>
                  <a:pt x="36" y="15301"/>
                </a:lnTo>
                <a:moveTo>
                  <a:pt x="36" y="15441"/>
                </a:moveTo>
                <a:lnTo>
                  <a:pt x="36" y="15510"/>
                </a:lnTo>
                <a:lnTo>
                  <a:pt x="0" y="15510"/>
                </a:lnTo>
                <a:lnTo>
                  <a:pt x="0" y="15441"/>
                </a:lnTo>
                <a:lnTo>
                  <a:pt x="36" y="15441"/>
                </a:lnTo>
                <a:moveTo>
                  <a:pt x="36" y="15580"/>
                </a:moveTo>
                <a:lnTo>
                  <a:pt x="36" y="15649"/>
                </a:lnTo>
                <a:lnTo>
                  <a:pt x="0" y="15649"/>
                </a:lnTo>
                <a:lnTo>
                  <a:pt x="0" y="15580"/>
                </a:lnTo>
                <a:lnTo>
                  <a:pt x="36" y="15580"/>
                </a:lnTo>
                <a:moveTo>
                  <a:pt x="36" y="15719"/>
                </a:moveTo>
                <a:lnTo>
                  <a:pt x="36" y="15788"/>
                </a:lnTo>
                <a:lnTo>
                  <a:pt x="0" y="15788"/>
                </a:lnTo>
                <a:lnTo>
                  <a:pt x="0" y="15719"/>
                </a:lnTo>
                <a:lnTo>
                  <a:pt x="36" y="15719"/>
                </a:lnTo>
                <a:moveTo>
                  <a:pt x="36" y="15858"/>
                </a:moveTo>
                <a:lnTo>
                  <a:pt x="36" y="15927"/>
                </a:lnTo>
                <a:lnTo>
                  <a:pt x="0" y="15927"/>
                </a:lnTo>
                <a:lnTo>
                  <a:pt x="0" y="15858"/>
                </a:lnTo>
                <a:lnTo>
                  <a:pt x="36" y="15858"/>
                </a:lnTo>
                <a:moveTo>
                  <a:pt x="36" y="15997"/>
                </a:moveTo>
                <a:lnTo>
                  <a:pt x="36" y="16066"/>
                </a:lnTo>
                <a:lnTo>
                  <a:pt x="0" y="16066"/>
                </a:lnTo>
                <a:lnTo>
                  <a:pt x="0" y="15997"/>
                </a:lnTo>
                <a:lnTo>
                  <a:pt x="36" y="15997"/>
                </a:lnTo>
                <a:moveTo>
                  <a:pt x="36" y="16136"/>
                </a:moveTo>
                <a:lnTo>
                  <a:pt x="36" y="16206"/>
                </a:lnTo>
                <a:lnTo>
                  <a:pt x="0" y="16206"/>
                </a:lnTo>
                <a:lnTo>
                  <a:pt x="0" y="16136"/>
                </a:lnTo>
                <a:lnTo>
                  <a:pt x="36" y="16136"/>
                </a:lnTo>
                <a:moveTo>
                  <a:pt x="36" y="16275"/>
                </a:moveTo>
                <a:lnTo>
                  <a:pt x="36" y="16345"/>
                </a:lnTo>
                <a:lnTo>
                  <a:pt x="0" y="16345"/>
                </a:lnTo>
                <a:lnTo>
                  <a:pt x="0" y="16275"/>
                </a:lnTo>
                <a:lnTo>
                  <a:pt x="36" y="16275"/>
                </a:lnTo>
                <a:moveTo>
                  <a:pt x="36" y="16414"/>
                </a:moveTo>
                <a:lnTo>
                  <a:pt x="36" y="16484"/>
                </a:lnTo>
                <a:lnTo>
                  <a:pt x="0" y="16484"/>
                </a:lnTo>
                <a:lnTo>
                  <a:pt x="0" y="16414"/>
                </a:lnTo>
                <a:lnTo>
                  <a:pt x="36" y="16414"/>
                </a:lnTo>
                <a:moveTo>
                  <a:pt x="36" y="16553"/>
                </a:moveTo>
                <a:lnTo>
                  <a:pt x="36" y="16623"/>
                </a:lnTo>
                <a:lnTo>
                  <a:pt x="0" y="16623"/>
                </a:lnTo>
                <a:lnTo>
                  <a:pt x="0" y="16553"/>
                </a:lnTo>
                <a:lnTo>
                  <a:pt x="36" y="16553"/>
                </a:lnTo>
                <a:moveTo>
                  <a:pt x="36" y="16692"/>
                </a:moveTo>
                <a:lnTo>
                  <a:pt x="36" y="16762"/>
                </a:lnTo>
                <a:lnTo>
                  <a:pt x="0" y="16762"/>
                </a:lnTo>
                <a:lnTo>
                  <a:pt x="0" y="16692"/>
                </a:lnTo>
                <a:lnTo>
                  <a:pt x="36" y="16692"/>
                </a:lnTo>
                <a:moveTo>
                  <a:pt x="36" y="16831"/>
                </a:moveTo>
                <a:lnTo>
                  <a:pt x="36" y="16901"/>
                </a:lnTo>
                <a:lnTo>
                  <a:pt x="0" y="16901"/>
                </a:lnTo>
                <a:lnTo>
                  <a:pt x="0" y="16831"/>
                </a:lnTo>
                <a:lnTo>
                  <a:pt x="36" y="16831"/>
                </a:lnTo>
                <a:moveTo>
                  <a:pt x="36" y="16971"/>
                </a:moveTo>
                <a:lnTo>
                  <a:pt x="36" y="17040"/>
                </a:lnTo>
                <a:lnTo>
                  <a:pt x="0" y="17040"/>
                </a:lnTo>
                <a:lnTo>
                  <a:pt x="0" y="16971"/>
                </a:lnTo>
                <a:lnTo>
                  <a:pt x="36" y="16971"/>
                </a:lnTo>
                <a:moveTo>
                  <a:pt x="36" y="17110"/>
                </a:moveTo>
                <a:lnTo>
                  <a:pt x="36" y="17179"/>
                </a:lnTo>
                <a:lnTo>
                  <a:pt x="0" y="17179"/>
                </a:lnTo>
                <a:lnTo>
                  <a:pt x="0" y="17110"/>
                </a:lnTo>
                <a:lnTo>
                  <a:pt x="36" y="17110"/>
                </a:lnTo>
                <a:moveTo>
                  <a:pt x="36" y="17249"/>
                </a:moveTo>
                <a:lnTo>
                  <a:pt x="36" y="17318"/>
                </a:lnTo>
                <a:lnTo>
                  <a:pt x="0" y="17318"/>
                </a:lnTo>
                <a:lnTo>
                  <a:pt x="0" y="17249"/>
                </a:lnTo>
                <a:lnTo>
                  <a:pt x="36" y="17249"/>
                </a:lnTo>
                <a:moveTo>
                  <a:pt x="36" y="17388"/>
                </a:moveTo>
                <a:lnTo>
                  <a:pt x="36" y="17457"/>
                </a:lnTo>
                <a:lnTo>
                  <a:pt x="0" y="17457"/>
                </a:lnTo>
                <a:lnTo>
                  <a:pt x="0" y="17388"/>
                </a:lnTo>
                <a:lnTo>
                  <a:pt x="36" y="17388"/>
                </a:lnTo>
                <a:moveTo>
                  <a:pt x="36" y="17527"/>
                </a:moveTo>
                <a:lnTo>
                  <a:pt x="36" y="17596"/>
                </a:lnTo>
                <a:lnTo>
                  <a:pt x="0" y="17596"/>
                </a:lnTo>
                <a:lnTo>
                  <a:pt x="0" y="17527"/>
                </a:lnTo>
                <a:lnTo>
                  <a:pt x="36" y="17527"/>
                </a:lnTo>
                <a:moveTo>
                  <a:pt x="36" y="17666"/>
                </a:moveTo>
                <a:lnTo>
                  <a:pt x="36" y="17736"/>
                </a:lnTo>
                <a:lnTo>
                  <a:pt x="0" y="17736"/>
                </a:lnTo>
                <a:lnTo>
                  <a:pt x="0" y="17666"/>
                </a:lnTo>
                <a:lnTo>
                  <a:pt x="36" y="17666"/>
                </a:lnTo>
                <a:moveTo>
                  <a:pt x="36" y="17805"/>
                </a:moveTo>
                <a:lnTo>
                  <a:pt x="36" y="17875"/>
                </a:lnTo>
                <a:lnTo>
                  <a:pt x="0" y="17875"/>
                </a:lnTo>
                <a:lnTo>
                  <a:pt x="0" y="17805"/>
                </a:lnTo>
                <a:lnTo>
                  <a:pt x="36" y="17805"/>
                </a:lnTo>
                <a:moveTo>
                  <a:pt x="36" y="17944"/>
                </a:moveTo>
                <a:lnTo>
                  <a:pt x="36" y="18014"/>
                </a:lnTo>
                <a:lnTo>
                  <a:pt x="0" y="18014"/>
                </a:lnTo>
                <a:lnTo>
                  <a:pt x="0" y="17944"/>
                </a:lnTo>
                <a:lnTo>
                  <a:pt x="36" y="17944"/>
                </a:lnTo>
                <a:moveTo>
                  <a:pt x="36" y="18083"/>
                </a:moveTo>
                <a:lnTo>
                  <a:pt x="36" y="18153"/>
                </a:lnTo>
                <a:lnTo>
                  <a:pt x="0" y="18153"/>
                </a:lnTo>
                <a:lnTo>
                  <a:pt x="0" y="18083"/>
                </a:lnTo>
                <a:lnTo>
                  <a:pt x="36" y="18083"/>
                </a:lnTo>
                <a:moveTo>
                  <a:pt x="36" y="18222"/>
                </a:moveTo>
                <a:lnTo>
                  <a:pt x="36" y="18292"/>
                </a:lnTo>
                <a:lnTo>
                  <a:pt x="0" y="18292"/>
                </a:lnTo>
                <a:lnTo>
                  <a:pt x="0" y="18222"/>
                </a:lnTo>
                <a:lnTo>
                  <a:pt x="36" y="18222"/>
                </a:lnTo>
                <a:moveTo>
                  <a:pt x="36" y="18361"/>
                </a:moveTo>
                <a:lnTo>
                  <a:pt x="36" y="18431"/>
                </a:lnTo>
                <a:lnTo>
                  <a:pt x="0" y="18431"/>
                </a:lnTo>
                <a:lnTo>
                  <a:pt x="0" y="18361"/>
                </a:lnTo>
                <a:lnTo>
                  <a:pt x="36" y="18361"/>
                </a:lnTo>
                <a:moveTo>
                  <a:pt x="36" y="18501"/>
                </a:moveTo>
                <a:lnTo>
                  <a:pt x="36" y="18570"/>
                </a:lnTo>
                <a:lnTo>
                  <a:pt x="0" y="18570"/>
                </a:lnTo>
                <a:lnTo>
                  <a:pt x="0" y="18501"/>
                </a:lnTo>
                <a:lnTo>
                  <a:pt x="36" y="18501"/>
                </a:lnTo>
                <a:moveTo>
                  <a:pt x="36" y="18640"/>
                </a:moveTo>
                <a:lnTo>
                  <a:pt x="36" y="18709"/>
                </a:lnTo>
                <a:lnTo>
                  <a:pt x="0" y="18709"/>
                </a:lnTo>
                <a:lnTo>
                  <a:pt x="0" y="18640"/>
                </a:lnTo>
                <a:lnTo>
                  <a:pt x="36" y="18640"/>
                </a:lnTo>
                <a:moveTo>
                  <a:pt x="36" y="18779"/>
                </a:moveTo>
                <a:lnTo>
                  <a:pt x="36" y="18848"/>
                </a:lnTo>
                <a:lnTo>
                  <a:pt x="0" y="18848"/>
                </a:lnTo>
                <a:lnTo>
                  <a:pt x="0" y="18779"/>
                </a:lnTo>
                <a:lnTo>
                  <a:pt x="36" y="18779"/>
                </a:lnTo>
                <a:moveTo>
                  <a:pt x="36" y="18918"/>
                </a:moveTo>
                <a:lnTo>
                  <a:pt x="36" y="18987"/>
                </a:lnTo>
                <a:lnTo>
                  <a:pt x="0" y="18987"/>
                </a:lnTo>
                <a:lnTo>
                  <a:pt x="0" y="18918"/>
                </a:lnTo>
                <a:lnTo>
                  <a:pt x="36" y="18918"/>
                </a:lnTo>
                <a:moveTo>
                  <a:pt x="36" y="19057"/>
                </a:moveTo>
                <a:lnTo>
                  <a:pt x="36" y="19126"/>
                </a:lnTo>
                <a:lnTo>
                  <a:pt x="0" y="19126"/>
                </a:lnTo>
                <a:lnTo>
                  <a:pt x="0" y="19057"/>
                </a:lnTo>
                <a:lnTo>
                  <a:pt x="36" y="19057"/>
                </a:lnTo>
                <a:moveTo>
                  <a:pt x="36" y="19196"/>
                </a:moveTo>
                <a:lnTo>
                  <a:pt x="36" y="19266"/>
                </a:lnTo>
                <a:lnTo>
                  <a:pt x="0" y="19266"/>
                </a:lnTo>
                <a:lnTo>
                  <a:pt x="0" y="19196"/>
                </a:lnTo>
                <a:lnTo>
                  <a:pt x="36" y="19196"/>
                </a:lnTo>
                <a:moveTo>
                  <a:pt x="36" y="19335"/>
                </a:moveTo>
                <a:lnTo>
                  <a:pt x="36" y="19405"/>
                </a:lnTo>
                <a:lnTo>
                  <a:pt x="0" y="19405"/>
                </a:lnTo>
                <a:lnTo>
                  <a:pt x="0" y="19335"/>
                </a:lnTo>
                <a:lnTo>
                  <a:pt x="36" y="19335"/>
                </a:lnTo>
                <a:moveTo>
                  <a:pt x="36" y="19474"/>
                </a:moveTo>
                <a:lnTo>
                  <a:pt x="36" y="19544"/>
                </a:lnTo>
                <a:lnTo>
                  <a:pt x="0" y="19544"/>
                </a:lnTo>
                <a:lnTo>
                  <a:pt x="0" y="19474"/>
                </a:lnTo>
                <a:lnTo>
                  <a:pt x="36" y="19474"/>
                </a:lnTo>
                <a:moveTo>
                  <a:pt x="36" y="19613"/>
                </a:moveTo>
                <a:lnTo>
                  <a:pt x="36" y="19683"/>
                </a:lnTo>
                <a:lnTo>
                  <a:pt x="0" y="19683"/>
                </a:lnTo>
                <a:lnTo>
                  <a:pt x="0" y="19613"/>
                </a:lnTo>
                <a:lnTo>
                  <a:pt x="36" y="19613"/>
                </a:lnTo>
                <a:moveTo>
                  <a:pt x="36" y="19752"/>
                </a:moveTo>
                <a:lnTo>
                  <a:pt x="36" y="19822"/>
                </a:lnTo>
                <a:lnTo>
                  <a:pt x="0" y="19822"/>
                </a:lnTo>
                <a:lnTo>
                  <a:pt x="0" y="19752"/>
                </a:lnTo>
                <a:lnTo>
                  <a:pt x="36" y="19752"/>
                </a:lnTo>
                <a:moveTo>
                  <a:pt x="36" y="19891"/>
                </a:moveTo>
                <a:lnTo>
                  <a:pt x="36" y="19961"/>
                </a:lnTo>
                <a:lnTo>
                  <a:pt x="0" y="19961"/>
                </a:lnTo>
                <a:lnTo>
                  <a:pt x="0" y="19891"/>
                </a:lnTo>
                <a:lnTo>
                  <a:pt x="36" y="19891"/>
                </a:lnTo>
                <a:moveTo>
                  <a:pt x="36" y="20031"/>
                </a:moveTo>
                <a:lnTo>
                  <a:pt x="36" y="20100"/>
                </a:lnTo>
                <a:lnTo>
                  <a:pt x="0" y="20100"/>
                </a:lnTo>
                <a:lnTo>
                  <a:pt x="0" y="20031"/>
                </a:lnTo>
                <a:lnTo>
                  <a:pt x="36" y="20031"/>
                </a:lnTo>
                <a:moveTo>
                  <a:pt x="36" y="20170"/>
                </a:moveTo>
                <a:lnTo>
                  <a:pt x="36" y="20239"/>
                </a:lnTo>
                <a:lnTo>
                  <a:pt x="0" y="20239"/>
                </a:lnTo>
                <a:lnTo>
                  <a:pt x="0" y="20170"/>
                </a:lnTo>
                <a:lnTo>
                  <a:pt x="36" y="20170"/>
                </a:lnTo>
                <a:moveTo>
                  <a:pt x="36" y="20309"/>
                </a:moveTo>
                <a:lnTo>
                  <a:pt x="36" y="20378"/>
                </a:lnTo>
                <a:lnTo>
                  <a:pt x="0" y="20378"/>
                </a:lnTo>
                <a:lnTo>
                  <a:pt x="0" y="20309"/>
                </a:lnTo>
                <a:lnTo>
                  <a:pt x="36" y="20309"/>
                </a:lnTo>
                <a:moveTo>
                  <a:pt x="36" y="20448"/>
                </a:moveTo>
                <a:lnTo>
                  <a:pt x="36" y="20517"/>
                </a:lnTo>
                <a:lnTo>
                  <a:pt x="0" y="20517"/>
                </a:lnTo>
                <a:lnTo>
                  <a:pt x="0" y="20448"/>
                </a:lnTo>
                <a:lnTo>
                  <a:pt x="36" y="20448"/>
                </a:lnTo>
                <a:moveTo>
                  <a:pt x="36" y="20587"/>
                </a:moveTo>
                <a:lnTo>
                  <a:pt x="36" y="20656"/>
                </a:lnTo>
                <a:lnTo>
                  <a:pt x="0" y="20656"/>
                </a:lnTo>
                <a:lnTo>
                  <a:pt x="0" y="20587"/>
                </a:lnTo>
                <a:lnTo>
                  <a:pt x="36" y="20587"/>
                </a:lnTo>
                <a:moveTo>
                  <a:pt x="36" y="20726"/>
                </a:moveTo>
                <a:lnTo>
                  <a:pt x="36" y="20796"/>
                </a:lnTo>
                <a:lnTo>
                  <a:pt x="0" y="20796"/>
                </a:lnTo>
                <a:lnTo>
                  <a:pt x="0" y="20726"/>
                </a:lnTo>
                <a:lnTo>
                  <a:pt x="36" y="20726"/>
                </a:lnTo>
                <a:moveTo>
                  <a:pt x="36" y="20865"/>
                </a:moveTo>
                <a:lnTo>
                  <a:pt x="36" y="20935"/>
                </a:lnTo>
                <a:lnTo>
                  <a:pt x="0" y="20935"/>
                </a:lnTo>
                <a:lnTo>
                  <a:pt x="0" y="20865"/>
                </a:lnTo>
                <a:lnTo>
                  <a:pt x="36" y="20865"/>
                </a:lnTo>
                <a:moveTo>
                  <a:pt x="36" y="21004"/>
                </a:moveTo>
                <a:lnTo>
                  <a:pt x="36" y="21074"/>
                </a:lnTo>
                <a:lnTo>
                  <a:pt x="0" y="21074"/>
                </a:lnTo>
                <a:lnTo>
                  <a:pt x="0" y="21004"/>
                </a:lnTo>
                <a:lnTo>
                  <a:pt x="36" y="21004"/>
                </a:lnTo>
                <a:moveTo>
                  <a:pt x="36" y="21143"/>
                </a:moveTo>
                <a:lnTo>
                  <a:pt x="36" y="21213"/>
                </a:lnTo>
                <a:lnTo>
                  <a:pt x="0" y="21213"/>
                </a:lnTo>
                <a:lnTo>
                  <a:pt x="0" y="21143"/>
                </a:lnTo>
                <a:lnTo>
                  <a:pt x="36" y="21143"/>
                </a:lnTo>
                <a:moveTo>
                  <a:pt x="36" y="21282"/>
                </a:moveTo>
                <a:lnTo>
                  <a:pt x="36" y="21352"/>
                </a:lnTo>
                <a:lnTo>
                  <a:pt x="0" y="21352"/>
                </a:lnTo>
                <a:lnTo>
                  <a:pt x="0" y="21282"/>
                </a:lnTo>
                <a:lnTo>
                  <a:pt x="36" y="21282"/>
                </a:lnTo>
                <a:moveTo>
                  <a:pt x="36" y="21421"/>
                </a:moveTo>
                <a:lnTo>
                  <a:pt x="36" y="21491"/>
                </a:lnTo>
                <a:lnTo>
                  <a:pt x="0" y="21491"/>
                </a:lnTo>
                <a:lnTo>
                  <a:pt x="0" y="21421"/>
                </a:lnTo>
                <a:lnTo>
                  <a:pt x="36" y="21421"/>
                </a:lnTo>
                <a:moveTo>
                  <a:pt x="36" y="21561"/>
                </a:moveTo>
                <a:lnTo>
                  <a:pt x="36" y="21630"/>
                </a:lnTo>
                <a:lnTo>
                  <a:pt x="0" y="21630"/>
                </a:lnTo>
                <a:lnTo>
                  <a:pt x="0" y="21561"/>
                </a:lnTo>
                <a:lnTo>
                  <a:pt x="36" y="21561"/>
                </a:lnTo>
                <a:moveTo>
                  <a:pt x="36" y="21700"/>
                </a:moveTo>
                <a:lnTo>
                  <a:pt x="36" y="21769"/>
                </a:lnTo>
                <a:lnTo>
                  <a:pt x="0" y="21769"/>
                </a:lnTo>
                <a:lnTo>
                  <a:pt x="0" y="21700"/>
                </a:lnTo>
                <a:lnTo>
                  <a:pt x="36" y="21700"/>
                </a:lnTo>
                <a:moveTo>
                  <a:pt x="36" y="21839"/>
                </a:moveTo>
                <a:lnTo>
                  <a:pt x="36" y="21908"/>
                </a:lnTo>
                <a:lnTo>
                  <a:pt x="0" y="21908"/>
                </a:lnTo>
                <a:lnTo>
                  <a:pt x="0" y="21839"/>
                </a:lnTo>
                <a:lnTo>
                  <a:pt x="36" y="21839"/>
                </a:lnTo>
                <a:moveTo>
                  <a:pt x="36" y="21978"/>
                </a:moveTo>
                <a:lnTo>
                  <a:pt x="36" y="22047"/>
                </a:lnTo>
                <a:lnTo>
                  <a:pt x="0" y="22047"/>
                </a:lnTo>
                <a:lnTo>
                  <a:pt x="0" y="21978"/>
                </a:lnTo>
                <a:lnTo>
                  <a:pt x="36" y="21978"/>
                </a:lnTo>
                <a:moveTo>
                  <a:pt x="36" y="22117"/>
                </a:moveTo>
                <a:lnTo>
                  <a:pt x="36" y="22187"/>
                </a:lnTo>
                <a:lnTo>
                  <a:pt x="0" y="22187"/>
                </a:lnTo>
                <a:lnTo>
                  <a:pt x="0" y="22117"/>
                </a:lnTo>
                <a:lnTo>
                  <a:pt x="36" y="22117"/>
                </a:lnTo>
                <a:moveTo>
                  <a:pt x="36" y="22256"/>
                </a:moveTo>
                <a:lnTo>
                  <a:pt x="36" y="22326"/>
                </a:lnTo>
                <a:lnTo>
                  <a:pt x="0" y="22326"/>
                </a:lnTo>
                <a:lnTo>
                  <a:pt x="0" y="22256"/>
                </a:lnTo>
                <a:lnTo>
                  <a:pt x="36" y="22256"/>
                </a:lnTo>
                <a:moveTo>
                  <a:pt x="36" y="22395"/>
                </a:moveTo>
                <a:lnTo>
                  <a:pt x="36" y="22465"/>
                </a:lnTo>
                <a:lnTo>
                  <a:pt x="0" y="22465"/>
                </a:lnTo>
                <a:lnTo>
                  <a:pt x="0" y="22395"/>
                </a:lnTo>
                <a:lnTo>
                  <a:pt x="36" y="22395"/>
                </a:lnTo>
                <a:moveTo>
                  <a:pt x="36" y="22534"/>
                </a:moveTo>
                <a:lnTo>
                  <a:pt x="36" y="22604"/>
                </a:lnTo>
                <a:lnTo>
                  <a:pt x="0" y="22604"/>
                </a:lnTo>
                <a:lnTo>
                  <a:pt x="0" y="22534"/>
                </a:lnTo>
                <a:lnTo>
                  <a:pt x="36" y="22534"/>
                </a:lnTo>
                <a:moveTo>
                  <a:pt x="36" y="22673"/>
                </a:moveTo>
                <a:lnTo>
                  <a:pt x="36" y="22743"/>
                </a:lnTo>
                <a:lnTo>
                  <a:pt x="0" y="22743"/>
                </a:lnTo>
                <a:lnTo>
                  <a:pt x="0" y="22673"/>
                </a:lnTo>
                <a:lnTo>
                  <a:pt x="36" y="22673"/>
                </a:lnTo>
                <a:moveTo>
                  <a:pt x="36" y="22812"/>
                </a:moveTo>
                <a:lnTo>
                  <a:pt x="36" y="22882"/>
                </a:lnTo>
                <a:lnTo>
                  <a:pt x="0" y="22882"/>
                </a:lnTo>
                <a:lnTo>
                  <a:pt x="0" y="22812"/>
                </a:lnTo>
                <a:lnTo>
                  <a:pt x="36" y="22812"/>
                </a:lnTo>
                <a:moveTo>
                  <a:pt x="36" y="22952"/>
                </a:moveTo>
                <a:lnTo>
                  <a:pt x="36" y="23021"/>
                </a:lnTo>
                <a:lnTo>
                  <a:pt x="0" y="23021"/>
                </a:lnTo>
                <a:lnTo>
                  <a:pt x="0" y="22952"/>
                </a:lnTo>
                <a:lnTo>
                  <a:pt x="36" y="22952"/>
                </a:lnTo>
                <a:moveTo>
                  <a:pt x="36" y="23091"/>
                </a:moveTo>
                <a:lnTo>
                  <a:pt x="36" y="23160"/>
                </a:lnTo>
                <a:lnTo>
                  <a:pt x="0" y="23160"/>
                </a:lnTo>
                <a:lnTo>
                  <a:pt x="0" y="23091"/>
                </a:lnTo>
                <a:lnTo>
                  <a:pt x="36" y="23091"/>
                </a:lnTo>
                <a:moveTo>
                  <a:pt x="36" y="23230"/>
                </a:moveTo>
                <a:lnTo>
                  <a:pt x="36" y="23299"/>
                </a:lnTo>
                <a:lnTo>
                  <a:pt x="0" y="23299"/>
                </a:lnTo>
                <a:lnTo>
                  <a:pt x="0" y="23230"/>
                </a:lnTo>
                <a:lnTo>
                  <a:pt x="36" y="23230"/>
                </a:lnTo>
                <a:moveTo>
                  <a:pt x="36" y="23369"/>
                </a:moveTo>
                <a:lnTo>
                  <a:pt x="36" y="23438"/>
                </a:lnTo>
                <a:lnTo>
                  <a:pt x="0" y="23438"/>
                </a:lnTo>
                <a:lnTo>
                  <a:pt x="0" y="23369"/>
                </a:lnTo>
                <a:lnTo>
                  <a:pt x="36" y="23369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7" name=""/>
          <p:cNvSpPr/>
          <p:nvPr/>
        </p:nvSpPr>
        <p:spPr>
          <a:xfrm>
            <a:off x="791640" y="1006200"/>
            <a:ext cx="5067360" cy="1118520"/>
          </a:xfrm>
          <a:custGeom>
            <a:avLst/>
            <a:gdLst/>
            <a:ahLst/>
            <a:rect l="0" t="0" r="r" b="b"/>
            <a:pathLst>
              <a:path w="14076" h="3107">
                <a:moveTo>
                  <a:pt x="0" y="0"/>
                </a:moveTo>
                <a:lnTo>
                  <a:pt x="14076" y="0"/>
                </a:lnTo>
                <a:lnTo>
                  <a:pt x="14076" y="3107"/>
                </a:lnTo>
                <a:lnTo>
                  <a:pt x="0" y="310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8" name=""/>
          <p:cNvSpPr/>
          <p:nvPr/>
        </p:nvSpPr>
        <p:spPr>
          <a:xfrm>
            <a:off x="787320" y="1001880"/>
            <a:ext cx="5075640" cy="1127160"/>
          </a:xfrm>
          <a:custGeom>
            <a:avLst/>
            <a:gdLst/>
            <a:ahLst/>
            <a:rect l="0" t="0" r="r" b="b"/>
            <a:pathLst>
              <a:path w="14099" h="3131">
                <a:moveTo>
                  <a:pt x="198" y="0"/>
                </a:moveTo>
                <a:lnTo>
                  <a:pt x="314" y="0"/>
                </a:lnTo>
                <a:lnTo>
                  <a:pt x="314" y="23"/>
                </a:lnTo>
                <a:lnTo>
                  <a:pt x="198" y="23"/>
                </a:lnTo>
                <a:lnTo>
                  <a:pt x="198" y="0"/>
                </a:lnTo>
                <a:moveTo>
                  <a:pt x="384" y="0"/>
                </a:moveTo>
                <a:lnTo>
                  <a:pt x="500" y="0"/>
                </a:lnTo>
                <a:lnTo>
                  <a:pt x="500" y="23"/>
                </a:lnTo>
                <a:lnTo>
                  <a:pt x="384" y="23"/>
                </a:lnTo>
                <a:lnTo>
                  <a:pt x="384" y="0"/>
                </a:lnTo>
                <a:moveTo>
                  <a:pt x="569" y="0"/>
                </a:moveTo>
                <a:lnTo>
                  <a:pt x="685" y="0"/>
                </a:lnTo>
                <a:lnTo>
                  <a:pt x="685" y="23"/>
                </a:lnTo>
                <a:lnTo>
                  <a:pt x="569" y="23"/>
                </a:lnTo>
                <a:lnTo>
                  <a:pt x="569" y="0"/>
                </a:lnTo>
                <a:moveTo>
                  <a:pt x="755" y="0"/>
                </a:moveTo>
                <a:lnTo>
                  <a:pt x="871" y="0"/>
                </a:lnTo>
                <a:lnTo>
                  <a:pt x="871" y="23"/>
                </a:lnTo>
                <a:lnTo>
                  <a:pt x="755" y="23"/>
                </a:lnTo>
                <a:lnTo>
                  <a:pt x="755" y="0"/>
                </a:lnTo>
                <a:moveTo>
                  <a:pt x="941" y="0"/>
                </a:moveTo>
                <a:lnTo>
                  <a:pt x="1057" y="0"/>
                </a:lnTo>
                <a:lnTo>
                  <a:pt x="1057" y="23"/>
                </a:lnTo>
                <a:lnTo>
                  <a:pt x="941" y="23"/>
                </a:lnTo>
                <a:lnTo>
                  <a:pt x="941" y="0"/>
                </a:lnTo>
                <a:moveTo>
                  <a:pt x="1127" y="0"/>
                </a:moveTo>
                <a:lnTo>
                  <a:pt x="1243" y="0"/>
                </a:lnTo>
                <a:lnTo>
                  <a:pt x="1243" y="23"/>
                </a:lnTo>
                <a:lnTo>
                  <a:pt x="1127" y="23"/>
                </a:lnTo>
                <a:lnTo>
                  <a:pt x="1127" y="0"/>
                </a:lnTo>
                <a:moveTo>
                  <a:pt x="1313" y="0"/>
                </a:moveTo>
                <a:lnTo>
                  <a:pt x="1429" y="0"/>
                </a:lnTo>
                <a:lnTo>
                  <a:pt x="1429" y="23"/>
                </a:lnTo>
                <a:lnTo>
                  <a:pt x="1313" y="23"/>
                </a:lnTo>
                <a:lnTo>
                  <a:pt x="1313" y="0"/>
                </a:lnTo>
                <a:moveTo>
                  <a:pt x="1498" y="0"/>
                </a:moveTo>
                <a:lnTo>
                  <a:pt x="1614" y="0"/>
                </a:lnTo>
                <a:lnTo>
                  <a:pt x="1614" y="23"/>
                </a:lnTo>
                <a:lnTo>
                  <a:pt x="1498" y="23"/>
                </a:lnTo>
                <a:lnTo>
                  <a:pt x="1498" y="0"/>
                </a:lnTo>
                <a:moveTo>
                  <a:pt x="1684" y="0"/>
                </a:moveTo>
                <a:lnTo>
                  <a:pt x="1800" y="0"/>
                </a:lnTo>
                <a:lnTo>
                  <a:pt x="1800" y="23"/>
                </a:lnTo>
                <a:lnTo>
                  <a:pt x="1684" y="23"/>
                </a:lnTo>
                <a:lnTo>
                  <a:pt x="1684" y="0"/>
                </a:lnTo>
                <a:moveTo>
                  <a:pt x="1870" y="0"/>
                </a:moveTo>
                <a:lnTo>
                  <a:pt x="1986" y="0"/>
                </a:lnTo>
                <a:lnTo>
                  <a:pt x="1986" y="23"/>
                </a:lnTo>
                <a:lnTo>
                  <a:pt x="1870" y="23"/>
                </a:lnTo>
                <a:lnTo>
                  <a:pt x="1870" y="0"/>
                </a:lnTo>
                <a:moveTo>
                  <a:pt x="2056" y="0"/>
                </a:moveTo>
                <a:lnTo>
                  <a:pt x="2172" y="0"/>
                </a:lnTo>
                <a:lnTo>
                  <a:pt x="2172" y="23"/>
                </a:lnTo>
                <a:lnTo>
                  <a:pt x="2056" y="23"/>
                </a:lnTo>
                <a:lnTo>
                  <a:pt x="2056" y="0"/>
                </a:lnTo>
                <a:moveTo>
                  <a:pt x="2242" y="0"/>
                </a:moveTo>
                <a:lnTo>
                  <a:pt x="2358" y="0"/>
                </a:lnTo>
                <a:lnTo>
                  <a:pt x="2358" y="23"/>
                </a:lnTo>
                <a:lnTo>
                  <a:pt x="2242" y="23"/>
                </a:lnTo>
                <a:lnTo>
                  <a:pt x="2242" y="0"/>
                </a:lnTo>
                <a:moveTo>
                  <a:pt x="2427" y="0"/>
                </a:moveTo>
                <a:lnTo>
                  <a:pt x="2544" y="0"/>
                </a:lnTo>
                <a:lnTo>
                  <a:pt x="2544" y="23"/>
                </a:lnTo>
                <a:lnTo>
                  <a:pt x="2427" y="23"/>
                </a:lnTo>
                <a:lnTo>
                  <a:pt x="2427" y="0"/>
                </a:lnTo>
                <a:moveTo>
                  <a:pt x="2613" y="0"/>
                </a:moveTo>
                <a:lnTo>
                  <a:pt x="2729" y="0"/>
                </a:lnTo>
                <a:lnTo>
                  <a:pt x="2729" y="23"/>
                </a:lnTo>
                <a:lnTo>
                  <a:pt x="2613" y="23"/>
                </a:lnTo>
                <a:lnTo>
                  <a:pt x="2613" y="0"/>
                </a:lnTo>
                <a:moveTo>
                  <a:pt x="2799" y="0"/>
                </a:moveTo>
                <a:lnTo>
                  <a:pt x="2915" y="0"/>
                </a:lnTo>
                <a:lnTo>
                  <a:pt x="2915" y="23"/>
                </a:lnTo>
                <a:lnTo>
                  <a:pt x="2799" y="23"/>
                </a:lnTo>
                <a:lnTo>
                  <a:pt x="2799" y="0"/>
                </a:lnTo>
                <a:moveTo>
                  <a:pt x="2985" y="0"/>
                </a:moveTo>
                <a:lnTo>
                  <a:pt x="3101" y="0"/>
                </a:lnTo>
                <a:lnTo>
                  <a:pt x="3101" y="23"/>
                </a:lnTo>
                <a:lnTo>
                  <a:pt x="2985" y="23"/>
                </a:lnTo>
                <a:lnTo>
                  <a:pt x="2985" y="0"/>
                </a:lnTo>
                <a:moveTo>
                  <a:pt x="3171" y="0"/>
                </a:moveTo>
                <a:lnTo>
                  <a:pt x="3287" y="0"/>
                </a:lnTo>
                <a:lnTo>
                  <a:pt x="3287" y="23"/>
                </a:lnTo>
                <a:lnTo>
                  <a:pt x="3171" y="23"/>
                </a:lnTo>
                <a:lnTo>
                  <a:pt x="3171" y="0"/>
                </a:lnTo>
                <a:moveTo>
                  <a:pt x="3356" y="0"/>
                </a:moveTo>
                <a:lnTo>
                  <a:pt x="3473" y="0"/>
                </a:lnTo>
                <a:lnTo>
                  <a:pt x="3473" y="23"/>
                </a:lnTo>
                <a:lnTo>
                  <a:pt x="3356" y="23"/>
                </a:lnTo>
                <a:lnTo>
                  <a:pt x="3356" y="0"/>
                </a:lnTo>
                <a:moveTo>
                  <a:pt x="3542" y="0"/>
                </a:moveTo>
                <a:lnTo>
                  <a:pt x="3658" y="0"/>
                </a:lnTo>
                <a:lnTo>
                  <a:pt x="3658" y="23"/>
                </a:lnTo>
                <a:lnTo>
                  <a:pt x="3542" y="23"/>
                </a:lnTo>
                <a:lnTo>
                  <a:pt x="3542" y="0"/>
                </a:lnTo>
                <a:moveTo>
                  <a:pt x="3728" y="0"/>
                </a:moveTo>
                <a:lnTo>
                  <a:pt x="3844" y="0"/>
                </a:lnTo>
                <a:lnTo>
                  <a:pt x="3844" y="23"/>
                </a:lnTo>
                <a:lnTo>
                  <a:pt x="3728" y="23"/>
                </a:lnTo>
                <a:lnTo>
                  <a:pt x="3728" y="0"/>
                </a:lnTo>
                <a:moveTo>
                  <a:pt x="3914" y="0"/>
                </a:moveTo>
                <a:lnTo>
                  <a:pt x="4030" y="0"/>
                </a:lnTo>
                <a:lnTo>
                  <a:pt x="4030" y="23"/>
                </a:lnTo>
                <a:lnTo>
                  <a:pt x="3914" y="23"/>
                </a:lnTo>
                <a:lnTo>
                  <a:pt x="3914" y="0"/>
                </a:lnTo>
                <a:moveTo>
                  <a:pt x="4100" y="0"/>
                </a:moveTo>
                <a:lnTo>
                  <a:pt x="4216" y="0"/>
                </a:lnTo>
                <a:lnTo>
                  <a:pt x="4216" y="23"/>
                </a:lnTo>
                <a:lnTo>
                  <a:pt x="4100" y="23"/>
                </a:lnTo>
                <a:lnTo>
                  <a:pt x="4100" y="0"/>
                </a:lnTo>
                <a:moveTo>
                  <a:pt x="4285" y="0"/>
                </a:moveTo>
                <a:lnTo>
                  <a:pt x="4402" y="0"/>
                </a:lnTo>
                <a:lnTo>
                  <a:pt x="4402" y="23"/>
                </a:lnTo>
                <a:lnTo>
                  <a:pt x="4285" y="23"/>
                </a:lnTo>
                <a:lnTo>
                  <a:pt x="4285" y="0"/>
                </a:lnTo>
                <a:moveTo>
                  <a:pt x="4471" y="0"/>
                </a:moveTo>
                <a:lnTo>
                  <a:pt x="4587" y="0"/>
                </a:lnTo>
                <a:lnTo>
                  <a:pt x="4587" y="23"/>
                </a:lnTo>
                <a:lnTo>
                  <a:pt x="4471" y="23"/>
                </a:lnTo>
                <a:lnTo>
                  <a:pt x="4471" y="0"/>
                </a:lnTo>
                <a:moveTo>
                  <a:pt x="4657" y="0"/>
                </a:moveTo>
                <a:lnTo>
                  <a:pt x="4773" y="0"/>
                </a:lnTo>
                <a:lnTo>
                  <a:pt x="4773" y="23"/>
                </a:lnTo>
                <a:lnTo>
                  <a:pt x="4657" y="23"/>
                </a:lnTo>
                <a:lnTo>
                  <a:pt x="4657" y="0"/>
                </a:lnTo>
                <a:moveTo>
                  <a:pt x="4843" y="0"/>
                </a:moveTo>
                <a:lnTo>
                  <a:pt x="4960" y="0"/>
                </a:lnTo>
                <a:lnTo>
                  <a:pt x="4960" y="23"/>
                </a:lnTo>
                <a:lnTo>
                  <a:pt x="4843" y="23"/>
                </a:lnTo>
                <a:lnTo>
                  <a:pt x="4843" y="0"/>
                </a:lnTo>
                <a:moveTo>
                  <a:pt x="5030" y="0"/>
                </a:moveTo>
                <a:lnTo>
                  <a:pt x="5146" y="0"/>
                </a:lnTo>
                <a:lnTo>
                  <a:pt x="5146" y="23"/>
                </a:lnTo>
                <a:lnTo>
                  <a:pt x="5030" y="23"/>
                </a:lnTo>
                <a:lnTo>
                  <a:pt x="5030" y="0"/>
                </a:lnTo>
                <a:moveTo>
                  <a:pt x="5215" y="0"/>
                </a:moveTo>
                <a:lnTo>
                  <a:pt x="5332" y="0"/>
                </a:lnTo>
                <a:lnTo>
                  <a:pt x="5332" y="23"/>
                </a:lnTo>
                <a:lnTo>
                  <a:pt x="5215" y="23"/>
                </a:lnTo>
                <a:lnTo>
                  <a:pt x="5215" y="0"/>
                </a:lnTo>
                <a:moveTo>
                  <a:pt x="5401" y="0"/>
                </a:moveTo>
                <a:lnTo>
                  <a:pt x="5517" y="0"/>
                </a:lnTo>
                <a:lnTo>
                  <a:pt x="5517" y="23"/>
                </a:lnTo>
                <a:lnTo>
                  <a:pt x="5401" y="23"/>
                </a:lnTo>
                <a:lnTo>
                  <a:pt x="5401" y="0"/>
                </a:lnTo>
                <a:moveTo>
                  <a:pt x="5587" y="0"/>
                </a:moveTo>
                <a:lnTo>
                  <a:pt x="5703" y="0"/>
                </a:lnTo>
                <a:lnTo>
                  <a:pt x="5703" y="23"/>
                </a:lnTo>
                <a:lnTo>
                  <a:pt x="5587" y="23"/>
                </a:lnTo>
                <a:lnTo>
                  <a:pt x="5587" y="0"/>
                </a:lnTo>
                <a:moveTo>
                  <a:pt x="5773" y="0"/>
                </a:moveTo>
                <a:lnTo>
                  <a:pt x="5889" y="0"/>
                </a:lnTo>
                <a:lnTo>
                  <a:pt x="5889" y="23"/>
                </a:lnTo>
                <a:lnTo>
                  <a:pt x="5773" y="23"/>
                </a:lnTo>
                <a:lnTo>
                  <a:pt x="5773" y="0"/>
                </a:lnTo>
                <a:moveTo>
                  <a:pt x="5959" y="0"/>
                </a:moveTo>
                <a:lnTo>
                  <a:pt x="6075" y="0"/>
                </a:lnTo>
                <a:lnTo>
                  <a:pt x="6075" y="23"/>
                </a:lnTo>
                <a:lnTo>
                  <a:pt x="5959" y="23"/>
                </a:lnTo>
                <a:lnTo>
                  <a:pt x="5959" y="0"/>
                </a:lnTo>
                <a:moveTo>
                  <a:pt x="6145" y="0"/>
                </a:moveTo>
                <a:lnTo>
                  <a:pt x="6261" y="0"/>
                </a:lnTo>
                <a:lnTo>
                  <a:pt x="6261" y="23"/>
                </a:lnTo>
                <a:lnTo>
                  <a:pt x="6145" y="23"/>
                </a:lnTo>
                <a:lnTo>
                  <a:pt x="6145" y="0"/>
                </a:lnTo>
                <a:moveTo>
                  <a:pt x="6330" y="0"/>
                </a:moveTo>
                <a:lnTo>
                  <a:pt x="6446" y="0"/>
                </a:lnTo>
                <a:lnTo>
                  <a:pt x="6446" y="23"/>
                </a:lnTo>
                <a:lnTo>
                  <a:pt x="6330" y="23"/>
                </a:lnTo>
                <a:lnTo>
                  <a:pt x="6330" y="0"/>
                </a:lnTo>
                <a:moveTo>
                  <a:pt x="6516" y="0"/>
                </a:moveTo>
                <a:lnTo>
                  <a:pt x="6632" y="0"/>
                </a:lnTo>
                <a:lnTo>
                  <a:pt x="6632" y="23"/>
                </a:lnTo>
                <a:lnTo>
                  <a:pt x="6516" y="23"/>
                </a:lnTo>
                <a:lnTo>
                  <a:pt x="6516" y="0"/>
                </a:lnTo>
                <a:moveTo>
                  <a:pt x="6702" y="0"/>
                </a:moveTo>
                <a:lnTo>
                  <a:pt x="6818" y="0"/>
                </a:lnTo>
                <a:lnTo>
                  <a:pt x="6818" y="23"/>
                </a:lnTo>
                <a:lnTo>
                  <a:pt x="6702" y="23"/>
                </a:lnTo>
                <a:lnTo>
                  <a:pt x="6702" y="0"/>
                </a:lnTo>
                <a:moveTo>
                  <a:pt x="6888" y="0"/>
                </a:moveTo>
                <a:lnTo>
                  <a:pt x="7004" y="0"/>
                </a:lnTo>
                <a:lnTo>
                  <a:pt x="7004" y="23"/>
                </a:lnTo>
                <a:lnTo>
                  <a:pt x="6888" y="23"/>
                </a:lnTo>
                <a:lnTo>
                  <a:pt x="6888" y="0"/>
                </a:lnTo>
                <a:moveTo>
                  <a:pt x="7074" y="0"/>
                </a:moveTo>
                <a:lnTo>
                  <a:pt x="7190" y="0"/>
                </a:lnTo>
                <a:lnTo>
                  <a:pt x="7190" y="23"/>
                </a:lnTo>
                <a:lnTo>
                  <a:pt x="7074" y="23"/>
                </a:lnTo>
                <a:lnTo>
                  <a:pt x="7074" y="0"/>
                </a:lnTo>
                <a:moveTo>
                  <a:pt x="7259" y="0"/>
                </a:moveTo>
                <a:lnTo>
                  <a:pt x="7375" y="0"/>
                </a:lnTo>
                <a:lnTo>
                  <a:pt x="7375" y="23"/>
                </a:lnTo>
                <a:lnTo>
                  <a:pt x="7259" y="23"/>
                </a:lnTo>
                <a:lnTo>
                  <a:pt x="7259" y="0"/>
                </a:lnTo>
                <a:moveTo>
                  <a:pt x="7445" y="0"/>
                </a:moveTo>
                <a:lnTo>
                  <a:pt x="7561" y="0"/>
                </a:lnTo>
                <a:lnTo>
                  <a:pt x="7561" y="23"/>
                </a:lnTo>
                <a:lnTo>
                  <a:pt x="7445" y="23"/>
                </a:lnTo>
                <a:lnTo>
                  <a:pt x="7445" y="0"/>
                </a:lnTo>
                <a:moveTo>
                  <a:pt x="7631" y="0"/>
                </a:moveTo>
                <a:lnTo>
                  <a:pt x="7747" y="0"/>
                </a:lnTo>
                <a:lnTo>
                  <a:pt x="7747" y="23"/>
                </a:lnTo>
                <a:lnTo>
                  <a:pt x="7631" y="23"/>
                </a:lnTo>
                <a:lnTo>
                  <a:pt x="7631" y="0"/>
                </a:lnTo>
                <a:moveTo>
                  <a:pt x="7817" y="0"/>
                </a:moveTo>
                <a:lnTo>
                  <a:pt x="7933" y="0"/>
                </a:lnTo>
                <a:lnTo>
                  <a:pt x="7933" y="23"/>
                </a:lnTo>
                <a:lnTo>
                  <a:pt x="7817" y="23"/>
                </a:lnTo>
                <a:lnTo>
                  <a:pt x="7817" y="0"/>
                </a:lnTo>
                <a:moveTo>
                  <a:pt x="8003" y="0"/>
                </a:moveTo>
                <a:lnTo>
                  <a:pt x="8119" y="0"/>
                </a:lnTo>
                <a:lnTo>
                  <a:pt x="8119" y="23"/>
                </a:lnTo>
                <a:lnTo>
                  <a:pt x="8003" y="23"/>
                </a:lnTo>
                <a:lnTo>
                  <a:pt x="8003" y="0"/>
                </a:lnTo>
                <a:moveTo>
                  <a:pt x="8188" y="0"/>
                </a:moveTo>
                <a:lnTo>
                  <a:pt x="8305" y="0"/>
                </a:lnTo>
                <a:lnTo>
                  <a:pt x="8305" y="23"/>
                </a:lnTo>
                <a:lnTo>
                  <a:pt x="8188" y="23"/>
                </a:lnTo>
                <a:lnTo>
                  <a:pt x="8188" y="0"/>
                </a:lnTo>
                <a:moveTo>
                  <a:pt x="8374" y="0"/>
                </a:moveTo>
                <a:lnTo>
                  <a:pt x="8490" y="0"/>
                </a:lnTo>
                <a:lnTo>
                  <a:pt x="8490" y="23"/>
                </a:lnTo>
                <a:lnTo>
                  <a:pt x="8374" y="23"/>
                </a:lnTo>
                <a:lnTo>
                  <a:pt x="8374" y="0"/>
                </a:lnTo>
                <a:moveTo>
                  <a:pt x="8560" y="0"/>
                </a:moveTo>
                <a:lnTo>
                  <a:pt x="8676" y="0"/>
                </a:lnTo>
                <a:lnTo>
                  <a:pt x="8676" y="23"/>
                </a:lnTo>
                <a:lnTo>
                  <a:pt x="8560" y="23"/>
                </a:lnTo>
                <a:lnTo>
                  <a:pt x="8560" y="0"/>
                </a:lnTo>
                <a:moveTo>
                  <a:pt x="8746" y="0"/>
                </a:moveTo>
                <a:lnTo>
                  <a:pt x="8862" y="0"/>
                </a:lnTo>
                <a:lnTo>
                  <a:pt x="8862" y="23"/>
                </a:lnTo>
                <a:lnTo>
                  <a:pt x="8746" y="23"/>
                </a:lnTo>
                <a:lnTo>
                  <a:pt x="8746" y="0"/>
                </a:lnTo>
                <a:moveTo>
                  <a:pt x="8932" y="0"/>
                </a:moveTo>
                <a:lnTo>
                  <a:pt x="9048" y="0"/>
                </a:lnTo>
                <a:lnTo>
                  <a:pt x="9048" y="23"/>
                </a:lnTo>
                <a:lnTo>
                  <a:pt x="8932" y="23"/>
                </a:lnTo>
                <a:lnTo>
                  <a:pt x="8932" y="0"/>
                </a:lnTo>
                <a:moveTo>
                  <a:pt x="9117" y="0"/>
                </a:moveTo>
                <a:lnTo>
                  <a:pt x="9234" y="0"/>
                </a:lnTo>
                <a:lnTo>
                  <a:pt x="9234" y="23"/>
                </a:lnTo>
                <a:lnTo>
                  <a:pt x="9117" y="23"/>
                </a:lnTo>
                <a:lnTo>
                  <a:pt x="9117" y="0"/>
                </a:lnTo>
                <a:moveTo>
                  <a:pt x="9303" y="0"/>
                </a:moveTo>
                <a:lnTo>
                  <a:pt x="9419" y="0"/>
                </a:lnTo>
                <a:lnTo>
                  <a:pt x="9419" y="23"/>
                </a:lnTo>
                <a:lnTo>
                  <a:pt x="9303" y="23"/>
                </a:lnTo>
                <a:lnTo>
                  <a:pt x="9303" y="0"/>
                </a:lnTo>
                <a:moveTo>
                  <a:pt x="9489" y="0"/>
                </a:moveTo>
                <a:lnTo>
                  <a:pt x="9605" y="0"/>
                </a:lnTo>
                <a:lnTo>
                  <a:pt x="9605" y="23"/>
                </a:lnTo>
                <a:lnTo>
                  <a:pt x="9489" y="23"/>
                </a:lnTo>
                <a:lnTo>
                  <a:pt x="9489" y="0"/>
                </a:lnTo>
                <a:moveTo>
                  <a:pt x="9675" y="0"/>
                </a:moveTo>
                <a:lnTo>
                  <a:pt x="9791" y="0"/>
                </a:lnTo>
                <a:lnTo>
                  <a:pt x="9791" y="23"/>
                </a:lnTo>
                <a:lnTo>
                  <a:pt x="9675" y="23"/>
                </a:lnTo>
                <a:lnTo>
                  <a:pt x="9675" y="0"/>
                </a:lnTo>
                <a:moveTo>
                  <a:pt x="9861" y="0"/>
                </a:moveTo>
                <a:lnTo>
                  <a:pt x="9977" y="0"/>
                </a:lnTo>
                <a:lnTo>
                  <a:pt x="9977" y="23"/>
                </a:lnTo>
                <a:lnTo>
                  <a:pt x="9861" y="23"/>
                </a:lnTo>
                <a:lnTo>
                  <a:pt x="9861" y="0"/>
                </a:lnTo>
                <a:moveTo>
                  <a:pt x="10046" y="0"/>
                </a:moveTo>
                <a:lnTo>
                  <a:pt x="10163" y="0"/>
                </a:lnTo>
                <a:lnTo>
                  <a:pt x="10163" y="23"/>
                </a:lnTo>
                <a:lnTo>
                  <a:pt x="10046" y="23"/>
                </a:lnTo>
                <a:lnTo>
                  <a:pt x="10046" y="0"/>
                </a:lnTo>
                <a:moveTo>
                  <a:pt x="10232" y="0"/>
                </a:moveTo>
                <a:lnTo>
                  <a:pt x="10348" y="0"/>
                </a:lnTo>
                <a:lnTo>
                  <a:pt x="10348" y="23"/>
                </a:lnTo>
                <a:lnTo>
                  <a:pt x="10232" y="23"/>
                </a:lnTo>
                <a:lnTo>
                  <a:pt x="10232" y="0"/>
                </a:lnTo>
                <a:moveTo>
                  <a:pt x="10418" y="0"/>
                </a:moveTo>
                <a:lnTo>
                  <a:pt x="10534" y="0"/>
                </a:lnTo>
                <a:lnTo>
                  <a:pt x="10534" y="23"/>
                </a:lnTo>
                <a:lnTo>
                  <a:pt x="10418" y="23"/>
                </a:lnTo>
                <a:lnTo>
                  <a:pt x="10418" y="0"/>
                </a:lnTo>
                <a:moveTo>
                  <a:pt x="10604" y="0"/>
                </a:moveTo>
                <a:lnTo>
                  <a:pt x="10720" y="0"/>
                </a:lnTo>
                <a:lnTo>
                  <a:pt x="10720" y="23"/>
                </a:lnTo>
                <a:lnTo>
                  <a:pt x="10604" y="23"/>
                </a:lnTo>
                <a:lnTo>
                  <a:pt x="10604" y="0"/>
                </a:lnTo>
                <a:moveTo>
                  <a:pt x="10790" y="0"/>
                </a:moveTo>
                <a:lnTo>
                  <a:pt x="10906" y="0"/>
                </a:lnTo>
                <a:lnTo>
                  <a:pt x="10906" y="23"/>
                </a:lnTo>
                <a:lnTo>
                  <a:pt x="10790" y="23"/>
                </a:lnTo>
                <a:lnTo>
                  <a:pt x="10790" y="0"/>
                </a:lnTo>
                <a:moveTo>
                  <a:pt x="10976" y="0"/>
                </a:moveTo>
                <a:lnTo>
                  <a:pt x="11092" y="0"/>
                </a:lnTo>
                <a:lnTo>
                  <a:pt x="11092" y="23"/>
                </a:lnTo>
                <a:lnTo>
                  <a:pt x="10976" y="23"/>
                </a:lnTo>
                <a:lnTo>
                  <a:pt x="10976" y="0"/>
                </a:lnTo>
                <a:moveTo>
                  <a:pt x="11161" y="0"/>
                </a:moveTo>
                <a:lnTo>
                  <a:pt x="11277" y="0"/>
                </a:lnTo>
                <a:lnTo>
                  <a:pt x="11277" y="23"/>
                </a:lnTo>
                <a:lnTo>
                  <a:pt x="11161" y="23"/>
                </a:lnTo>
                <a:lnTo>
                  <a:pt x="11161" y="0"/>
                </a:lnTo>
                <a:moveTo>
                  <a:pt x="11347" y="0"/>
                </a:moveTo>
                <a:lnTo>
                  <a:pt x="11463" y="0"/>
                </a:lnTo>
                <a:lnTo>
                  <a:pt x="11463" y="23"/>
                </a:lnTo>
                <a:lnTo>
                  <a:pt x="11347" y="23"/>
                </a:lnTo>
                <a:lnTo>
                  <a:pt x="11347" y="0"/>
                </a:lnTo>
                <a:moveTo>
                  <a:pt x="11533" y="0"/>
                </a:moveTo>
                <a:lnTo>
                  <a:pt x="11649" y="0"/>
                </a:lnTo>
                <a:lnTo>
                  <a:pt x="11649" y="23"/>
                </a:lnTo>
                <a:lnTo>
                  <a:pt x="11533" y="23"/>
                </a:lnTo>
                <a:lnTo>
                  <a:pt x="11533" y="0"/>
                </a:lnTo>
                <a:moveTo>
                  <a:pt x="11719" y="0"/>
                </a:moveTo>
                <a:lnTo>
                  <a:pt x="11835" y="0"/>
                </a:lnTo>
                <a:lnTo>
                  <a:pt x="11835" y="23"/>
                </a:lnTo>
                <a:lnTo>
                  <a:pt x="11719" y="23"/>
                </a:lnTo>
                <a:lnTo>
                  <a:pt x="11719" y="0"/>
                </a:lnTo>
                <a:moveTo>
                  <a:pt x="11905" y="0"/>
                </a:moveTo>
                <a:lnTo>
                  <a:pt x="12021" y="0"/>
                </a:lnTo>
                <a:lnTo>
                  <a:pt x="12021" y="23"/>
                </a:lnTo>
                <a:lnTo>
                  <a:pt x="11905" y="23"/>
                </a:lnTo>
                <a:lnTo>
                  <a:pt x="11905" y="0"/>
                </a:lnTo>
                <a:moveTo>
                  <a:pt x="12090" y="0"/>
                </a:moveTo>
                <a:lnTo>
                  <a:pt x="12206" y="0"/>
                </a:lnTo>
                <a:lnTo>
                  <a:pt x="12206" y="23"/>
                </a:lnTo>
                <a:lnTo>
                  <a:pt x="12090" y="23"/>
                </a:lnTo>
                <a:lnTo>
                  <a:pt x="12090" y="0"/>
                </a:lnTo>
                <a:moveTo>
                  <a:pt x="12276" y="0"/>
                </a:moveTo>
                <a:lnTo>
                  <a:pt x="12392" y="0"/>
                </a:lnTo>
                <a:lnTo>
                  <a:pt x="12392" y="23"/>
                </a:lnTo>
                <a:lnTo>
                  <a:pt x="12276" y="23"/>
                </a:lnTo>
                <a:lnTo>
                  <a:pt x="12276" y="0"/>
                </a:lnTo>
                <a:moveTo>
                  <a:pt x="12462" y="0"/>
                </a:moveTo>
                <a:lnTo>
                  <a:pt x="12578" y="0"/>
                </a:lnTo>
                <a:lnTo>
                  <a:pt x="12578" y="23"/>
                </a:lnTo>
                <a:lnTo>
                  <a:pt x="12462" y="23"/>
                </a:lnTo>
                <a:lnTo>
                  <a:pt x="12462" y="0"/>
                </a:lnTo>
                <a:moveTo>
                  <a:pt x="12648" y="0"/>
                </a:moveTo>
                <a:lnTo>
                  <a:pt x="12764" y="0"/>
                </a:lnTo>
                <a:lnTo>
                  <a:pt x="12764" y="23"/>
                </a:lnTo>
                <a:lnTo>
                  <a:pt x="12648" y="23"/>
                </a:lnTo>
                <a:lnTo>
                  <a:pt x="12648" y="0"/>
                </a:lnTo>
                <a:moveTo>
                  <a:pt x="12834" y="0"/>
                </a:moveTo>
                <a:lnTo>
                  <a:pt x="12950" y="0"/>
                </a:lnTo>
                <a:lnTo>
                  <a:pt x="12950" y="23"/>
                </a:lnTo>
                <a:lnTo>
                  <a:pt x="12834" y="23"/>
                </a:lnTo>
                <a:lnTo>
                  <a:pt x="12834" y="0"/>
                </a:lnTo>
                <a:moveTo>
                  <a:pt x="13019" y="0"/>
                </a:moveTo>
                <a:lnTo>
                  <a:pt x="13136" y="0"/>
                </a:lnTo>
                <a:lnTo>
                  <a:pt x="13136" y="23"/>
                </a:lnTo>
                <a:lnTo>
                  <a:pt x="13019" y="23"/>
                </a:lnTo>
                <a:lnTo>
                  <a:pt x="13019" y="0"/>
                </a:lnTo>
                <a:moveTo>
                  <a:pt x="13205" y="0"/>
                </a:moveTo>
                <a:lnTo>
                  <a:pt x="13321" y="0"/>
                </a:lnTo>
                <a:lnTo>
                  <a:pt x="13321" y="23"/>
                </a:lnTo>
                <a:lnTo>
                  <a:pt x="13205" y="23"/>
                </a:lnTo>
                <a:lnTo>
                  <a:pt x="13205" y="0"/>
                </a:lnTo>
                <a:moveTo>
                  <a:pt x="13391" y="0"/>
                </a:moveTo>
                <a:lnTo>
                  <a:pt x="13507" y="0"/>
                </a:lnTo>
                <a:lnTo>
                  <a:pt x="13507" y="23"/>
                </a:lnTo>
                <a:lnTo>
                  <a:pt x="13391" y="23"/>
                </a:lnTo>
                <a:lnTo>
                  <a:pt x="13391" y="0"/>
                </a:lnTo>
                <a:moveTo>
                  <a:pt x="13577" y="0"/>
                </a:moveTo>
                <a:lnTo>
                  <a:pt x="13693" y="0"/>
                </a:lnTo>
                <a:lnTo>
                  <a:pt x="13693" y="23"/>
                </a:lnTo>
                <a:lnTo>
                  <a:pt x="13577" y="23"/>
                </a:lnTo>
                <a:lnTo>
                  <a:pt x="13577" y="0"/>
                </a:lnTo>
                <a:moveTo>
                  <a:pt x="13763" y="0"/>
                </a:moveTo>
                <a:lnTo>
                  <a:pt x="13879" y="0"/>
                </a:lnTo>
                <a:lnTo>
                  <a:pt x="13879" y="23"/>
                </a:lnTo>
                <a:lnTo>
                  <a:pt x="13763" y="23"/>
                </a:lnTo>
                <a:lnTo>
                  <a:pt x="13763" y="0"/>
                </a:lnTo>
                <a:moveTo>
                  <a:pt x="13948" y="0"/>
                </a:moveTo>
                <a:lnTo>
                  <a:pt x="14065" y="0"/>
                </a:lnTo>
                <a:lnTo>
                  <a:pt x="14065" y="23"/>
                </a:lnTo>
                <a:lnTo>
                  <a:pt x="13948" y="23"/>
                </a:lnTo>
                <a:lnTo>
                  <a:pt x="13948" y="0"/>
                </a:lnTo>
                <a:moveTo>
                  <a:pt x="14099" y="58"/>
                </a:moveTo>
                <a:lnTo>
                  <a:pt x="14099" y="174"/>
                </a:lnTo>
                <a:lnTo>
                  <a:pt x="14076" y="174"/>
                </a:lnTo>
                <a:lnTo>
                  <a:pt x="14076" y="58"/>
                </a:lnTo>
                <a:lnTo>
                  <a:pt x="14099" y="58"/>
                </a:lnTo>
                <a:moveTo>
                  <a:pt x="14099" y="244"/>
                </a:moveTo>
                <a:lnTo>
                  <a:pt x="14099" y="359"/>
                </a:lnTo>
                <a:lnTo>
                  <a:pt x="14076" y="359"/>
                </a:lnTo>
                <a:lnTo>
                  <a:pt x="14076" y="244"/>
                </a:lnTo>
                <a:lnTo>
                  <a:pt x="14099" y="244"/>
                </a:lnTo>
                <a:moveTo>
                  <a:pt x="14099" y="429"/>
                </a:moveTo>
                <a:lnTo>
                  <a:pt x="14099" y="545"/>
                </a:lnTo>
                <a:lnTo>
                  <a:pt x="14076" y="545"/>
                </a:lnTo>
                <a:lnTo>
                  <a:pt x="14076" y="429"/>
                </a:lnTo>
                <a:lnTo>
                  <a:pt x="14099" y="429"/>
                </a:lnTo>
                <a:moveTo>
                  <a:pt x="14099" y="614"/>
                </a:moveTo>
                <a:lnTo>
                  <a:pt x="14099" y="730"/>
                </a:lnTo>
                <a:lnTo>
                  <a:pt x="14076" y="730"/>
                </a:lnTo>
                <a:lnTo>
                  <a:pt x="14076" y="614"/>
                </a:lnTo>
                <a:lnTo>
                  <a:pt x="14099" y="614"/>
                </a:lnTo>
                <a:moveTo>
                  <a:pt x="14099" y="800"/>
                </a:moveTo>
                <a:lnTo>
                  <a:pt x="14099" y="916"/>
                </a:lnTo>
                <a:lnTo>
                  <a:pt x="14076" y="916"/>
                </a:lnTo>
                <a:lnTo>
                  <a:pt x="14076" y="800"/>
                </a:lnTo>
                <a:lnTo>
                  <a:pt x="14099" y="800"/>
                </a:lnTo>
                <a:moveTo>
                  <a:pt x="14099" y="985"/>
                </a:moveTo>
                <a:lnTo>
                  <a:pt x="14099" y="1101"/>
                </a:lnTo>
                <a:lnTo>
                  <a:pt x="14076" y="1101"/>
                </a:lnTo>
                <a:lnTo>
                  <a:pt x="14076" y="985"/>
                </a:lnTo>
                <a:lnTo>
                  <a:pt x="14099" y="985"/>
                </a:lnTo>
                <a:moveTo>
                  <a:pt x="14099" y="1171"/>
                </a:moveTo>
                <a:lnTo>
                  <a:pt x="14099" y="1287"/>
                </a:lnTo>
                <a:lnTo>
                  <a:pt x="14076" y="1287"/>
                </a:lnTo>
                <a:lnTo>
                  <a:pt x="14076" y="1171"/>
                </a:lnTo>
                <a:lnTo>
                  <a:pt x="14099" y="1171"/>
                </a:lnTo>
                <a:moveTo>
                  <a:pt x="14099" y="1356"/>
                </a:moveTo>
                <a:lnTo>
                  <a:pt x="14099" y="1472"/>
                </a:lnTo>
                <a:lnTo>
                  <a:pt x="14076" y="1472"/>
                </a:lnTo>
                <a:lnTo>
                  <a:pt x="14076" y="1356"/>
                </a:lnTo>
                <a:lnTo>
                  <a:pt x="14099" y="1356"/>
                </a:lnTo>
                <a:moveTo>
                  <a:pt x="14099" y="1542"/>
                </a:moveTo>
                <a:lnTo>
                  <a:pt x="14099" y="1658"/>
                </a:lnTo>
                <a:lnTo>
                  <a:pt x="14076" y="1658"/>
                </a:lnTo>
                <a:lnTo>
                  <a:pt x="14076" y="1542"/>
                </a:lnTo>
                <a:lnTo>
                  <a:pt x="14099" y="1542"/>
                </a:lnTo>
                <a:moveTo>
                  <a:pt x="14099" y="1727"/>
                </a:moveTo>
                <a:lnTo>
                  <a:pt x="14099" y="1843"/>
                </a:lnTo>
                <a:lnTo>
                  <a:pt x="14076" y="1843"/>
                </a:lnTo>
                <a:lnTo>
                  <a:pt x="14076" y="1727"/>
                </a:lnTo>
                <a:lnTo>
                  <a:pt x="14099" y="1727"/>
                </a:lnTo>
                <a:moveTo>
                  <a:pt x="14099" y="1914"/>
                </a:moveTo>
                <a:lnTo>
                  <a:pt x="14099" y="2030"/>
                </a:lnTo>
                <a:lnTo>
                  <a:pt x="14076" y="2030"/>
                </a:lnTo>
                <a:lnTo>
                  <a:pt x="14076" y="1914"/>
                </a:lnTo>
                <a:lnTo>
                  <a:pt x="14099" y="1914"/>
                </a:lnTo>
                <a:moveTo>
                  <a:pt x="14099" y="2099"/>
                </a:moveTo>
                <a:lnTo>
                  <a:pt x="14099" y="2215"/>
                </a:lnTo>
                <a:lnTo>
                  <a:pt x="14076" y="2215"/>
                </a:lnTo>
                <a:lnTo>
                  <a:pt x="14076" y="2099"/>
                </a:lnTo>
                <a:lnTo>
                  <a:pt x="14099" y="2099"/>
                </a:lnTo>
                <a:moveTo>
                  <a:pt x="14099" y="2285"/>
                </a:moveTo>
                <a:lnTo>
                  <a:pt x="14099" y="2400"/>
                </a:lnTo>
                <a:lnTo>
                  <a:pt x="14076" y="2400"/>
                </a:lnTo>
                <a:lnTo>
                  <a:pt x="14076" y="2285"/>
                </a:lnTo>
                <a:lnTo>
                  <a:pt x="14099" y="2285"/>
                </a:lnTo>
                <a:moveTo>
                  <a:pt x="14099" y="2470"/>
                </a:moveTo>
                <a:lnTo>
                  <a:pt x="14099" y="2586"/>
                </a:lnTo>
                <a:lnTo>
                  <a:pt x="14076" y="2586"/>
                </a:lnTo>
                <a:lnTo>
                  <a:pt x="14076" y="2470"/>
                </a:lnTo>
                <a:lnTo>
                  <a:pt x="14099" y="2470"/>
                </a:lnTo>
                <a:moveTo>
                  <a:pt x="14099" y="2655"/>
                </a:moveTo>
                <a:lnTo>
                  <a:pt x="14099" y="2771"/>
                </a:lnTo>
                <a:lnTo>
                  <a:pt x="14076" y="2771"/>
                </a:lnTo>
                <a:lnTo>
                  <a:pt x="14076" y="2655"/>
                </a:lnTo>
                <a:lnTo>
                  <a:pt x="14099" y="2655"/>
                </a:lnTo>
                <a:moveTo>
                  <a:pt x="14099" y="2841"/>
                </a:moveTo>
                <a:lnTo>
                  <a:pt x="14099" y="2957"/>
                </a:lnTo>
                <a:lnTo>
                  <a:pt x="14076" y="2957"/>
                </a:lnTo>
                <a:lnTo>
                  <a:pt x="14076" y="2841"/>
                </a:lnTo>
                <a:lnTo>
                  <a:pt x="14099" y="2841"/>
                </a:lnTo>
                <a:moveTo>
                  <a:pt x="14099" y="3026"/>
                </a:moveTo>
                <a:lnTo>
                  <a:pt x="14099" y="3131"/>
                </a:lnTo>
                <a:lnTo>
                  <a:pt x="14065" y="3131"/>
                </a:lnTo>
                <a:lnTo>
                  <a:pt x="14065" y="3108"/>
                </a:lnTo>
                <a:lnTo>
                  <a:pt x="14088" y="3108"/>
                </a:lnTo>
                <a:lnTo>
                  <a:pt x="14088" y="3119"/>
                </a:lnTo>
                <a:lnTo>
                  <a:pt x="14076" y="3119"/>
                </a:lnTo>
                <a:lnTo>
                  <a:pt x="14076" y="3026"/>
                </a:lnTo>
                <a:lnTo>
                  <a:pt x="14099" y="3026"/>
                </a:lnTo>
                <a:moveTo>
                  <a:pt x="13995" y="3131"/>
                </a:moveTo>
                <a:lnTo>
                  <a:pt x="13879" y="3131"/>
                </a:lnTo>
                <a:lnTo>
                  <a:pt x="13879" y="3108"/>
                </a:lnTo>
                <a:lnTo>
                  <a:pt x="13995" y="3108"/>
                </a:lnTo>
                <a:lnTo>
                  <a:pt x="13995" y="3131"/>
                </a:lnTo>
                <a:moveTo>
                  <a:pt x="13809" y="3131"/>
                </a:moveTo>
                <a:lnTo>
                  <a:pt x="13693" y="3131"/>
                </a:lnTo>
                <a:lnTo>
                  <a:pt x="13693" y="3108"/>
                </a:lnTo>
                <a:lnTo>
                  <a:pt x="13809" y="3108"/>
                </a:lnTo>
                <a:lnTo>
                  <a:pt x="13809" y="3131"/>
                </a:lnTo>
                <a:moveTo>
                  <a:pt x="13623" y="3131"/>
                </a:moveTo>
                <a:lnTo>
                  <a:pt x="13507" y="3131"/>
                </a:lnTo>
                <a:lnTo>
                  <a:pt x="13507" y="3108"/>
                </a:lnTo>
                <a:lnTo>
                  <a:pt x="13623" y="3108"/>
                </a:lnTo>
                <a:lnTo>
                  <a:pt x="13623" y="3131"/>
                </a:lnTo>
                <a:moveTo>
                  <a:pt x="13437" y="3131"/>
                </a:moveTo>
                <a:lnTo>
                  <a:pt x="13321" y="3131"/>
                </a:lnTo>
                <a:lnTo>
                  <a:pt x="13321" y="3108"/>
                </a:lnTo>
                <a:lnTo>
                  <a:pt x="13437" y="3108"/>
                </a:lnTo>
                <a:lnTo>
                  <a:pt x="13437" y="3131"/>
                </a:lnTo>
                <a:moveTo>
                  <a:pt x="13252" y="3131"/>
                </a:moveTo>
                <a:lnTo>
                  <a:pt x="13136" y="3131"/>
                </a:lnTo>
                <a:lnTo>
                  <a:pt x="13136" y="3108"/>
                </a:lnTo>
                <a:lnTo>
                  <a:pt x="13252" y="3108"/>
                </a:lnTo>
                <a:lnTo>
                  <a:pt x="13252" y="3131"/>
                </a:lnTo>
                <a:moveTo>
                  <a:pt x="13066" y="3131"/>
                </a:moveTo>
                <a:lnTo>
                  <a:pt x="12950" y="3131"/>
                </a:lnTo>
                <a:lnTo>
                  <a:pt x="12950" y="3108"/>
                </a:lnTo>
                <a:lnTo>
                  <a:pt x="13066" y="3108"/>
                </a:lnTo>
                <a:lnTo>
                  <a:pt x="13066" y="3131"/>
                </a:lnTo>
                <a:moveTo>
                  <a:pt x="12880" y="3131"/>
                </a:moveTo>
                <a:lnTo>
                  <a:pt x="12764" y="3131"/>
                </a:lnTo>
                <a:lnTo>
                  <a:pt x="12764" y="3108"/>
                </a:lnTo>
                <a:lnTo>
                  <a:pt x="12880" y="3108"/>
                </a:lnTo>
                <a:lnTo>
                  <a:pt x="12880" y="3131"/>
                </a:lnTo>
                <a:moveTo>
                  <a:pt x="12694" y="3131"/>
                </a:moveTo>
                <a:lnTo>
                  <a:pt x="12578" y="3131"/>
                </a:lnTo>
                <a:lnTo>
                  <a:pt x="12578" y="3108"/>
                </a:lnTo>
                <a:lnTo>
                  <a:pt x="12694" y="3108"/>
                </a:lnTo>
                <a:lnTo>
                  <a:pt x="12694" y="3131"/>
                </a:lnTo>
                <a:moveTo>
                  <a:pt x="12508" y="3131"/>
                </a:moveTo>
                <a:lnTo>
                  <a:pt x="12392" y="3131"/>
                </a:lnTo>
                <a:lnTo>
                  <a:pt x="12392" y="3108"/>
                </a:lnTo>
                <a:lnTo>
                  <a:pt x="12508" y="3108"/>
                </a:lnTo>
                <a:lnTo>
                  <a:pt x="12508" y="3131"/>
                </a:lnTo>
                <a:moveTo>
                  <a:pt x="12323" y="3131"/>
                </a:moveTo>
                <a:lnTo>
                  <a:pt x="12206" y="3131"/>
                </a:lnTo>
                <a:lnTo>
                  <a:pt x="12206" y="3108"/>
                </a:lnTo>
                <a:lnTo>
                  <a:pt x="12323" y="3108"/>
                </a:lnTo>
                <a:lnTo>
                  <a:pt x="12323" y="3131"/>
                </a:lnTo>
                <a:moveTo>
                  <a:pt x="12137" y="3131"/>
                </a:moveTo>
                <a:lnTo>
                  <a:pt x="12021" y="3131"/>
                </a:lnTo>
                <a:lnTo>
                  <a:pt x="12021" y="3108"/>
                </a:lnTo>
                <a:lnTo>
                  <a:pt x="12137" y="3108"/>
                </a:lnTo>
                <a:lnTo>
                  <a:pt x="12137" y="3131"/>
                </a:lnTo>
                <a:moveTo>
                  <a:pt x="11951" y="3131"/>
                </a:moveTo>
                <a:lnTo>
                  <a:pt x="11835" y="3131"/>
                </a:lnTo>
                <a:lnTo>
                  <a:pt x="11835" y="3108"/>
                </a:lnTo>
                <a:lnTo>
                  <a:pt x="11951" y="3108"/>
                </a:lnTo>
                <a:lnTo>
                  <a:pt x="11951" y="3131"/>
                </a:lnTo>
                <a:moveTo>
                  <a:pt x="11765" y="3131"/>
                </a:moveTo>
                <a:lnTo>
                  <a:pt x="11649" y="3131"/>
                </a:lnTo>
                <a:lnTo>
                  <a:pt x="11649" y="3108"/>
                </a:lnTo>
                <a:lnTo>
                  <a:pt x="11765" y="3108"/>
                </a:lnTo>
                <a:lnTo>
                  <a:pt x="11765" y="3131"/>
                </a:lnTo>
                <a:moveTo>
                  <a:pt x="11579" y="3131"/>
                </a:moveTo>
                <a:lnTo>
                  <a:pt x="11463" y="3131"/>
                </a:lnTo>
                <a:lnTo>
                  <a:pt x="11463" y="3108"/>
                </a:lnTo>
                <a:lnTo>
                  <a:pt x="11579" y="3108"/>
                </a:lnTo>
                <a:lnTo>
                  <a:pt x="11579" y="3131"/>
                </a:lnTo>
                <a:moveTo>
                  <a:pt x="11394" y="3131"/>
                </a:moveTo>
                <a:lnTo>
                  <a:pt x="11277" y="3131"/>
                </a:lnTo>
                <a:lnTo>
                  <a:pt x="11277" y="3108"/>
                </a:lnTo>
                <a:lnTo>
                  <a:pt x="11394" y="3108"/>
                </a:lnTo>
                <a:lnTo>
                  <a:pt x="11394" y="3131"/>
                </a:lnTo>
                <a:moveTo>
                  <a:pt x="11208" y="3131"/>
                </a:moveTo>
                <a:lnTo>
                  <a:pt x="11092" y="3131"/>
                </a:lnTo>
                <a:lnTo>
                  <a:pt x="11092" y="3108"/>
                </a:lnTo>
                <a:lnTo>
                  <a:pt x="11208" y="3108"/>
                </a:lnTo>
                <a:lnTo>
                  <a:pt x="11208" y="3131"/>
                </a:lnTo>
                <a:moveTo>
                  <a:pt x="11022" y="3131"/>
                </a:moveTo>
                <a:lnTo>
                  <a:pt x="10906" y="3131"/>
                </a:lnTo>
                <a:lnTo>
                  <a:pt x="10906" y="3108"/>
                </a:lnTo>
                <a:lnTo>
                  <a:pt x="11022" y="3108"/>
                </a:lnTo>
                <a:lnTo>
                  <a:pt x="11022" y="3131"/>
                </a:lnTo>
                <a:moveTo>
                  <a:pt x="10836" y="3131"/>
                </a:moveTo>
                <a:lnTo>
                  <a:pt x="10720" y="3131"/>
                </a:lnTo>
                <a:lnTo>
                  <a:pt x="10720" y="3108"/>
                </a:lnTo>
                <a:lnTo>
                  <a:pt x="10836" y="3108"/>
                </a:lnTo>
                <a:lnTo>
                  <a:pt x="10836" y="3131"/>
                </a:lnTo>
                <a:moveTo>
                  <a:pt x="10650" y="3131"/>
                </a:moveTo>
                <a:lnTo>
                  <a:pt x="10534" y="3131"/>
                </a:lnTo>
                <a:lnTo>
                  <a:pt x="10534" y="3108"/>
                </a:lnTo>
                <a:lnTo>
                  <a:pt x="10650" y="3108"/>
                </a:lnTo>
                <a:lnTo>
                  <a:pt x="10650" y="3131"/>
                </a:lnTo>
                <a:moveTo>
                  <a:pt x="10465" y="3131"/>
                </a:moveTo>
                <a:lnTo>
                  <a:pt x="10348" y="3131"/>
                </a:lnTo>
                <a:lnTo>
                  <a:pt x="10348" y="3108"/>
                </a:lnTo>
                <a:lnTo>
                  <a:pt x="10465" y="3108"/>
                </a:lnTo>
                <a:lnTo>
                  <a:pt x="10465" y="3131"/>
                </a:lnTo>
                <a:moveTo>
                  <a:pt x="10279" y="3131"/>
                </a:moveTo>
                <a:lnTo>
                  <a:pt x="10163" y="3131"/>
                </a:lnTo>
                <a:lnTo>
                  <a:pt x="10163" y="3108"/>
                </a:lnTo>
                <a:lnTo>
                  <a:pt x="10279" y="3108"/>
                </a:lnTo>
                <a:lnTo>
                  <a:pt x="10279" y="3131"/>
                </a:lnTo>
                <a:moveTo>
                  <a:pt x="10093" y="3131"/>
                </a:moveTo>
                <a:lnTo>
                  <a:pt x="9977" y="3131"/>
                </a:lnTo>
                <a:lnTo>
                  <a:pt x="9977" y="3108"/>
                </a:lnTo>
                <a:lnTo>
                  <a:pt x="10093" y="3108"/>
                </a:lnTo>
                <a:lnTo>
                  <a:pt x="10093" y="3131"/>
                </a:lnTo>
                <a:moveTo>
                  <a:pt x="9907" y="3131"/>
                </a:moveTo>
                <a:lnTo>
                  <a:pt x="9791" y="3131"/>
                </a:lnTo>
                <a:lnTo>
                  <a:pt x="9791" y="3108"/>
                </a:lnTo>
                <a:lnTo>
                  <a:pt x="9907" y="3108"/>
                </a:lnTo>
                <a:lnTo>
                  <a:pt x="9907" y="3131"/>
                </a:lnTo>
                <a:moveTo>
                  <a:pt x="9721" y="3131"/>
                </a:moveTo>
                <a:lnTo>
                  <a:pt x="9605" y="3131"/>
                </a:lnTo>
                <a:lnTo>
                  <a:pt x="9605" y="3108"/>
                </a:lnTo>
                <a:lnTo>
                  <a:pt x="9721" y="3108"/>
                </a:lnTo>
                <a:lnTo>
                  <a:pt x="9721" y="3131"/>
                </a:lnTo>
                <a:moveTo>
                  <a:pt x="9536" y="3131"/>
                </a:moveTo>
                <a:lnTo>
                  <a:pt x="9419" y="3131"/>
                </a:lnTo>
                <a:lnTo>
                  <a:pt x="9419" y="3108"/>
                </a:lnTo>
                <a:lnTo>
                  <a:pt x="9536" y="3108"/>
                </a:lnTo>
                <a:lnTo>
                  <a:pt x="9536" y="3131"/>
                </a:lnTo>
                <a:moveTo>
                  <a:pt x="9350" y="3131"/>
                </a:moveTo>
                <a:lnTo>
                  <a:pt x="9234" y="3131"/>
                </a:lnTo>
                <a:lnTo>
                  <a:pt x="9234" y="3108"/>
                </a:lnTo>
                <a:lnTo>
                  <a:pt x="9350" y="3108"/>
                </a:lnTo>
                <a:lnTo>
                  <a:pt x="9350" y="3131"/>
                </a:lnTo>
                <a:moveTo>
                  <a:pt x="9164" y="3131"/>
                </a:moveTo>
                <a:lnTo>
                  <a:pt x="9048" y="3131"/>
                </a:lnTo>
                <a:lnTo>
                  <a:pt x="9048" y="3108"/>
                </a:lnTo>
                <a:lnTo>
                  <a:pt x="9164" y="3108"/>
                </a:lnTo>
                <a:lnTo>
                  <a:pt x="9164" y="3131"/>
                </a:lnTo>
                <a:moveTo>
                  <a:pt x="8978" y="3131"/>
                </a:moveTo>
                <a:lnTo>
                  <a:pt x="8862" y="3131"/>
                </a:lnTo>
                <a:lnTo>
                  <a:pt x="8862" y="3108"/>
                </a:lnTo>
                <a:lnTo>
                  <a:pt x="8978" y="3108"/>
                </a:lnTo>
                <a:lnTo>
                  <a:pt x="8978" y="3131"/>
                </a:lnTo>
                <a:moveTo>
                  <a:pt x="8792" y="3131"/>
                </a:moveTo>
                <a:lnTo>
                  <a:pt x="8676" y="3131"/>
                </a:lnTo>
                <a:lnTo>
                  <a:pt x="8676" y="3108"/>
                </a:lnTo>
                <a:lnTo>
                  <a:pt x="8792" y="3108"/>
                </a:lnTo>
                <a:lnTo>
                  <a:pt x="8792" y="3131"/>
                </a:lnTo>
                <a:moveTo>
                  <a:pt x="8606" y="3131"/>
                </a:moveTo>
                <a:lnTo>
                  <a:pt x="8490" y="3131"/>
                </a:lnTo>
                <a:lnTo>
                  <a:pt x="8490" y="3108"/>
                </a:lnTo>
                <a:lnTo>
                  <a:pt x="8606" y="3108"/>
                </a:lnTo>
                <a:lnTo>
                  <a:pt x="8606" y="3131"/>
                </a:lnTo>
                <a:moveTo>
                  <a:pt x="8421" y="3131"/>
                </a:moveTo>
                <a:lnTo>
                  <a:pt x="8305" y="3131"/>
                </a:lnTo>
                <a:lnTo>
                  <a:pt x="8305" y="3108"/>
                </a:lnTo>
                <a:lnTo>
                  <a:pt x="8421" y="3108"/>
                </a:lnTo>
                <a:lnTo>
                  <a:pt x="8421" y="3131"/>
                </a:lnTo>
                <a:moveTo>
                  <a:pt x="8235" y="3131"/>
                </a:moveTo>
                <a:lnTo>
                  <a:pt x="8119" y="3131"/>
                </a:lnTo>
                <a:lnTo>
                  <a:pt x="8119" y="3108"/>
                </a:lnTo>
                <a:lnTo>
                  <a:pt x="8235" y="3108"/>
                </a:lnTo>
                <a:lnTo>
                  <a:pt x="8235" y="3131"/>
                </a:lnTo>
                <a:moveTo>
                  <a:pt x="8049" y="3131"/>
                </a:moveTo>
                <a:lnTo>
                  <a:pt x="7933" y="3131"/>
                </a:lnTo>
                <a:lnTo>
                  <a:pt x="7933" y="3108"/>
                </a:lnTo>
                <a:lnTo>
                  <a:pt x="8049" y="3108"/>
                </a:lnTo>
                <a:lnTo>
                  <a:pt x="8049" y="3131"/>
                </a:lnTo>
                <a:moveTo>
                  <a:pt x="7863" y="3131"/>
                </a:moveTo>
                <a:lnTo>
                  <a:pt x="7747" y="3131"/>
                </a:lnTo>
                <a:lnTo>
                  <a:pt x="7747" y="3108"/>
                </a:lnTo>
                <a:lnTo>
                  <a:pt x="7863" y="3108"/>
                </a:lnTo>
                <a:lnTo>
                  <a:pt x="7863" y="3131"/>
                </a:lnTo>
                <a:moveTo>
                  <a:pt x="7677" y="3131"/>
                </a:moveTo>
                <a:lnTo>
                  <a:pt x="7561" y="3131"/>
                </a:lnTo>
                <a:lnTo>
                  <a:pt x="7561" y="3108"/>
                </a:lnTo>
                <a:lnTo>
                  <a:pt x="7677" y="3108"/>
                </a:lnTo>
                <a:lnTo>
                  <a:pt x="7677" y="3131"/>
                </a:lnTo>
                <a:moveTo>
                  <a:pt x="7492" y="3131"/>
                </a:moveTo>
                <a:lnTo>
                  <a:pt x="7375" y="3131"/>
                </a:lnTo>
                <a:lnTo>
                  <a:pt x="7375" y="3108"/>
                </a:lnTo>
                <a:lnTo>
                  <a:pt x="7492" y="3108"/>
                </a:lnTo>
                <a:lnTo>
                  <a:pt x="7492" y="3131"/>
                </a:lnTo>
                <a:moveTo>
                  <a:pt x="7306" y="3131"/>
                </a:moveTo>
                <a:lnTo>
                  <a:pt x="7190" y="3131"/>
                </a:lnTo>
                <a:lnTo>
                  <a:pt x="7190" y="3108"/>
                </a:lnTo>
                <a:lnTo>
                  <a:pt x="7306" y="3108"/>
                </a:lnTo>
                <a:lnTo>
                  <a:pt x="7306" y="3131"/>
                </a:lnTo>
                <a:moveTo>
                  <a:pt x="7120" y="3131"/>
                </a:moveTo>
                <a:lnTo>
                  <a:pt x="7004" y="3131"/>
                </a:lnTo>
                <a:lnTo>
                  <a:pt x="7004" y="3108"/>
                </a:lnTo>
                <a:lnTo>
                  <a:pt x="7120" y="3108"/>
                </a:lnTo>
                <a:lnTo>
                  <a:pt x="7120" y="3131"/>
                </a:lnTo>
                <a:moveTo>
                  <a:pt x="6934" y="3131"/>
                </a:moveTo>
                <a:lnTo>
                  <a:pt x="6818" y="3131"/>
                </a:lnTo>
                <a:lnTo>
                  <a:pt x="6818" y="3108"/>
                </a:lnTo>
                <a:lnTo>
                  <a:pt x="6934" y="3108"/>
                </a:lnTo>
                <a:lnTo>
                  <a:pt x="6934" y="3131"/>
                </a:lnTo>
                <a:moveTo>
                  <a:pt x="6748" y="3131"/>
                </a:moveTo>
                <a:lnTo>
                  <a:pt x="6632" y="3131"/>
                </a:lnTo>
                <a:lnTo>
                  <a:pt x="6632" y="3108"/>
                </a:lnTo>
                <a:lnTo>
                  <a:pt x="6748" y="3108"/>
                </a:lnTo>
                <a:lnTo>
                  <a:pt x="6748" y="3131"/>
                </a:lnTo>
                <a:moveTo>
                  <a:pt x="6563" y="3131"/>
                </a:moveTo>
                <a:lnTo>
                  <a:pt x="6446" y="3131"/>
                </a:lnTo>
                <a:lnTo>
                  <a:pt x="6446" y="3108"/>
                </a:lnTo>
                <a:lnTo>
                  <a:pt x="6563" y="3108"/>
                </a:lnTo>
                <a:lnTo>
                  <a:pt x="6563" y="3131"/>
                </a:lnTo>
                <a:moveTo>
                  <a:pt x="6377" y="3131"/>
                </a:moveTo>
                <a:lnTo>
                  <a:pt x="6261" y="3131"/>
                </a:lnTo>
                <a:lnTo>
                  <a:pt x="6261" y="3108"/>
                </a:lnTo>
                <a:lnTo>
                  <a:pt x="6377" y="3108"/>
                </a:lnTo>
                <a:lnTo>
                  <a:pt x="6377" y="3131"/>
                </a:lnTo>
                <a:moveTo>
                  <a:pt x="6191" y="3131"/>
                </a:moveTo>
                <a:lnTo>
                  <a:pt x="6075" y="3131"/>
                </a:lnTo>
                <a:lnTo>
                  <a:pt x="6075" y="3108"/>
                </a:lnTo>
                <a:lnTo>
                  <a:pt x="6191" y="3108"/>
                </a:lnTo>
                <a:lnTo>
                  <a:pt x="6191" y="3131"/>
                </a:lnTo>
                <a:moveTo>
                  <a:pt x="6005" y="3131"/>
                </a:moveTo>
                <a:lnTo>
                  <a:pt x="5889" y="3131"/>
                </a:lnTo>
                <a:lnTo>
                  <a:pt x="5889" y="3108"/>
                </a:lnTo>
                <a:lnTo>
                  <a:pt x="6005" y="3108"/>
                </a:lnTo>
                <a:lnTo>
                  <a:pt x="6005" y="3131"/>
                </a:lnTo>
                <a:moveTo>
                  <a:pt x="5819" y="3131"/>
                </a:moveTo>
                <a:lnTo>
                  <a:pt x="5703" y="3131"/>
                </a:lnTo>
                <a:lnTo>
                  <a:pt x="5703" y="3108"/>
                </a:lnTo>
                <a:lnTo>
                  <a:pt x="5819" y="3108"/>
                </a:lnTo>
                <a:lnTo>
                  <a:pt x="5819" y="3131"/>
                </a:lnTo>
                <a:moveTo>
                  <a:pt x="5634" y="3131"/>
                </a:moveTo>
                <a:lnTo>
                  <a:pt x="5517" y="3131"/>
                </a:lnTo>
                <a:lnTo>
                  <a:pt x="5517" y="3108"/>
                </a:lnTo>
                <a:lnTo>
                  <a:pt x="5634" y="3108"/>
                </a:lnTo>
                <a:lnTo>
                  <a:pt x="5634" y="3131"/>
                </a:lnTo>
                <a:moveTo>
                  <a:pt x="5448" y="3131"/>
                </a:moveTo>
                <a:lnTo>
                  <a:pt x="5332" y="3131"/>
                </a:lnTo>
                <a:lnTo>
                  <a:pt x="5332" y="3108"/>
                </a:lnTo>
                <a:lnTo>
                  <a:pt x="5448" y="3108"/>
                </a:lnTo>
                <a:lnTo>
                  <a:pt x="5448" y="3131"/>
                </a:lnTo>
                <a:moveTo>
                  <a:pt x="5262" y="3131"/>
                </a:moveTo>
                <a:lnTo>
                  <a:pt x="5146" y="3131"/>
                </a:lnTo>
                <a:lnTo>
                  <a:pt x="5146" y="3108"/>
                </a:lnTo>
                <a:lnTo>
                  <a:pt x="5262" y="3108"/>
                </a:lnTo>
                <a:lnTo>
                  <a:pt x="5262" y="3131"/>
                </a:lnTo>
                <a:moveTo>
                  <a:pt x="5076" y="3131"/>
                </a:moveTo>
                <a:lnTo>
                  <a:pt x="4960" y="3131"/>
                </a:lnTo>
                <a:lnTo>
                  <a:pt x="4960" y="3108"/>
                </a:lnTo>
                <a:lnTo>
                  <a:pt x="5076" y="3108"/>
                </a:lnTo>
                <a:lnTo>
                  <a:pt x="5076" y="3131"/>
                </a:lnTo>
                <a:moveTo>
                  <a:pt x="4890" y="3131"/>
                </a:moveTo>
                <a:lnTo>
                  <a:pt x="4773" y="3131"/>
                </a:lnTo>
                <a:lnTo>
                  <a:pt x="4773" y="3108"/>
                </a:lnTo>
                <a:lnTo>
                  <a:pt x="4890" y="3108"/>
                </a:lnTo>
                <a:lnTo>
                  <a:pt x="4890" y="3131"/>
                </a:lnTo>
                <a:moveTo>
                  <a:pt x="4704" y="3131"/>
                </a:moveTo>
                <a:lnTo>
                  <a:pt x="4587" y="3131"/>
                </a:lnTo>
                <a:lnTo>
                  <a:pt x="4587" y="3108"/>
                </a:lnTo>
                <a:lnTo>
                  <a:pt x="4704" y="3108"/>
                </a:lnTo>
                <a:lnTo>
                  <a:pt x="4704" y="3131"/>
                </a:lnTo>
                <a:moveTo>
                  <a:pt x="4518" y="3131"/>
                </a:moveTo>
                <a:lnTo>
                  <a:pt x="4402" y="3131"/>
                </a:lnTo>
                <a:lnTo>
                  <a:pt x="4402" y="3108"/>
                </a:lnTo>
                <a:lnTo>
                  <a:pt x="4518" y="3108"/>
                </a:lnTo>
                <a:lnTo>
                  <a:pt x="4518" y="3131"/>
                </a:lnTo>
                <a:moveTo>
                  <a:pt x="4332" y="3131"/>
                </a:moveTo>
                <a:lnTo>
                  <a:pt x="4216" y="3131"/>
                </a:lnTo>
                <a:lnTo>
                  <a:pt x="4216" y="3108"/>
                </a:lnTo>
                <a:lnTo>
                  <a:pt x="4332" y="3108"/>
                </a:lnTo>
                <a:lnTo>
                  <a:pt x="4332" y="3131"/>
                </a:lnTo>
                <a:moveTo>
                  <a:pt x="4146" y="3131"/>
                </a:moveTo>
                <a:lnTo>
                  <a:pt x="4030" y="3131"/>
                </a:lnTo>
                <a:lnTo>
                  <a:pt x="4030" y="3108"/>
                </a:lnTo>
                <a:lnTo>
                  <a:pt x="4146" y="3108"/>
                </a:lnTo>
                <a:lnTo>
                  <a:pt x="4146" y="3131"/>
                </a:lnTo>
                <a:moveTo>
                  <a:pt x="3960" y="3131"/>
                </a:moveTo>
                <a:lnTo>
                  <a:pt x="3844" y="3131"/>
                </a:lnTo>
                <a:lnTo>
                  <a:pt x="3844" y="3108"/>
                </a:lnTo>
                <a:lnTo>
                  <a:pt x="3960" y="3108"/>
                </a:lnTo>
                <a:lnTo>
                  <a:pt x="3960" y="3131"/>
                </a:lnTo>
                <a:moveTo>
                  <a:pt x="3774" y="3131"/>
                </a:moveTo>
                <a:lnTo>
                  <a:pt x="3658" y="3131"/>
                </a:lnTo>
                <a:lnTo>
                  <a:pt x="3658" y="3108"/>
                </a:lnTo>
                <a:lnTo>
                  <a:pt x="3774" y="3108"/>
                </a:lnTo>
                <a:lnTo>
                  <a:pt x="3774" y="3131"/>
                </a:lnTo>
                <a:moveTo>
                  <a:pt x="3589" y="3131"/>
                </a:moveTo>
                <a:lnTo>
                  <a:pt x="3473" y="3131"/>
                </a:lnTo>
                <a:lnTo>
                  <a:pt x="3473" y="3108"/>
                </a:lnTo>
                <a:lnTo>
                  <a:pt x="3589" y="3108"/>
                </a:lnTo>
                <a:lnTo>
                  <a:pt x="3589" y="3131"/>
                </a:lnTo>
                <a:moveTo>
                  <a:pt x="3403" y="3131"/>
                </a:moveTo>
                <a:lnTo>
                  <a:pt x="3287" y="3131"/>
                </a:lnTo>
                <a:lnTo>
                  <a:pt x="3287" y="3108"/>
                </a:lnTo>
                <a:lnTo>
                  <a:pt x="3403" y="3108"/>
                </a:lnTo>
                <a:lnTo>
                  <a:pt x="3403" y="3131"/>
                </a:lnTo>
                <a:moveTo>
                  <a:pt x="3217" y="3131"/>
                </a:moveTo>
                <a:lnTo>
                  <a:pt x="3101" y="3131"/>
                </a:lnTo>
                <a:lnTo>
                  <a:pt x="3101" y="3108"/>
                </a:lnTo>
                <a:lnTo>
                  <a:pt x="3217" y="3108"/>
                </a:lnTo>
                <a:lnTo>
                  <a:pt x="3217" y="3131"/>
                </a:lnTo>
                <a:moveTo>
                  <a:pt x="3031" y="3131"/>
                </a:moveTo>
                <a:lnTo>
                  <a:pt x="2915" y="3131"/>
                </a:lnTo>
                <a:lnTo>
                  <a:pt x="2915" y="3108"/>
                </a:lnTo>
                <a:lnTo>
                  <a:pt x="3031" y="3108"/>
                </a:lnTo>
                <a:lnTo>
                  <a:pt x="3031" y="3131"/>
                </a:lnTo>
                <a:moveTo>
                  <a:pt x="2845" y="3131"/>
                </a:moveTo>
                <a:lnTo>
                  <a:pt x="2729" y="3131"/>
                </a:lnTo>
                <a:lnTo>
                  <a:pt x="2729" y="3108"/>
                </a:lnTo>
                <a:lnTo>
                  <a:pt x="2845" y="3108"/>
                </a:lnTo>
                <a:lnTo>
                  <a:pt x="2845" y="3131"/>
                </a:lnTo>
                <a:moveTo>
                  <a:pt x="2660" y="3131"/>
                </a:moveTo>
                <a:lnTo>
                  <a:pt x="2544" y="3131"/>
                </a:lnTo>
                <a:lnTo>
                  <a:pt x="2544" y="3108"/>
                </a:lnTo>
                <a:lnTo>
                  <a:pt x="2660" y="3108"/>
                </a:lnTo>
                <a:lnTo>
                  <a:pt x="2660" y="3131"/>
                </a:lnTo>
                <a:moveTo>
                  <a:pt x="2474" y="3131"/>
                </a:moveTo>
                <a:lnTo>
                  <a:pt x="2358" y="3131"/>
                </a:lnTo>
                <a:lnTo>
                  <a:pt x="2358" y="3108"/>
                </a:lnTo>
                <a:lnTo>
                  <a:pt x="2474" y="3108"/>
                </a:lnTo>
                <a:lnTo>
                  <a:pt x="2474" y="3131"/>
                </a:lnTo>
                <a:moveTo>
                  <a:pt x="2288" y="3131"/>
                </a:moveTo>
                <a:lnTo>
                  <a:pt x="2172" y="3131"/>
                </a:lnTo>
                <a:lnTo>
                  <a:pt x="2172" y="3108"/>
                </a:lnTo>
                <a:lnTo>
                  <a:pt x="2288" y="3108"/>
                </a:lnTo>
                <a:lnTo>
                  <a:pt x="2288" y="3131"/>
                </a:lnTo>
                <a:moveTo>
                  <a:pt x="2102" y="3131"/>
                </a:moveTo>
                <a:lnTo>
                  <a:pt x="1986" y="3131"/>
                </a:lnTo>
                <a:lnTo>
                  <a:pt x="1986" y="3108"/>
                </a:lnTo>
                <a:lnTo>
                  <a:pt x="2102" y="3108"/>
                </a:lnTo>
                <a:lnTo>
                  <a:pt x="2102" y="3131"/>
                </a:lnTo>
                <a:moveTo>
                  <a:pt x="1916" y="3131"/>
                </a:moveTo>
                <a:lnTo>
                  <a:pt x="1800" y="3131"/>
                </a:lnTo>
                <a:lnTo>
                  <a:pt x="1800" y="3108"/>
                </a:lnTo>
                <a:lnTo>
                  <a:pt x="1916" y="3108"/>
                </a:lnTo>
                <a:lnTo>
                  <a:pt x="1916" y="3131"/>
                </a:lnTo>
                <a:moveTo>
                  <a:pt x="1731" y="3131"/>
                </a:moveTo>
                <a:lnTo>
                  <a:pt x="1614" y="3131"/>
                </a:lnTo>
                <a:lnTo>
                  <a:pt x="1614" y="3108"/>
                </a:lnTo>
                <a:lnTo>
                  <a:pt x="1731" y="3108"/>
                </a:lnTo>
                <a:lnTo>
                  <a:pt x="1731" y="3131"/>
                </a:lnTo>
                <a:moveTo>
                  <a:pt x="1545" y="3131"/>
                </a:moveTo>
                <a:lnTo>
                  <a:pt x="1429" y="3131"/>
                </a:lnTo>
                <a:lnTo>
                  <a:pt x="1429" y="3108"/>
                </a:lnTo>
                <a:lnTo>
                  <a:pt x="1545" y="3108"/>
                </a:lnTo>
                <a:lnTo>
                  <a:pt x="1545" y="3131"/>
                </a:lnTo>
                <a:moveTo>
                  <a:pt x="1359" y="3131"/>
                </a:moveTo>
                <a:lnTo>
                  <a:pt x="1243" y="3131"/>
                </a:lnTo>
                <a:lnTo>
                  <a:pt x="1243" y="3108"/>
                </a:lnTo>
                <a:lnTo>
                  <a:pt x="1359" y="3108"/>
                </a:lnTo>
                <a:lnTo>
                  <a:pt x="1359" y="3131"/>
                </a:lnTo>
                <a:moveTo>
                  <a:pt x="1173" y="3131"/>
                </a:moveTo>
                <a:lnTo>
                  <a:pt x="1057" y="3131"/>
                </a:lnTo>
                <a:lnTo>
                  <a:pt x="1057" y="3108"/>
                </a:lnTo>
                <a:lnTo>
                  <a:pt x="1173" y="3108"/>
                </a:lnTo>
                <a:lnTo>
                  <a:pt x="1173" y="3131"/>
                </a:lnTo>
                <a:moveTo>
                  <a:pt x="987" y="3131"/>
                </a:moveTo>
                <a:lnTo>
                  <a:pt x="871" y="3131"/>
                </a:lnTo>
                <a:lnTo>
                  <a:pt x="871" y="3108"/>
                </a:lnTo>
                <a:lnTo>
                  <a:pt x="987" y="3108"/>
                </a:lnTo>
                <a:lnTo>
                  <a:pt x="987" y="3131"/>
                </a:lnTo>
                <a:moveTo>
                  <a:pt x="802" y="3131"/>
                </a:moveTo>
                <a:lnTo>
                  <a:pt x="685" y="3131"/>
                </a:lnTo>
                <a:lnTo>
                  <a:pt x="685" y="3108"/>
                </a:lnTo>
                <a:lnTo>
                  <a:pt x="802" y="3108"/>
                </a:lnTo>
                <a:lnTo>
                  <a:pt x="802" y="3131"/>
                </a:lnTo>
                <a:moveTo>
                  <a:pt x="616" y="3131"/>
                </a:moveTo>
                <a:lnTo>
                  <a:pt x="500" y="3131"/>
                </a:lnTo>
                <a:lnTo>
                  <a:pt x="500" y="3108"/>
                </a:lnTo>
                <a:lnTo>
                  <a:pt x="616" y="3108"/>
                </a:lnTo>
                <a:lnTo>
                  <a:pt x="616" y="3131"/>
                </a:lnTo>
                <a:moveTo>
                  <a:pt x="430" y="3131"/>
                </a:moveTo>
                <a:lnTo>
                  <a:pt x="314" y="3131"/>
                </a:lnTo>
                <a:lnTo>
                  <a:pt x="314" y="3108"/>
                </a:lnTo>
                <a:lnTo>
                  <a:pt x="430" y="3108"/>
                </a:lnTo>
                <a:lnTo>
                  <a:pt x="430" y="3131"/>
                </a:lnTo>
                <a:moveTo>
                  <a:pt x="244" y="3131"/>
                </a:moveTo>
                <a:lnTo>
                  <a:pt x="128" y="3131"/>
                </a:lnTo>
                <a:lnTo>
                  <a:pt x="128" y="3108"/>
                </a:lnTo>
                <a:lnTo>
                  <a:pt x="244" y="3108"/>
                </a:lnTo>
                <a:lnTo>
                  <a:pt x="244" y="3131"/>
                </a:lnTo>
                <a:moveTo>
                  <a:pt x="58" y="3131"/>
                </a:moveTo>
                <a:lnTo>
                  <a:pt x="0" y="3131"/>
                </a:lnTo>
                <a:lnTo>
                  <a:pt x="0" y="3050"/>
                </a:lnTo>
                <a:lnTo>
                  <a:pt x="24" y="3050"/>
                </a:lnTo>
                <a:lnTo>
                  <a:pt x="24" y="3119"/>
                </a:lnTo>
                <a:lnTo>
                  <a:pt x="12" y="3119"/>
                </a:lnTo>
                <a:lnTo>
                  <a:pt x="12" y="3108"/>
                </a:lnTo>
                <a:lnTo>
                  <a:pt x="58" y="3108"/>
                </a:lnTo>
                <a:lnTo>
                  <a:pt x="58" y="3131"/>
                </a:lnTo>
                <a:moveTo>
                  <a:pt x="0" y="2980"/>
                </a:moveTo>
                <a:lnTo>
                  <a:pt x="0" y="2864"/>
                </a:lnTo>
                <a:lnTo>
                  <a:pt x="24" y="2864"/>
                </a:lnTo>
                <a:lnTo>
                  <a:pt x="24" y="2980"/>
                </a:lnTo>
                <a:lnTo>
                  <a:pt x="0" y="2980"/>
                </a:lnTo>
                <a:moveTo>
                  <a:pt x="0" y="2795"/>
                </a:moveTo>
                <a:lnTo>
                  <a:pt x="0" y="2679"/>
                </a:lnTo>
                <a:lnTo>
                  <a:pt x="24" y="2679"/>
                </a:lnTo>
                <a:lnTo>
                  <a:pt x="24" y="2795"/>
                </a:lnTo>
                <a:lnTo>
                  <a:pt x="0" y="2795"/>
                </a:lnTo>
                <a:moveTo>
                  <a:pt x="0" y="2609"/>
                </a:moveTo>
                <a:lnTo>
                  <a:pt x="0" y="2493"/>
                </a:lnTo>
                <a:lnTo>
                  <a:pt x="24" y="2493"/>
                </a:lnTo>
                <a:lnTo>
                  <a:pt x="24" y="2609"/>
                </a:lnTo>
                <a:lnTo>
                  <a:pt x="0" y="2609"/>
                </a:lnTo>
                <a:moveTo>
                  <a:pt x="0" y="2424"/>
                </a:moveTo>
                <a:lnTo>
                  <a:pt x="0" y="2308"/>
                </a:lnTo>
                <a:lnTo>
                  <a:pt x="24" y="2308"/>
                </a:lnTo>
                <a:lnTo>
                  <a:pt x="24" y="2424"/>
                </a:lnTo>
                <a:lnTo>
                  <a:pt x="0" y="2424"/>
                </a:lnTo>
                <a:moveTo>
                  <a:pt x="0" y="2238"/>
                </a:moveTo>
                <a:lnTo>
                  <a:pt x="0" y="2122"/>
                </a:lnTo>
                <a:lnTo>
                  <a:pt x="24" y="2122"/>
                </a:lnTo>
                <a:lnTo>
                  <a:pt x="24" y="2238"/>
                </a:lnTo>
                <a:lnTo>
                  <a:pt x="0" y="2238"/>
                </a:lnTo>
                <a:moveTo>
                  <a:pt x="0" y="2053"/>
                </a:moveTo>
                <a:lnTo>
                  <a:pt x="0" y="1937"/>
                </a:lnTo>
                <a:lnTo>
                  <a:pt x="24" y="1937"/>
                </a:lnTo>
                <a:lnTo>
                  <a:pt x="24" y="2053"/>
                </a:lnTo>
                <a:lnTo>
                  <a:pt x="0" y="2053"/>
                </a:lnTo>
                <a:moveTo>
                  <a:pt x="0" y="1866"/>
                </a:moveTo>
                <a:lnTo>
                  <a:pt x="0" y="1750"/>
                </a:lnTo>
                <a:lnTo>
                  <a:pt x="24" y="1750"/>
                </a:lnTo>
                <a:lnTo>
                  <a:pt x="24" y="1866"/>
                </a:lnTo>
                <a:lnTo>
                  <a:pt x="0" y="1866"/>
                </a:lnTo>
                <a:moveTo>
                  <a:pt x="0" y="1681"/>
                </a:moveTo>
                <a:lnTo>
                  <a:pt x="0" y="1565"/>
                </a:lnTo>
                <a:lnTo>
                  <a:pt x="24" y="1565"/>
                </a:lnTo>
                <a:lnTo>
                  <a:pt x="24" y="1681"/>
                </a:lnTo>
                <a:lnTo>
                  <a:pt x="0" y="1681"/>
                </a:lnTo>
                <a:moveTo>
                  <a:pt x="0" y="1495"/>
                </a:moveTo>
                <a:lnTo>
                  <a:pt x="0" y="1379"/>
                </a:lnTo>
                <a:lnTo>
                  <a:pt x="24" y="1379"/>
                </a:lnTo>
                <a:lnTo>
                  <a:pt x="24" y="1495"/>
                </a:lnTo>
                <a:lnTo>
                  <a:pt x="0" y="1495"/>
                </a:lnTo>
                <a:moveTo>
                  <a:pt x="0" y="1310"/>
                </a:moveTo>
                <a:lnTo>
                  <a:pt x="0" y="1194"/>
                </a:lnTo>
                <a:lnTo>
                  <a:pt x="24" y="1194"/>
                </a:lnTo>
                <a:lnTo>
                  <a:pt x="24" y="1310"/>
                </a:lnTo>
                <a:lnTo>
                  <a:pt x="0" y="1310"/>
                </a:lnTo>
                <a:moveTo>
                  <a:pt x="0" y="1124"/>
                </a:moveTo>
                <a:lnTo>
                  <a:pt x="0" y="1009"/>
                </a:lnTo>
                <a:lnTo>
                  <a:pt x="24" y="1009"/>
                </a:lnTo>
                <a:lnTo>
                  <a:pt x="24" y="1124"/>
                </a:lnTo>
                <a:lnTo>
                  <a:pt x="0" y="1124"/>
                </a:lnTo>
                <a:moveTo>
                  <a:pt x="0" y="939"/>
                </a:moveTo>
                <a:lnTo>
                  <a:pt x="0" y="823"/>
                </a:lnTo>
                <a:lnTo>
                  <a:pt x="24" y="823"/>
                </a:lnTo>
                <a:lnTo>
                  <a:pt x="24" y="939"/>
                </a:lnTo>
                <a:lnTo>
                  <a:pt x="0" y="939"/>
                </a:lnTo>
                <a:moveTo>
                  <a:pt x="0" y="754"/>
                </a:moveTo>
                <a:lnTo>
                  <a:pt x="0" y="638"/>
                </a:lnTo>
                <a:lnTo>
                  <a:pt x="24" y="638"/>
                </a:lnTo>
                <a:lnTo>
                  <a:pt x="24" y="754"/>
                </a:lnTo>
                <a:lnTo>
                  <a:pt x="0" y="754"/>
                </a:lnTo>
                <a:moveTo>
                  <a:pt x="0" y="568"/>
                </a:moveTo>
                <a:lnTo>
                  <a:pt x="0" y="452"/>
                </a:lnTo>
                <a:lnTo>
                  <a:pt x="24" y="452"/>
                </a:lnTo>
                <a:lnTo>
                  <a:pt x="24" y="568"/>
                </a:lnTo>
                <a:lnTo>
                  <a:pt x="0" y="568"/>
                </a:lnTo>
                <a:moveTo>
                  <a:pt x="0" y="383"/>
                </a:moveTo>
                <a:lnTo>
                  <a:pt x="0" y="267"/>
                </a:lnTo>
                <a:lnTo>
                  <a:pt x="24" y="267"/>
                </a:lnTo>
                <a:lnTo>
                  <a:pt x="24" y="383"/>
                </a:lnTo>
                <a:lnTo>
                  <a:pt x="0" y="383"/>
                </a:lnTo>
                <a:moveTo>
                  <a:pt x="0" y="197"/>
                </a:moveTo>
                <a:lnTo>
                  <a:pt x="0" y="81"/>
                </a:lnTo>
                <a:lnTo>
                  <a:pt x="24" y="81"/>
                </a:lnTo>
                <a:lnTo>
                  <a:pt x="24" y="197"/>
                </a:lnTo>
                <a:lnTo>
                  <a:pt x="0" y="197"/>
                </a:lnTo>
                <a:moveTo>
                  <a:pt x="12" y="0"/>
                </a:moveTo>
                <a:lnTo>
                  <a:pt x="128" y="0"/>
                </a:lnTo>
                <a:lnTo>
                  <a:pt x="128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9" name=""/>
          <p:cNvSpPr/>
          <p:nvPr/>
        </p:nvSpPr>
        <p:spPr>
          <a:xfrm>
            <a:off x="5691240" y="107280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0" name=""/>
          <p:cNvSpPr/>
          <p:nvPr/>
        </p:nvSpPr>
        <p:spPr>
          <a:xfrm>
            <a:off x="5691240" y="110196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1" name=""/>
          <p:cNvSpPr txBox="1"/>
          <p:nvPr/>
        </p:nvSpPr>
        <p:spPr>
          <a:xfrm>
            <a:off x="457200" y="617760"/>
            <a:ext cx="55756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1   ·  DEEL  3  VAN  3  ·  DE  O PLEIDING   ZOALS   O NTWO R PEN  NAAR   DE  CATALO G US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2" name=""/>
          <p:cNvSpPr txBox="1"/>
          <p:nvPr/>
        </p:nvSpPr>
        <p:spPr>
          <a:xfrm>
            <a:off x="875160" y="1063440"/>
            <a:ext cx="16084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Summatieve resultaat structuur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3" name=""/>
          <p:cNvSpPr/>
          <p:nvPr/>
        </p:nvSpPr>
        <p:spPr>
          <a:xfrm>
            <a:off x="908640" y="1498320"/>
            <a:ext cx="4866840" cy="542880"/>
          </a:xfrm>
          <a:custGeom>
            <a:avLst/>
            <a:gdLst/>
            <a:ahLst/>
            <a:rect l="0" t="0" r="r" b="b"/>
            <a:pathLst>
              <a:path w="13519" h="1508">
                <a:moveTo>
                  <a:pt x="0" y="0"/>
                </a:moveTo>
                <a:lnTo>
                  <a:pt x="13519" y="0"/>
                </a:lnTo>
                <a:lnTo>
                  <a:pt x="13519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4" name=""/>
          <p:cNvSpPr/>
          <p:nvPr/>
        </p:nvSpPr>
        <p:spPr>
          <a:xfrm>
            <a:off x="908640" y="1498320"/>
            <a:ext cx="4866840" cy="542880"/>
          </a:xfrm>
          <a:custGeom>
            <a:avLst/>
            <a:gdLst/>
            <a:ahLst/>
            <a:rect l="0" t="0" r="r" b="b"/>
            <a:pathLst>
              <a:path w="13519" h="1508">
                <a:moveTo>
                  <a:pt x="0" y="0"/>
                </a:moveTo>
                <a:lnTo>
                  <a:pt x="13519" y="0"/>
                </a:lnTo>
                <a:lnTo>
                  <a:pt x="13519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5" name=""/>
          <p:cNvSpPr/>
          <p:nvPr/>
        </p:nvSpPr>
        <p:spPr>
          <a:xfrm>
            <a:off x="5607720" y="156528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6" name=""/>
          <p:cNvSpPr/>
          <p:nvPr/>
        </p:nvSpPr>
        <p:spPr>
          <a:xfrm>
            <a:off x="5607720" y="159444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7" name=""/>
          <p:cNvSpPr txBox="1"/>
          <p:nvPr/>
        </p:nvSpPr>
        <p:spPr>
          <a:xfrm>
            <a:off x="875160" y="1198440"/>
            <a:ext cx="26614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Resultaatstructuur Apothekersassistent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8" name=""/>
          <p:cNvSpPr txBox="1"/>
          <p:nvPr/>
        </p:nvSpPr>
        <p:spPr>
          <a:xfrm>
            <a:off x="992520" y="1555920"/>
            <a:ext cx="13874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Toetsonderdeel 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992520" y="1690560"/>
            <a:ext cx="22500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Praktijktoets baliegesprek (OSCE)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992520" y="1847880"/>
            <a:ext cx="38991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Voert baliegesprek en triage uit (werkprocesniveau)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1" name=""/>
          <p:cNvSpPr/>
          <p:nvPr/>
        </p:nvSpPr>
        <p:spPr>
          <a:xfrm>
            <a:off x="791640" y="2358000"/>
            <a:ext cx="4866480" cy="684720"/>
          </a:xfrm>
          <a:custGeom>
            <a:avLst/>
            <a:gdLst/>
            <a:ahLst/>
            <a:rect l="0" t="0" r="r" b="b"/>
            <a:pathLst>
              <a:path w="13518" h="1902">
                <a:moveTo>
                  <a:pt x="0" y="0"/>
                </a:moveTo>
                <a:lnTo>
                  <a:pt x="13518" y="0"/>
                </a:lnTo>
                <a:lnTo>
                  <a:pt x="13518" y="1902"/>
                </a:lnTo>
                <a:lnTo>
                  <a:pt x="0" y="1902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2" name=""/>
          <p:cNvSpPr/>
          <p:nvPr/>
        </p:nvSpPr>
        <p:spPr>
          <a:xfrm>
            <a:off x="787320" y="2354040"/>
            <a:ext cx="4875120" cy="693000"/>
          </a:xfrm>
          <a:custGeom>
            <a:avLst/>
            <a:gdLst/>
            <a:ahLst/>
            <a:rect l="0" t="0" r="r" b="b"/>
            <a:pathLst>
              <a:path w="13542" h="1925">
                <a:moveTo>
                  <a:pt x="198" y="0"/>
                </a:moveTo>
                <a:lnTo>
                  <a:pt x="314" y="0"/>
                </a:lnTo>
                <a:lnTo>
                  <a:pt x="314" y="23"/>
                </a:lnTo>
                <a:lnTo>
                  <a:pt x="198" y="23"/>
                </a:lnTo>
                <a:lnTo>
                  <a:pt x="198" y="0"/>
                </a:lnTo>
                <a:moveTo>
                  <a:pt x="384" y="0"/>
                </a:moveTo>
                <a:lnTo>
                  <a:pt x="500" y="0"/>
                </a:lnTo>
                <a:lnTo>
                  <a:pt x="500" y="23"/>
                </a:lnTo>
                <a:lnTo>
                  <a:pt x="384" y="23"/>
                </a:lnTo>
                <a:lnTo>
                  <a:pt x="384" y="0"/>
                </a:lnTo>
                <a:moveTo>
                  <a:pt x="569" y="0"/>
                </a:moveTo>
                <a:lnTo>
                  <a:pt x="685" y="0"/>
                </a:lnTo>
                <a:lnTo>
                  <a:pt x="685" y="23"/>
                </a:lnTo>
                <a:lnTo>
                  <a:pt x="569" y="23"/>
                </a:lnTo>
                <a:lnTo>
                  <a:pt x="569" y="0"/>
                </a:lnTo>
                <a:moveTo>
                  <a:pt x="755" y="0"/>
                </a:moveTo>
                <a:lnTo>
                  <a:pt x="871" y="0"/>
                </a:lnTo>
                <a:lnTo>
                  <a:pt x="871" y="23"/>
                </a:lnTo>
                <a:lnTo>
                  <a:pt x="755" y="23"/>
                </a:lnTo>
                <a:lnTo>
                  <a:pt x="755" y="0"/>
                </a:lnTo>
                <a:moveTo>
                  <a:pt x="941" y="0"/>
                </a:moveTo>
                <a:lnTo>
                  <a:pt x="1057" y="0"/>
                </a:lnTo>
                <a:lnTo>
                  <a:pt x="1057" y="23"/>
                </a:lnTo>
                <a:lnTo>
                  <a:pt x="941" y="23"/>
                </a:lnTo>
                <a:lnTo>
                  <a:pt x="941" y="0"/>
                </a:lnTo>
                <a:moveTo>
                  <a:pt x="1127" y="0"/>
                </a:moveTo>
                <a:lnTo>
                  <a:pt x="1243" y="0"/>
                </a:lnTo>
                <a:lnTo>
                  <a:pt x="1243" y="23"/>
                </a:lnTo>
                <a:lnTo>
                  <a:pt x="1127" y="23"/>
                </a:lnTo>
                <a:lnTo>
                  <a:pt x="1127" y="0"/>
                </a:lnTo>
                <a:moveTo>
                  <a:pt x="1313" y="0"/>
                </a:moveTo>
                <a:lnTo>
                  <a:pt x="1429" y="0"/>
                </a:lnTo>
                <a:lnTo>
                  <a:pt x="1429" y="23"/>
                </a:lnTo>
                <a:lnTo>
                  <a:pt x="1313" y="23"/>
                </a:lnTo>
                <a:lnTo>
                  <a:pt x="1313" y="0"/>
                </a:lnTo>
                <a:moveTo>
                  <a:pt x="1498" y="0"/>
                </a:moveTo>
                <a:lnTo>
                  <a:pt x="1614" y="0"/>
                </a:lnTo>
                <a:lnTo>
                  <a:pt x="1614" y="23"/>
                </a:lnTo>
                <a:lnTo>
                  <a:pt x="1498" y="23"/>
                </a:lnTo>
                <a:lnTo>
                  <a:pt x="1498" y="0"/>
                </a:lnTo>
                <a:moveTo>
                  <a:pt x="1684" y="0"/>
                </a:moveTo>
                <a:lnTo>
                  <a:pt x="1800" y="0"/>
                </a:lnTo>
                <a:lnTo>
                  <a:pt x="1800" y="23"/>
                </a:lnTo>
                <a:lnTo>
                  <a:pt x="1684" y="23"/>
                </a:lnTo>
                <a:lnTo>
                  <a:pt x="1684" y="0"/>
                </a:lnTo>
                <a:moveTo>
                  <a:pt x="1870" y="0"/>
                </a:moveTo>
                <a:lnTo>
                  <a:pt x="1986" y="0"/>
                </a:lnTo>
                <a:lnTo>
                  <a:pt x="1986" y="23"/>
                </a:lnTo>
                <a:lnTo>
                  <a:pt x="1870" y="23"/>
                </a:lnTo>
                <a:lnTo>
                  <a:pt x="1870" y="0"/>
                </a:lnTo>
                <a:moveTo>
                  <a:pt x="2056" y="0"/>
                </a:moveTo>
                <a:lnTo>
                  <a:pt x="2172" y="0"/>
                </a:lnTo>
                <a:lnTo>
                  <a:pt x="2172" y="23"/>
                </a:lnTo>
                <a:lnTo>
                  <a:pt x="2056" y="23"/>
                </a:lnTo>
                <a:lnTo>
                  <a:pt x="2056" y="0"/>
                </a:lnTo>
                <a:moveTo>
                  <a:pt x="2242" y="0"/>
                </a:moveTo>
                <a:lnTo>
                  <a:pt x="2358" y="0"/>
                </a:lnTo>
                <a:lnTo>
                  <a:pt x="2358" y="23"/>
                </a:lnTo>
                <a:lnTo>
                  <a:pt x="2242" y="23"/>
                </a:lnTo>
                <a:lnTo>
                  <a:pt x="2242" y="0"/>
                </a:lnTo>
                <a:moveTo>
                  <a:pt x="2427" y="0"/>
                </a:moveTo>
                <a:lnTo>
                  <a:pt x="2544" y="0"/>
                </a:lnTo>
                <a:lnTo>
                  <a:pt x="2544" y="23"/>
                </a:lnTo>
                <a:lnTo>
                  <a:pt x="2427" y="23"/>
                </a:lnTo>
                <a:lnTo>
                  <a:pt x="2427" y="0"/>
                </a:lnTo>
                <a:moveTo>
                  <a:pt x="2613" y="0"/>
                </a:moveTo>
                <a:lnTo>
                  <a:pt x="2729" y="0"/>
                </a:lnTo>
                <a:lnTo>
                  <a:pt x="2729" y="23"/>
                </a:lnTo>
                <a:lnTo>
                  <a:pt x="2613" y="23"/>
                </a:lnTo>
                <a:lnTo>
                  <a:pt x="2613" y="0"/>
                </a:lnTo>
                <a:moveTo>
                  <a:pt x="2799" y="0"/>
                </a:moveTo>
                <a:lnTo>
                  <a:pt x="2915" y="0"/>
                </a:lnTo>
                <a:lnTo>
                  <a:pt x="2915" y="23"/>
                </a:lnTo>
                <a:lnTo>
                  <a:pt x="2799" y="23"/>
                </a:lnTo>
                <a:lnTo>
                  <a:pt x="2799" y="0"/>
                </a:lnTo>
                <a:moveTo>
                  <a:pt x="2985" y="0"/>
                </a:moveTo>
                <a:lnTo>
                  <a:pt x="3101" y="0"/>
                </a:lnTo>
                <a:lnTo>
                  <a:pt x="3101" y="23"/>
                </a:lnTo>
                <a:lnTo>
                  <a:pt x="2985" y="23"/>
                </a:lnTo>
                <a:lnTo>
                  <a:pt x="2985" y="0"/>
                </a:lnTo>
                <a:moveTo>
                  <a:pt x="3171" y="0"/>
                </a:moveTo>
                <a:lnTo>
                  <a:pt x="3287" y="0"/>
                </a:lnTo>
                <a:lnTo>
                  <a:pt x="3287" y="23"/>
                </a:lnTo>
                <a:lnTo>
                  <a:pt x="3171" y="23"/>
                </a:lnTo>
                <a:lnTo>
                  <a:pt x="3171" y="0"/>
                </a:lnTo>
                <a:moveTo>
                  <a:pt x="3356" y="0"/>
                </a:moveTo>
                <a:lnTo>
                  <a:pt x="3473" y="0"/>
                </a:lnTo>
                <a:lnTo>
                  <a:pt x="3473" y="23"/>
                </a:lnTo>
                <a:lnTo>
                  <a:pt x="3356" y="23"/>
                </a:lnTo>
                <a:lnTo>
                  <a:pt x="3356" y="0"/>
                </a:lnTo>
                <a:moveTo>
                  <a:pt x="3542" y="0"/>
                </a:moveTo>
                <a:lnTo>
                  <a:pt x="3658" y="0"/>
                </a:lnTo>
                <a:lnTo>
                  <a:pt x="3658" y="23"/>
                </a:lnTo>
                <a:lnTo>
                  <a:pt x="3542" y="23"/>
                </a:lnTo>
                <a:lnTo>
                  <a:pt x="3542" y="0"/>
                </a:lnTo>
                <a:moveTo>
                  <a:pt x="3728" y="0"/>
                </a:moveTo>
                <a:lnTo>
                  <a:pt x="3844" y="0"/>
                </a:lnTo>
                <a:lnTo>
                  <a:pt x="3844" y="23"/>
                </a:lnTo>
                <a:lnTo>
                  <a:pt x="3728" y="23"/>
                </a:lnTo>
                <a:lnTo>
                  <a:pt x="3728" y="0"/>
                </a:lnTo>
                <a:moveTo>
                  <a:pt x="3914" y="0"/>
                </a:moveTo>
                <a:lnTo>
                  <a:pt x="4030" y="0"/>
                </a:lnTo>
                <a:lnTo>
                  <a:pt x="4030" y="23"/>
                </a:lnTo>
                <a:lnTo>
                  <a:pt x="3914" y="23"/>
                </a:lnTo>
                <a:lnTo>
                  <a:pt x="3914" y="0"/>
                </a:lnTo>
                <a:moveTo>
                  <a:pt x="4100" y="0"/>
                </a:moveTo>
                <a:lnTo>
                  <a:pt x="4216" y="0"/>
                </a:lnTo>
                <a:lnTo>
                  <a:pt x="4216" y="23"/>
                </a:lnTo>
                <a:lnTo>
                  <a:pt x="4100" y="23"/>
                </a:lnTo>
                <a:lnTo>
                  <a:pt x="4100" y="0"/>
                </a:lnTo>
                <a:moveTo>
                  <a:pt x="4285" y="0"/>
                </a:moveTo>
                <a:lnTo>
                  <a:pt x="4402" y="0"/>
                </a:lnTo>
                <a:lnTo>
                  <a:pt x="4402" y="23"/>
                </a:lnTo>
                <a:lnTo>
                  <a:pt x="4285" y="23"/>
                </a:lnTo>
                <a:lnTo>
                  <a:pt x="4285" y="0"/>
                </a:lnTo>
                <a:moveTo>
                  <a:pt x="4471" y="0"/>
                </a:moveTo>
                <a:lnTo>
                  <a:pt x="4588" y="0"/>
                </a:lnTo>
                <a:lnTo>
                  <a:pt x="4588" y="23"/>
                </a:lnTo>
                <a:lnTo>
                  <a:pt x="4471" y="23"/>
                </a:lnTo>
                <a:lnTo>
                  <a:pt x="4471" y="0"/>
                </a:lnTo>
                <a:moveTo>
                  <a:pt x="4658" y="0"/>
                </a:moveTo>
                <a:lnTo>
                  <a:pt x="4774" y="0"/>
                </a:lnTo>
                <a:lnTo>
                  <a:pt x="4774" y="23"/>
                </a:lnTo>
                <a:lnTo>
                  <a:pt x="4658" y="23"/>
                </a:lnTo>
                <a:lnTo>
                  <a:pt x="4658" y="0"/>
                </a:lnTo>
                <a:moveTo>
                  <a:pt x="4844" y="0"/>
                </a:moveTo>
                <a:lnTo>
                  <a:pt x="4960" y="0"/>
                </a:lnTo>
                <a:lnTo>
                  <a:pt x="4960" y="23"/>
                </a:lnTo>
                <a:lnTo>
                  <a:pt x="4844" y="23"/>
                </a:lnTo>
                <a:lnTo>
                  <a:pt x="4844" y="0"/>
                </a:lnTo>
                <a:moveTo>
                  <a:pt x="5030" y="0"/>
                </a:moveTo>
                <a:lnTo>
                  <a:pt x="5146" y="0"/>
                </a:lnTo>
                <a:lnTo>
                  <a:pt x="5146" y="23"/>
                </a:lnTo>
                <a:lnTo>
                  <a:pt x="5030" y="23"/>
                </a:lnTo>
                <a:lnTo>
                  <a:pt x="5030" y="0"/>
                </a:lnTo>
                <a:moveTo>
                  <a:pt x="5215" y="0"/>
                </a:moveTo>
                <a:lnTo>
                  <a:pt x="5332" y="0"/>
                </a:lnTo>
                <a:lnTo>
                  <a:pt x="5332" y="23"/>
                </a:lnTo>
                <a:lnTo>
                  <a:pt x="5215" y="23"/>
                </a:lnTo>
                <a:lnTo>
                  <a:pt x="5215" y="0"/>
                </a:lnTo>
                <a:moveTo>
                  <a:pt x="5401" y="0"/>
                </a:moveTo>
                <a:lnTo>
                  <a:pt x="5517" y="0"/>
                </a:lnTo>
                <a:lnTo>
                  <a:pt x="5517" y="23"/>
                </a:lnTo>
                <a:lnTo>
                  <a:pt x="5401" y="23"/>
                </a:lnTo>
                <a:lnTo>
                  <a:pt x="5401" y="0"/>
                </a:lnTo>
                <a:moveTo>
                  <a:pt x="5587" y="0"/>
                </a:moveTo>
                <a:lnTo>
                  <a:pt x="5703" y="0"/>
                </a:lnTo>
                <a:lnTo>
                  <a:pt x="5703" y="23"/>
                </a:lnTo>
                <a:lnTo>
                  <a:pt x="5587" y="23"/>
                </a:lnTo>
                <a:lnTo>
                  <a:pt x="5587" y="0"/>
                </a:lnTo>
                <a:moveTo>
                  <a:pt x="5773" y="0"/>
                </a:moveTo>
                <a:lnTo>
                  <a:pt x="5889" y="0"/>
                </a:lnTo>
                <a:lnTo>
                  <a:pt x="5889" y="23"/>
                </a:lnTo>
                <a:lnTo>
                  <a:pt x="5773" y="23"/>
                </a:lnTo>
                <a:lnTo>
                  <a:pt x="5773" y="0"/>
                </a:lnTo>
                <a:moveTo>
                  <a:pt x="5959" y="0"/>
                </a:moveTo>
                <a:lnTo>
                  <a:pt x="6075" y="0"/>
                </a:lnTo>
                <a:lnTo>
                  <a:pt x="6075" y="23"/>
                </a:lnTo>
                <a:lnTo>
                  <a:pt x="5959" y="23"/>
                </a:lnTo>
                <a:lnTo>
                  <a:pt x="5959" y="0"/>
                </a:lnTo>
                <a:moveTo>
                  <a:pt x="6145" y="0"/>
                </a:moveTo>
                <a:lnTo>
                  <a:pt x="6261" y="0"/>
                </a:lnTo>
                <a:lnTo>
                  <a:pt x="6261" y="23"/>
                </a:lnTo>
                <a:lnTo>
                  <a:pt x="6145" y="23"/>
                </a:lnTo>
                <a:lnTo>
                  <a:pt x="6145" y="0"/>
                </a:lnTo>
                <a:moveTo>
                  <a:pt x="6330" y="0"/>
                </a:moveTo>
                <a:lnTo>
                  <a:pt x="6446" y="0"/>
                </a:lnTo>
                <a:lnTo>
                  <a:pt x="6446" y="23"/>
                </a:lnTo>
                <a:lnTo>
                  <a:pt x="6330" y="23"/>
                </a:lnTo>
                <a:lnTo>
                  <a:pt x="6330" y="0"/>
                </a:lnTo>
                <a:moveTo>
                  <a:pt x="6516" y="0"/>
                </a:moveTo>
                <a:lnTo>
                  <a:pt x="6632" y="0"/>
                </a:lnTo>
                <a:lnTo>
                  <a:pt x="6632" y="23"/>
                </a:lnTo>
                <a:lnTo>
                  <a:pt x="6516" y="23"/>
                </a:lnTo>
                <a:lnTo>
                  <a:pt x="6516" y="0"/>
                </a:lnTo>
                <a:moveTo>
                  <a:pt x="6702" y="0"/>
                </a:moveTo>
                <a:lnTo>
                  <a:pt x="6818" y="0"/>
                </a:lnTo>
                <a:lnTo>
                  <a:pt x="6818" y="23"/>
                </a:lnTo>
                <a:lnTo>
                  <a:pt x="6702" y="23"/>
                </a:lnTo>
                <a:lnTo>
                  <a:pt x="6702" y="0"/>
                </a:lnTo>
                <a:moveTo>
                  <a:pt x="6888" y="0"/>
                </a:moveTo>
                <a:lnTo>
                  <a:pt x="7004" y="0"/>
                </a:lnTo>
                <a:lnTo>
                  <a:pt x="7004" y="23"/>
                </a:lnTo>
                <a:lnTo>
                  <a:pt x="6888" y="23"/>
                </a:lnTo>
                <a:lnTo>
                  <a:pt x="6888" y="0"/>
                </a:lnTo>
                <a:moveTo>
                  <a:pt x="7074" y="0"/>
                </a:moveTo>
                <a:lnTo>
                  <a:pt x="7190" y="0"/>
                </a:lnTo>
                <a:lnTo>
                  <a:pt x="7190" y="23"/>
                </a:lnTo>
                <a:lnTo>
                  <a:pt x="7074" y="23"/>
                </a:lnTo>
                <a:lnTo>
                  <a:pt x="7074" y="0"/>
                </a:lnTo>
                <a:moveTo>
                  <a:pt x="7259" y="0"/>
                </a:moveTo>
                <a:lnTo>
                  <a:pt x="7375" y="0"/>
                </a:lnTo>
                <a:lnTo>
                  <a:pt x="7375" y="23"/>
                </a:lnTo>
                <a:lnTo>
                  <a:pt x="7259" y="23"/>
                </a:lnTo>
                <a:lnTo>
                  <a:pt x="7259" y="0"/>
                </a:lnTo>
                <a:moveTo>
                  <a:pt x="7445" y="0"/>
                </a:moveTo>
                <a:lnTo>
                  <a:pt x="7561" y="0"/>
                </a:lnTo>
                <a:lnTo>
                  <a:pt x="7561" y="23"/>
                </a:lnTo>
                <a:lnTo>
                  <a:pt x="7445" y="23"/>
                </a:lnTo>
                <a:lnTo>
                  <a:pt x="7445" y="0"/>
                </a:lnTo>
                <a:moveTo>
                  <a:pt x="7631" y="0"/>
                </a:moveTo>
                <a:lnTo>
                  <a:pt x="7747" y="0"/>
                </a:lnTo>
                <a:lnTo>
                  <a:pt x="7747" y="23"/>
                </a:lnTo>
                <a:lnTo>
                  <a:pt x="7631" y="23"/>
                </a:lnTo>
                <a:lnTo>
                  <a:pt x="7631" y="0"/>
                </a:lnTo>
                <a:moveTo>
                  <a:pt x="7817" y="0"/>
                </a:moveTo>
                <a:lnTo>
                  <a:pt x="7933" y="0"/>
                </a:lnTo>
                <a:lnTo>
                  <a:pt x="7933" y="23"/>
                </a:lnTo>
                <a:lnTo>
                  <a:pt x="7817" y="23"/>
                </a:lnTo>
                <a:lnTo>
                  <a:pt x="7817" y="0"/>
                </a:lnTo>
                <a:moveTo>
                  <a:pt x="8003" y="0"/>
                </a:moveTo>
                <a:lnTo>
                  <a:pt x="8119" y="0"/>
                </a:lnTo>
                <a:lnTo>
                  <a:pt x="8119" y="23"/>
                </a:lnTo>
                <a:lnTo>
                  <a:pt x="8003" y="23"/>
                </a:lnTo>
                <a:lnTo>
                  <a:pt x="8003" y="0"/>
                </a:lnTo>
                <a:moveTo>
                  <a:pt x="8188" y="0"/>
                </a:moveTo>
                <a:lnTo>
                  <a:pt x="8305" y="0"/>
                </a:lnTo>
                <a:lnTo>
                  <a:pt x="8305" y="23"/>
                </a:lnTo>
                <a:lnTo>
                  <a:pt x="8188" y="23"/>
                </a:lnTo>
                <a:lnTo>
                  <a:pt x="8188" y="0"/>
                </a:lnTo>
                <a:moveTo>
                  <a:pt x="8374" y="0"/>
                </a:moveTo>
                <a:lnTo>
                  <a:pt x="8490" y="0"/>
                </a:lnTo>
                <a:lnTo>
                  <a:pt x="8490" y="23"/>
                </a:lnTo>
                <a:lnTo>
                  <a:pt x="8374" y="23"/>
                </a:lnTo>
                <a:lnTo>
                  <a:pt x="8374" y="0"/>
                </a:lnTo>
                <a:moveTo>
                  <a:pt x="8560" y="0"/>
                </a:moveTo>
                <a:lnTo>
                  <a:pt x="8676" y="0"/>
                </a:lnTo>
                <a:lnTo>
                  <a:pt x="8676" y="23"/>
                </a:lnTo>
                <a:lnTo>
                  <a:pt x="8560" y="23"/>
                </a:lnTo>
                <a:lnTo>
                  <a:pt x="8560" y="0"/>
                </a:lnTo>
                <a:moveTo>
                  <a:pt x="8746" y="0"/>
                </a:moveTo>
                <a:lnTo>
                  <a:pt x="8862" y="0"/>
                </a:lnTo>
                <a:lnTo>
                  <a:pt x="8862" y="23"/>
                </a:lnTo>
                <a:lnTo>
                  <a:pt x="8746" y="23"/>
                </a:lnTo>
                <a:lnTo>
                  <a:pt x="8746" y="0"/>
                </a:lnTo>
                <a:moveTo>
                  <a:pt x="8932" y="0"/>
                </a:moveTo>
                <a:lnTo>
                  <a:pt x="9048" y="0"/>
                </a:lnTo>
                <a:lnTo>
                  <a:pt x="9048" y="23"/>
                </a:lnTo>
                <a:lnTo>
                  <a:pt x="8932" y="23"/>
                </a:lnTo>
                <a:lnTo>
                  <a:pt x="8932" y="0"/>
                </a:lnTo>
                <a:moveTo>
                  <a:pt x="9117" y="0"/>
                </a:moveTo>
                <a:lnTo>
                  <a:pt x="9234" y="0"/>
                </a:lnTo>
                <a:lnTo>
                  <a:pt x="9234" y="23"/>
                </a:lnTo>
                <a:lnTo>
                  <a:pt x="9117" y="23"/>
                </a:lnTo>
                <a:lnTo>
                  <a:pt x="9117" y="0"/>
                </a:lnTo>
                <a:moveTo>
                  <a:pt x="9303" y="0"/>
                </a:moveTo>
                <a:lnTo>
                  <a:pt x="9419" y="0"/>
                </a:lnTo>
                <a:lnTo>
                  <a:pt x="9419" y="23"/>
                </a:lnTo>
                <a:lnTo>
                  <a:pt x="9303" y="23"/>
                </a:lnTo>
                <a:lnTo>
                  <a:pt x="9303" y="0"/>
                </a:lnTo>
                <a:moveTo>
                  <a:pt x="9489" y="0"/>
                </a:moveTo>
                <a:lnTo>
                  <a:pt x="9605" y="0"/>
                </a:lnTo>
                <a:lnTo>
                  <a:pt x="9605" y="23"/>
                </a:lnTo>
                <a:lnTo>
                  <a:pt x="9489" y="23"/>
                </a:lnTo>
                <a:lnTo>
                  <a:pt x="9489" y="0"/>
                </a:lnTo>
                <a:moveTo>
                  <a:pt x="9675" y="0"/>
                </a:moveTo>
                <a:lnTo>
                  <a:pt x="9791" y="0"/>
                </a:lnTo>
                <a:lnTo>
                  <a:pt x="9791" y="23"/>
                </a:lnTo>
                <a:lnTo>
                  <a:pt x="9675" y="23"/>
                </a:lnTo>
                <a:lnTo>
                  <a:pt x="9675" y="0"/>
                </a:lnTo>
                <a:moveTo>
                  <a:pt x="9861" y="0"/>
                </a:moveTo>
                <a:lnTo>
                  <a:pt x="9977" y="0"/>
                </a:lnTo>
                <a:lnTo>
                  <a:pt x="9977" y="23"/>
                </a:lnTo>
                <a:lnTo>
                  <a:pt x="9861" y="23"/>
                </a:lnTo>
                <a:lnTo>
                  <a:pt x="9861" y="0"/>
                </a:lnTo>
                <a:moveTo>
                  <a:pt x="10046" y="0"/>
                </a:moveTo>
                <a:lnTo>
                  <a:pt x="10163" y="0"/>
                </a:lnTo>
                <a:lnTo>
                  <a:pt x="10163" y="23"/>
                </a:lnTo>
                <a:lnTo>
                  <a:pt x="10046" y="23"/>
                </a:lnTo>
                <a:lnTo>
                  <a:pt x="10046" y="0"/>
                </a:lnTo>
                <a:moveTo>
                  <a:pt x="10232" y="0"/>
                </a:moveTo>
                <a:lnTo>
                  <a:pt x="10348" y="0"/>
                </a:lnTo>
                <a:lnTo>
                  <a:pt x="10348" y="23"/>
                </a:lnTo>
                <a:lnTo>
                  <a:pt x="10232" y="23"/>
                </a:lnTo>
                <a:lnTo>
                  <a:pt x="10232" y="0"/>
                </a:lnTo>
                <a:moveTo>
                  <a:pt x="10418" y="0"/>
                </a:moveTo>
                <a:lnTo>
                  <a:pt x="10534" y="0"/>
                </a:lnTo>
                <a:lnTo>
                  <a:pt x="10534" y="23"/>
                </a:lnTo>
                <a:lnTo>
                  <a:pt x="10418" y="23"/>
                </a:lnTo>
                <a:lnTo>
                  <a:pt x="10418" y="0"/>
                </a:lnTo>
                <a:moveTo>
                  <a:pt x="10604" y="0"/>
                </a:moveTo>
                <a:lnTo>
                  <a:pt x="10720" y="0"/>
                </a:lnTo>
                <a:lnTo>
                  <a:pt x="10720" y="23"/>
                </a:lnTo>
                <a:lnTo>
                  <a:pt x="10604" y="23"/>
                </a:lnTo>
                <a:lnTo>
                  <a:pt x="10604" y="0"/>
                </a:lnTo>
                <a:moveTo>
                  <a:pt x="10790" y="0"/>
                </a:moveTo>
                <a:lnTo>
                  <a:pt x="10906" y="0"/>
                </a:lnTo>
                <a:lnTo>
                  <a:pt x="10906" y="23"/>
                </a:lnTo>
                <a:lnTo>
                  <a:pt x="10790" y="23"/>
                </a:lnTo>
                <a:lnTo>
                  <a:pt x="10790" y="0"/>
                </a:lnTo>
                <a:moveTo>
                  <a:pt x="10976" y="0"/>
                </a:moveTo>
                <a:lnTo>
                  <a:pt x="11092" y="0"/>
                </a:lnTo>
                <a:lnTo>
                  <a:pt x="11092" y="23"/>
                </a:lnTo>
                <a:lnTo>
                  <a:pt x="10976" y="23"/>
                </a:lnTo>
                <a:lnTo>
                  <a:pt x="10976" y="0"/>
                </a:lnTo>
                <a:moveTo>
                  <a:pt x="11161" y="0"/>
                </a:moveTo>
                <a:lnTo>
                  <a:pt x="11277" y="0"/>
                </a:lnTo>
                <a:lnTo>
                  <a:pt x="11277" y="23"/>
                </a:lnTo>
                <a:lnTo>
                  <a:pt x="11161" y="23"/>
                </a:lnTo>
                <a:lnTo>
                  <a:pt x="11161" y="0"/>
                </a:lnTo>
                <a:moveTo>
                  <a:pt x="11347" y="0"/>
                </a:moveTo>
                <a:lnTo>
                  <a:pt x="11463" y="0"/>
                </a:lnTo>
                <a:lnTo>
                  <a:pt x="11463" y="23"/>
                </a:lnTo>
                <a:lnTo>
                  <a:pt x="11347" y="23"/>
                </a:lnTo>
                <a:lnTo>
                  <a:pt x="11347" y="0"/>
                </a:lnTo>
                <a:moveTo>
                  <a:pt x="11533" y="0"/>
                </a:moveTo>
                <a:lnTo>
                  <a:pt x="11649" y="0"/>
                </a:lnTo>
                <a:lnTo>
                  <a:pt x="11649" y="23"/>
                </a:lnTo>
                <a:lnTo>
                  <a:pt x="11533" y="23"/>
                </a:lnTo>
                <a:lnTo>
                  <a:pt x="11533" y="0"/>
                </a:lnTo>
                <a:moveTo>
                  <a:pt x="11719" y="0"/>
                </a:moveTo>
                <a:lnTo>
                  <a:pt x="11835" y="0"/>
                </a:lnTo>
                <a:lnTo>
                  <a:pt x="11835" y="23"/>
                </a:lnTo>
                <a:lnTo>
                  <a:pt x="11719" y="23"/>
                </a:lnTo>
                <a:lnTo>
                  <a:pt x="11719" y="0"/>
                </a:lnTo>
                <a:moveTo>
                  <a:pt x="11905" y="0"/>
                </a:moveTo>
                <a:lnTo>
                  <a:pt x="12021" y="0"/>
                </a:lnTo>
                <a:lnTo>
                  <a:pt x="12021" y="23"/>
                </a:lnTo>
                <a:lnTo>
                  <a:pt x="11905" y="23"/>
                </a:lnTo>
                <a:lnTo>
                  <a:pt x="11905" y="0"/>
                </a:lnTo>
                <a:moveTo>
                  <a:pt x="12090" y="0"/>
                </a:moveTo>
                <a:lnTo>
                  <a:pt x="12206" y="0"/>
                </a:lnTo>
                <a:lnTo>
                  <a:pt x="12206" y="23"/>
                </a:lnTo>
                <a:lnTo>
                  <a:pt x="12090" y="23"/>
                </a:lnTo>
                <a:lnTo>
                  <a:pt x="12090" y="0"/>
                </a:lnTo>
                <a:moveTo>
                  <a:pt x="12276" y="0"/>
                </a:moveTo>
                <a:lnTo>
                  <a:pt x="12392" y="0"/>
                </a:lnTo>
                <a:lnTo>
                  <a:pt x="12392" y="23"/>
                </a:lnTo>
                <a:lnTo>
                  <a:pt x="12276" y="23"/>
                </a:lnTo>
                <a:lnTo>
                  <a:pt x="12276" y="0"/>
                </a:lnTo>
                <a:moveTo>
                  <a:pt x="12462" y="0"/>
                </a:moveTo>
                <a:lnTo>
                  <a:pt x="12578" y="0"/>
                </a:lnTo>
                <a:lnTo>
                  <a:pt x="12578" y="23"/>
                </a:lnTo>
                <a:lnTo>
                  <a:pt x="12462" y="23"/>
                </a:lnTo>
                <a:lnTo>
                  <a:pt x="12462" y="0"/>
                </a:lnTo>
                <a:moveTo>
                  <a:pt x="12648" y="0"/>
                </a:moveTo>
                <a:lnTo>
                  <a:pt x="12764" y="0"/>
                </a:lnTo>
                <a:lnTo>
                  <a:pt x="12764" y="23"/>
                </a:lnTo>
                <a:lnTo>
                  <a:pt x="12648" y="23"/>
                </a:lnTo>
                <a:lnTo>
                  <a:pt x="12648" y="0"/>
                </a:lnTo>
                <a:moveTo>
                  <a:pt x="12834" y="0"/>
                </a:moveTo>
                <a:lnTo>
                  <a:pt x="12950" y="0"/>
                </a:lnTo>
                <a:lnTo>
                  <a:pt x="12950" y="23"/>
                </a:lnTo>
                <a:lnTo>
                  <a:pt x="12834" y="23"/>
                </a:lnTo>
                <a:lnTo>
                  <a:pt x="12834" y="0"/>
                </a:lnTo>
                <a:moveTo>
                  <a:pt x="13019" y="0"/>
                </a:moveTo>
                <a:lnTo>
                  <a:pt x="13136" y="0"/>
                </a:lnTo>
                <a:lnTo>
                  <a:pt x="13136" y="23"/>
                </a:lnTo>
                <a:lnTo>
                  <a:pt x="13019" y="23"/>
                </a:lnTo>
                <a:lnTo>
                  <a:pt x="13019" y="0"/>
                </a:lnTo>
                <a:moveTo>
                  <a:pt x="13205" y="0"/>
                </a:moveTo>
                <a:lnTo>
                  <a:pt x="13321" y="0"/>
                </a:lnTo>
                <a:lnTo>
                  <a:pt x="13321" y="23"/>
                </a:lnTo>
                <a:lnTo>
                  <a:pt x="13205" y="23"/>
                </a:lnTo>
                <a:lnTo>
                  <a:pt x="13205" y="0"/>
                </a:lnTo>
                <a:moveTo>
                  <a:pt x="13391" y="0"/>
                </a:moveTo>
                <a:lnTo>
                  <a:pt x="13507" y="0"/>
                </a:lnTo>
                <a:lnTo>
                  <a:pt x="13507" y="23"/>
                </a:lnTo>
                <a:lnTo>
                  <a:pt x="13391" y="23"/>
                </a:lnTo>
                <a:lnTo>
                  <a:pt x="13391" y="0"/>
                </a:lnTo>
                <a:moveTo>
                  <a:pt x="13542" y="58"/>
                </a:moveTo>
                <a:lnTo>
                  <a:pt x="13542" y="173"/>
                </a:lnTo>
                <a:lnTo>
                  <a:pt x="13519" y="173"/>
                </a:lnTo>
                <a:lnTo>
                  <a:pt x="13519" y="58"/>
                </a:lnTo>
                <a:lnTo>
                  <a:pt x="13542" y="58"/>
                </a:lnTo>
                <a:moveTo>
                  <a:pt x="13542" y="244"/>
                </a:moveTo>
                <a:lnTo>
                  <a:pt x="13542" y="360"/>
                </a:lnTo>
                <a:lnTo>
                  <a:pt x="13519" y="360"/>
                </a:lnTo>
                <a:lnTo>
                  <a:pt x="13519" y="244"/>
                </a:lnTo>
                <a:lnTo>
                  <a:pt x="13542" y="244"/>
                </a:lnTo>
                <a:moveTo>
                  <a:pt x="13542" y="429"/>
                </a:moveTo>
                <a:lnTo>
                  <a:pt x="13542" y="545"/>
                </a:lnTo>
                <a:lnTo>
                  <a:pt x="13519" y="545"/>
                </a:lnTo>
                <a:lnTo>
                  <a:pt x="13519" y="429"/>
                </a:lnTo>
                <a:lnTo>
                  <a:pt x="13542" y="429"/>
                </a:lnTo>
                <a:moveTo>
                  <a:pt x="13542" y="615"/>
                </a:moveTo>
                <a:lnTo>
                  <a:pt x="13542" y="731"/>
                </a:lnTo>
                <a:lnTo>
                  <a:pt x="13519" y="731"/>
                </a:lnTo>
                <a:lnTo>
                  <a:pt x="13519" y="615"/>
                </a:lnTo>
                <a:lnTo>
                  <a:pt x="13542" y="615"/>
                </a:lnTo>
                <a:moveTo>
                  <a:pt x="13542" y="800"/>
                </a:moveTo>
                <a:lnTo>
                  <a:pt x="13542" y="916"/>
                </a:lnTo>
                <a:lnTo>
                  <a:pt x="13519" y="916"/>
                </a:lnTo>
                <a:lnTo>
                  <a:pt x="13519" y="800"/>
                </a:lnTo>
                <a:lnTo>
                  <a:pt x="13542" y="800"/>
                </a:lnTo>
                <a:moveTo>
                  <a:pt x="13542" y="986"/>
                </a:moveTo>
                <a:lnTo>
                  <a:pt x="13542" y="1102"/>
                </a:lnTo>
                <a:lnTo>
                  <a:pt x="13519" y="1102"/>
                </a:lnTo>
                <a:lnTo>
                  <a:pt x="13519" y="986"/>
                </a:lnTo>
                <a:lnTo>
                  <a:pt x="13542" y="986"/>
                </a:lnTo>
                <a:moveTo>
                  <a:pt x="13542" y="1171"/>
                </a:moveTo>
                <a:lnTo>
                  <a:pt x="13542" y="1287"/>
                </a:lnTo>
                <a:lnTo>
                  <a:pt x="13519" y="1287"/>
                </a:lnTo>
                <a:lnTo>
                  <a:pt x="13519" y="1171"/>
                </a:lnTo>
                <a:lnTo>
                  <a:pt x="13542" y="1171"/>
                </a:lnTo>
                <a:moveTo>
                  <a:pt x="13542" y="1357"/>
                </a:moveTo>
                <a:lnTo>
                  <a:pt x="13542" y="1473"/>
                </a:lnTo>
                <a:lnTo>
                  <a:pt x="13519" y="1473"/>
                </a:lnTo>
                <a:lnTo>
                  <a:pt x="13519" y="1357"/>
                </a:lnTo>
                <a:lnTo>
                  <a:pt x="13542" y="1357"/>
                </a:lnTo>
                <a:moveTo>
                  <a:pt x="13542" y="1542"/>
                </a:moveTo>
                <a:lnTo>
                  <a:pt x="13542" y="1658"/>
                </a:lnTo>
                <a:lnTo>
                  <a:pt x="13519" y="1658"/>
                </a:lnTo>
                <a:lnTo>
                  <a:pt x="13519" y="1542"/>
                </a:lnTo>
                <a:lnTo>
                  <a:pt x="13542" y="1542"/>
                </a:lnTo>
                <a:moveTo>
                  <a:pt x="13542" y="1728"/>
                </a:moveTo>
                <a:lnTo>
                  <a:pt x="13542" y="1844"/>
                </a:lnTo>
                <a:lnTo>
                  <a:pt x="13519" y="1844"/>
                </a:lnTo>
                <a:lnTo>
                  <a:pt x="13519" y="1728"/>
                </a:lnTo>
                <a:lnTo>
                  <a:pt x="13542" y="1728"/>
                </a:lnTo>
                <a:moveTo>
                  <a:pt x="13530" y="1925"/>
                </a:moveTo>
                <a:lnTo>
                  <a:pt x="13414" y="1925"/>
                </a:lnTo>
                <a:lnTo>
                  <a:pt x="13414" y="1902"/>
                </a:lnTo>
                <a:lnTo>
                  <a:pt x="13530" y="1902"/>
                </a:lnTo>
                <a:lnTo>
                  <a:pt x="13530" y="1925"/>
                </a:lnTo>
                <a:moveTo>
                  <a:pt x="13345" y="1925"/>
                </a:moveTo>
                <a:lnTo>
                  <a:pt x="13228" y="1925"/>
                </a:lnTo>
                <a:lnTo>
                  <a:pt x="13228" y="1902"/>
                </a:lnTo>
                <a:lnTo>
                  <a:pt x="13345" y="1902"/>
                </a:lnTo>
                <a:lnTo>
                  <a:pt x="13345" y="1925"/>
                </a:lnTo>
                <a:moveTo>
                  <a:pt x="13159" y="1925"/>
                </a:moveTo>
                <a:lnTo>
                  <a:pt x="13043" y="1925"/>
                </a:lnTo>
                <a:lnTo>
                  <a:pt x="13043" y="1902"/>
                </a:lnTo>
                <a:lnTo>
                  <a:pt x="13159" y="1902"/>
                </a:lnTo>
                <a:lnTo>
                  <a:pt x="13159" y="1925"/>
                </a:lnTo>
                <a:moveTo>
                  <a:pt x="12973" y="1925"/>
                </a:moveTo>
                <a:lnTo>
                  <a:pt x="12857" y="1925"/>
                </a:lnTo>
                <a:lnTo>
                  <a:pt x="12857" y="1902"/>
                </a:lnTo>
                <a:lnTo>
                  <a:pt x="12973" y="1902"/>
                </a:lnTo>
                <a:lnTo>
                  <a:pt x="12973" y="1925"/>
                </a:lnTo>
                <a:moveTo>
                  <a:pt x="12787" y="1925"/>
                </a:moveTo>
                <a:lnTo>
                  <a:pt x="12671" y="1925"/>
                </a:lnTo>
                <a:lnTo>
                  <a:pt x="12671" y="1902"/>
                </a:lnTo>
                <a:lnTo>
                  <a:pt x="12787" y="1902"/>
                </a:lnTo>
                <a:lnTo>
                  <a:pt x="12787" y="1925"/>
                </a:lnTo>
                <a:moveTo>
                  <a:pt x="12601" y="1925"/>
                </a:moveTo>
                <a:lnTo>
                  <a:pt x="12485" y="1925"/>
                </a:lnTo>
                <a:lnTo>
                  <a:pt x="12485" y="1902"/>
                </a:lnTo>
                <a:lnTo>
                  <a:pt x="12601" y="1902"/>
                </a:lnTo>
                <a:lnTo>
                  <a:pt x="12601" y="1925"/>
                </a:lnTo>
                <a:moveTo>
                  <a:pt x="12416" y="1925"/>
                </a:moveTo>
                <a:lnTo>
                  <a:pt x="12299" y="1925"/>
                </a:lnTo>
                <a:lnTo>
                  <a:pt x="12299" y="1902"/>
                </a:lnTo>
                <a:lnTo>
                  <a:pt x="12416" y="1902"/>
                </a:lnTo>
                <a:lnTo>
                  <a:pt x="12416" y="1925"/>
                </a:lnTo>
                <a:moveTo>
                  <a:pt x="12230" y="1925"/>
                </a:moveTo>
                <a:lnTo>
                  <a:pt x="12114" y="1925"/>
                </a:lnTo>
                <a:lnTo>
                  <a:pt x="12114" y="1902"/>
                </a:lnTo>
                <a:lnTo>
                  <a:pt x="12230" y="1902"/>
                </a:lnTo>
                <a:lnTo>
                  <a:pt x="12230" y="1925"/>
                </a:lnTo>
                <a:moveTo>
                  <a:pt x="12044" y="1925"/>
                </a:moveTo>
                <a:lnTo>
                  <a:pt x="11928" y="1925"/>
                </a:lnTo>
                <a:lnTo>
                  <a:pt x="11928" y="1902"/>
                </a:lnTo>
                <a:lnTo>
                  <a:pt x="12044" y="1902"/>
                </a:lnTo>
                <a:lnTo>
                  <a:pt x="12044" y="1925"/>
                </a:lnTo>
                <a:moveTo>
                  <a:pt x="11858" y="1925"/>
                </a:moveTo>
                <a:lnTo>
                  <a:pt x="11742" y="1925"/>
                </a:lnTo>
                <a:lnTo>
                  <a:pt x="11742" y="1902"/>
                </a:lnTo>
                <a:lnTo>
                  <a:pt x="11858" y="1902"/>
                </a:lnTo>
                <a:lnTo>
                  <a:pt x="11858" y="1925"/>
                </a:lnTo>
                <a:moveTo>
                  <a:pt x="11672" y="1925"/>
                </a:moveTo>
                <a:lnTo>
                  <a:pt x="11556" y="1925"/>
                </a:lnTo>
                <a:lnTo>
                  <a:pt x="11556" y="1902"/>
                </a:lnTo>
                <a:lnTo>
                  <a:pt x="11672" y="1902"/>
                </a:lnTo>
                <a:lnTo>
                  <a:pt x="11672" y="1925"/>
                </a:lnTo>
                <a:moveTo>
                  <a:pt x="11486" y="1925"/>
                </a:moveTo>
                <a:lnTo>
                  <a:pt x="11370" y="1925"/>
                </a:lnTo>
                <a:lnTo>
                  <a:pt x="11370" y="1902"/>
                </a:lnTo>
                <a:lnTo>
                  <a:pt x="11486" y="1902"/>
                </a:lnTo>
                <a:lnTo>
                  <a:pt x="11486" y="1925"/>
                </a:lnTo>
                <a:moveTo>
                  <a:pt x="11301" y="1925"/>
                </a:moveTo>
                <a:lnTo>
                  <a:pt x="11185" y="1925"/>
                </a:lnTo>
                <a:lnTo>
                  <a:pt x="11185" y="1902"/>
                </a:lnTo>
                <a:lnTo>
                  <a:pt x="11301" y="1902"/>
                </a:lnTo>
                <a:lnTo>
                  <a:pt x="11301" y="1925"/>
                </a:lnTo>
                <a:moveTo>
                  <a:pt x="11115" y="1925"/>
                </a:moveTo>
                <a:lnTo>
                  <a:pt x="10999" y="1925"/>
                </a:lnTo>
                <a:lnTo>
                  <a:pt x="10999" y="1902"/>
                </a:lnTo>
                <a:lnTo>
                  <a:pt x="11115" y="1902"/>
                </a:lnTo>
                <a:lnTo>
                  <a:pt x="11115" y="1925"/>
                </a:lnTo>
                <a:moveTo>
                  <a:pt x="10929" y="1925"/>
                </a:moveTo>
                <a:lnTo>
                  <a:pt x="10813" y="1925"/>
                </a:lnTo>
                <a:lnTo>
                  <a:pt x="10813" y="1902"/>
                </a:lnTo>
                <a:lnTo>
                  <a:pt x="10929" y="1902"/>
                </a:lnTo>
                <a:lnTo>
                  <a:pt x="10929" y="1925"/>
                </a:lnTo>
                <a:moveTo>
                  <a:pt x="10743" y="1925"/>
                </a:moveTo>
                <a:lnTo>
                  <a:pt x="10627" y="1925"/>
                </a:lnTo>
                <a:lnTo>
                  <a:pt x="10627" y="1902"/>
                </a:lnTo>
                <a:lnTo>
                  <a:pt x="10743" y="1902"/>
                </a:lnTo>
                <a:lnTo>
                  <a:pt x="10743" y="1925"/>
                </a:lnTo>
                <a:moveTo>
                  <a:pt x="10557" y="1925"/>
                </a:moveTo>
                <a:lnTo>
                  <a:pt x="10441" y="1925"/>
                </a:lnTo>
                <a:lnTo>
                  <a:pt x="10441" y="1902"/>
                </a:lnTo>
                <a:lnTo>
                  <a:pt x="10557" y="1902"/>
                </a:lnTo>
                <a:lnTo>
                  <a:pt x="10557" y="1925"/>
                </a:lnTo>
                <a:moveTo>
                  <a:pt x="10372" y="1925"/>
                </a:moveTo>
                <a:lnTo>
                  <a:pt x="10256" y="1925"/>
                </a:lnTo>
                <a:lnTo>
                  <a:pt x="10256" y="1902"/>
                </a:lnTo>
                <a:lnTo>
                  <a:pt x="10372" y="1902"/>
                </a:lnTo>
                <a:lnTo>
                  <a:pt x="10372" y="1925"/>
                </a:lnTo>
                <a:moveTo>
                  <a:pt x="10186" y="1925"/>
                </a:moveTo>
                <a:lnTo>
                  <a:pt x="10070" y="1925"/>
                </a:lnTo>
                <a:lnTo>
                  <a:pt x="10070" y="1902"/>
                </a:lnTo>
                <a:lnTo>
                  <a:pt x="10186" y="1902"/>
                </a:lnTo>
                <a:lnTo>
                  <a:pt x="10186" y="1925"/>
                </a:lnTo>
                <a:moveTo>
                  <a:pt x="10000" y="1925"/>
                </a:moveTo>
                <a:lnTo>
                  <a:pt x="9884" y="1925"/>
                </a:lnTo>
                <a:lnTo>
                  <a:pt x="9884" y="1902"/>
                </a:lnTo>
                <a:lnTo>
                  <a:pt x="10000" y="1902"/>
                </a:lnTo>
                <a:lnTo>
                  <a:pt x="10000" y="1925"/>
                </a:lnTo>
                <a:moveTo>
                  <a:pt x="9814" y="1925"/>
                </a:moveTo>
                <a:lnTo>
                  <a:pt x="9698" y="1925"/>
                </a:lnTo>
                <a:lnTo>
                  <a:pt x="9698" y="1902"/>
                </a:lnTo>
                <a:lnTo>
                  <a:pt x="9814" y="1902"/>
                </a:lnTo>
                <a:lnTo>
                  <a:pt x="9814" y="1925"/>
                </a:lnTo>
                <a:moveTo>
                  <a:pt x="9628" y="1925"/>
                </a:moveTo>
                <a:lnTo>
                  <a:pt x="9512" y="1925"/>
                </a:lnTo>
                <a:lnTo>
                  <a:pt x="9512" y="1902"/>
                </a:lnTo>
                <a:lnTo>
                  <a:pt x="9628" y="1902"/>
                </a:lnTo>
                <a:lnTo>
                  <a:pt x="9628" y="1925"/>
                </a:lnTo>
                <a:moveTo>
                  <a:pt x="9443" y="1925"/>
                </a:moveTo>
                <a:lnTo>
                  <a:pt x="9326" y="1925"/>
                </a:lnTo>
                <a:lnTo>
                  <a:pt x="9326" y="1902"/>
                </a:lnTo>
                <a:lnTo>
                  <a:pt x="9443" y="1902"/>
                </a:lnTo>
                <a:lnTo>
                  <a:pt x="9443" y="1925"/>
                </a:lnTo>
                <a:moveTo>
                  <a:pt x="9257" y="1925"/>
                </a:moveTo>
                <a:lnTo>
                  <a:pt x="9141" y="1925"/>
                </a:lnTo>
                <a:lnTo>
                  <a:pt x="9141" y="1902"/>
                </a:lnTo>
                <a:lnTo>
                  <a:pt x="9257" y="1902"/>
                </a:lnTo>
                <a:lnTo>
                  <a:pt x="9257" y="1925"/>
                </a:lnTo>
                <a:moveTo>
                  <a:pt x="9071" y="1925"/>
                </a:moveTo>
                <a:lnTo>
                  <a:pt x="8955" y="1925"/>
                </a:lnTo>
                <a:lnTo>
                  <a:pt x="8955" y="1902"/>
                </a:lnTo>
                <a:lnTo>
                  <a:pt x="9071" y="1902"/>
                </a:lnTo>
                <a:lnTo>
                  <a:pt x="9071" y="1925"/>
                </a:lnTo>
                <a:moveTo>
                  <a:pt x="8885" y="1925"/>
                </a:moveTo>
                <a:lnTo>
                  <a:pt x="8769" y="1925"/>
                </a:lnTo>
                <a:lnTo>
                  <a:pt x="8769" y="1902"/>
                </a:lnTo>
                <a:lnTo>
                  <a:pt x="8885" y="1902"/>
                </a:lnTo>
                <a:lnTo>
                  <a:pt x="8885" y="1925"/>
                </a:lnTo>
                <a:moveTo>
                  <a:pt x="8699" y="1925"/>
                </a:moveTo>
                <a:lnTo>
                  <a:pt x="8583" y="1925"/>
                </a:lnTo>
                <a:lnTo>
                  <a:pt x="8583" y="1902"/>
                </a:lnTo>
                <a:lnTo>
                  <a:pt x="8699" y="1902"/>
                </a:lnTo>
                <a:lnTo>
                  <a:pt x="8699" y="1925"/>
                </a:lnTo>
                <a:moveTo>
                  <a:pt x="8514" y="1925"/>
                </a:moveTo>
                <a:lnTo>
                  <a:pt x="8397" y="1925"/>
                </a:lnTo>
                <a:lnTo>
                  <a:pt x="8397" y="1902"/>
                </a:lnTo>
                <a:lnTo>
                  <a:pt x="8514" y="1902"/>
                </a:lnTo>
                <a:lnTo>
                  <a:pt x="8514" y="1925"/>
                </a:lnTo>
                <a:moveTo>
                  <a:pt x="8328" y="1925"/>
                </a:moveTo>
                <a:lnTo>
                  <a:pt x="8212" y="1925"/>
                </a:lnTo>
                <a:lnTo>
                  <a:pt x="8212" y="1902"/>
                </a:lnTo>
                <a:lnTo>
                  <a:pt x="8328" y="1902"/>
                </a:lnTo>
                <a:lnTo>
                  <a:pt x="8328" y="1925"/>
                </a:lnTo>
                <a:moveTo>
                  <a:pt x="8142" y="1925"/>
                </a:moveTo>
                <a:lnTo>
                  <a:pt x="8026" y="1925"/>
                </a:lnTo>
                <a:lnTo>
                  <a:pt x="8026" y="1902"/>
                </a:lnTo>
                <a:lnTo>
                  <a:pt x="8142" y="1902"/>
                </a:lnTo>
                <a:lnTo>
                  <a:pt x="8142" y="1925"/>
                </a:lnTo>
                <a:moveTo>
                  <a:pt x="7956" y="1925"/>
                </a:moveTo>
                <a:lnTo>
                  <a:pt x="7840" y="1925"/>
                </a:lnTo>
                <a:lnTo>
                  <a:pt x="7840" y="1902"/>
                </a:lnTo>
                <a:lnTo>
                  <a:pt x="7956" y="1902"/>
                </a:lnTo>
                <a:lnTo>
                  <a:pt x="7956" y="1925"/>
                </a:lnTo>
                <a:moveTo>
                  <a:pt x="7770" y="1925"/>
                </a:moveTo>
                <a:lnTo>
                  <a:pt x="7654" y="1925"/>
                </a:lnTo>
                <a:lnTo>
                  <a:pt x="7654" y="1902"/>
                </a:lnTo>
                <a:lnTo>
                  <a:pt x="7770" y="1902"/>
                </a:lnTo>
                <a:lnTo>
                  <a:pt x="7770" y="1925"/>
                </a:lnTo>
                <a:moveTo>
                  <a:pt x="7585" y="1925"/>
                </a:moveTo>
                <a:lnTo>
                  <a:pt x="7468" y="1925"/>
                </a:lnTo>
                <a:lnTo>
                  <a:pt x="7468" y="1902"/>
                </a:lnTo>
                <a:lnTo>
                  <a:pt x="7585" y="1902"/>
                </a:lnTo>
                <a:lnTo>
                  <a:pt x="7585" y="1925"/>
                </a:lnTo>
                <a:moveTo>
                  <a:pt x="7399" y="1925"/>
                </a:moveTo>
                <a:lnTo>
                  <a:pt x="7283" y="1925"/>
                </a:lnTo>
                <a:lnTo>
                  <a:pt x="7283" y="1902"/>
                </a:lnTo>
                <a:lnTo>
                  <a:pt x="7399" y="1902"/>
                </a:lnTo>
                <a:lnTo>
                  <a:pt x="7399" y="1925"/>
                </a:lnTo>
                <a:moveTo>
                  <a:pt x="7213" y="1925"/>
                </a:moveTo>
                <a:lnTo>
                  <a:pt x="7097" y="1925"/>
                </a:lnTo>
                <a:lnTo>
                  <a:pt x="7097" y="1902"/>
                </a:lnTo>
                <a:lnTo>
                  <a:pt x="7213" y="1902"/>
                </a:lnTo>
                <a:lnTo>
                  <a:pt x="7213" y="1925"/>
                </a:lnTo>
                <a:moveTo>
                  <a:pt x="7027" y="1925"/>
                </a:moveTo>
                <a:lnTo>
                  <a:pt x="6911" y="1925"/>
                </a:lnTo>
                <a:lnTo>
                  <a:pt x="6911" y="1902"/>
                </a:lnTo>
                <a:lnTo>
                  <a:pt x="7027" y="1902"/>
                </a:lnTo>
                <a:lnTo>
                  <a:pt x="7027" y="1925"/>
                </a:lnTo>
                <a:moveTo>
                  <a:pt x="6841" y="1925"/>
                </a:moveTo>
                <a:lnTo>
                  <a:pt x="6725" y="1925"/>
                </a:lnTo>
                <a:lnTo>
                  <a:pt x="6725" y="1902"/>
                </a:lnTo>
                <a:lnTo>
                  <a:pt x="6841" y="1902"/>
                </a:lnTo>
                <a:lnTo>
                  <a:pt x="6841" y="1925"/>
                </a:lnTo>
                <a:moveTo>
                  <a:pt x="6655" y="1925"/>
                </a:moveTo>
                <a:lnTo>
                  <a:pt x="6539" y="1925"/>
                </a:lnTo>
                <a:lnTo>
                  <a:pt x="6539" y="1902"/>
                </a:lnTo>
                <a:lnTo>
                  <a:pt x="6655" y="1902"/>
                </a:lnTo>
                <a:lnTo>
                  <a:pt x="6655" y="1925"/>
                </a:lnTo>
                <a:moveTo>
                  <a:pt x="6470" y="1925"/>
                </a:moveTo>
                <a:lnTo>
                  <a:pt x="6354" y="1925"/>
                </a:lnTo>
                <a:lnTo>
                  <a:pt x="6354" y="1902"/>
                </a:lnTo>
                <a:lnTo>
                  <a:pt x="6470" y="1902"/>
                </a:lnTo>
                <a:lnTo>
                  <a:pt x="6470" y="1925"/>
                </a:lnTo>
                <a:moveTo>
                  <a:pt x="6284" y="1925"/>
                </a:moveTo>
                <a:lnTo>
                  <a:pt x="6168" y="1925"/>
                </a:lnTo>
                <a:lnTo>
                  <a:pt x="6168" y="1902"/>
                </a:lnTo>
                <a:lnTo>
                  <a:pt x="6284" y="1902"/>
                </a:lnTo>
                <a:lnTo>
                  <a:pt x="6284" y="1925"/>
                </a:lnTo>
                <a:moveTo>
                  <a:pt x="6098" y="1925"/>
                </a:moveTo>
                <a:lnTo>
                  <a:pt x="5982" y="1925"/>
                </a:lnTo>
                <a:lnTo>
                  <a:pt x="5982" y="1902"/>
                </a:lnTo>
                <a:lnTo>
                  <a:pt x="6098" y="1902"/>
                </a:lnTo>
                <a:lnTo>
                  <a:pt x="6098" y="1925"/>
                </a:lnTo>
                <a:moveTo>
                  <a:pt x="5912" y="1925"/>
                </a:moveTo>
                <a:lnTo>
                  <a:pt x="5796" y="1925"/>
                </a:lnTo>
                <a:lnTo>
                  <a:pt x="5796" y="1902"/>
                </a:lnTo>
                <a:lnTo>
                  <a:pt x="5912" y="1902"/>
                </a:lnTo>
                <a:lnTo>
                  <a:pt x="5912" y="1925"/>
                </a:lnTo>
                <a:moveTo>
                  <a:pt x="5726" y="1925"/>
                </a:moveTo>
                <a:lnTo>
                  <a:pt x="5610" y="1925"/>
                </a:lnTo>
                <a:lnTo>
                  <a:pt x="5610" y="1902"/>
                </a:lnTo>
                <a:lnTo>
                  <a:pt x="5726" y="1902"/>
                </a:lnTo>
                <a:lnTo>
                  <a:pt x="5726" y="1925"/>
                </a:lnTo>
                <a:moveTo>
                  <a:pt x="5541" y="1925"/>
                </a:moveTo>
                <a:lnTo>
                  <a:pt x="5425" y="1925"/>
                </a:lnTo>
                <a:lnTo>
                  <a:pt x="5425" y="1902"/>
                </a:lnTo>
                <a:lnTo>
                  <a:pt x="5541" y="1902"/>
                </a:lnTo>
                <a:lnTo>
                  <a:pt x="5541" y="1925"/>
                </a:lnTo>
                <a:moveTo>
                  <a:pt x="5355" y="1925"/>
                </a:moveTo>
                <a:lnTo>
                  <a:pt x="5239" y="1925"/>
                </a:lnTo>
                <a:lnTo>
                  <a:pt x="5239" y="1902"/>
                </a:lnTo>
                <a:lnTo>
                  <a:pt x="5355" y="1902"/>
                </a:lnTo>
                <a:lnTo>
                  <a:pt x="5355" y="1925"/>
                </a:lnTo>
                <a:moveTo>
                  <a:pt x="5169" y="1925"/>
                </a:moveTo>
                <a:lnTo>
                  <a:pt x="5053" y="1925"/>
                </a:lnTo>
                <a:lnTo>
                  <a:pt x="5053" y="1902"/>
                </a:lnTo>
                <a:lnTo>
                  <a:pt x="5169" y="1902"/>
                </a:lnTo>
                <a:lnTo>
                  <a:pt x="5169" y="1925"/>
                </a:lnTo>
                <a:moveTo>
                  <a:pt x="4983" y="1925"/>
                </a:moveTo>
                <a:lnTo>
                  <a:pt x="4867" y="1925"/>
                </a:lnTo>
                <a:lnTo>
                  <a:pt x="4867" y="1902"/>
                </a:lnTo>
                <a:lnTo>
                  <a:pt x="4983" y="1902"/>
                </a:lnTo>
                <a:lnTo>
                  <a:pt x="4983" y="1925"/>
                </a:lnTo>
                <a:moveTo>
                  <a:pt x="4797" y="1925"/>
                </a:moveTo>
                <a:lnTo>
                  <a:pt x="4681" y="1925"/>
                </a:lnTo>
                <a:lnTo>
                  <a:pt x="4681" y="1902"/>
                </a:lnTo>
                <a:lnTo>
                  <a:pt x="4797" y="1902"/>
                </a:lnTo>
                <a:lnTo>
                  <a:pt x="4797" y="1925"/>
                </a:lnTo>
                <a:moveTo>
                  <a:pt x="4612" y="1925"/>
                </a:moveTo>
                <a:lnTo>
                  <a:pt x="4494" y="1925"/>
                </a:lnTo>
                <a:lnTo>
                  <a:pt x="4494" y="1902"/>
                </a:lnTo>
                <a:lnTo>
                  <a:pt x="4612" y="1902"/>
                </a:lnTo>
                <a:lnTo>
                  <a:pt x="4612" y="1925"/>
                </a:lnTo>
                <a:moveTo>
                  <a:pt x="4425" y="1925"/>
                </a:moveTo>
                <a:lnTo>
                  <a:pt x="4309" y="1925"/>
                </a:lnTo>
                <a:lnTo>
                  <a:pt x="4309" y="1902"/>
                </a:lnTo>
                <a:lnTo>
                  <a:pt x="4425" y="1902"/>
                </a:lnTo>
                <a:lnTo>
                  <a:pt x="4425" y="1925"/>
                </a:lnTo>
                <a:moveTo>
                  <a:pt x="4239" y="1925"/>
                </a:moveTo>
                <a:lnTo>
                  <a:pt x="4123" y="1925"/>
                </a:lnTo>
                <a:lnTo>
                  <a:pt x="4123" y="1902"/>
                </a:lnTo>
                <a:lnTo>
                  <a:pt x="4239" y="1902"/>
                </a:lnTo>
                <a:lnTo>
                  <a:pt x="4239" y="1925"/>
                </a:lnTo>
                <a:moveTo>
                  <a:pt x="4053" y="1925"/>
                </a:moveTo>
                <a:lnTo>
                  <a:pt x="3937" y="1925"/>
                </a:lnTo>
                <a:lnTo>
                  <a:pt x="3937" y="1902"/>
                </a:lnTo>
                <a:lnTo>
                  <a:pt x="4053" y="1902"/>
                </a:lnTo>
                <a:lnTo>
                  <a:pt x="4053" y="1925"/>
                </a:lnTo>
                <a:moveTo>
                  <a:pt x="3867" y="1925"/>
                </a:moveTo>
                <a:lnTo>
                  <a:pt x="3751" y="1925"/>
                </a:lnTo>
                <a:lnTo>
                  <a:pt x="3751" y="1902"/>
                </a:lnTo>
                <a:lnTo>
                  <a:pt x="3867" y="1902"/>
                </a:lnTo>
                <a:lnTo>
                  <a:pt x="3867" y="1925"/>
                </a:lnTo>
                <a:moveTo>
                  <a:pt x="3682" y="1925"/>
                </a:moveTo>
                <a:lnTo>
                  <a:pt x="3565" y="1925"/>
                </a:lnTo>
                <a:lnTo>
                  <a:pt x="3565" y="1902"/>
                </a:lnTo>
                <a:lnTo>
                  <a:pt x="3682" y="1902"/>
                </a:lnTo>
                <a:lnTo>
                  <a:pt x="3682" y="1925"/>
                </a:lnTo>
                <a:moveTo>
                  <a:pt x="3496" y="1925"/>
                </a:moveTo>
                <a:lnTo>
                  <a:pt x="3380" y="1925"/>
                </a:lnTo>
                <a:lnTo>
                  <a:pt x="3380" y="1902"/>
                </a:lnTo>
                <a:lnTo>
                  <a:pt x="3496" y="1902"/>
                </a:lnTo>
                <a:lnTo>
                  <a:pt x="3496" y="1925"/>
                </a:lnTo>
                <a:moveTo>
                  <a:pt x="3310" y="1925"/>
                </a:moveTo>
                <a:lnTo>
                  <a:pt x="3194" y="1925"/>
                </a:lnTo>
                <a:lnTo>
                  <a:pt x="3194" y="1902"/>
                </a:lnTo>
                <a:lnTo>
                  <a:pt x="3310" y="1902"/>
                </a:lnTo>
                <a:lnTo>
                  <a:pt x="3310" y="1925"/>
                </a:lnTo>
                <a:moveTo>
                  <a:pt x="3124" y="1925"/>
                </a:moveTo>
                <a:lnTo>
                  <a:pt x="3008" y="1925"/>
                </a:lnTo>
                <a:lnTo>
                  <a:pt x="3008" y="1902"/>
                </a:lnTo>
                <a:lnTo>
                  <a:pt x="3124" y="1902"/>
                </a:lnTo>
                <a:lnTo>
                  <a:pt x="3124" y="1925"/>
                </a:lnTo>
                <a:moveTo>
                  <a:pt x="2938" y="1925"/>
                </a:moveTo>
                <a:lnTo>
                  <a:pt x="2822" y="1925"/>
                </a:lnTo>
                <a:lnTo>
                  <a:pt x="2822" y="1902"/>
                </a:lnTo>
                <a:lnTo>
                  <a:pt x="2938" y="1902"/>
                </a:lnTo>
                <a:lnTo>
                  <a:pt x="2938" y="1925"/>
                </a:lnTo>
                <a:moveTo>
                  <a:pt x="2753" y="1925"/>
                </a:moveTo>
                <a:lnTo>
                  <a:pt x="2636" y="1925"/>
                </a:lnTo>
                <a:lnTo>
                  <a:pt x="2636" y="1902"/>
                </a:lnTo>
                <a:lnTo>
                  <a:pt x="2753" y="1902"/>
                </a:lnTo>
                <a:lnTo>
                  <a:pt x="2753" y="1925"/>
                </a:lnTo>
                <a:moveTo>
                  <a:pt x="2567" y="1925"/>
                </a:moveTo>
                <a:lnTo>
                  <a:pt x="2451" y="1925"/>
                </a:lnTo>
                <a:lnTo>
                  <a:pt x="2451" y="1902"/>
                </a:lnTo>
                <a:lnTo>
                  <a:pt x="2567" y="1902"/>
                </a:lnTo>
                <a:lnTo>
                  <a:pt x="2567" y="1925"/>
                </a:lnTo>
                <a:moveTo>
                  <a:pt x="2381" y="1925"/>
                </a:moveTo>
                <a:lnTo>
                  <a:pt x="2265" y="1925"/>
                </a:lnTo>
                <a:lnTo>
                  <a:pt x="2265" y="1902"/>
                </a:lnTo>
                <a:lnTo>
                  <a:pt x="2381" y="1902"/>
                </a:lnTo>
                <a:lnTo>
                  <a:pt x="2381" y="1925"/>
                </a:lnTo>
                <a:moveTo>
                  <a:pt x="2195" y="1925"/>
                </a:moveTo>
                <a:lnTo>
                  <a:pt x="2079" y="1925"/>
                </a:lnTo>
                <a:lnTo>
                  <a:pt x="2079" y="1902"/>
                </a:lnTo>
                <a:lnTo>
                  <a:pt x="2195" y="1902"/>
                </a:lnTo>
                <a:lnTo>
                  <a:pt x="2195" y="1925"/>
                </a:lnTo>
                <a:moveTo>
                  <a:pt x="2009" y="1925"/>
                </a:moveTo>
                <a:lnTo>
                  <a:pt x="1893" y="1925"/>
                </a:lnTo>
                <a:lnTo>
                  <a:pt x="1893" y="1902"/>
                </a:lnTo>
                <a:lnTo>
                  <a:pt x="2009" y="1902"/>
                </a:lnTo>
                <a:lnTo>
                  <a:pt x="2009" y="1925"/>
                </a:lnTo>
                <a:moveTo>
                  <a:pt x="1824" y="1925"/>
                </a:moveTo>
                <a:lnTo>
                  <a:pt x="1707" y="1925"/>
                </a:lnTo>
                <a:lnTo>
                  <a:pt x="1707" y="1902"/>
                </a:lnTo>
                <a:lnTo>
                  <a:pt x="1824" y="1902"/>
                </a:lnTo>
                <a:lnTo>
                  <a:pt x="1824" y="1925"/>
                </a:lnTo>
                <a:moveTo>
                  <a:pt x="1638" y="1925"/>
                </a:moveTo>
                <a:lnTo>
                  <a:pt x="1522" y="1925"/>
                </a:lnTo>
                <a:lnTo>
                  <a:pt x="1522" y="1902"/>
                </a:lnTo>
                <a:lnTo>
                  <a:pt x="1638" y="1902"/>
                </a:lnTo>
                <a:lnTo>
                  <a:pt x="1638" y="1925"/>
                </a:lnTo>
                <a:moveTo>
                  <a:pt x="1452" y="1925"/>
                </a:moveTo>
                <a:lnTo>
                  <a:pt x="1336" y="1925"/>
                </a:lnTo>
                <a:lnTo>
                  <a:pt x="1336" y="1902"/>
                </a:lnTo>
                <a:lnTo>
                  <a:pt x="1452" y="1902"/>
                </a:lnTo>
                <a:lnTo>
                  <a:pt x="1452" y="1925"/>
                </a:lnTo>
                <a:moveTo>
                  <a:pt x="1266" y="1925"/>
                </a:moveTo>
                <a:lnTo>
                  <a:pt x="1150" y="1925"/>
                </a:lnTo>
                <a:lnTo>
                  <a:pt x="1150" y="1902"/>
                </a:lnTo>
                <a:lnTo>
                  <a:pt x="1266" y="1902"/>
                </a:lnTo>
                <a:lnTo>
                  <a:pt x="1266" y="1925"/>
                </a:lnTo>
                <a:moveTo>
                  <a:pt x="1080" y="1925"/>
                </a:moveTo>
                <a:lnTo>
                  <a:pt x="964" y="1925"/>
                </a:lnTo>
                <a:lnTo>
                  <a:pt x="964" y="1902"/>
                </a:lnTo>
                <a:lnTo>
                  <a:pt x="1080" y="1902"/>
                </a:lnTo>
                <a:lnTo>
                  <a:pt x="1080" y="1925"/>
                </a:lnTo>
                <a:moveTo>
                  <a:pt x="894" y="1925"/>
                </a:moveTo>
                <a:lnTo>
                  <a:pt x="778" y="1925"/>
                </a:lnTo>
                <a:lnTo>
                  <a:pt x="778" y="1902"/>
                </a:lnTo>
                <a:lnTo>
                  <a:pt x="894" y="1902"/>
                </a:lnTo>
                <a:lnTo>
                  <a:pt x="894" y="1925"/>
                </a:lnTo>
                <a:moveTo>
                  <a:pt x="709" y="1925"/>
                </a:moveTo>
                <a:lnTo>
                  <a:pt x="593" y="1925"/>
                </a:lnTo>
                <a:lnTo>
                  <a:pt x="593" y="1902"/>
                </a:lnTo>
                <a:lnTo>
                  <a:pt x="709" y="1902"/>
                </a:lnTo>
                <a:lnTo>
                  <a:pt x="709" y="1925"/>
                </a:lnTo>
                <a:moveTo>
                  <a:pt x="523" y="1925"/>
                </a:moveTo>
                <a:lnTo>
                  <a:pt x="407" y="1925"/>
                </a:lnTo>
                <a:lnTo>
                  <a:pt x="407" y="1902"/>
                </a:lnTo>
                <a:lnTo>
                  <a:pt x="523" y="1902"/>
                </a:lnTo>
                <a:lnTo>
                  <a:pt x="523" y="1925"/>
                </a:lnTo>
                <a:moveTo>
                  <a:pt x="337" y="1925"/>
                </a:moveTo>
                <a:lnTo>
                  <a:pt x="221" y="1925"/>
                </a:lnTo>
                <a:lnTo>
                  <a:pt x="221" y="1902"/>
                </a:lnTo>
                <a:lnTo>
                  <a:pt x="337" y="1902"/>
                </a:lnTo>
                <a:lnTo>
                  <a:pt x="337" y="1925"/>
                </a:lnTo>
                <a:moveTo>
                  <a:pt x="151" y="1925"/>
                </a:moveTo>
                <a:lnTo>
                  <a:pt x="35" y="1925"/>
                </a:lnTo>
                <a:lnTo>
                  <a:pt x="35" y="1902"/>
                </a:lnTo>
                <a:lnTo>
                  <a:pt x="151" y="1902"/>
                </a:lnTo>
                <a:lnTo>
                  <a:pt x="151" y="1925"/>
                </a:lnTo>
                <a:moveTo>
                  <a:pt x="0" y="1867"/>
                </a:moveTo>
                <a:lnTo>
                  <a:pt x="0" y="1751"/>
                </a:lnTo>
                <a:lnTo>
                  <a:pt x="24" y="1751"/>
                </a:lnTo>
                <a:lnTo>
                  <a:pt x="24" y="1867"/>
                </a:lnTo>
                <a:lnTo>
                  <a:pt x="0" y="1867"/>
                </a:lnTo>
                <a:moveTo>
                  <a:pt x="0" y="1681"/>
                </a:moveTo>
                <a:lnTo>
                  <a:pt x="0" y="1565"/>
                </a:lnTo>
                <a:lnTo>
                  <a:pt x="24" y="1565"/>
                </a:lnTo>
                <a:lnTo>
                  <a:pt x="24" y="1681"/>
                </a:lnTo>
                <a:lnTo>
                  <a:pt x="0" y="1681"/>
                </a:lnTo>
                <a:moveTo>
                  <a:pt x="0" y="1496"/>
                </a:moveTo>
                <a:lnTo>
                  <a:pt x="0" y="1380"/>
                </a:lnTo>
                <a:lnTo>
                  <a:pt x="24" y="1380"/>
                </a:lnTo>
                <a:lnTo>
                  <a:pt x="24" y="1496"/>
                </a:lnTo>
                <a:lnTo>
                  <a:pt x="0" y="1496"/>
                </a:lnTo>
                <a:moveTo>
                  <a:pt x="0" y="1310"/>
                </a:moveTo>
                <a:lnTo>
                  <a:pt x="0" y="1195"/>
                </a:lnTo>
                <a:lnTo>
                  <a:pt x="24" y="1195"/>
                </a:lnTo>
                <a:lnTo>
                  <a:pt x="24" y="1310"/>
                </a:lnTo>
                <a:lnTo>
                  <a:pt x="0" y="1310"/>
                </a:lnTo>
                <a:moveTo>
                  <a:pt x="0" y="1125"/>
                </a:moveTo>
                <a:lnTo>
                  <a:pt x="0" y="1009"/>
                </a:lnTo>
                <a:lnTo>
                  <a:pt x="24" y="1009"/>
                </a:lnTo>
                <a:lnTo>
                  <a:pt x="24" y="1125"/>
                </a:lnTo>
                <a:lnTo>
                  <a:pt x="0" y="1125"/>
                </a:lnTo>
                <a:moveTo>
                  <a:pt x="0" y="940"/>
                </a:moveTo>
                <a:lnTo>
                  <a:pt x="0" y="824"/>
                </a:lnTo>
                <a:lnTo>
                  <a:pt x="24" y="824"/>
                </a:lnTo>
                <a:lnTo>
                  <a:pt x="24" y="940"/>
                </a:lnTo>
                <a:lnTo>
                  <a:pt x="0" y="940"/>
                </a:lnTo>
                <a:moveTo>
                  <a:pt x="0" y="754"/>
                </a:moveTo>
                <a:lnTo>
                  <a:pt x="0" y="638"/>
                </a:lnTo>
                <a:lnTo>
                  <a:pt x="24" y="638"/>
                </a:lnTo>
                <a:lnTo>
                  <a:pt x="24" y="754"/>
                </a:lnTo>
                <a:lnTo>
                  <a:pt x="0" y="754"/>
                </a:lnTo>
                <a:moveTo>
                  <a:pt x="0" y="569"/>
                </a:moveTo>
                <a:lnTo>
                  <a:pt x="0" y="453"/>
                </a:lnTo>
                <a:lnTo>
                  <a:pt x="24" y="453"/>
                </a:lnTo>
                <a:lnTo>
                  <a:pt x="24" y="569"/>
                </a:lnTo>
                <a:lnTo>
                  <a:pt x="0" y="569"/>
                </a:lnTo>
                <a:moveTo>
                  <a:pt x="0" y="383"/>
                </a:moveTo>
                <a:lnTo>
                  <a:pt x="0" y="267"/>
                </a:lnTo>
                <a:lnTo>
                  <a:pt x="24" y="267"/>
                </a:lnTo>
                <a:lnTo>
                  <a:pt x="24" y="383"/>
                </a:lnTo>
                <a:lnTo>
                  <a:pt x="0" y="383"/>
                </a:lnTo>
                <a:moveTo>
                  <a:pt x="0" y="198"/>
                </a:moveTo>
                <a:lnTo>
                  <a:pt x="0" y="81"/>
                </a:lnTo>
                <a:lnTo>
                  <a:pt x="24" y="81"/>
                </a:lnTo>
                <a:lnTo>
                  <a:pt x="24" y="198"/>
                </a:lnTo>
                <a:lnTo>
                  <a:pt x="0" y="198"/>
                </a:lnTo>
                <a:moveTo>
                  <a:pt x="12" y="0"/>
                </a:moveTo>
                <a:lnTo>
                  <a:pt x="128" y="0"/>
                </a:lnTo>
                <a:lnTo>
                  <a:pt x="128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a8a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3" name=""/>
          <p:cNvSpPr/>
          <p:nvPr/>
        </p:nvSpPr>
        <p:spPr>
          <a:xfrm>
            <a:off x="5490720" y="2424960"/>
            <a:ext cx="100800" cy="83520"/>
          </a:xfrm>
          <a:custGeom>
            <a:avLst/>
            <a:gdLst/>
            <a:ahLst/>
            <a:rect l="0" t="0" r="r" b="b"/>
            <a:pathLst>
              <a:path w="280" h="232">
                <a:moveTo>
                  <a:pt x="0" y="0"/>
                </a:moveTo>
                <a:lnTo>
                  <a:pt x="280" y="0"/>
                </a:lnTo>
                <a:lnTo>
                  <a:pt x="280" y="232"/>
                </a:lnTo>
                <a:lnTo>
                  <a:pt x="0" y="232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4" name=""/>
          <p:cNvSpPr/>
          <p:nvPr/>
        </p:nvSpPr>
        <p:spPr>
          <a:xfrm>
            <a:off x="5490720" y="245412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5" name=""/>
          <p:cNvSpPr txBox="1"/>
          <p:nvPr/>
        </p:nvSpPr>
        <p:spPr>
          <a:xfrm>
            <a:off x="875160" y="1355760"/>
            <a:ext cx="39722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patiëntenzorg (kerntaakniveau)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6" name=""/>
          <p:cNvSpPr txBox="1"/>
          <p:nvPr/>
        </p:nvSpPr>
        <p:spPr>
          <a:xfrm>
            <a:off x="875160" y="2415600"/>
            <a:ext cx="14882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Examenonderdeelspeciﬁcatie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7" name=""/>
          <p:cNvSpPr txBox="1"/>
          <p:nvPr/>
        </p:nvSpPr>
        <p:spPr>
          <a:xfrm>
            <a:off x="875160" y="2550240"/>
            <a:ext cx="21326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Proeve van bekwaamheid B1-K1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8" name=""/>
          <p:cNvSpPr txBox="1"/>
          <p:nvPr/>
        </p:nvSpPr>
        <p:spPr>
          <a:xfrm>
            <a:off x="875160" y="2707560"/>
            <a:ext cx="39722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Leeruitkomst: Biedt farmaceutische patiëntenzorg (kerntaakniveau)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9" name=""/>
          <p:cNvSpPr/>
          <p:nvPr/>
        </p:nvSpPr>
        <p:spPr>
          <a:xfrm>
            <a:off x="791640" y="3276000"/>
            <a:ext cx="3520440" cy="542880"/>
          </a:xfrm>
          <a:custGeom>
            <a:avLst/>
            <a:gdLst/>
            <a:ahLst/>
            <a:rect l="0" t="0" r="r" b="b"/>
            <a:pathLst>
              <a:path w="9779" h="1508">
                <a:moveTo>
                  <a:pt x="0" y="0"/>
                </a:moveTo>
                <a:lnTo>
                  <a:pt x="9779" y="0"/>
                </a:lnTo>
                <a:lnTo>
                  <a:pt x="9779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0" name=""/>
          <p:cNvSpPr/>
          <p:nvPr/>
        </p:nvSpPr>
        <p:spPr>
          <a:xfrm>
            <a:off x="791640" y="3276000"/>
            <a:ext cx="3520440" cy="542880"/>
          </a:xfrm>
          <a:custGeom>
            <a:avLst/>
            <a:gdLst/>
            <a:ahLst/>
            <a:rect l="0" t="0" r="r" b="b"/>
            <a:pathLst>
              <a:path w="9779" h="1508">
                <a:moveTo>
                  <a:pt x="0" y="0"/>
                </a:moveTo>
                <a:lnTo>
                  <a:pt x="9779" y="0"/>
                </a:lnTo>
                <a:lnTo>
                  <a:pt x="9779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a8a85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1" name=""/>
          <p:cNvSpPr/>
          <p:nvPr/>
        </p:nvSpPr>
        <p:spPr>
          <a:xfrm>
            <a:off x="4144320" y="3342960"/>
            <a:ext cx="100800" cy="83880"/>
          </a:xfrm>
          <a:custGeom>
            <a:avLst/>
            <a:gdLst/>
            <a:ahLst/>
            <a:rect l="0" t="0" r="r" b="b"/>
            <a:pathLst>
              <a:path w="280" h="233">
                <a:moveTo>
                  <a:pt x="0" y="0"/>
                </a:moveTo>
                <a:lnTo>
                  <a:pt x="280" y="0"/>
                </a:lnTo>
                <a:lnTo>
                  <a:pt x="280" y="233"/>
                </a:lnTo>
                <a:lnTo>
                  <a:pt x="0" y="233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444444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2" name=""/>
          <p:cNvSpPr/>
          <p:nvPr/>
        </p:nvSpPr>
        <p:spPr>
          <a:xfrm>
            <a:off x="4144320" y="3372120"/>
            <a:ext cx="100440" cy="0"/>
          </a:xfrm>
          <a:prstGeom prst="line">
            <a:avLst/>
          </a:prstGeom>
          <a:ln w="108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3" name=""/>
          <p:cNvSpPr txBox="1"/>
          <p:nvPr/>
        </p:nvSpPr>
        <p:spPr>
          <a:xfrm>
            <a:off x="875160" y="2849400"/>
            <a:ext cx="17197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Toetsonderdeel speciﬁcatie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4" name=""/>
          <p:cNvSpPr txBox="1"/>
          <p:nvPr/>
        </p:nvSpPr>
        <p:spPr>
          <a:xfrm>
            <a:off x="875160" y="3333600"/>
            <a:ext cx="15782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a5a2a"/>
                </a:solidFill>
                <a:latin typeface="DejaVuSans"/>
                <a:ea typeface="DejaVuSans"/>
              </a:rPr>
              <a:t>Summatief Afrondingscriterium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5" name=""/>
          <p:cNvSpPr txBox="1"/>
          <p:nvPr/>
        </p:nvSpPr>
        <p:spPr>
          <a:xfrm>
            <a:off x="875160" y="3468240"/>
            <a:ext cx="28994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c1c1c"/>
                </a:solidFill>
                <a:latin typeface="DejaVuSans"/>
                <a:ea typeface="DejaVuSans"/>
              </a:rPr>
              <a:t>Alle kerntaken en de keuzedelen voldoende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6" name=""/>
          <p:cNvSpPr txBox="1"/>
          <p:nvPr/>
        </p:nvSpPr>
        <p:spPr>
          <a:xfrm>
            <a:off x="875160" y="3625560"/>
            <a:ext cx="21510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b6663"/>
                </a:solidFill>
                <a:latin typeface="DejaVuSans"/>
                <a:ea typeface="DejaVuSans"/>
              </a:rPr>
              <a:t>Summatieve resultaat structuur hangt aan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7" name=""/>
          <p:cNvSpPr txBox="1"/>
          <p:nvPr/>
        </p:nvSpPr>
        <p:spPr>
          <a:xfrm>
            <a:off x="557640" y="3893760"/>
            <a:ext cx="62276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5b6663"/>
                </a:solidFill>
                <a:latin typeface="DejaVuSans"/>
                <a:ea typeface="DejaVuSans"/>
              </a:rPr>
              <a:t>De opleiding zoals ontworpen gaat als gelinkt geheel naar de catalogus: leeruitkomsten met hun skills, de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8" name=""/>
          <p:cNvSpPr txBox="1"/>
          <p:nvPr/>
        </p:nvSpPr>
        <p:spPr>
          <a:xfrm>
            <a:off x="557640" y="4052520"/>
            <a:ext cx="68616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5b6663"/>
                </a:solidFill>
                <a:latin typeface="DejaVuSans"/>
                <a:ea typeface="DejaVuSans"/>
              </a:rPr>
              <a:t>speciﬁcatiestructuur met het onderwijsontwerp (paars: conceptplaat) en de resultaatstructuur; alles verwijst naar de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9" name=""/>
          <p:cNvSpPr txBox="1"/>
          <p:nvPr/>
        </p:nvSpPr>
        <p:spPr>
          <a:xfrm>
            <a:off x="557640" y="4210920"/>
            <a:ext cx="48729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5b6663"/>
                </a:solidFill>
                <a:latin typeface="DejaVuSans"/>
                <a:ea typeface="DejaVuSans"/>
              </a:rPr>
              <a:t>leeruitkomst. Op v1.7 zit de ontwerptool binnen de catalogus, dus geen aparte pijl.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2400120" y="4509360"/>
            <a:ext cx="50817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Stroom: Curriculum ontwerptool naar Onderwijscatalogus, geen pijl op de hoofdplaat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8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08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089" name=""/>
          <p:cNvSpPr/>
          <p:nvPr/>
        </p:nvSpPr>
        <p:spPr>
          <a:xfrm>
            <a:off x="461160" y="803880"/>
            <a:ext cx="8412120" cy="5944680"/>
          </a:xfrm>
          <a:custGeom>
            <a:avLst/>
            <a:gdLst/>
            <a:ahLst/>
            <a:rect l="0" t="0" r="r" b="b"/>
            <a:pathLst>
              <a:path w="23367" h="16513">
                <a:moveTo>
                  <a:pt x="229" y="0"/>
                </a:moveTo>
                <a:lnTo>
                  <a:pt x="23138" y="0"/>
                </a:lnTo>
                <a:cubicBezTo>
                  <a:pt x="23153" y="0"/>
                  <a:pt x="23168" y="2"/>
                  <a:pt x="23183" y="5"/>
                </a:cubicBezTo>
                <a:cubicBezTo>
                  <a:pt x="23198" y="8"/>
                  <a:pt x="23212" y="12"/>
                  <a:pt x="23226" y="18"/>
                </a:cubicBezTo>
                <a:cubicBezTo>
                  <a:pt x="23240" y="24"/>
                  <a:pt x="23253" y="31"/>
                  <a:pt x="23265" y="39"/>
                </a:cubicBezTo>
                <a:cubicBezTo>
                  <a:pt x="23278" y="47"/>
                  <a:pt x="23289" y="57"/>
                  <a:pt x="23300" y="67"/>
                </a:cubicBezTo>
                <a:cubicBezTo>
                  <a:pt x="23311" y="78"/>
                  <a:pt x="23320" y="89"/>
                  <a:pt x="23328" y="102"/>
                </a:cubicBezTo>
                <a:cubicBezTo>
                  <a:pt x="23337" y="114"/>
                  <a:pt x="23344" y="128"/>
                  <a:pt x="23349" y="141"/>
                </a:cubicBezTo>
                <a:cubicBezTo>
                  <a:pt x="23355" y="155"/>
                  <a:pt x="23360" y="170"/>
                  <a:pt x="23362" y="184"/>
                </a:cubicBezTo>
                <a:cubicBezTo>
                  <a:pt x="23365" y="199"/>
                  <a:pt x="23367" y="214"/>
                  <a:pt x="23367" y="229"/>
                </a:cubicBezTo>
                <a:lnTo>
                  <a:pt x="23367" y="16285"/>
                </a:lnTo>
                <a:cubicBezTo>
                  <a:pt x="23367" y="16300"/>
                  <a:pt x="23365" y="16315"/>
                  <a:pt x="23362" y="16329"/>
                </a:cubicBezTo>
                <a:cubicBezTo>
                  <a:pt x="23360" y="16344"/>
                  <a:pt x="23355" y="16358"/>
                  <a:pt x="23349" y="16372"/>
                </a:cubicBezTo>
                <a:cubicBezTo>
                  <a:pt x="23344" y="16386"/>
                  <a:pt x="23337" y="16399"/>
                  <a:pt x="23328" y="16412"/>
                </a:cubicBezTo>
                <a:cubicBezTo>
                  <a:pt x="23320" y="16424"/>
                  <a:pt x="23311" y="16436"/>
                  <a:pt x="23300" y="16446"/>
                </a:cubicBezTo>
                <a:cubicBezTo>
                  <a:pt x="23289" y="16457"/>
                  <a:pt x="23278" y="16466"/>
                  <a:pt x="23265" y="16475"/>
                </a:cubicBezTo>
                <a:cubicBezTo>
                  <a:pt x="23253" y="16483"/>
                  <a:pt x="23240" y="16490"/>
                  <a:pt x="23226" y="16496"/>
                </a:cubicBezTo>
                <a:cubicBezTo>
                  <a:pt x="23212" y="16501"/>
                  <a:pt x="23198" y="16506"/>
                  <a:pt x="23183" y="16509"/>
                </a:cubicBezTo>
                <a:cubicBezTo>
                  <a:pt x="23168" y="16512"/>
                  <a:pt x="23153" y="16513"/>
                  <a:pt x="23138" y="16513"/>
                </a:cubicBezTo>
                <a:lnTo>
                  <a:pt x="229" y="16513"/>
                </a:lnTo>
                <a:cubicBezTo>
                  <a:pt x="214" y="16513"/>
                  <a:pt x="199" y="16512"/>
                  <a:pt x="184" y="16509"/>
                </a:cubicBezTo>
                <a:cubicBezTo>
                  <a:pt x="169" y="16506"/>
                  <a:pt x="155" y="16501"/>
                  <a:pt x="141" y="16496"/>
                </a:cubicBezTo>
                <a:cubicBezTo>
                  <a:pt x="127" y="16490"/>
                  <a:pt x="114" y="16483"/>
                  <a:pt x="102" y="16475"/>
                </a:cubicBezTo>
                <a:cubicBezTo>
                  <a:pt x="89" y="16466"/>
                  <a:pt x="78" y="16457"/>
                  <a:pt x="67" y="16446"/>
                </a:cubicBezTo>
                <a:cubicBezTo>
                  <a:pt x="57" y="16436"/>
                  <a:pt x="47" y="16424"/>
                  <a:pt x="39" y="16412"/>
                </a:cubicBezTo>
                <a:cubicBezTo>
                  <a:pt x="30" y="16399"/>
                  <a:pt x="23" y="16386"/>
                  <a:pt x="18" y="16372"/>
                </a:cubicBezTo>
                <a:cubicBezTo>
                  <a:pt x="12" y="16358"/>
                  <a:pt x="8" y="16344"/>
                  <a:pt x="5" y="16329"/>
                </a:cubicBezTo>
                <a:cubicBezTo>
                  <a:pt x="2" y="16315"/>
                  <a:pt x="0" y="16300"/>
                  <a:pt x="0" y="16285"/>
                </a:cubicBezTo>
                <a:lnTo>
                  <a:pt x="0" y="229"/>
                </a:lnTo>
                <a:cubicBezTo>
                  <a:pt x="0" y="214"/>
                  <a:pt x="2" y="199"/>
                  <a:pt x="5" y="184"/>
                </a:cubicBezTo>
                <a:cubicBezTo>
                  <a:pt x="8" y="170"/>
                  <a:pt x="12" y="155"/>
                  <a:pt x="18" y="141"/>
                </a:cubicBezTo>
                <a:cubicBezTo>
                  <a:pt x="23" y="128"/>
                  <a:pt x="30" y="114"/>
                  <a:pt x="39" y="102"/>
                </a:cubicBezTo>
                <a:cubicBezTo>
                  <a:pt x="47" y="89"/>
                  <a:pt x="57" y="78"/>
                  <a:pt x="67" y="67"/>
                </a:cubicBezTo>
                <a:cubicBezTo>
                  <a:pt x="78" y="57"/>
                  <a:pt x="89" y="47"/>
                  <a:pt x="102" y="39"/>
                </a:cubicBezTo>
                <a:cubicBezTo>
                  <a:pt x="114" y="31"/>
                  <a:pt x="127" y="24"/>
                  <a:pt x="141" y="18"/>
                </a:cubicBezTo>
                <a:cubicBezTo>
                  <a:pt x="155" y="12"/>
                  <a:pt x="169" y="8"/>
                  <a:pt x="184" y="5"/>
                </a:cubicBezTo>
                <a:cubicBezTo>
                  <a:pt x="199" y="2"/>
                  <a:pt x="214" y="0"/>
                  <a:pt x="22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0" name=""/>
          <p:cNvSpPr/>
          <p:nvPr/>
        </p:nvSpPr>
        <p:spPr>
          <a:xfrm>
            <a:off x="461160" y="803880"/>
            <a:ext cx="8412120" cy="5944680"/>
          </a:xfrm>
          <a:custGeom>
            <a:avLst/>
            <a:gdLst/>
            <a:ahLst/>
            <a:rect l="0" t="0" r="r" b="b"/>
            <a:pathLst>
              <a:path w="23367" h="16513">
                <a:moveTo>
                  <a:pt x="229" y="0"/>
                </a:moveTo>
                <a:lnTo>
                  <a:pt x="23138" y="0"/>
                </a:lnTo>
                <a:cubicBezTo>
                  <a:pt x="23153" y="0"/>
                  <a:pt x="23168" y="2"/>
                  <a:pt x="23183" y="5"/>
                </a:cubicBezTo>
                <a:cubicBezTo>
                  <a:pt x="23198" y="8"/>
                  <a:pt x="23212" y="12"/>
                  <a:pt x="23226" y="18"/>
                </a:cubicBezTo>
                <a:cubicBezTo>
                  <a:pt x="23240" y="24"/>
                  <a:pt x="23253" y="31"/>
                  <a:pt x="23265" y="39"/>
                </a:cubicBezTo>
                <a:cubicBezTo>
                  <a:pt x="23278" y="47"/>
                  <a:pt x="23289" y="57"/>
                  <a:pt x="23300" y="67"/>
                </a:cubicBezTo>
                <a:cubicBezTo>
                  <a:pt x="23311" y="78"/>
                  <a:pt x="23320" y="89"/>
                  <a:pt x="23328" y="102"/>
                </a:cubicBezTo>
                <a:cubicBezTo>
                  <a:pt x="23337" y="114"/>
                  <a:pt x="23344" y="128"/>
                  <a:pt x="23349" y="141"/>
                </a:cubicBezTo>
                <a:cubicBezTo>
                  <a:pt x="23355" y="155"/>
                  <a:pt x="23360" y="170"/>
                  <a:pt x="23362" y="184"/>
                </a:cubicBezTo>
                <a:cubicBezTo>
                  <a:pt x="23365" y="199"/>
                  <a:pt x="23367" y="214"/>
                  <a:pt x="23367" y="229"/>
                </a:cubicBezTo>
                <a:lnTo>
                  <a:pt x="23367" y="16285"/>
                </a:lnTo>
                <a:cubicBezTo>
                  <a:pt x="23367" y="16300"/>
                  <a:pt x="23365" y="16315"/>
                  <a:pt x="23362" y="16329"/>
                </a:cubicBezTo>
                <a:cubicBezTo>
                  <a:pt x="23360" y="16344"/>
                  <a:pt x="23355" y="16358"/>
                  <a:pt x="23349" y="16372"/>
                </a:cubicBezTo>
                <a:cubicBezTo>
                  <a:pt x="23344" y="16386"/>
                  <a:pt x="23337" y="16399"/>
                  <a:pt x="23328" y="16412"/>
                </a:cubicBezTo>
                <a:cubicBezTo>
                  <a:pt x="23320" y="16424"/>
                  <a:pt x="23311" y="16436"/>
                  <a:pt x="23300" y="16446"/>
                </a:cubicBezTo>
                <a:cubicBezTo>
                  <a:pt x="23289" y="16457"/>
                  <a:pt x="23278" y="16466"/>
                  <a:pt x="23265" y="16475"/>
                </a:cubicBezTo>
                <a:cubicBezTo>
                  <a:pt x="23253" y="16483"/>
                  <a:pt x="23240" y="16490"/>
                  <a:pt x="23226" y="16496"/>
                </a:cubicBezTo>
                <a:cubicBezTo>
                  <a:pt x="23212" y="16501"/>
                  <a:pt x="23198" y="16506"/>
                  <a:pt x="23183" y="16509"/>
                </a:cubicBezTo>
                <a:cubicBezTo>
                  <a:pt x="23168" y="16512"/>
                  <a:pt x="23153" y="16513"/>
                  <a:pt x="23138" y="16513"/>
                </a:cubicBezTo>
                <a:lnTo>
                  <a:pt x="229" y="16513"/>
                </a:lnTo>
                <a:cubicBezTo>
                  <a:pt x="214" y="16513"/>
                  <a:pt x="199" y="16512"/>
                  <a:pt x="184" y="16509"/>
                </a:cubicBezTo>
                <a:cubicBezTo>
                  <a:pt x="169" y="16506"/>
                  <a:pt x="155" y="16501"/>
                  <a:pt x="141" y="16496"/>
                </a:cubicBezTo>
                <a:cubicBezTo>
                  <a:pt x="127" y="16490"/>
                  <a:pt x="114" y="16483"/>
                  <a:pt x="102" y="16475"/>
                </a:cubicBezTo>
                <a:cubicBezTo>
                  <a:pt x="89" y="16466"/>
                  <a:pt x="78" y="16457"/>
                  <a:pt x="67" y="16446"/>
                </a:cubicBezTo>
                <a:cubicBezTo>
                  <a:pt x="57" y="16436"/>
                  <a:pt x="47" y="16424"/>
                  <a:pt x="39" y="16412"/>
                </a:cubicBezTo>
                <a:cubicBezTo>
                  <a:pt x="30" y="16399"/>
                  <a:pt x="23" y="16386"/>
                  <a:pt x="18" y="16372"/>
                </a:cubicBezTo>
                <a:cubicBezTo>
                  <a:pt x="12" y="16358"/>
                  <a:pt x="8" y="16344"/>
                  <a:pt x="5" y="16329"/>
                </a:cubicBezTo>
                <a:cubicBezTo>
                  <a:pt x="2" y="16315"/>
                  <a:pt x="0" y="16300"/>
                  <a:pt x="0" y="16285"/>
                </a:cubicBezTo>
                <a:lnTo>
                  <a:pt x="0" y="229"/>
                </a:lnTo>
                <a:cubicBezTo>
                  <a:pt x="0" y="214"/>
                  <a:pt x="2" y="199"/>
                  <a:pt x="5" y="184"/>
                </a:cubicBezTo>
                <a:cubicBezTo>
                  <a:pt x="8" y="170"/>
                  <a:pt x="12" y="155"/>
                  <a:pt x="18" y="141"/>
                </a:cubicBezTo>
                <a:cubicBezTo>
                  <a:pt x="23" y="128"/>
                  <a:pt x="30" y="114"/>
                  <a:pt x="39" y="102"/>
                </a:cubicBezTo>
                <a:cubicBezTo>
                  <a:pt x="47" y="89"/>
                  <a:pt x="57" y="78"/>
                  <a:pt x="67" y="67"/>
                </a:cubicBezTo>
                <a:cubicBezTo>
                  <a:pt x="78" y="57"/>
                  <a:pt x="89" y="47"/>
                  <a:pt x="102" y="39"/>
                </a:cubicBezTo>
                <a:cubicBezTo>
                  <a:pt x="114" y="31"/>
                  <a:pt x="127" y="24"/>
                  <a:pt x="141" y="18"/>
                </a:cubicBezTo>
                <a:cubicBezTo>
                  <a:pt x="155" y="12"/>
                  <a:pt x="169" y="8"/>
                  <a:pt x="184" y="5"/>
                </a:cubicBezTo>
                <a:cubicBezTo>
                  <a:pt x="199" y="2"/>
                  <a:pt x="214" y="0"/>
                  <a:pt x="229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457200" y="570240"/>
            <a:ext cx="74088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2  ·  DEEL  1   VAN  2  ·  H ET  O NDER WIJS -  EN  EX AM ENO NTWER P  M EE  NAAR   DE  CATALO G US   ( CO NCEPTPLAAT)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2" name=""/>
          <p:cNvSpPr/>
          <p:nvPr/>
        </p:nvSpPr>
        <p:spPr>
          <a:xfrm>
            <a:off x="457200" y="799920"/>
            <a:ext cx="33120" cy="5952960"/>
          </a:xfrm>
          <a:custGeom>
            <a:avLst/>
            <a:gdLst/>
            <a:ahLst/>
            <a:rect l="0" t="0" r="r" b="b"/>
            <a:pathLst>
              <a:path w="92" h="16536">
                <a:moveTo>
                  <a:pt x="0" y="0"/>
                </a:moveTo>
                <a:lnTo>
                  <a:pt x="92" y="0"/>
                </a:lnTo>
                <a:lnTo>
                  <a:pt x="92" y="16536"/>
                </a:lnTo>
                <a:lnTo>
                  <a:pt x="0" y="16536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3" name=""/>
          <p:cNvSpPr/>
          <p:nvPr/>
        </p:nvSpPr>
        <p:spPr>
          <a:xfrm>
            <a:off x="555840" y="1243800"/>
            <a:ext cx="1669680" cy="156600"/>
          </a:xfrm>
          <a:custGeom>
            <a:avLst/>
            <a:gdLst/>
            <a:ahLst/>
            <a:rect l="0" t="0" r="r" b="b"/>
            <a:pathLst>
              <a:path w="4638" h="435">
                <a:moveTo>
                  <a:pt x="91" y="0"/>
                </a:moveTo>
                <a:lnTo>
                  <a:pt x="4546" y="0"/>
                </a:lnTo>
                <a:cubicBezTo>
                  <a:pt x="4558" y="0"/>
                  <a:pt x="4570" y="3"/>
                  <a:pt x="4581" y="7"/>
                </a:cubicBezTo>
                <a:cubicBezTo>
                  <a:pt x="4592" y="12"/>
                  <a:pt x="4602" y="18"/>
                  <a:pt x="4611" y="27"/>
                </a:cubicBezTo>
                <a:cubicBezTo>
                  <a:pt x="4619" y="36"/>
                  <a:pt x="4626" y="45"/>
                  <a:pt x="4631" y="57"/>
                </a:cubicBezTo>
                <a:cubicBezTo>
                  <a:pt x="4635" y="68"/>
                  <a:pt x="4638" y="79"/>
                  <a:pt x="4638" y="92"/>
                </a:cubicBezTo>
                <a:lnTo>
                  <a:pt x="4638" y="344"/>
                </a:lnTo>
                <a:cubicBezTo>
                  <a:pt x="4638" y="356"/>
                  <a:pt x="4635" y="368"/>
                  <a:pt x="4631" y="379"/>
                </a:cubicBezTo>
                <a:cubicBezTo>
                  <a:pt x="4626" y="390"/>
                  <a:pt x="4619" y="400"/>
                  <a:pt x="4611" y="408"/>
                </a:cubicBezTo>
                <a:cubicBezTo>
                  <a:pt x="4602" y="417"/>
                  <a:pt x="4592" y="424"/>
                  <a:pt x="4581" y="428"/>
                </a:cubicBezTo>
                <a:cubicBezTo>
                  <a:pt x="4570" y="433"/>
                  <a:pt x="4558" y="435"/>
                  <a:pt x="4546" y="435"/>
                </a:cubicBezTo>
                <a:lnTo>
                  <a:pt x="91" y="435"/>
                </a:lnTo>
                <a:cubicBezTo>
                  <a:pt x="79" y="435"/>
                  <a:pt x="68" y="433"/>
                  <a:pt x="56" y="428"/>
                </a:cubicBezTo>
                <a:cubicBezTo>
                  <a:pt x="45" y="424"/>
                  <a:pt x="35" y="417"/>
                  <a:pt x="27" y="408"/>
                </a:cubicBezTo>
                <a:cubicBezTo>
                  <a:pt x="18" y="400"/>
                  <a:pt x="12" y="390"/>
                  <a:pt x="7" y="379"/>
                </a:cubicBezTo>
                <a:cubicBezTo>
                  <a:pt x="2" y="368"/>
                  <a:pt x="0" y="356"/>
                  <a:pt x="0" y="344"/>
                </a:cubicBezTo>
                <a:lnTo>
                  <a:pt x="0" y="92"/>
                </a:lnTo>
                <a:cubicBezTo>
                  <a:pt x="0" y="79"/>
                  <a:pt x="2" y="68"/>
                  <a:pt x="7" y="57"/>
                </a:cubicBezTo>
                <a:cubicBezTo>
                  <a:pt x="12" y="45"/>
                  <a:pt x="18" y="36"/>
                  <a:pt x="27" y="27"/>
                </a:cubicBezTo>
                <a:cubicBezTo>
                  <a:pt x="35" y="18"/>
                  <a:pt x="45" y="12"/>
                  <a:pt x="56" y="7"/>
                </a:cubicBezTo>
                <a:cubicBezTo>
                  <a:pt x="68" y="3"/>
                  <a:pt x="79" y="0"/>
                  <a:pt x="9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4" name=""/>
          <p:cNvSpPr/>
          <p:nvPr/>
        </p:nvSpPr>
        <p:spPr>
          <a:xfrm>
            <a:off x="555840" y="1243800"/>
            <a:ext cx="1669680" cy="156600"/>
          </a:xfrm>
          <a:custGeom>
            <a:avLst/>
            <a:gdLst/>
            <a:ahLst/>
            <a:rect l="0" t="0" r="r" b="b"/>
            <a:pathLst>
              <a:path w="4638" h="435">
                <a:moveTo>
                  <a:pt x="91" y="0"/>
                </a:moveTo>
                <a:lnTo>
                  <a:pt x="4546" y="0"/>
                </a:lnTo>
                <a:cubicBezTo>
                  <a:pt x="4558" y="0"/>
                  <a:pt x="4570" y="3"/>
                  <a:pt x="4581" y="7"/>
                </a:cubicBezTo>
                <a:cubicBezTo>
                  <a:pt x="4592" y="12"/>
                  <a:pt x="4602" y="18"/>
                  <a:pt x="4611" y="27"/>
                </a:cubicBezTo>
                <a:cubicBezTo>
                  <a:pt x="4619" y="36"/>
                  <a:pt x="4626" y="45"/>
                  <a:pt x="4631" y="57"/>
                </a:cubicBezTo>
                <a:cubicBezTo>
                  <a:pt x="4635" y="68"/>
                  <a:pt x="4638" y="79"/>
                  <a:pt x="4638" y="92"/>
                </a:cubicBezTo>
                <a:lnTo>
                  <a:pt x="4638" y="344"/>
                </a:lnTo>
                <a:cubicBezTo>
                  <a:pt x="4638" y="356"/>
                  <a:pt x="4635" y="368"/>
                  <a:pt x="4631" y="379"/>
                </a:cubicBezTo>
                <a:cubicBezTo>
                  <a:pt x="4626" y="390"/>
                  <a:pt x="4619" y="400"/>
                  <a:pt x="4611" y="408"/>
                </a:cubicBezTo>
                <a:cubicBezTo>
                  <a:pt x="4602" y="417"/>
                  <a:pt x="4592" y="424"/>
                  <a:pt x="4581" y="428"/>
                </a:cubicBezTo>
                <a:cubicBezTo>
                  <a:pt x="4570" y="433"/>
                  <a:pt x="4558" y="435"/>
                  <a:pt x="4546" y="435"/>
                </a:cubicBezTo>
                <a:lnTo>
                  <a:pt x="91" y="435"/>
                </a:lnTo>
                <a:cubicBezTo>
                  <a:pt x="79" y="435"/>
                  <a:pt x="68" y="433"/>
                  <a:pt x="56" y="428"/>
                </a:cubicBezTo>
                <a:cubicBezTo>
                  <a:pt x="45" y="424"/>
                  <a:pt x="35" y="417"/>
                  <a:pt x="27" y="408"/>
                </a:cubicBezTo>
                <a:cubicBezTo>
                  <a:pt x="18" y="400"/>
                  <a:pt x="12" y="390"/>
                  <a:pt x="7" y="379"/>
                </a:cubicBezTo>
                <a:cubicBezTo>
                  <a:pt x="2" y="368"/>
                  <a:pt x="0" y="356"/>
                  <a:pt x="0" y="344"/>
                </a:cubicBezTo>
                <a:lnTo>
                  <a:pt x="0" y="92"/>
                </a:lnTo>
                <a:cubicBezTo>
                  <a:pt x="0" y="79"/>
                  <a:pt x="2" y="68"/>
                  <a:pt x="7" y="57"/>
                </a:cubicBezTo>
                <a:cubicBezTo>
                  <a:pt x="12" y="45"/>
                  <a:pt x="18" y="36"/>
                  <a:pt x="27" y="27"/>
                </a:cubicBezTo>
                <a:cubicBezTo>
                  <a:pt x="35" y="18"/>
                  <a:pt x="45" y="12"/>
                  <a:pt x="56" y="7"/>
                </a:cubicBezTo>
                <a:cubicBezTo>
                  <a:pt x="68" y="3"/>
                  <a:pt x="79" y="0"/>
                  <a:pt x="91" y="0"/>
                </a:cubicBezTo>
                <a:close/>
              </a:path>
            </a:pathLst>
          </a:custGeom>
          <a:noFill/>
          <a:ln w="7920">
            <a:solidFill>
              <a:srgbClr val="c8ccc9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5" name=""/>
          <p:cNvSpPr txBox="1"/>
          <p:nvPr/>
        </p:nvSpPr>
        <p:spPr>
          <a:xfrm>
            <a:off x="555840" y="866520"/>
            <a:ext cx="563508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c1c1c"/>
                </a:solidFill>
                <a:latin typeface="DejaVuSans"/>
                <a:ea typeface="DejaVuSans"/>
              </a:rPr>
              <a:t>F1-12 - Het onderwijs- en examenontwerp mee naar de catalogus (conceptplaat)</a:t>
            </a:r>
            <a:endParaRPr b="0" lang="en-US" sz="9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6" name=""/>
          <p:cNvSpPr/>
          <p:nvPr/>
        </p:nvSpPr>
        <p:spPr>
          <a:xfrm>
            <a:off x="2323800" y="1128960"/>
            <a:ext cx="2014560" cy="394920"/>
          </a:xfrm>
          <a:custGeom>
            <a:avLst/>
            <a:gdLst/>
            <a:ahLst/>
            <a:rect l="0" t="0" r="r" b="b"/>
            <a:pathLst>
              <a:path w="5596" h="1097">
                <a:moveTo>
                  <a:pt x="0" y="0"/>
                </a:moveTo>
                <a:lnTo>
                  <a:pt x="5596" y="0"/>
                </a:lnTo>
                <a:lnTo>
                  <a:pt x="5596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7" name=""/>
          <p:cNvSpPr/>
          <p:nvPr/>
        </p:nvSpPr>
        <p:spPr>
          <a:xfrm>
            <a:off x="2323800" y="1128960"/>
            <a:ext cx="2014560" cy="394920"/>
          </a:xfrm>
          <a:custGeom>
            <a:avLst/>
            <a:gdLst/>
            <a:ahLst/>
            <a:rect l="0" t="0" r="r" b="b"/>
            <a:pathLst>
              <a:path w="5596" h="1097">
                <a:moveTo>
                  <a:pt x="0" y="0"/>
                </a:moveTo>
                <a:lnTo>
                  <a:pt x="5596" y="0"/>
                </a:lnTo>
                <a:lnTo>
                  <a:pt x="5596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5aa8a8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8" name=""/>
          <p:cNvSpPr/>
          <p:nvPr/>
        </p:nvSpPr>
        <p:spPr>
          <a:xfrm>
            <a:off x="4190040" y="1186200"/>
            <a:ext cx="82800" cy="99000"/>
          </a:xfrm>
          <a:custGeom>
            <a:avLst/>
            <a:gdLst/>
            <a:ahLst/>
            <a:rect l="0" t="0" r="r" b="b"/>
            <a:pathLst>
              <a:path w="230" h="275">
                <a:moveTo>
                  <a:pt x="0" y="0"/>
                </a:moveTo>
                <a:lnTo>
                  <a:pt x="230" y="0"/>
                </a:lnTo>
                <a:lnTo>
                  <a:pt x="230" y="275"/>
                </a:lnTo>
                <a:lnTo>
                  <a:pt x="0" y="27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9" name=""/>
          <p:cNvSpPr/>
          <p:nvPr/>
        </p:nvSpPr>
        <p:spPr>
          <a:xfrm>
            <a:off x="4173840" y="1202760"/>
            <a:ext cx="33120" cy="20880"/>
          </a:xfrm>
          <a:custGeom>
            <a:avLst/>
            <a:gdLst/>
            <a:ahLst/>
            <a:rect l="0" t="0" r="r" b="b"/>
            <a:pathLst>
              <a:path w="92" h="58">
                <a:moveTo>
                  <a:pt x="0" y="0"/>
                </a:moveTo>
                <a:lnTo>
                  <a:pt x="92" y="0"/>
                </a:lnTo>
                <a:lnTo>
                  <a:pt x="92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0" name=""/>
          <p:cNvSpPr/>
          <p:nvPr/>
        </p:nvSpPr>
        <p:spPr>
          <a:xfrm>
            <a:off x="4173840" y="1239840"/>
            <a:ext cx="33120" cy="20880"/>
          </a:xfrm>
          <a:custGeom>
            <a:avLst/>
            <a:gdLst/>
            <a:ahLst/>
            <a:rect l="0" t="0" r="r" b="b"/>
            <a:pathLst>
              <a:path w="92" h="58">
                <a:moveTo>
                  <a:pt x="0" y="0"/>
                </a:moveTo>
                <a:lnTo>
                  <a:pt x="92" y="0"/>
                </a:lnTo>
                <a:lnTo>
                  <a:pt x="92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621720" y="1259280"/>
            <a:ext cx="12808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geen pijl op de hoofdplaat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2" name=""/>
          <p:cNvSpPr txBox="1"/>
          <p:nvPr/>
        </p:nvSpPr>
        <p:spPr>
          <a:xfrm>
            <a:off x="2405880" y="1185480"/>
            <a:ext cx="1807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2a5a5a"/>
                </a:solidFill>
                <a:latin typeface="DejaVuSans"/>
                <a:ea typeface="DejaVuSans"/>
              </a:rPr>
              <a:t>van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3" name=""/>
          <p:cNvSpPr/>
          <p:nvPr/>
        </p:nvSpPr>
        <p:spPr>
          <a:xfrm>
            <a:off x="4391280" y="1317960"/>
            <a:ext cx="2335680" cy="16560"/>
          </a:xfrm>
          <a:custGeom>
            <a:avLst/>
            <a:gdLst/>
            <a:ahLst/>
            <a:rect l="0" t="0" r="r" b="b"/>
            <a:pathLst>
              <a:path w="6488" h="46">
                <a:moveTo>
                  <a:pt x="0" y="0"/>
                </a:moveTo>
                <a:lnTo>
                  <a:pt x="115" y="0"/>
                </a:lnTo>
                <a:lnTo>
                  <a:pt x="115" y="46"/>
                </a:lnTo>
                <a:lnTo>
                  <a:pt x="0" y="46"/>
                </a:lnTo>
                <a:lnTo>
                  <a:pt x="0" y="0"/>
                </a:lnTo>
                <a:moveTo>
                  <a:pt x="206" y="0"/>
                </a:moveTo>
                <a:lnTo>
                  <a:pt x="320" y="0"/>
                </a:lnTo>
                <a:lnTo>
                  <a:pt x="320" y="46"/>
                </a:lnTo>
                <a:lnTo>
                  <a:pt x="206" y="46"/>
                </a:lnTo>
                <a:lnTo>
                  <a:pt x="206" y="0"/>
                </a:lnTo>
                <a:moveTo>
                  <a:pt x="412" y="0"/>
                </a:moveTo>
                <a:lnTo>
                  <a:pt x="526" y="0"/>
                </a:lnTo>
                <a:lnTo>
                  <a:pt x="526" y="46"/>
                </a:lnTo>
                <a:lnTo>
                  <a:pt x="412" y="46"/>
                </a:lnTo>
                <a:lnTo>
                  <a:pt x="412" y="0"/>
                </a:lnTo>
                <a:moveTo>
                  <a:pt x="617" y="0"/>
                </a:moveTo>
                <a:lnTo>
                  <a:pt x="731" y="0"/>
                </a:lnTo>
                <a:lnTo>
                  <a:pt x="731" y="46"/>
                </a:lnTo>
                <a:lnTo>
                  <a:pt x="617" y="46"/>
                </a:lnTo>
                <a:lnTo>
                  <a:pt x="617" y="0"/>
                </a:lnTo>
                <a:moveTo>
                  <a:pt x="823" y="0"/>
                </a:moveTo>
                <a:lnTo>
                  <a:pt x="937" y="0"/>
                </a:lnTo>
                <a:lnTo>
                  <a:pt x="937" y="46"/>
                </a:lnTo>
                <a:lnTo>
                  <a:pt x="823" y="46"/>
                </a:lnTo>
                <a:lnTo>
                  <a:pt x="823" y="0"/>
                </a:lnTo>
                <a:moveTo>
                  <a:pt x="1028" y="0"/>
                </a:moveTo>
                <a:lnTo>
                  <a:pt x="1142" y="0"/>
                </a:lnTo>
                <a:lnTo>
                  <a:pt x="1142" y="46"/>
                </a:lnTo>
                <a:lnTo>
                  <a:pt x="1028" y="46"/>
                </a:lnTo>
                <a:lnTo>
                  <a:pt x="1028" y="0"/>
                </a:lnTo>
                <a:moveTo>
                  <a:pt x="1234" y="0"/>
                </a:moveTo>
                <a:lnTo>
                  <a:pt x="1348" y="0"/>
                </a:lnTo>
                <a:lnTo>
                  <a:pt x="1348" y="46"/>
                </a:lnTo>
                <a:lnTo>
                  <a:pt x="1234" y="46"/>
                </a:lnTo>
                <a:lnTo>
                  <a:pt x="1234" y="0"/>
                </a:lnTo>
                <a:moveTo>
                  <a:pt x="1439" y="0"/>
                </a:moveTo>
                <a:lnTo>
                  <a:pt x="1554" y="0"/>
                </a:lnTo>
                <a:lnTo>
                  <a:pt x="1554" y="46"/>
                </a:lnTo>
                <a:lnTo>
                  <a:pt x="1439" y="46"/>
                </a:lnTo>
                <a:lnTo>
                  <a:pt x="1439" y="0"/>
                </a:lnTo>
                <a:moveTo>
                  <a:pt x="1645" y="0"/>
                </a:moveTo>
                <a:lnTo>
                  <a:pt x="1759" y="0"/>
                </a:lnTo>
                <a:lnTo>
                  <a:pt x="1759" y="46"/>
                </a:lnTo>
                <a:lnTo>
                  <a:pt x="1645" y="46"/>
                </a:lnTo>
                <a:lnTo>
                  <a:pt x="1645" y="0"/>
                </a:lnTo>
                <a:moveTo>
                  <a:pt x="1851" y="0"/>
                </a:moveTo>
                <a:lnTo>
                  <a:pt x="1965" y="0"/>
                </a:lnTo>
                <a:lnTo>
                  <a:pt x="1965" y="46"/>
                </a:lnTo>
                <a:lnTo>
                  <a:pt x="1851" y="46"/>
                </a:lnTo>
                <a:lnTo>
                  <a:pt x="1851" y="0"/>
                </a:lnTo>
                <a:moveTo>
                  <a:pt x="2056" y="0"/>
                </a:moveTo>
                <a:lnTo>
                  <a:pt x="2170" y="0"/>
                </a:lnTo>
                <a:lnTo>
                  <a:pt x="2170" y="46"/>
                </a:lnTo>
                <a:lnTo>
                  <a:pt x="2056" y="46"/>
                </a:lnTo>
                <a:lnTo>
                  <a:pt x="2056" y="0"/>
                </a:lnTo>
                <a:moveTo>
                  <a:pt x="2262" y="0"/>
                </a:moveTo>
                <a:lnTo>
                  <a:pt x="2376" y="0"/>
                </a:lnTo>
                <a:lnTo>
                  <a:pt x="2376" y="46"/>
                </a:lnTo>
                <a:lnTo>
                  <a:pt x="2262" y="46"/>
                </a:lnTo>
                <a:lnTo>
                  <a:pt x="2262" y="0"/>
                </a:lnTo>
                <a:moveTo>
                  <a:pt x="2467" y="0"/>
                </a:moveTo>
                <a:lnTo>
                  <a:pt x="2581" y="0"/>
                </a:lnTo>
                <a:lnTo>
                  <a:pt x="2581" y="46"/>
                </a:lnTo>
                <a:lnTo>
                  <a:pt x="2467" y="46"/>
                </a:lnTo>
                <a:lnTo>
                  <a:pt x="2467" y="0"/>
                </a:lnTo>
                <a:moveTo>
                  <a:pt x="2673" y="0"/>
                </a:moveTo>
                <a:lnTo>
                  <a:pt x="2787" y="0"/>
                </a:lnTo>
                <a:lnTo>
                  <a:pt x="2787" y="46"/>
                </a:lnTo>
                <a:lnTo>
                  <a:pt x="2673" y="46"/>
                </a:lnTo>
                <a:lnTo>
                  <a:pt x="2673" y="0"/>
                </a:lnTo>
                <a:moveTo>
                  <a:pt x="2878" y="0"/>
                </a:moveTo>
                <a:lnTo>
                  <a:pt x="2993" y="0"/>
                </a:lnTo>
                <a:lnTo>
                  <a:pt x="2993" y="46"/>
                </a:lnTo>
                <a:lnTo>
                  <a:pt x="2878" y="46"/>
                </a:lnTo>
                <a:lnTo>
                  <a:pt x="2878" y="0"/>
                </a:lnTo>
                <a:moveTo>
                  <a:pt x="3084" y="0"/>
                </a:moveTo>
                <a:lnTo>
                  <a:pt x="3198" y="0"/>
                </a:lnTo>
                <a:lnTo>
                  <a:pt x="3198" y="46"/>
                </a:lnTo>
                <a:lnTo>
                  <a:pt x="3084" y="46"/>
                </a:lnTo>
                <a:lnTo>
                  <a:pt x="3084" y="0"/>
                </a:lnTo>
                <a:moveTo>
                  <a:pt x="3289" y="0"/>
                </a:moveTo>
                <a:lnTo>
                  <a:pt x="3404" y="0"/>
                </a:lnTo>
                <a:lnTo>
                  <a:pt x="3404" y="46"/>
                </a:lnTo>
                <a:lnTo>
                  <a:pt x="3289" y="46"/>
                </a:lnTo>
                <a:lnTo>
                  <a:pt x="3289" y="0"/>
                </a:lnTo>
                <a:moveTo>
                  <a:pt x="3495" y="0"/>
                </a:moveTo>
                <a:lnTo>
                  <a:pt x="3609" y="0"/>
                </a:lnTo>
                <a:lnTo>
                  <a:pt x="3609" y="46"/>
                </a:lnTo>
                <a:lnTo>
                  <a:pt x="3495" y="46"/>
                </a:lnTo>
                <a:lnTo>
                  <a:pt x="3495" y="0"/>
                </a:lnTo>
                <a:moveTo>
                  <a:pt x="3701" y="0"/>
                </a:moveTo>
                <a:lnTo>
                  <a:pt x="3815" y="0"/>
                </a:lnTo>
                <a:lnTo>
                  <a:pt x="3815" y="46"/>
                </a:lnTo>
                <a:lnTo>
                  <a:pt x="3701" y="46"/>
                </a:lnTo>
                <a:lnTo>
                  <a:pt x="3701" y="0"/>
                </a:lnTo>
                <a:moveTo>
                  <a:pt x="3906" y="0"/>
                </a:moveTo>
                <a:lnTo>
                  <a:pt x="4021" y="0"/>
                </a:lnTo>
                <a:lnTo>
                  <a:pt x="4021" y="46"/>
                </a:lnTo>
                <a:lnTo>
                  <a:pt x="3906" y="46"/>
                </a:lnTo>
                <a:lnTo>
                  <a:pt x="3906" y="0"/>
                </a:lnTo>
                <a:moveTo>
                  <a:pt x="4113" y="0"/>
                </a:moveTo>
                <a:lnTo>
                  <a:pt x="4227" y="0"/>
                </a:lnTo>
                <a:lnTo>
                  <a:pt x="4227" y="46"/>
                </a:lnTo>
                <a:lnTo>
                  <a:pt x="4113" y="46"/>
                </a:lnTo>
                <a:lnTo>
                  <a:pt x="4113" y="0"/>
                </a:lnTo>
                <a:moveTo>
                  <a:pt x="4318" y="0"/>
                </a:moveTo>
                <a:lnTo>
                  <a:pt x="4432" y="0"/>
                </a:lnTo>
                <a:lnTo>
                  <a:pt x="4432" y="46"/>
                </a:lnTo>
                <a:lnTo>
                  <a:pt x="4318" y="46"/>
                </a:lnTo>
                <a:lnTo>
                  <a:pt x="4318" y="0"/>
                </a:lnTo>
                <a:moveTo>
                  <a:pt x="4524" y="0"/>
                </a:moveTo>
                <a:lnTo>
                  <a:pt x="4638" y="0"/>
                </a:lnTo>
                <a:lnTo>
                  <a:pt x="4638" y="46"/>
                </a:lnTo>
                <a:lnTo>
                  <a:pt x="4524" y="46"/>
                </a:lnTo>
                <a:lnTo>
                  <a:pt x="4524" y="0"/>
                </a:lnTo>
                <a:moveTo>
                  <a:pt x="4729" y="0"/>
                </a:moveTo>
                <a:lnTo>
                  <a:pt x="4844" y="0"/>
                </a:lnTo>
                <a:lnTo>
                  <a:pt x="4844" y="46"/>
                </a:lnTo>
                <a:lnTo>
                  <a:pt x="4729" y="46"/>
                </a:lnTo>
                <a:lnTo>
                  <a:pt x="4729" y="0"/>
                </a:lnTo>
                <a:moveTo>
                  <a:pt x="4935" y="0"/>
                </a:moveTo>
                <a:lnTo>
                  <a:pt x="5049" y="0"/>
                </a:lnTo>
                <a:lnTo>
                  <a:pt x="5049" y="46"/>
                </a:lnTo>
                <a:lnTo>
                  <a:pt x="4935" y="46"/>
                </a:lnTo>
                <a:lnTo>
                  <a:pt x="4935" y="0"/>
                </a:lnTo>
                <a:moveTo>
                  <a:pt x="5141" y="0"/>
                </a:moveTo>
                <a:lnTo>
                  <a:pt x="5255" y="0"/>
                </a:lnTo>
                <a:lnTo>
                  <a:pt x="5255" y="46"/>
                </a:lnTo>
                <a:lnTo>
                  <a:pt x="5141" y="46"/>
                </a:lnTo>
                <a:lnTo>
                  <a:pt x="5141" y="0"/>
                </a:lnTo>
                <a:moveTo>
                  <a:pt x="5346" y="0"/>
                </a:moveTo>
                <a:lnTo>
                  <a:pt x="5460" y="0"/>
                </a:lnTo>
                <a:lnTo>
                  <a:pt x="5460" y="46"/>
                </a:lnTo>
                <a:lnTo>
                  <a:pt x="5346" y="46"/>
                </a:lnTo>
                <a:lnTo>
                  <a:pt x="5346" y="0"/>
                </a:lnTo>
                <a:moveTo>
                  <a:pt x="5552" y="0"/>
                </a:moveTo>
                <a:lnTo>
                  <a:pt x="5666" y="0"/>
                </a:lnTo>
                <a:lnTo>
                  <a:pt x="5666" y="46"/>
                </a:lnTo>
                <a:lnTo>
                  <a:pt x="5552" y="46"/>
                </a:lnTo>
                <a:lnTo>
                  <a:pt x="5552" y="0"/>
                </a:lnTo>
                <a:moveTo>
                  <a:pt x="5757" y="0"/>
                </a:moveTo>
                <a:lnTo>
                  <a:pt x="5871" y="0"/>
                </a:lnTo>
                <a:lnTo>
                  <a:pt x="5871" y="46"/>
                </a:lnTo>
                <a:lnTo>
                  <a:pt x="5757" y="46"/>
                </a:lnTo>
                <a:lnTo>
                  <a:pt x="5757" y="0"/>
                </a:lnTo>
                <a:moveTo>
                  <a:pt x="5963" y="0"/>
                </a:moveTo>
                <a:lnTo>
                  <a:pt x="6077" y="0"/>
                </a:lnTo>
                <a:lnTo>
                  <a:pt x="6077" y="46"/>
                </a:lnTo>
                <a:lnTo>
                  <a:pt x="5963" y="46"/>
                </a:lnTo>
                <a:lnTo>
                  <a:pt x="5963" y="0"/>
                </a:lnTo>
                <a:moveTo>
                  <a:pt x="6168" y="0"/>
                </a:moveTo>
                <a:lnTo>
                  <a:pt x="6283" y="0"/>
                </a:lnTo>
                <a:lnTo>
                  <a:pt x="6283" y="46"/>
                </a:lnTo>
                <a:lnTo>
                  <a:pt x="6168" y="46"/>
                </a:lnTo>
                <a:lnTo>
                  <a:pt x="6168" y="0"/>
                </a:lnTo>
                <a:moveTo>
                  <a:pt x="6374" y="0"/>
                </a:moveTo>
                <a:lnTo>
                  <a:pt x="6488" y="0"/>
                </a:lnTo>
                <a:lnTo>
                  <a:pt x="6488" y="46"/>
                </a:lnTo>
                <a:lnTo>
                  <a:pt x="6374" y="46"/>
                </a:lnTo>
                <a:lnTo>
                  <a:pt x="6374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4" name=""/>
          <p:cNvSpPr/>
          <p:nvPr/>
        </p:nvSpPr>
        <p:spPr>
          <a:xfrm>
            <a:off x="6733800" y="1276920"/>
            <a:ext cx="82800" cy="99000"/>
          </a:xfrm>
          <a:custGeom>
            <a:avLst/>
            <a:gdLst/>
            <a:ahLst/>
            <a:rect l="0" t="0" r="r" b="b"/>
            <a:pathLst>
              <a:path w="230" h="275">
                <a:moveTo>
                  <a:pt x="0" y="0"/>
                </a:moveTo>
                <a:lnTo>
                  <a:pt x="230" y="137"/>
                </a:lnTo>
                <a:lnTo>
                  <a:pt x="0" y="275"/>
                </a:lnTo>
                <a:lnTo>
                  <a:pt x="0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5" name=""/>
          <p:cNvSpPr/>
          <p:nvPr/>
        </p:nvSpPr>
        <p:spPr>
          <a:xfrm>
            <a:off x="6829560" y="1128960"/>
            <a:ext cx="1710720" cy="394920"/>
          </a:xfrm>
          <a:custGeom>
            <a:avLst/>
            <a:gdLst/>
            <a:ahLst/>
            <a:rect l="0" t="0" r="r" b="b"/>
            <a:pathLst>
              <a:path w="4752" h="1097">
                <a:moveTo>
                  <a:pt x="0" y="0"/>
                </a:moveTo>
                <a:lnTo>
                  <a:pt x="4752" y="0"/>
                </a:lnTo>
                <a:lnTo>
                  <a:pt x="4752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6" name=""/>
          <p:cNvSpPr/>
          <p:nvPr/>
        </p:nvSpPr>
        <p:spPr>
          <a:xfrm>
            <a:off x="6829560" y="1128960"/>
            <a:ext cx="1710720" cy="394920"/>
          </a:xfrm>
          <a:custGeom>
            <a:avLst/>
            <a:gdLst/>
            <a:ahLst/>
            <a:rect l="0" t="0" r="r" b="b"/>
            <a:pathLst>
              <a:path w="4752" h="1097">
                <a:moveTo>
                  <a:pt x="0" y="0"/>
                </a:moveTo>
                <a:lnTo>
                  <a:pt x="4752" y="0"/>
                </a:lnTo>
                <a:lnTo>
                  <a:pt x="4752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noFill/>
          <a:ln w="7920">
            <a:solidFill>
              <a:srgbClr val="5aa8a8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7" name=""/>
          <p:cNvSpPr/>
          <p:nvPr/>
        </p:nvSpPr>
        <p:spPr>
          <a:xfrm>
            <a:off x="8400240" y="1186200"/>
            <a:ext cx="82440" cy="99000"/>
          </a:xfrm>
          <a:custGeom>
            <a:avLst/>
            <a:gdLst/>
            <a:ahLst/>
            <a:rect l="0" t="0" r="r" b="b"/>
            <a:pathLst>
              <a:path w="229" h="275">
                <a:moveTo>
                  <a:pt x="0" y="0"/>
                </a:moveTo>
                <a:lnTo>
                  <a:pt x="229" y="0"/>
                </a:lnTo>
                <a:lnTo>
                  <a:pt x="229" y="275"/>
                </a:lnTo>
                <a:lnTo>
                  <a:pt x="0" y="275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8" name=""/>
          <p:cNvSpPr/>
          <p:nvPr/>
        </p:nvSpPr>
        <p:spPr>
          <a:xfrm>
            <a:off x="8383680" y="1202760"/>
            <a:ext cx="33120" cy="20880"/>
          </a:xfrm>
          <a:custGeom>
            <a:avLst/>
            <a:gdLst/>
            <a:ahLst/>
            <a:rect l="0" t="0" r="r" b="b"/>
            <a:pathLst>
              <a:path w="92" h="58">
                <a:moveTo>
                  <a:pt x="0" y="0"/>
                </a:moveTo>
                <a:lnTo>
                  <a:pt x="92" y="0"/>
                </a:lnTo>
                <a:lnTo>
                  <a:pt x="92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9" name=""/>
          <p:cNvSpPr/>
          <p:nvPr/>
        </p:nvSpPr>
        <p:spPr>
          <a:xfrm>
            <a:off x="8383680" y="1239840"/>
            <a:ext cx="33120" cy="20880"/>
          </a:xfrm>
          <a:custGeom>
            <a:avLst/>
            <a:gdLst/>
            <a:ahLst/>
            <a:rect l="0" t="0" r="r" b="b"/>
            <a:pathLst>
              <a:path w="92" h="58">
                <a:moveTo>
                  <a:pt x="0" y="0"/>
                </a:moveTo>
                <a:lnTo>
                  <a:pt x="92" y="0"/>
                </a:lnTo>
                <a:lnTo>
                  <a:pt x="92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0" name=""/>
          <p:cNvSpPr txBox="1"/>
          <p:nvPr/>
        </p:nvSpPr>
        <p:spPr>
          <a:xfrm>
            <a:off x="2405880" y="1317960"/>
            <a:ext cx="1533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Curriculum ontwerptool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1" name=""/>
          <p:cNvSpPr txBox="1"/>
          <p:nvPr/>
        </p:nvSpPr>
        <p:spPr>
          <a:xfrm>
            <a:off x="6912000" y="1185480"/>
            <a:ext cx="2217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2a5a5a"/>
                </a:solidFill>
                <a:latin typeface="DejaVuSans"/>
                <a:ea typeface="DejaVuSans"/>
              </a:rPr>
              <a:t>naar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2" name=""/>
          <p:cNvSpPr/>
          <p:nvPr/>
        </p:nvSpPr>
        <p:spPr>
          <a:xfrm>
            <a:off x="555840" y="1539720"/>
            <a:ext cx="3741480" cy="156600"/>
          </a:xfrm>
          <a:custGeom>
            <a:avLst/>
            <a:gdLst/>
            <a:ahLst/>
            <a:rect l="0" t="0" r="r" b="b"/>
            <a:pathLst>
              <a:path w="10393" h="435">
                <a:moveTo>
                  <a:pt x="206" y="0"/>
                </a:moveTo>
                <a:lnTo>
                  <a:pt x="10188" y="0"/>
                </a:lnTo>
                <a:cubicBezTo>
                  <a:pt x="10201" y="0"/>
                  <a:pt x="10215" y="2"/>
                  <a:pt x="10228" y="4"/>
                </a:cubicBezTo>
                <a:cubicBezTo>
                  <a:pt x="10241" y="7"/>
                  <a:pt x="10254" y="11"/>
                  <a:pt x="10266" y="16"/>
                </a:cubicBezTo>
                <a:cubicBezTo>
                  <a:pt x="10279" y="21"/>
                  <a:pt x="10291" y="28"/>
                  <a:pt x="10302" y="35"/>
                </a:cubicBezTo>
                <a:cubicBezTo>
                  <a:pt x="10313" y="43"/>
                  <a:pt x="10324" y="51"/>
                  <a:pt x="10333" y="61"/>
                </a:cubicBezTo>
                <a:cubicBezTo>
                  <a:pt x="10343" y="70"/>
                  <a:pt x="10351" y="81"/>
                  <a:pt x="10359" y="92"/>
                </a:cubicBezTo>
                <a:cubicBezTo>
                  <a:pt x="10366" y="103"/>
                  <a:pt x="10372" y="115"/>
                  <a:pt x="10378" y="127"/>
                </a:cubicBezTo>
                <a:cubicBezTo>
                  <a:pt x="10383" y="140"/>
                  <a:pt x="10387" y="153"/>
                  <a:pt x="10389" y="166"/>
                </a:cubicBezTo>
                <a:cubicBezTo>
                  <a:pt x="10392" y="179"/>
                  <a:pt x="10393" y="192"/>
                  <a:pt x="10393" y="206"/>
                </a:cubicBezTo>
                <a:lnTo>
                  <a:pt x="10393" y="229"/>
                </a:lnTo>
                <a:cubicBezTo>
                  <a:pt x="10393" y="242"/>
                  <a:pt x="10392" y="256"/>
                  <a:pt x="10389" y="269"/>
                </a:cubicBezTo>
                <a:cubicBezTo>
                  <a:pt x="10387" y="283"/>
                  <a:pt x="10383" y="296"/>
                  <a:pt x="10378" y="308"/>
                </a:cubicBezTo>
                <a:cubicBezTo>
                  <a:pt x="10372" y="321"/>
                  <a:pt x="10366" y="333"/>
                  <a:pt x="10359" y="344"/>
                </a:cubicBezTo>
                <a:cubicBezTo>
                  <a:pt x="10351" y="355"/>
                  <a:pt x="10343" y="366"/>
                  <a:pt x="10333" y="375"/>
                </a:cubicBezTo>
                <a:cubicBezTo>
                  <a:pt x="10324" y="385"/>
                  <a:pt x="10313" y="393"/>
                  <a:pt x="10302" y="401"/>
                </a:cubicBezTo>
                <a:cubicBezTo>
                  <a:pt x="10291" y="408"/>
                  <a:pt x="10279" y="415"/>
                  <a:pt x="10266" y="420"/>
                </a:cubicBezTo>
                <a:cubicBezTo>
                  <a:pt x="10254" y="425"/>
                  <a:pt x="10241" y="429"/>
                  <a:pt x="10228" y="431"/>
                </a:cubicBezTo>
                <a:cubicBezTo>
                  <a:pt x="10215" y="434"/>
                  <a:pt x="10201" y="435"/>
                  <a:pt x="10188" y="435"/>
                </a:cubicBezTo>
                <a:lnTo>
                  <a:pt x="206" y="435"/>
                </a:lnTo>
                <a:cubicBezTo>
                  <a:pt x="192" y="435"/>
                  <a:pt x="179" y="434"/>
                  <a:pt x="165" y="431"/>
                </a:cubicBezTo>
                <a:cubicBezTo>
                  <a:pt x="152" y="429"/>
                  <a:pt x="139" y="425"/>
                  <a:pt x="127" y="420"/>
                </a:cubicBezTo>
                <a:cubicBezTo>
                  <a:pt x="114" y="415"/>
                  <a:pt x="103" y="408"/>
                  <a:pt x="91" y="401"/>
                </a:cubicBezTo>
                <a:cubicBezTo>
                  <a:pt x="80" y="393"/>
                  <a:pt x="70" y="385"/>
                  <a:pt x="60" y="375"/>
                </a:cubicBezTo>
                <a:cubicBezTo>
                  <a:pt x="51" y="366"/>
                  <a:pt x="42" y="355"/>
                  <a:pt x="35" y="344"/>
                </a:cubicBezTo>
                <a:cubicBezTo>
                  <a:pt x="27" y="333"/>
                  <a:pt x="21" y="321"/>
                  <a:pt x="16" y="308"/>
                </a:cubicBezTo>
                <a:cubicBezTo>
                  <a:pt x="10" y="296"/>
                  <a:pt x="7" y="283"/>
                  <a:pt x="4" y="269"/>
                </a:cubicBezTo>
                <a:cubicBezTo>
                  <a:pt x="1" y="256"/>
                  <a:pt x="0" y="242"/>
                  <a:pt x="0" y="229"/>
                </a:cubicBezTo>
                <a:lnTo>
                  <a:pt x="0" y="206"/>
                </a:lnTo>
                <a:cubicBezTo>
                  <a:pt x="0" y="192"/>
                  <a:pt x="1" y="179"/>
                  <a:pt x="4" y="166"/>
                </a:cubicBezTo>
                <a:cubicBezTo>
                  <a:pt x="7" y="153"/>
                  <a:pt x="10" y="140"/>
                  <a:pt x="16" y="127"/>
                </a:cubicBezTo>
                <a:cubicBezTo>
                  <a:pt x="21" y="115"/>
                  <a:pt x="27" y="103"/>
                  <a:pt x="35" y="92"/>
                </a:cubicBezTo>
                <a:cubicBezTo>
                  <a:pt x="42" y="81"/>
                  <a:pt x="51" y="70"/>
                  <a:pt x="60" y="61"/>
                </a:cubicBezTo>
                <a:cubicBezTo>
                  <a:pt x="70" y="51"/>
                  <a:pt x="80" y="43"/>
                  <a:pt x="91" y="35"/>
                </a:cubicBezTo>
                <a:cubicBezTo>
                  <a:pt x="103" y="28"/>
                  <a:pt x="114" y="21"/>
                  <a:pt x="127" y="16"/>
                </a:cubicBezTo>
                <a:cubicBezTo>
                  <a:pt x="139" y="11"/>
                  <a:pt x="152" y="7"/>
                  <a:pt x="165" y="4"/>
                </a:cubicBezTo>
                <a:cubicBezTo>
                  <a:pt x="179" y="2"/>
                  <a:pt x="192" y="0"/>
                  <a:pt x="20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3" name=""/>
          <p:cNvSpPr/>
          <p:nvPr/>
        </p:nvSpPr>
        <p:spPr>
          <a:xfrm>
            <a:off x="551880" y="1535760"/>
            <a:ext cx="3749760" cy="164880"/>
          </a:xfrm>
          <a:custGeom>
            <a:avLst/>
            <a:gdLst/>
            <a:ahLst/>
            <a:rect l="0" t="0" r="r" b="b"/>
            <a:pathLst>
              <a:path w="10416" h="458">
                <a:moveTo>
                  <a:pt x="308" y="0"/>
                </a:moveTo>
                <a:lnTo>
                  <a:pt x="354" y="0"/>
                </a:lnTo>
                <a:lnTo>
                  <a:pt x="354" y="23"/>
                </a:lnTo>
                <a:lnTo>
                  <a:pt x="308" y="23"/>
                </a:lnTo>
                <a:lnTo>
                  <a:pt x="308" y="0"/>
                </a:lnTo>
                <a:moveTo>
                  <a:pt x="399" y="0"/>
                </a:moveTo>
                <a:lnTo>
                  <a:pt x="445" y="0"/>
                </a:lnTo>
                <a:lnTo>
                  <a:pt x="445" y="23"/>
                </a:lnTo>
                <a:lnTo>
                  <a:pt x="399" y="23"/>
                </a:lnTo>
                <a:lnTo>
                  <a:pt x="399" y="0"/>
                </a:lnTo>
                <a:moveTo>
                  <a:pt x="491" y="0"/>
                </a:moveTo>
                <a:lnTo>
                  <a:pt x="536" y="0"/>
                </a:lnTo>
                <a:lnTo>
                  <a:pt x="536" y="23"/>
                </a:lnTo>
                <a:lnTo>
                  <a:pt x="491" y="23"/>
                </a:lnTo>
                <a:lnTo>
                  <a:pt x="491" y="0"/>
                </a:lnTo>
                <a:moveTo>
                  <a:pt x="582" y="0"/>
                </a:moveTo>
                <a:lnTo>
                  <a:pt x="628" y="0"/>
                </a:lnTo>
                <a:lnTo>
                  <a:pt x="628" y="23"/>
                </a:lnTo>
                <a:lnTo>
                  <a:pt x="582" y="23"/>
                </a:lnTo>
                <a:lnTo>
                  <a:pt x="582" y="0"/>
                </a:lnTo>
                <a:moveTo>
                  <a:pt x="673" y="0"/>
                </a:moveTo>
                <a:lnTo>
                  <a:pt x="719" y="0"/>
                </a:lnTo>
                <a:lnTo>
                  <a:pt x="719" y="23"/>
                </a:lnTo>
                <a:lnTo>
                  <a:pt x="673" y="23"/>
                </a:lnTo>
                <a:lnTo>
                  <a:pt x="673" y="0"/>
                </a:lnTo>
                <a:moveTo>
                  <a:pt x="765" y="0"/>
                </a:moveTo>
                <a:lnTo>
                  <a:pt x="810" y="0"/>
                </a:lnTo>
                <a:lnTo>
                  <a:pt x="810" y="23"/>
                </a:lnTo>
                <a:lnTo>
                  <a:pt x="765" y="23"/>
                </a:lnTo>
                <a:lnTo>
                  <a:pt x="765" y="0"/>
                </a:lnTo>
                <a:moveTo>
                  <a:pt x="856" y="0"/>
                </a:moveTo>
                <a:lnTo>
                  <a:pt x="902" y="0"/>
                </a:lnTo>
                <a:lnTo>
                  <a:pt x="902" y="23"/>
                </a:lnTo>
                <a:lnTo>
                  <a:pt x="856" y="23"/>
                </a:lnTo>
                <a:lnTo>
                  <a:pt x="856" y="0"/>
                </a:lnTo>
                <a:moveTo>
                  <a:pt x="947" y="0"/>
                </a:moveTo>
                <a:lnTo>
                  <a:pt x="993" y="0"/>
                </a:lnTo>
                <a:lnTo>
                  <a:pt x="993" y="23"/>
                </a:lnTo>
                <a:lnTo>
                  <a:pt x="947" y="23"/>
                </a:lnTo>
                <a:lnTo>
                  <a:pt x="947" y="0"/>
                </a:lnTo>
                <a:moveTo>
                  <a:pt x="1039" y="0"/>
                </a:moveTo>
                <a:lnTo>
                  <a:pt x="1084" y="0"/>
                </a:lnTo>
                <a:lnTo>
                  <a:pt x="1084" y="23"/>
                </a:lnTo>
                <a:lnTo>
                  <a:pt x="1039" y="23"/>
                </a:lnTo>
                <a:lnTo>
                  <a:pt x="1039" y="0"/>
                </a:lnTo>
                <a:moveTo>
                  <a:pt x="1130" y="0"/>
                </a:moveTo>
                <a:lnTo>
                  <a:pt x="1176" y="0"/>
                </a:lnTo>
                <a:lnTo>
                  <a:pt x="1176" y="23"/>
                </a:lnTo>
                <a:lnTo>
                  <a:pt x="1130" y="23"/>
                </a:lnTo>
                <a:lnTo>
                  <a:pt x="1130" y="0"/>
                </a:lnTo>
                <a:moveTo>
                  <a:pt x="1221" y="0"/>
                </a:moveTo>
                <a:lnTo>
                  <a:pt x="1267" y="0"/>
                </a:lnTo>
                <a:lnTo>
                  <a:pt x="1267" y="23"/>
                </a:lnTo>
                <a:lnTo>
                  <a:pt x="1221" y="23"/>
                </a:lnTo>
                <a:lnTo>
                  <a:pt x="1221" y="0"/>
                </a:lnTo>
                <a:moveTo>
                  <a:pt x="1313" y="0"/>
                </a:moveTo>
                <a:lnTo>
                  <a:pt x="1359" y="0"/>
                </a:lnTo>
                <a:lnTo>
                  <a:pt x="1359" y="23"/>
                </a:lnTo>
                <a:lnTo>
                  <a:pt x="1313" y="23"/>
                </a:lnTo>
                <a:lnTo>
                  <a:pt x="1313" y="0"/>
                </a:lnTo>
                <a:moveTo>
                  <a:pt x="1404" y="0"/>
                </a:moveTo>
                <a:lnTo>
                  <a:pt x="1450" y="0"/>
                </a:lnTo>
                <a:lnTo>
                  <a:pt x="1450" y="23"/>
                </a:lnTo>
                <a:lnTo>
                  <a:pt x="1404" y="23"/>
                </a:lnTo>
                <a:lnTo>
                  <a:pt x="1404" y="0"/>
                </a:lnTo>
                <a:moveTo>
                  <a:pt x="1496" y="0"/>
                </a:moveTo>
                <a:lnTo>
                  <a:pt x="1541" y="0"/>
                </a:lnTo>
                <a:lnTo>
                  <a:pt x="1541" y="23"/>
                </a:lnTo>
                <a:lnTo>
                  <a:pt x="1496" y="23"/>
                </a:lnTo>
                <a:lnTo>
                  <a:pt x="1496" y="0"/>
                </a:lnTo>
                <a:moveTo>
                  <a:pt x="1587" y="0"/>
                </a:moveTo>
                <a:lnTo>
                  <a:pt x="1633" y="0"/>
                </a:lnTo>
                <a:lnTo>
                  <a:pt x="1633" y="23"/>
                </a:lnTo>
                <a:lnTo>
                  <a:pt x="1587" y="23"/>
                </a:lnTo>
                <a:lnTo>
                  <a:pt x="1587" y="0"/>
                </a:lnTo>
                <a:moveTo>
                  <a:pt x="1678" y="0"/>
                </a:moveTo>
                <a:lnTo>
                  <a:pt x="1724" y="0"/>
                </a:lnTo>
                <a:lnTo>
                  <a:pt x="1724" y="23"/>
                </a:lnTo>
                <a:lnTo>
                  <a:pt x="1678" y="23"/>
                </a:lnTo>
                <a:lnTo>
                  <a:pt x="1678" y="0"/>
                </a:lnTo>
                <a:moveTo>
                  <a:pt x="1770" y="0"/>
                </a:moveTo>
                <a:lnTo>
                  <a:pt x="1815" y="0"/>
                </a:lnTo>
                <a:lnTo>
                  <a:pt x="1815" y="23"/>
                </a:lnTo>
                <a:lnTo>
                  <a:pt x="1770" y="23"/>
                </a:lnTo>
                <a:lnTo>
                  <a:pt x="1770" y="0"/>
                </a:lnTo>
                <a:moveTo>
                  <a:pt x="1861" y="0"/>
                </a:moveTo>
                <a:lnTo>
                  <a:pt x="1907" y="0"/>
                </a:lnTo>
                <a:lnTo>
                  <a:pt x="1907" y="23"/>
                </a:lnTo>
                <a:lnTo>
                  <a:pt x="1861" y="23"/>
                </a:lnTo>
                <a:lnTo>
                  <a:pt x="1861" y="0"/>
                </a:lnTo>
                <a:moveTo>
                  <a:pt x="1952" y="0"/>
                </a:moveTo>
                <a:lnTo>
                  <a:pt x="1998" y="0"/>
                </a:lnTo>
                <a:lnTo>
                  <a:pt x="1998" y="23"/>
                </a:lnTo>
                <a:lnTo>
                  <a:pt x="1952" y="23"/>
                </a:lnTo>
                <a:lnTo>
                  <a:pt x="1952" y="0"/>
                </a:lnTo>
                <a:moveTo>
                  <a:pt x="2044" y="0"/>
                </a:moveTo>
                <a:lnTo>
                  <a:pt x="2089" y="0"/>
                </a:lnTo>
                <a:lnTo>
                  <a:pt x="2089" y="23"/>
                </a:lnTo>
                <a:lnTo>
                  <a:pt x="2044" y="23"/>
                </a:lnTo>
                <a:lnTo>
                  <a:pt x="2044" y="0"/>
                </a:lnTo>
                <a:moveTo>
                  <a:pt x="2135" y="0"/>
                </a:moveTo>
                <a:lnTo>
                  <a:pt x="2181" y="0"/>
                </a:lnTo>
                <a:lnTo>
                  <a:pt x="2181" y="23"/>
                </a:lnTo>
                <a:lnTo>
                  <a:pt x="2135" y="23"/>
                </a:lnTo>
                <a:lnTo>
                  <a:pt x="2135" y="0"/>
                </a:lnTo>
                <a:moveTo>
                  <a:pt x="2226" y="0"/>
                </a:moveTo>
                <a:lnTo>
                  <a:pt x="2272" y="0"/>
                </a:lnTo>
                <a:lnTo>
                  <a:pt x="2272" y="23"/>
                </a:lnTo>
                <a:lnTo>
                  <a:pt x="2226" y="23"/>
                </a:lnTo>
                <a:lnTo>
                  <a:pt x="2226" y="0"/>
                </a:lnTo>
                <a:moveTo>
                  <a:pt x="2318" y="0"/>
                </a:moveTo>
                <a:lnTo>
                  <a:pt x="2363" y="0"/>
                </a:lnTo>
                <a:lnTo>
                  <a:pt x="2363" y="23"/>
                </a:lnTo>
                <a:lnTo>
                  <a:pt x="2318" y="23"/>
                </a:lnTo>
                <a:lnTo>
                  <a:pt x="2318" y="0"/>
                </a:lnTo>
                <a:moveTo>
                  <a:pt x="2409" y="0"/>
                </a:moveTo>
                <a:lnTo>
                  <a:pt x="2455" y="0"/>
                </a:lnTo>
                <a:lnTo>
                  <a:pt x="2455" y="23"/>
                </a:lnTo>
                <a:lnTo>
                  <a:pt x="2409" y="23"/>
                </a:lnTo>
                <a:lnTo>
                  <a:pt x="2409" y="0"/>
                </a:lnTo>
                <a:moveTo>
                  <a:pt x="2501" y="0"/>
                </a:moveTo>
                <a:lnTo>
                  <a:pt x="2546" y="0"/>
                </a:lnTo>
                <a:lnTo>
                  <a:pt x="2546" y="23"/>
                </a:lnTo>
                <a:lnTo>
                  <a:pt x="2501" y="23"/>
                </a:lnTo>
                <a:lnTo>
                  <a:pt x="2501" y="0"/>
                </a:lnTo>
                <a:moveTo>
                  <a:pt x="2592" y="0"/>
                </a:moveTo>
                <a:lnTo>
                  <a:pt x="2638" y="0"/>
                </a:lnTo>
                <a:lnTo>
                  <a:pt x="2638" y="23"/>
                </a:lnTo>
                <a:lnTo>
                  <a:pt x="2592" y="23"/>
                </a:lnTo>
                <a:lnTo>
                  <a:pt x="2592" y="0"/>
                </a:lnTo>
                <a:moveTo>
                  <a:pt x="2683" y="0"/>
                </a:moveTo>
                <a:lnTo>
                  <a:pt x="2729" y="0"/>
                </a:lnTo>
                <a:lnTo>
                  <a:pt x="2729" y="23"/>
                </a:lnTo>
                <a:lnTo>
                  <a:pt x="2683" y="23"/>
                </a:lnTo>
                <a:lnTo>
                  <a:pt x="2683" y="0"/>
                </a:lnTo>
                <a:moveTo>
                  <a:pt x="2775" y="0"/>
                </a:moveTo>
                <a:lnTo>
                  <a:pt x="2820" y="0"/>
                </a:lnTo>
                <a:lnTo>
                  <a:pt x="2820" y="23"/>
                </a:lnTo>
                <a:lnTo>
                  <a:pt x="2775" y="23"/>
                </a:lnTo>
                <a:lnTo>
                  <a:pt x="2775" y="0"/>
                </a:lnTo>
                <a:moveTo>
                  <a:pt x="2866" y="0"/>
                </a:moveTo>
                <a:lnTo>
                  <a:pt x="2912" y="0"/>
                </a:lnTo>
                <a:lnTo>
                  <a:pt x="2912" y="23"/>
                </a:lnTo>
                <a:lnTo>
                  <a:pt x="2866" y="23"/>
                </a:lnTo>
                <a:lnTo>
                  <a:pt x="2866" y="0"/>
                </a:lnTo>
                <a:moveTo>
                  <a:pt x="2957" y="0"/>
                </a:moveTo>
                <a:lnTo>
                  <a:pt x="3003" y="0"/>
                </a:lnTo>
                <a:lnTo>
                  <a:pt x="3003" y="23"/>
                </a:lnTo>
                <a:lnTo>
                  <a:pt x="2957" y="23"/>
                </a:lnTo>
                <a:lnTo>
                  <a:pt x="2957" y="0"/>
                </a:lnTo>
                <a:moveTo>
                  <a:pt x="3049" y="0"/>
                </a:moveTo>
                <a:lnTo>
                  <a:pt x="3094" y="0"/>
                </a:lnTo>
                <a:lnTo>
                  <a:pt x="3094" y="23"/>
                </a:lnTo>
                <a:lnTo>
                  <a:pt x="3049" y="23"/>
                </a:lnTo>
                <a:lnTo>
                  <a:pt x="3049" y="0"/>
                </a:lnTo>
                <a:moveTo>
                  <a:pt x="3140" y="0"/>
                </a:moveTo>
                <a:lnTo>
                  <a:pt x="3186" y="0"/>
                </a:lnTo>
                <a:lnTo>
                  <a:pt x="3186" y="23"/>
                </a:lnTo>
                <a:lnTo>
                  <a:pt x="3140" y="23"/>
                </a:lnTo>
                <a:lnTo>
                  <a:pt x="3140" y="0"/>
                </a:lnTo>
                <a:moveTo>
                  <a:pt x="3231" y="0"/>
                </a:moveTo>
                <a:lnTo>
                  <a:pt x="3277" y="0"/>
                </a:lnTo>
                <a:lnTo>
                  <a:pt x="3277" y="23"/>
                </a:lnTo>
                <a:lnTo>
                  <a:pt x="3231" y="23"/>
                </a:lnTo>
                <a:lnTo>
                  <a:pt x="3231" y="0"/>
                </a:lnTo>
                <a:moveTo>
                  <a:pt x="3323" y="0"/>
                </a:moveTo>
                <a:lnTo>
                  <a:pt x="3368" y="0"/>
                </a:lnTo>
                <a:lnTo>
                  <a:pt x="3368" y="23"/>
                </a:lnTo>
                <a:lnTo>
                  <a:pt x="3323" y="23"/>
                </a:lnTo>
                <a:lnTo>
                  <a:pt x="3323" y="0"/>
                </a:lnTo>
                <a:moveTo>
                  <a:pt x="3414" y="0"/>
                </a:moveTo>
                <a:lnTo>
                  <a:pt x="3460" y="0"/>
                </a:lnTo>
                <a:lnTo>
                  <a:pt x="3460" y="23"/>
                </a:lnTo>
                <a:lnTo>
                  <a:pt x="3414" y="23"/>
                </a:lnTo>
                <a:lnTo>
                  <a:pt x="3414" y="0"/>
                </a:lnTo>
                <a:moveTo>
                  <a:pt x="3506" y="0"/>
                </a:moveTo>
                <a:lnTo>
                  <a:pt x="3551" y="0"/>
                </a:lnTo>
                <a:lnTo>
                  <a:pt x="3551" y="23"/>
                </a:lnTo>
                <a:lnTo>
                  <a:pt x="3506" y="23"/>
                </a:lnTo>
                <a:lnTo>
                  <a:pt x="3506" y="0"/>
                </a:lnTo>
                <a:moveTo>
                  <a:pt x="3597" y="0"/>
                </a:moveTo>
                <a:lnTo>
                  <a:pt x="3643" y="0"/>
                </a:lnTo>
                <a:lnTo>
                  <a:pt x="3643" y="23"/>
                </a:lnTo>
                <a:lnTo>
                  <a:pt x="3597" y="23"/>
                </a:lnTo>
                <a:lnTo>
                  <a:pt x="3597" y="0"/>
                </a:lnTo>
                <a:moveTo>
                  <a:pt x="3689" y="0"/>
                </a:moveTo>
                <a:lnTo>
                  <a:pt x="3735" y="0"/>
                </a:lnTo>
                <a:lnTo>
                  <a:pt x="3735" y="23"/>
                </a:lnTo>
                <a:lnTo>
                  <a:pt x="3689" y="23"/>
                </a:lnTo>
                <a:lnTo>
                  <a:pt x="3689" y="0"/>
                </a:lnTo>
                <a:moveTo>
                  <a:pt x="3781" y="0"/>
                </a:moveTo>
                <a:lnTo>
                  <a:pt x="3826" y="0"/>
                </a:lnTo>
                <a:lnTo>
                  <a:pt x="3826" y="23"/>
                </a:lnTo>
                <a:lnTo>
                  <a:pt x="3781" y="23"/>
                </a:lnTo>
                <a:lnTo>
                  <a:pt x="3781" y="0"/>
                </a:lnTo>
                <a:moveTo>
                  <a:pt x="3872" y="0"/>
                </a:moveTo>
                <a:lnTo>
                  <a:pt x="3918" y="0"/>
                </a:lnTo>
                <a:lnTo>
                  <a:pt x="3918" y="23"/>
                </a:lnTo>
                <a:lnTo>
                  <a:pt x="3872" y="23"/>
                </a:lnTo>
                <a:lnTo>
                  <a:pt x="3872" y="0"/>
                </a:lnTo>
                <a:moveTo>
                  <a:pt x="3963" y="0"/>
                </a:moveTo>
                <a:lnTo>
                  <a:pt x="4009" y="0"/>
                </a:lnTo>
                <a:lnTo>
                  <a:pt x="4009" y="23"/>
                </a:lnTo>
                <a:lnTo>
                  <a:pt x="3963" y="23"/>
                </a:lnTo>
                <a:lnTo>
                  <a:pt x="3963" y="0"/>
                </a:lnTo>
                <a:moveTo>
                  <a:pt x="4055" y="0"/>
                </a:moveTo>
                <a:lnTo>
                  <a:pt x="4100" y="0"/>
                </a:lnTo>
                <a:lnTo>
                  <a:pt x="4100" y="23"/>
                </a:lnTo>
                <a:lnTo>
                  <a:pt x="4055" y="23"/>
                </a:lnTo>
                <a:lnTo>
                  <a:pt x="4055" y="0"/>
                </a:lnTo>
                <a:moveTo>
                  <a:pt x="4146" y="0"/>
                </a:moveTo>
                <a:lnTo>
                  <a:pt x="4192" y="0"/>
                </a:lnTo>
                <a:lnTo>
                  <a:pt x="4192" y="23"/>
                </a:lnTo>
                <a:lnTo>
                  <a:pt x="4146" y="23"/>
                </a:lnTo>
                <a:lnTo>
                  <a:pt x="4146" y="0"/>
                </a:lnTo>
                <a:moveTo>
                  <a:pt x="4237" y="0"/>
                </a:moveTo>
                <a:lnTo>
                  <a:pt x="4283" y="0"/>
                </a:lnTo>
                <a:lnTo>
                  <a:pt x="4283" y="23"/>
                </a:lnTo>
                <a:lnTo>
                  <a:pt x="4237" y="23"/>
                </a:lnTo>
                <a:lnTo>
                  <a:pt x="4237" y="0"/>
                </a:lnTo>
                <a:moveTo>
                  <a:pt x="4329" y="0"/>
                </a:moveTo>
                <a:lnTo>
                  <a:pt x="4374" y="0"/>
                </a:lnTo>
                <a:lnTo>
                  <a:pt x="4374" y="23"/>
                </a:lnTo>
                <a:lnTo>
                  <a:pt x="4329" y="23"/>
                </a:lnTo>
                <a:lnTo>
                  <a:pt x="4329" y="0"/>
                </a:lnTo>
                <a:moveTo>
                  <a:pt x="4420" y="0"/>
                </a:moveTo>
                <a:lnTo>
                  <a:pt x="4466" y="0"/>
                </a:lnTo>
                <a:lnTo>
                  <a:pt x="4466" y="23"/>
                </a:lnTo>
                <a:lnTo>
                  <a:pt x="4420" y="23"/>
                </a:lnTo>
                <a:lnTo>
                  <a:pt x="4420" y="0"/>
                </a:lnTo>
                <a:moveTo>
                  <a:pt x="4511" y="0"/>
                </a:moveTo>
                <a:lnTo>
                  <a:pt x="4557" y="0"/>
                </a:lnTo>
                <a:lnTo>
                  <a:pt x="4557" y="23"/>
                </a:lnTo>
                <a:lnTo>
                  <a:pt x="4511" y="23"/>
                </a:lnTo>
                <a:lnTo>
                  <a:pt x="4511" y="0"/>
                </a:lnTo>
                <a:moveTo>
                  <a:pt x="4603" y="0"/>
                </a:moveTo>
                <a:lnTo>
                  <a:pt x="4649" y="0"/>
                </a:lnTo>
                <a:lnTo>
                  <a:pt x="4649" y="23"/>
                </a:lnTo>
                <a:lnTo>
                  <a:pt x="4603" y="23"/>
                </a:lnTo>
                <a:lnTo>
                  <a:pt x="4603" y="0"/>
                </a:lnTo>
                <a:moveTo>
                  <a:pt x="4694" y="0"/>
                </a:moveTo>
                <a:lnTo>
                  <a:pt x="4740" y="0"/>
                </a:lnTo>
                <a:lnTo>
                  <a:pt x="4740" y="23"/>
                </a:lnTo>
                <a:lnTo>
                  <a:pt x="4694" y="23"/>
                </a:lnTo>
                <a:lnTo>
                  <a:pt x="4694" y="0"/>
                </a:lnTo>
                <a:moveTo>
                  <a:pt x="4786" y="0"/>
                </a:moveTo>
                <a:lnTo>
                  <a:pt x="4831" y="0"/>
                </a:lnTo>
                <a:lnTo>
                  <a:pt x="4831" y="23"/>
                </a:lnTo>
                <a:lnTo>
                  <a:pt x="4786" y="23"/>
                </a:lnTo>
                <a:lnTo>
                  <a:pt x="4786" y="0"/>
                </a:lnTo>
                <a:moveTo>
                  <a:pt x="4877" y="0"/>
                </a:moveTo>
                <a:lnTo>
                  <a:pt x="4923" y="0"/>
                </a:lnTo>
                <a:lnTo>
                  <a:pt x="4923" y="23"/>
                </a:lnTo>
                <a:lnTo>
                  <a:pt x="4877" y="23"/>
                </a:lnTo>
                <a:lnTo>
                  <a:pt x="4877" y="0"/>
                </a:lnTo>
                <a:moveTo>
                  <a:pt x="4968" y="0"/>
                </a:moveTo>
                <a:lnTo>
                  <a:pt x="5014" y="0"/>
                </a:lnTo>
                <a:lnTo>
                  <a:pt x="5014" y="23"/>
                </a:lnTo>
                <a:lnTo>
                  <a:pt x="4968" y="23"/>
                </a:lnTo>
                <a:lnTo>
                  <a:pt x="4968" y="0"/>
                </a:lnTo>
                <a:moveTo>
                  <a:pt x="5060" y="0"/>
                </a:moveTo>
                <a:lnTo>
                  <a:pt x="5105" y="0"/>
                </a:lnTo>
                <a:lnTo>
                  <a:pt x="5105" y="23"/>
                </a:lnTo>
                <a:lnTo>
                  <a:pt x="5060" y="23"/>
                </a:lnTo>
                <a:lnTo>
                  <a:pt x="5060" y="0"/>
                </a:lnTo>
                <a:moveTo>
                  <a:pt x="5151" y="0"/>
                </a:moveTo>
                <a:lnTo>
                  <a:pt x="5197" y="0"/>
                </a:lnTo>
                <a:lnTo>
                  <a:pt x="5197" y="23"/>
                </a:lnTo>
                <a:lnTo>
                  <a:pt x="5151" y="23"/>
                </a:lnTo>
                <a:lnTo>
                  <a:pt x="5151" y="0"/>
                </a:lnTo>
                <a:moveTo>
                  <a:pt x="5242" y="0"/>
                </a:moveTo>
                <a:lnTo>
                  <a:pt x="5288" y="0"/>
                </a:lnTo>
                <a:lnTo>
                  <a:pt x="5288" y="23"/>
                </a:lnTo>
                <a:lnTo>
                  <a:pt x="5242" y="23"/>
                </a:lnTo>
                <a:lnTo>
                  <a:pt x="5242" y="0"/>
                </a:lnTo>
                <a:moveTo>
                  <a:pt x="5334" y="0"/>
                </a:moveTo>
                <a:lnTo>
                  <a:pt x="5379" y="0"/>
                </a:lnTo>
                <a:lnTo>
                  <a:pt x="5379" y="23"/>
                </a:lnTo>
                <a:lnTo>
                  <a:pt x="5334" y="23"/>
                </a:lnTo>
                <a:lnTo>
                  <a:pt x="5334" y="0"/>
                </a:lnTo>
                <a:moveTo>
                  <a:pt x="5425" y="0"/>
                </a:moveTo>
                <a:lnTo>
                  <a:pt x="5471" y="0"/>
                </a:lnTo>
                <a:lnTo>
                  <a:pt x="5471" y="23"/>
                </a:lnTo>
                <a:lnTo>
                  <a:pt x="5425" y="23"/>
                </a:lnTo>
                <a:lnTo>
                  <a:pt x="5425" y="0"/>
                </a:lnTo>
                <a:moveTo>
                  <a:pt x="5516" y="0"/>
                </a:moveTo>
                <a:lnTo>
                  <a:pt x="5562" y="0"/>
                </a:lnTo>
                <a:lnTo>
                  <a:pt x="5562" y="23"/>
                </a:lnTo>
                <a:lnTo>
                  <a:pt x="5516" y="23"/>
                </a:lnTo>
                <a:lnTo>
                  <a:pt x="5516" y="0"/>
                </a:lnTo>
                <a:moveTo>
                  <a:pt x="5608" y="0"/>
                </a:moveTo>
                <a:lnTo>
                  <a:pt x="5653" y="0"/>
                </a:lnTo>
                <a:lnTo>
                  <a:pt x="5653" y="23"/>
                </a:lnTo>
                <a:lnTo>
                  <a:pt x="5608" y="23"/>
                </a:lnTo>
                <a:lnTo>
                  <a:pt x="5608" y="0"/>
                </a:lnTo>
                <a:moveTo>
                  <a:pt x="5699" y="0"/>
                </a:moveTo>
                <a:lnTo>
                  <a:pt x="5745" y="0"/>
                </a:lnTo>
                <a:lnTo>
                  <a:pt x="5745" y="23"/>
                </a:lnTo>
                <a:lnTo>
                  <a:pt x="5699" y="23"/>
                </a:lnTo>
                <a:lnTo>
                  <a:pt x="5699" y="0"/>
                </a:lnTo>
                <a:moveTo>
                  <a:pt x="5791" y="0"/>
                </a:moveTo>
                <a:lnTo>
                  <a:pt x="5836" y="0"/>
                </a:lnTo>
                <a:lnTo>
                  <a:pt x="5836" y="23"/>
                </a:lnTo>
                <a:lnTo>
                  <a:pt x="5791" y="23"/>
                </a:lnTo>
                <a:lnTo>
                  <a:pt x="5791" y="0"/>
                </a:lnTo>
                <a:moveTo>
                  <a:pt x="5882" y="0"/>
                </a:moveTo>
                <a:lnTo>
                  <a:pt x="5928" y="0"/>
                </a:lnTo>
                <a:lnTo>
                  <a:pt x="5928" y="23"/>
                </a:lnTo>
                <a:lnTo>
                  <a:pt x="5882" y="23"/>
                </a:lnTo>
                <a:lnTo>
                  <a:pt x="5882" y="0"/>
                </a:lnTo>
                <a:moveTo>
                  <a:pt x="5973" y="0"/>
                </a:moveTo>
                <a:lnTo>
                  <a:pt x="6019" y="0"/>
                </a:lnTo>
                <a:lnTo>
                  <a:pt x="6019" y="23"/>
                </a:lnTo>
                <a:lnTo>
                  <a:pt x="5973" y="23"/>
                </a:lnTo>
                <a:lnTo>
                  <a:pt x="5973" y="0"/>
                </a:lnTo>
                <a:moveTo>
                  <a:pt x="6065" y="0"/>
                </a:moveTo>
                <a:lnTo>
                  <a:pt x="6110" y="0"/>
                </a:lnTo>
                <a:lnTo>
                  <a:pt x="6110" y="23"/>
                </a:lnTo>
                <a:lnTo>
                  <a:pt x="6065" y="23"/>
                </a:lnTo>
                <a:lnTo>
                  <a:pt x="6065" y="0"/>
                </a:lnTo>
                <a:moveTo>
                  <a:pt x="6156" y="0"/>
                </a:moveTo>
                <a:lnTo>
                  <a:pt x="6202" y="0"/>
                </a:lnTo>
                <a:lnTo>
                  <a:pt x="6202" y="23"/>
                </a:lnTo>
                <a:lnTo>
                  <a:pt x="6156" y="23"/>
                </a:lnTo>
                <a:lnTo>
                  <a:pt x="6156" y="0"/>
                </a:lnTo>
                <a:moveTo>
                  <a:pt x="6247" y="0"/>
                </a:moveTo>
                <a:lnTo>
                  <a:pt x="6293" y="0"/>
                </a:lnTo>
                <a:lnTo>
                  <a:pt x="6293" y="23"/>
                </a:lnTo>
                <a:lnTo>
                  <a:pt x="6247" y="23"/>
                </a:lnTo>
                <a:lnTo>
                  <a:pt x="6247" y="0"/>
                </a:lnTo>
                <a:moveTo>
                  <a:pt x="6339" y="0"/>
                </a:moveTo>
                <a:lnTo>
                  <a:pt x="6384" y="0"/>
                </a:lnTo>
                <a:lnTo>
                  <a:pt x="6384" y="23"/>
                </a:lnTo>
                <a:lnTo>
                  <a:pt x="6339" y="23"/>
                </a:lnTo>
                <a:lnTo>
                  <a:pt x="6339" y="0"/>
                </a:lnTo>
                <a:moveTo>
                  <a:pt x="6430" y="0"/>
                </a:moveTo>
                <a:lnTo>
                  <a:pt x="6476" y="0"/>
                </a:lnTo>
                <a:lnTo>
                  <a:pt x="6476" y="23"/>
                </a:lnTo>
                <a:lnTo>
                  <a:pt x="6430" y="23"/>
                </a:lnTo>
                <a:lnTo>
                  <a:pt x="6430" y="0"/>
                </a:lnTo>
                <a:moveTo>
                  <a:pt x="6521" y="0"/>
                </a:moveTo>
                <a:lnTo>
                  <a:pt x="6567" y="0"/>
                </a:lnTo>
                <a:lnTo>
                  <a:pt x="6567" y="23"/>
                </a:lnTo>
                <a:lnTo>
                  <a:pt x="6521" y="23"/>
                </a:lnTo>
                <a:lnTo>
                  <a:pt x="6521" y="0"/>
                </a:lnTo>
                <a:moveTo>
                  <a:pt x="6613" y="0"/>
                </a:moveTo>
                <a:lnTo>
                  <a:pt x="6658" y="0"/>
                </a:lnTo>
                <a:lnTo>
                  <a:pt x="6658" y="23"/>
                </a:lnTo>
                <a:lnTo>
                  <a:pt x="6613" y="23"/>
                </a:lnTo>
                <a:lnTo>
                  <a:pt x="6613" y="0"/>
                </a:lnTo>
                <a:moveTo>
                  <a:pt x="6704" y="0"/>
                </a:moveTo>
                <a:lnTo>
                  <a:pt x="6750" y="0"/>
                </a:lnTo>
                <a:lnTo>
                  <a:pt x="6750" y="23"/>
                </a:lnTo>
                <a:lnTo>
                  <a:pt x="6704" y="23"/>
                </a:lnTo>
                <a:lnTo>
                  <a:pt x="6704" y="0"/>
                </a:lnTo>
                <a:moveTo>
                  <a:pt x="6796" y="0"/>
                </a:moveTo>
                <a:lnTo>
                  <a:pt x="6841" y="0"/>
                </a:lnTo>
                <a:lnTo>
                  <a:pt x="6841" y="23"/>
                </a:lnTo>
                <a:lnTo>
                  <a:pt x="6796" y="23"/>
                </a:lnTo>
                <a:lnTo>
                  <a:pt x="6796" y="0"/>
                </a:lnTo>
                <a:moveTo>
                  <a:pt x="6887" y="0"/>
                </a:moveTo>
                <a:lnTo>
                  <a:pt x="6933" y="0"/>
                </a:lnTo>
                <a:lnTo>
                  <a:pt x="6933" y="23"/>
                </a:lnTo>
                <a:lnTo>
                  <a:pt x="6887" y="23"/>
                </a:lnTo>
                <a:lnTo>
                  <a:pt x="6887" y="0"/>
                </a:lnTo>
                <a:moveTo>
                  <a:pt x="6978" y="0"/>
                </a:moveTo>
                <a:lnTo>
                  <a:pt x="7024" y="0"/>
                </a:lnTo>
                <a:lnTo>
                  <a:pt x="7024" y="23"/>
                </a:lnTo>
                <a:lnTo>
                  <a:pt x="6978" y="23"/>
                </a:lnTo>
                <a:lnTo>
                  <a:pt x="6978" y="0"/>
                </a:lnTo>
                <a:moveTo>
                  <a:pt x="7070" y="0"/>
                </a:moveTo>
                <a:lnTo>
                  <a:pt x="7115" y="0"/>
                </a:lnTo>
                <a:lnTo>
                  <a:pt x="7115" y="23"/>
                </a:lnTo>
                <a:lnTo>
                  <a:pt x="7070" y="23"/>
                </a:lnTo>
                <a:lnTo>
                  <a:pt x="7070" y="0"/>
                </a:lnTo>
                <a:moveTo>
                  <a:pt x="7161" y="0"/>
                </a:moveTo>
                <a:lnTo>
                  <a:pt x="7207" y="0"/>
                </a:lnTo>
                <a:lnTo>
                  <a:pt x="7207" y="23"/>
                </a:lnTo>
                <a:lnTo>
                  <a:pt x="7161" y="23"/>
                </a:lnTo>
                <a:lnTo>
                  <a:pt x="7161" y="0"/>
                </a:lnTo>
                <a:moveTo>
                  <a:pt x="7252" y="0"/>
                </a:moveTo>
                <a:lnTo>
                  <a:pt x="7298" y="0"/>
                </a:lnTo>
                <a:lnTo>
                  <a:pt x="7298" y="23"/>
                </a:lnTo>
                <a:lnTo>
                  <a:pt x="7252" y="23"/>
                </a:lnTo>
                <a:lnTo>
                  <a:pt x="7252" y="0"/>
                </a:lnTo>
                <a:moveTo>
                  <a:pt x="7344" y="0"/>
                </a:moveTo>
                <a:lnTo>
                  <a:pt x="7389" y="0"/>
                </a:lnTo>
                <a:lnTo>
                  <a:pt x="7389" y="23"/>
                </a:lnTo>
                <a:lnTo>
                  <a:pt x="7344" y="23"/>
                </a:lnTo>
                <a:lnTo>
                  <a:pt x="7344" y="0"/>
                </a:lnTo>
                <a:moveTo>
                  <a:pt x="7435" y="0"/>
                </a:moveTo>
                <a:lnTo>
                  <a:pt x="7481" y="0"/>
                </a:lnTo>
                <a:lnTo>
                  <a:pt x="7481" y="23"/>
                </a:lnTo>
                <a:lnTo>
                  <a:pt x="7435" y="23"/>
                </a:lnTo>
                <a:lnTo>
                  <a:pt x="7435" y="0"/>
                </a:lnTo>
                <a:moveTo>
                  <a:pt x="7526" y="0"/>
                </a:moveTo>
                <a:lnTo>
                  <a:pt x="7572" y="0"/>
                </a:lnTo>
                <a:lnTo>
                  <a:pt x="7572" y="23"/>
                </a:lnTo>
                <a:lnTo>
                  <a:pt x="7526" y="23"/>
                </a:lnTo>
                <a:lnTo>
                  <a:pt x="7526" y="0"/>
                </a:lnTo>
                <a:moveTo>
                  <a:pt x="7618" y="0"/>
                </a:moveTo>
                <a:lnTo>
                  <a:pt x="7663" y="0"/>
                </a:lnTo>
                <a:lnTo>
                  <a:pt x="7663" y="23"/>
                </a:lnTo>
                <a:lnTo>
                  <a:pt x="7618" y="23"/>
                </a:lnTo>
                <a:lnTo>
                  <a:pt x="7618" y="0"/>
                </a:lnTo>
                <a:moveTo>
                  <a:pt x="7709" y="0"/>
                </a:moveTo>
                <a:lnTo>
                  <a:pt x="7755" y="0"/>
                </a:lnTo>
                <a:lnTo>
                  <a:pt x="7755" y="23"/>
                </a:lnTo>
                <a:lnTo>
                  <a:pt x="7709" y="23"/>
                </a:lnTo>
                <a:lnTo>
                  <a:pt x="7709" y="0"/>
                </a:lnTo>
                <a:moveTo>
                  <a:pt x="7800" y="0"/>
                </a:moveTo>
                <a:lnTo>
                  <a:pt x="7846" y="0"/>
                </a:lnTo>
                <a:lnTo>
                  <a:pt x="7846" y="23"/>
                </a:lnTo>
                <a:lnTo>
                  <a:pt x="7800" y="23"/>
                </a:lnTo>
                <a:lnTo>
                  <a:pt x="7800" y="0"/>
                </a:lnTo>
                <a:moveTo>
                  <a:pt x="7892" y="0"/>
                </a:moveTo>
                <a:lnTo>
                  <a:pt x="7938" y="0"/>
                </a:lnTo>
                <a:lnTo>
                  <a:pt x="7938" y="23"/>
                </a:lnTo>
                <a:lnTo>
                  <a:pt x="7892" y="23"/>
                </a:lnTo>
                <a:lnTo>
                  <a:pt x="7892" y="0"/>
                </a:lnTo>
                <a:moveTo>
                  <a:pt x="7983" y="0"/>
                </a:moveTo>
                <a:lnTo>
                  <a:pt x="8029" y="0"/>
                </a:lnTo>
                <a:lnTo>
                  <a:pt x="8029" y="23"/>
                </a:lnTo>
                <a:lnTo>
                  <a:pt x="7983" y="23"/>
                </a:lnTo>
                <a:lnTo>
                  <a:pt x="7983" y="0"/>
                </a:lnTo>
                <a:moveTo>
                  <a:pt x="8075" y="0"/>
                </a:moveTo>
                <a:lnTo>
                  <a:pt x="8120" y="0"/>
                </a:lnTo>
                <a:lnTo>
                  <a:pt x="8120" y="23"/>
                </a:lnTo>
                <a:lnTo>
                  <a:pt x="8075" y="23"/>
                </a:lnTo>
                <a:lnTo>
                  <a:pt x="8075" y="0"/>
                </a:lnTo>
                <a:moveTo>
                  <a:pt x="8166" y="0"/>
                </a:moveTo>
                <a:lnTo>
                  <a:pt x="8212" y="0"/>
                </a:lnTo>
                <a:lnTo>
                  <a:pt x="8212" y="23"/>
                </a:lnTo>
                <a:lnTo>
                  <a:pt x="8166" y="23"/>
                </a:lnTo>
                <a:lnTo>
                  <a:pt x="8166" y="0"/>
                </a:lnTo>
                <a:moveTo>
                  <a:pt x="8257" y="0"/>
                </a:moveTo>
                <a:lnTo>
                  <a:pt x="8303" y="0"/>
                </a:lnTo>
                <a:lnTo>
                  <a:pt x="8303" y="23"/>
                </a:lnTo>
                <a:lnTo>
                  <a:pt x="8257" y="23"/>
                </a:lnTo>
                <a:lnTo>
                  <a:pt x="8257" y="0"/>
                </a:lnTo>
                <a:moveTo>
                  <a:pt x="8349" y="0"/>
                </a:moveTo>
                <a:lnTo>
                  <a:pt x="8394" y="0"/>
                </a:lnTo>
                <a:lnTo>
                  <a:pt x="8394" y="23"/>
                </a:lnTo>
                <a:lnTo>
                  <a:pt x="8349" y="23"/>
                </a:lnTo>
                <a:lnTo>
                  <a:pt x="8349" y="0"/>
                </a:lnTo>
                <a:moveTo>
                  <a:pt x="8440" y="0"/>
                </a:moveTo>
                <a:lnTo>
                  <a:pt x="8486" y="0"/>
                </a:lnTo>
                <a:lnTo>
                  <a:pt x="8486" y="23"/>
                </a:lnTo>
                <a:lnTo>
                  <a:pt x="8440" y="23"/>
                </a:lnTo>
                <a:lnTo>
                  <a:pt x="8440" y="0"/>
                </a:lnTo>
                <a:moveTo>
                  <a:pt x="8531" y="0"/>
                </a:moveTo>
                <a:lnTo>
                  <a:pt x="8577" y="0"/>
                </a:lnTo>
                <a:lnTo>
                  <a:pt x="8577" y="23"/>
                </a:lnTo>
                <a:lnTo>
                  <a:pt x="8531" y="23"/>
                </a:lnTo>
                <a:lnTo>
                  <a:pt x="8531" y="0"/>
                </a:lnTo>
                <a:moveTo>
                  <a:pt x="8623" y="0"/>
                </a:moveTo>
                <a:lnTo>
                  <a:pt x="8668" y="0"/>
                </a:lnTo>
                <a:lnTo>
                  <a:pt x="8668" y="23"/>
                </a:lnTo>
                <a:lnTo>
                  <a:pt x="8623" y="23"/>
                </a:lnTo>
                <a:lnTo>
                  <a:pt x="8623" y="0"/>
                </a:lnTo>
                <a:moveTo>
                  <a:pt x="8714" y="0"/>
                </a:moveTo>
                <a:lnTo>
                  <a:pt x="8760" y="0"/>
                </a:lnTo>
                <a:lnTo>
                  <a:pt x="8760" y="23"/>
                </a:lnTo>
                <a:lnTo>
                  <a:pt x="8714" y="23"/>
                </a:lnTo>
                <a:lnTo>
                  <a:pt x="8714" y="0"/>
                </a:lnTo>
                <a:moveTo>
                  <a:pt x="8805" y="0"/>
                </a:moveTo>
                <a:lnTo>
                  <a:pt x="8851" y="0"/>
                </a:lnTo>
                <a:lnTo>
                  <a:pt x="8851" y="23"/>
                </a:lnTo>
                <a:lnTo>
                  <a:pt x="8805" y="23"/>
                </a:lnTo>
                <a:lnTo>
                  <a:pt x="8805" y="0"/>
                </a:lnTo>
                <a:moveTo>
                  <a:pt x="8897" y="0"/>
                </a:moveTo>
                <a:lnTo>
                  <a:pt x="8942" y="0"/>
                </a:lnTo>
                <a:lnTo>
                  <a:pt x="8942" y="23"/>
                </a:lnTo>
                <a:lnTo>
                  <a:pt x="8897" y="23"/>
                </a:lnTo>
                <a:lnTo>
                  <a:pt x="8897" y="0"/>
                </a:lnTo>
                <a:moveTo>
                  <a:pt x="8988" y="0"/>
                </a:moveTo>
                <a:lnTo>
                  <a:pt x="9034" y="0"/>
                </a:lnTo>
                <a:lnTo>
                  <a:pt x="9034" y="23"/>
                </a:lnTo>
                <a:lnTo>
                  <a:pt x="8988" y="23"/>
                </a:lnTo>
                <a:lnTo>
                  <a:pt x="8988" y="0"/>
                </a:lnTo>
                <a:moveTo>
                  <a:pt x="9080" y="0"/>
                </a:moveTo>
                <a:lnTo>
                  <a:pt x="9125" y="0"/>
                </a:lnTo>
                <a:lnTo>
                  <a:pt x="9125" y="23"/>
                </a:lnTo>
                <a:lnTo>
                  <a:pt x="9080" y="23"/>
                </a:lnTo>
                <a:lnTo>
                  <a:pt x="9080" y="0"/>
                </a:lnTo>
                <a:moveTo>
                  <a:pt x="9171" y="0"/>
                </a:moveTo>
                <a:lnTo>
                  <a:pt x="9217" y="0"/>
                </a:lnTo>
                <a:lnTo>
                  <a:pt x="9217" y="23"/>
                </a:lnTo>
                <a:lnTo>
                  <a:pt x="9171" y="23"/>
                </a:lnTo>
                <a:lnTo>
                  <a:pt x="9171" y="0"/>
                </a:lnTo>
                <a:moveTo>
                  <a:pt x="9262" y="0"/>
                </a:moveTo>
                <a:lnTo>
                  <a:pt x="9308" y="0"/>
                </a:lnTo>
                <a:lnTo>
                  <a:pt x="9308" y="23"/>
                </a:lnTo>
                <a:lnTo>
                  <a:pt x="9262" y="23"/>
                </a:lnTo>
                <a:lnTo>
                  <a:pt x="9262" y="0"/>
                </a:lnTo>
                <a:moveTo>
                  <a:pt x="9354" y="0"/>
                </a:moveTo>
                <a:lnTo>
                  <a:pt x="9399" y="0"/>
                </a:lnTo>
                <a:lnTo>
                  <a:pt x="9399" y="23"/>
                </a:lnTo>
                <a:lnTo>
                  <a:pt x="9354" y="23"/>
                </a:lnTo>
                <a:lnTo>
                  <a:pt x="9354" y="0"/>
                </a:lnTo>
                <a:moveTo>
                  <a:pt x="9445" y="0"/>
                </a:moveTo>
                <a:lnTo>
                  <a:pt x="9491" y="0"/>
                </a:lnTo>
                <a:lnTo>
                  <a:pt x="9491" y="23"/>
                </a:lnTo>
                <a:lnTo>
                  <a:pt x="9445" y="23"/>
                </a:lnTo>
                <a:lnTo>
                  <a:pt x="9445" y="0"/>
                </a:lnTo>
                <a:moveTo>
                  <a:pt x="9536" y="0"/>
                </a:moveTo>
                <a:lnTo>
                  <a:pt x="9582" y="0"/>
                </a:lnTo>
                <a:lnTo>
                  <a:pt x="9582" y="23"/>
                </a:lnTo>
                <a:lnTo>
                  <a:pt x="9536" y="23"/>
                </a:lnTo>
                <a:lnTo>
                  <a:pt x="9536" y="0"/>
                </a:lnTo>
                <a:moveTo>
                  <a:pt x="9628" y="0"/>
                </a:moveTo>
                <a:lnTo>
                  <a:pt x="9673" y="0"/>
                </a:lnTo>
                <a:lnTo>
                  <a:pt x="9673" y="23"/>
                </a:lnTo>
                <a:lnTo>
                  <a:pt x="9628" y="23"/>
                </a:lnTo>
                <a:lnTo>
                  <a:pt x="9628" y="0"/>
                </a:lnTo>
                <a:moveTo>
                  <a:pt x="9719" y="0"/>
                </a:moveTo>
                <a:lnTo>
                  <a:pt x="9765" y="0"/>
                </a:lnTo>
                <a:lnTo>
                  <a:pt x="9765" y="23"/>
                </a:lnTo>
                <a:lnTo>
                  <a:pt x="9719" y="23"/>
                </a:lnTo>
                <a:lnTo>
                  <a:pt x="9719" y="0"/>
                </a:lnTo>
                <a:moveTo>
                  <a:pt x="9810" y="0"/>
                </a:moveTo>
                <a:lnTo>
                  <a:pt x="9856" y="0"/>
                </a:lnTo>
                <a:lnTo>
                  <a:pt x="9856" y="23"/>
                </a:lnTo>
                <a:lnTo>
                  <a:pt x="9810" y="23"/>
                </a:lnTo>
                <a:lnTo>
                  <a:pt x="9810" y="0"/>
                </a:lnTo>
                <a:moveTo>
                  <a:pt x="9902" y="0"/>
                </a:moveTo>
                <a:lnTo>
                  <a:pt x="9947" y="0"/>
                </a:lnTo>
                <a:lnTo>
                  <a:pt x="9947" y="23"/>
                </a:lnTo>
                <a:lnTo>
                  <a:pt x="9902" y="23"/>
                </a:lnTo>
                <a:lnTo>
                  <a:pt x="9902" y="0"/>
                </a:lnTo>
                <a:moveTo>
                  <a:pt x="9993" y="0"/>
                </a:moveTo>
                <a:lnTo>
                  <a:pt x="10039" y="0"/>
                </a:lnTo>
                <a:lnTo>
                  <a:pt x="10039" y="23"/>
                </a:lnTo>
                <a:lnTo>
                  <a:pt x="9993" y="23"/>
                </a:lnTo>
                <a:lnTo>
                  <a:pt x="9993" y="0"/>
                </a:lnTo>
                <a:moveTo>
                  <a:pt x="10085" y="0"/>
                </a:moveTo>
                <a:lnTo>
                  <a:pt x="10130" y="0"/>
                </a:lnTo>
                <a:lnTo>
                  <a:pt x="10130" y="23"/>
                </a:lnTo>
                <a:lnTo>
                  <a:pt x="10085" y="23"/>
                </a:lnTo>
                <a:lnTo>
                  <a:pt x="10085" y="0"/>
                </a:lnTo>
                <a:moveTo>
                  <a:pt x="10176" y="0"/>
                </a:moveTo>
                <a:lnTo>
                  <a:pt x="10199" y="0"/>
                </a:lnTo>
                <a:cubicBezTo>
                  <a:pt x="10206" y="0"/>
                  <a:pt x="10214" y="0"/>
                  <a:pt x="10222" y="1"/>
                </a:cubicBezTo>
                <a:lnTo>
                  <a:pt x="10219" y="24"/>
                </a:lnTo>
                <a:cubicBezTo>
                  <a:pt x="10213" y="23"/>
                  <a:pt x="10206" y="23"/>
                  <a:pt x="10199" y="23"/>
                </a:cubicBezTo>
                <a:lnTo>
                  <a:pt x="10176" y="23"/>
                </a:lnTo>
                <a:lnTo>
                  <a:pt x="10176" y="0"/>
                </a:lnTo>
                <a:moveTo>
                  <a:pt x="10270" y="12"/>
                </a:moveTo>
                <a:cubicBezTo>
                  <a:pt x="10285" y="17"/>
                  <a:pt x="10300" y="24"/>
                  <a:pt x="10313" y="33"/>
                </a:cubicBezTo>
                <a:lnTo>
                  <a:pt x="10301" y="52"/>
                </a:lnTo>
                <a:cubicBezTo>
                  <a:pt x="10289" y="44"/>
                  <a:pt x="10276" y="38"/>
                  <a:pt x="10262" y="33"/>
                </a:cubicBezTo>
                <a:lnTo>
                  <a:pt x="10270" y="12"/>
                </a:lnTo>
                <a:moveTo>
                  <a:pt x="10352" y="63"/>
                </a:moveTo>
                <a:cubicBezTo>
                  <a:pt x="10363" y="76"/>
                  <a:pt x="10374" y="88"/>
                  <a:pt x="10382" y="102"/>
                </a:cubicBezTo>
                <a:lnTo>
                  <a:pt x="10363" y="114"/>
                </a:lnTo>
                <a:cubicBezTo>
                  <a:pt x="10355" y="102"/>
                  <a:pt x="10346" y="91"/>
                  <a:pt x="10336" y="80"/>
                </a:cubicBezTo>
                <a:lnTo>
                  <a:pt x="10352" y="63"/>
                </a:lnTo>
                <a:moveTo>
                  <a:pt x="10403" y="146"/>
                </a:moveTo>
                <a:cubicBezTo>
                  <a:pt x="10409" y="161"/>
                  <a:pt x="10412" y="177"/>
                  <a:pt x="10414" y="194"/>
                </a:cubicBezTo>
                <a:lnTo>
                  <a:pt x="10392" y="196"/>
                </a:lnTo>
                <a:cubicBezTo>
                  <a:pt x="10390" y="182"/>
                  <a:pt x="10387" y="167"/>
                  <a:pt x="10382" y="153"/>
                </a:cubicBezTo>
                <a:lnTo>
                  <a:pt x="10403" y="146"/>
                </a:lnTo>
                <a:moveTo>
                  <a:pt x="10416" y="240"/>
                </a:moveTo>
                <a:lnTo>
                  <a:pt x="10416" y="241"/>
                </a:lnTo>
                <a:cubicBezTo>
                  <a:pt x="10416" y="256"/>
                  <a:pt x="10414" y="272"/>
                  <a:pt x="10411" y="287"/>
                </a:cubicBezTo>
                <a:lnTo>
                  <a:pt x="10388" y="282"/>
                </a:lnTo>
                <a:cubicBezTo>
                  <a:pt x="10391" y="268"/>
                  <a:pt x="10393" y="255"/>
                  <a:pt x="10393" y="241"/>
                </a:cubicBezTo>
                <a:lnTo>
                  <a:pt x="10393" y="240"/>
                </a:lnTo>
                <a:lnTo>
                  <a:pt x="10416" y="240"/>
                </a:lnTo>
                <a:moveTo>
                  <a:pt x="10395" y="333"/>
                </a:moveTo>
                <a:cubicBezTo>
                  <a:pt x="10388" y="348"/>
                  <a:pt x="10380" y="362"/>
                  <a:pt x="10370" y="375"/>
                </a:cubicBezTo>
                <a:lnTo>
                  <a:pt x="10352" y="360"/>
                </a:lnTo>
                <a:cubicBezTo>
                  <a:pt x="10361" y="349"/>
                  <a:pt x="10368" y="337"/>
                  <a:pt x="10374" y="324"/>
                </a:cubicBezTo>
                <a:lnTo>
                  <a:pt x="10395" y="333"/>
                </a:lnTo>
                <a:moveTo>
                  <a:pt x="10335" y="409"/>
                </a:moveTo>
                <a:cubicBezTo>
                  <a:pt x="10322" y="420"/>
                  <a:pt x="10309" y="428"/>
                  <a:pt x="10294" y="436"/>
                </a:cubicBezTo>
                <a:lnTo>
                  <a:pt x="10284" y="415"/>
                </a:lnTo>
                <a:cubicBezTo>
                  <a:pt x="10297" y="409"/>
                  <a:pt x="10309" y="401"/>
                  <a:pt x="10321" y="392"/>
                </a:cubicBezTo>
                <a:lnTo>
                  <a:pt x="10335" y="409"/>
                </a:lnTo>
                <a:moveTo>
                  <a:pt x="10248" y="452"/>
                </a:moveTo>
                <a:cubicBezTo>
                  <a:pt x="10232" y="456"/>
                  <a:pt x="10217" y="458"/>
                  <a:pt x="10201" y="458"/>
                </a:cubicBezTo>
                <a:lnTo>
                  <a:pt x="10201" y="435"/>
                </a:lnTo>
                <a:cubicBezTo>
                  <a:pt x="10215" y="435"/>
                  <a:pt x="10229" y="433"/>
                  <a:pt x="10243" y="430"/>
                </a:cubicBezTo>
                <a:lnTo>
                  <a:pt x="10248" y="452"/>
                </a:lnTo>
                <a:moveTo>
                  <a:pt x="10155" y="458"/>
                </a:moveTo>
                <a:lnTo>
                  <a:pt x="10109" y="458"/>
                </a:lnTo>
                <a:lnTo>
                  <a:pt x="10109" y="435"/>
                </a:lnTo>
                <a:lnTo>
                  <a:pt x="10155" y="435"/>
                </a:lnTo>
                <a:lnTo>
                  <a:pt x="10155" y="458"/>
                </a:lnTo>
                <a:moveTo>
                  <a:pt x="10064" y="458"/>
                </a:moveTo>
                <a:lnTo>
                  <a:pt x="10018" y="458"/>
                </a:lnTo>
                <a:lnTo>
                  <a:pt x="10018" y="435"/>
                </a:lnTo>
                <a:lnTo>
                  <a:pt x="10064" y="435"/>
                </a:lnTo>
                <a:lnTo>
                  <a:pt x="10064" y="458"/>
                </a:lnTo>
                <a:moveTo>
                  <a:pt x="9972" y="458"/>
                </a:moveTo>
                <a:lnTo>
                  <a:pt x="9927" y="458"/>
                </a:lnTo>
                <a:lnTo>
                  <a:pt x="9927" y="435"/>
                </a:lnTo>
                <a:lnTo>
                  <a:pt x="9972" y="435"/>
                </a:lnTo>
                <a:lnTo>
                  <a:pt x="9972" y="458"/>
                </a:lnTo>
                <a:moveTo>
                  <a:pt x="9881" y="458"/>
                </a:moveTo>
                <a:lnTo>
                  <a:pt x="9835" y="458"/>
                </a:lnTo>
                <a:lnTo>
                  <a:pt x="9835" y="435"/>
                </a:lnTo>
                <a:lnTo>
                  <a:pt x="9881" y="435"/>
                </a:lnTo>
                <a:lnTo>
                  <a:pt x="9881" y="458"/>
                </a:lnTo>
                <a:moveTo>
                  <a:pt x="9790" y="458"/>
                </a:moveTo>
                <a:lnTo>
                  <a:pt x="9744" y="458"/>
                </a:lnTo>
                <a:lnTo>
                  <a:pt x="9744" y="435"/>
                </a:lnTo>
                <a:lnTo>
                  <a:pt x="9790" y="435"/>
                </a:lnTo>
                <a:lnTo>
                  <a:pt x="9790" y="458"/>
                </a:lnTo>
                <a:moveTo>
                  <a:pt x="9698" y="458"/>
                </a:moveTo>
                <a:lnTo>
                  <a:pt x="9653" y="458"/>
                </a:lnTo>
                <a:lnTo>
                  <a:pt x="9653" y="435"/>
                </a:lnTo>
                <a:lnTo>
                  <a:pt x="9698" y="435"/>
                </a:lnTo>
                <a:lnTo>
                  <a:pt x="9698" y="458"/>
                </a:lnTo>
                <a:moveTo>
                  <a:pt x="9607" y="458"/>
                </a:moveTo>
                <a:lnTo>
                  <a:pt x="9561" y="458"/>
                </a:lnTo>
                <a:lnTo>
                  <a:pt x="9561" y="435"/>
                </a:lnTo>
                <a:lnTo>
                  <a:pt x="9607" y="435"/>
                </a:lnTo>
                <a:lnTo>
                  <a:pt x="9607" y="458"/>
                </a:lnTo>
                <a:moveTo>
                  <a:pt x="9516" y="458"/>
                </a:moveTo>
                <a:lnTo>
                  <a:pt x="9470" y="458"/>
                </a:lnTo>
                <a:lnTo>
                  <a:pt x="9470" y="435"/>
                </a:lnTo>
                <a:lnTo>
                  <a:pt x="9516" y="435"/>
                </a:lnTo>
                <a:lnTo>
                  <a:pt x="9516" y="458"/>
                </a:lnTo>
                <a:moveTo>
                  <a:pt x="9424" y="458"/>
                </a:moveTo>
                <a:lnTo>
                  <a:pt x="9379" y="458"/>
                </a:lnTo>
                <a:lnTo>
                  <a:pt x="9379" y="435"/>
                </a:lnTo>
                <a:lnTo>
                  <a:pt x="9424" y="435"/>
                </a:lnTo>
                <a:lnTo>
                  <a:pt x="9424" y="458"/>
                </a:lnTo>
                <a:moveTo>
                  <a:pt x="9333" y="458"/>
                </a:moveTo>
                <a:lnTo>
                  <a:pt x="9287" y="458"/>
                </a:lnTo>
                <a:lnTo>
                  <a:pt x="9287" y="435"/>
                </a:lnTo>
                <a:lnTo>
                  <a:pt x="9333" y="435"/>
                </a:lnTo>
                <a:lnTo>
                  <a:pt x="9333" y="458"/>
                </a:lnTo>
                <a:moveTo>
                  <a:pt x="9242" y="458"/>
                </a:moveTo>
                <a:lnTo>
                  <a:pt x="9196" y="458"/>
                </a:lnTo>
                <a:lnTo>
                  <a:pt x="9196" y="435"/>
                </a:lnTo>
                <a:lnTo>
                  <a:pt x="9242" y="435"/>
                </a:lnTo>
                <a:lnTo>
                  <a:pt x="9242" y="458"/>
                </a:lnTo>
                <a:moveTo>
                  <a:pt x="9150" y="458"/>
                </a:moveTo>
                <a:lnTo>
                  <a:pt x="9104" y="458"/>
                </a:lnTo>
                <a:lnTo>
                  <a:pt x="9104" y="435"/>
                </a:lnTo>
                <a:lnTo>
                  <a:pt x="9150" y="435"/>
                </a:lnTo>
                <a:lnTo>
                  <a:pt x="9150" y="458"/>
                </a:lnTo>
                <a:moveTo>
                  <a:pt x="9059" y="458"/>
                </a:moveTo>
                <a:lnTo>
                  <a:pt x="9013" y="458"/>
                </a:lnTo>
                <a:lnTo>
                  <a:pt x="9013" y="435"/>
                </a:lnTo>
                <a:lnTo>
                  <a:pt x="9059" y="435"/>
                </a:lnTo>
                <a:lnTo>
                  <a:pt x="9059" y="458"/>
                </a:lnTo>
                <a:moveTo>
                  <a:pt x="8967" y="458"/>
                </a:moveTo>
                <a:lnTo>
                  <a:pt x="8922" y="458"/>
                </a:lnTo>
                <a:lnTo>
                  <a:pt x="8922" y="435"/>
                </a:lnTo>
                <a:lnTo>
                  <a:pt x="8967" y="435"/>
                </a:lnTo>
                <a:lnTo>
                  <a:pt x="8967" y="458"/>
                </a:lnTo>
                <a:moveTo>
                  <a:pt x="8876" y="458"/>
                </a:moveTo>
                <a:lnTo>
                  <a:pt x="8830" y="458"/>
                </a:lnTo>
                <a:lnTo>
                  <a:pt x="8830" y="435"/>
                </a:lnTo>
                <a:lnTo>
                  <a:pt x="8876" y="435"/>
                </a:lnTo>
                <a:lnTo>
                  <a:pt x="8876" y="458"/>
                </a:lnTo>
                <a:moveTo>
                  <a:pt x="8785" y="458"/>
                </a:moveTo>
                <a:lnTo>
                  <a:pt x="8739" y="458"/>
                </a:lnTo>
                <a:lnTo>
                  <a:pt x="8739" y="435"/>
                </a:lnTo>
                <a:lnTo>
                  <a:pt x="8785" y="435"/>
                </a:lnTo>
                <a:lnTo>
                  <a:pt x="8785" y="458"/>
                </a:lnTo>
                <a:moveTo>
                  <a:pt x="8693" y="458"/>
                </a:moveTo>
                <a:lnTo>
                  <a:pt x="8648" y="458"/>
                </a:lnTo>
                <a:lnTo>
                  <a:pt x="8648" y="435"/>
                </a:lnTo>
                <a:lnTo>
                  <a:pt x="8693" y="435"/>
                </a:lnTo>
                <a:lnTo>
                  <a:pt x="8693" y="458"/>
                </a:lnTo>
                <a:moveTo>
                  <a:pt x="8602" y="458"/>
                </a:moveTo>
                <a:lnTo>
                  <a:pt x="8556" y="458"/>
                </a:lnTo>
                <a:lnTo>
                  <a:pt x="8556" y="435"/>
                </a:lnTo>
                <a:lnTo>
                  <a:pt x="8602" y="435"/>
                </a:lnTo>
                <a:lnTo>
                  <a:pt x="8602" y="458"/>
                </a:lnTo>
                <a:moveTo>
                  <a:pt x="8511" y="458"/>
                </a:moveTo>
                <a:lnTo>
                  <a:pt x="8465" y="458"/>
                </a:lnTo>
                <a:lnTo>
                  <a:pt x="8465" y="435"/>
                </a:lnTo>
                <a:lnTo>
                  <a:pt x="8511" y="435"/>
                </a:lnTo>
                <a:lnTo>
                  <a:pt x="8511" y="458"/>
                </a:lnTo>
                <a:moveTo>
                  <a:pt x="8419" y="458"/>
                </a:moveTo>
                <a:lnTo>
                  <a:pt x="8374" y="458"/>
                </a:lnTo>
                <a:lnTo>
                  <a:pt x="8374" y="435"/>
                </a:lnTo>
                <a:lnTo>
                  <a:pt x="8419" y="435"/>
                </a:lnTo>
                <a:lnTo>
                  <a:pt x="8419" y="458"/>
                </a:lnTo>
                <a:moveTo>
                  <a:pt x="8328" y="458"/>
                </a:moveTo>
                <a:lnTo>
                  <a:pt x="8282" y="458"/>
                </a:lnTo>
                <a:lnTo>
                  <a:pt x="8282" y="435"/>
                </a:lnTo>
                <a:lnTo>
                  <a:pt x="8328" y="435"/>
                </a:lnTo>
                <a:lnTo>
                  <a:pt x="8328" y="458"/>
                </a:lnTo>
                <a:moveTo>
                  <a:pt x="8237" y="458"/>
                </a:moveTo>
                <a:lnTo>
                  <a:pt x="8191" y="458"/>
                </a:lnTo>
                <a:lnTo>
                  <a:pt x="8191" y="435"/>
                </a:lnTo>
                <a:lnTo>
                  <a:pt x="8237" y="435"/>
                </a:lnTo>
                <a:lnTo>
                  <a:pt x="8237" y="458"/>
                </a:lnTo>
                <a:moveTo>
                  <a:pt x="8145" y="458"/>
                </a:moveTo>
                <a:lnTo>
                  <a:pt x="8100" y="458"/>
                </a:lnTo>
                <a:lnTo>
                  <a:pt x="8100" y="435"/>
                </a:lnTo>
                <a:lnTo>
                  <a:pt x="8145" y="435"/>
                </a:lnTo>
                <a:lnTo>
                  <a:pt x="8145" y="458"/>
                </a:lnTo>
                <a:moveTo>
                  <a:pt x="8054" y="458"/>
                </a:moveTo>
                <a:lnTo>
                  <a:pt x="8008" y="458"/>
                </a:lnTo>
                <a:lnTo>
                  <a:pt x="8008" y="435"/>
                </a:lnTo>
                <a:lnTo>
                  <a:pt x="8054" y="435"/>
                </a:lnTo>
                <a:lnTo>
                  <a:pt x="8054" y="458"/>
                </a:lnTo>
                <a:moveTo>
                  <a:pt x="7962" y="458"/>
                </a:moveTo>
                <a:lnTo>
                  <a:pt x="7917" y="458"/>
                </a:lnTo>
                <a:lnTo>
                  <a:pt x="7917" y="435"/>
                </a:lnTo>
                <a:lnTo>
                  <a:pt x="7962" y="435"/>
                </a:lnTo>
                <a:lnTo>
                  <a:pt x="7962" y="458"/>
                </a:lnTo>
                <a:moveTo>
                  <a:pt x="7871" y="458"/>
                </a:moveTo>
                <a:lnTo>
                  <a:pt x="7825" y="458"/>
                </a:lnTo>
                <a:lnTo>
                  <a:pt x="7825" y="435"/>
                </a:lnTo>
                <a:lnTo>
                  <a:pt x="7871" y="435"/>
                </a:lnTo>
                <a:lnTo>
                  <a:pt x="7871" y="458"/>
                </a:lnTo>
                <a:moveTo>
                  <a:pt x="7780" y="458"/>
                </a:moveTo>
                <a:lnTo>
                  <a:pt x="7734" y="458"/>
                </a:lnTo>
                <a:lnTo>
                  <a:pt x="7734" y="435"/>
                </a:lnTo>
                <a:lnTo>
                  <a:pt x="7780" y="435"/>
                </a:lnTo>
                <a:lnTo>
                  <a:pt x="7780" y="458"/>
                </a:lnTo>
                <a:moveTo>
                  <a:pt x="7688" y="458"/>
                </a:moveTo>
                <a:lnTo>
                  <a:pt x="7643" y="458"/>
                </a:lnTo>
                <a:lnTo>
                  <a:pt x="7643" y="435"/>
                </a:lnTo>
                <a:lnTo>
                  <a:pt x="7688" y="435"/>
                </a:lnTo>
                <a:lnTo>
                  <a:pt x="7688" y="458"/>
                </a:lnTo>
                <a:moveTo>
                  <a:pt x="7597" y="458"/>
                </a:moveTo>
                <a:lnTo>
                  <a:pt x="7551" y="458"/>
                </a:lnTo>
                <a:lnTo>
                  <a:pt x="7551" y="435"/>
                </a:lnTo>
                <a:lnTo>
                  <a:pt x="7597" y="435"/>
                </a:lnTo>
                <a:lnTo>
                  <a:pt x="7597" y="458"/>
                </a:lnTo>
                <a:moveTo>
                  <a:pt x="7506" y="458"/>
                </a:moveTo>
                <a:lnTo>
                  <a:pt x="7460" y="458"/>
                </a:lnTo>
                <a:lnTo>
                  <a:pt x="7460" y="435"/>
                </a:lnTo>
                <a:lnTo>
                  <a:pt x="7506" y="435"/>
                </a:lnTo>
                <a:lnTo>
                  <a:pt x="7506" y="458"/>
                </a:lnTo>
                <a:moveTo>
                  <a:pt x="7414" y="458"/>
                </a:moveTo>
                <a:lnTo>
                  <a:pt x="7369" y="458"/>
                </a:lnTo>
                <a:lnTo>
                  <a:pt x="7369" y="435"/>
                </a:lnTo>
                <a:lnTo>
                  <a:pt x="7414" y="435"/>
                </a:lnTo>
                <a:lnTo>
                  <a:pt x="7414" y="458"/>
                </a:lnTo>
                <a:moveTo>
                  <a:pt x="7323" y="458"/>
                </a:moveTo>
                <a:lnTo>
                  <a:pt x="7277" y="458"/>
                </a:lnTo>
                <a:lnTo>
                  <a:pt x="7277" y="435"/>
                </a:lnTo>
                <a:lnTo>
                  <a:pt x="7323" y="435"/>
                </a:lnTo>
                <a:lnTo>
                  <a:pt x="7323" y="458"/>
                </a:lnTo>
                <a:moveTo>
                  <a:pt x="7232" y="458"/>
                </a:moveTo>
                <a:lnTo>
                  <a:pt x="7186" y="458"/>
                </a:lnTo>
                <a:lnTo>
                  <a:pt x="7186" y="435"/>
                </a:lnTo>
                <a:lnTo>
                  <a:pt x="7232" y="435"/>
                </a:lnTo>
                <a:lnTo>
                  <a:pt x="7232" y="458"/>
                </a:lnTo>
                <a:moveTo>
                  <a:pt x="7140" y="458"/>
                </a:moveTo>
                <a:lnTo>
                  <a:pt x="7095" y="458"/>
                </a:lnTo>
                <a:lnTo>
                  <a:pt x="7095" y="435"/>
                </a:lnTo>
                <a:lnTo>
                  <a:pt x="7140" y="435"/>
                </a:lnTo>
                <a:lnTo>
                  <a:pt x="7140" y="458"/>
                </a:lnTo>
                <a:moveTo>
                  <a:pt x="7049" y="458"/>
                </a:moveTo>
                <a:lnTo>
                  <a:pt x="7003" y="458"/>
                </a:lnTo>
                <a:lnTo>
                  <a:pt x="7003" y="435"/>
                </a:lnTo>
                <a:lnTo>
                  <a:pt x="7049" y="435"/>
                </a:lnTo>
                <a:lnTo>
                  <a:pt x="7049" y="458"/>
                </a:lnTo>
                <a:moveTo>
                  <a:pt x="6957" y="458"/>
                </a:moveTo>
                <a:lnTo>
                  <a:pt x="6912" y="458"/>
                </a:lnTo>
                <a:lnTo>
                  <a:pt x="6912" y="435"/>
                </a:lnTo>
                <a:lnTo>
                  <a:pt x="6957" y="435"/>
                </a:lnTo>
                <a:lnTo>
                  <a:pt x="6957" y="458"/>
                </a:lnTo>
                <a:moveTo>
                  <a:pt x="6866" y="458"/>
                </a:moveTo>
                <a:lnTo>
                  <a:pt x="6820" y="458"/>
                </a:lnTo>
                <a:lnTo>
                  <a:pt x="6820" y="435"/>
                </a:lnTo>
                <a:lnTo>
                  <a:pt x="6866" y="435"/>
                </a:lnTo>
                <a:lnTo>
                  <a:pt x="6866" y="458"/>
                </a:lnTo>
                <a:moveTo>
                  <a:pt x="6775" y="458"/>
                </a:moveTo>
                <a:lnTo>
                  <a:pt x="6729" y="458"/>
                </a:lnTo>
                <a:lnTo>
                  <a:pt x="6729" y="435"/>
                </a:lnTo>
                <a:lnTo>
                  <a:pt x="6775" y="435"/>
                </a:lnTo>
                <a:lnTo>
                  <a:pt x="6775" y="458"/>
                </a:lnTo>
                <a:moveTo>
                  <a:pt x="6683" y="458"/>
                </a:moveTo>
                <a:lnTo>
                  <a:pt x="6638" y="458"/>
                </a:lnTo>
                <a:lnTo>
                  <a:pt x="6638" y="435"/>
                </a:lnTo>
                <a:lnTo>
                  <a:pt x="6683" y="435"/>
                </a:lnTo>
                <a:lnTo>
                  <a:pt x="6683" y="458"/>
                </a:lnTo>
                <a:moveTo>
                  <a:pt x="6592" y="458"/>
                </a:moveTo>
                <a:lnTo>
                  <a:pt x="6546" y="458"/>
                </a:lnTo>
                <a:lnTo>
                  <a:pt x="6546" y="435"/>
                </a:lnTo>
                <a:lnTo>
                  <a:pt x="6592" y="435"/>
                </a:lnTo>
                <a:lnTo>
                  <a:pt x="6592" y="458"/>
                </a:lnTo>
                <a:moveTo>
                  <a:pt x="6501" y="458"/>
                </a:moveTo>
                <a:lnTo>
                  <a:pt x="6455" y="458"/>
                </a:lnTo>
                <a:lnTo>
                  <a:pt x="6455" y="435"/>
                </a:lnTo>
                <a:lnTo>
                  <a:pt x="6501" y="435"/>
                </a:lnTo>
                <a:lnTo>
                  <a:pt x="6501" y="458"/>
                </a:lnTo>
                <a:moveTo>
                  <a:pt x="6409" y="458"/>
                </a:moveTo>
                <a:lnTo>
                  <a:pt x="6364" y="458"/>
                </a:lnTo>
                <a:lnTo>
                  <a:pt x="6364" y="435"/>
                </a:lnTo>
                <a:lnTo>
                  <a:pt x="6409" y="435"/>
                </a:lnTo>
                <a:lnTo>
                  <a:pt x="6409" y="458"/>
                </a:lnTo>
                <a:moveTo>
                  <a:pt x="6318" y="458"/>
                </a:moveTo>
                <a:lnTo>
                  <a:pt x="6272" y="458"/>
                </a:lnTo>
                <a:lnTo>
                  <a:pt x="6272" y="435"/>
                </a:lnTo>
                <a:lnTo>
                  <a:pt x="6318" y="435"/>
                </a:lnTo>
                <a:lnTo>
                  <a:pt x="6318" y="458"/>
                </a:lnTo>
                <a:moveTo>
                  <a:pt x="6227" y="458"/>
                </a:moveTo>
                <a:lnTo>
                  <a:pt x="6181" y="458"/>
                </a:lnTo>
                <a:lnTo>
                  <a:pt x="6181" y="435"/>
                </a:lnTo>
                <a:lnTo>
                  <a:pt x="6227" y="435"/>
                </a:lnTo>
                <a:lnTo>
                  <a:pt x="6227" y="458"/>
                </a:lnTo>
                <a:moveTo>
                  <a:pt x="6135" y="458"/>
                </a:moveTo>
                <a:lnTo>
                  <a:pt x="6090" y="458"/>
                </a:lnTo>
                <a:lnTo>
                  <a:pt x="6090" y="435"/>
                </a:lnTo>
                <a:lnTo>
                  <a:pt x="6135" y="435"/>
                </a:lnTo>
                <a:lnTo>
                  <a:pt x="6135" y="458"/>
                </a:lnTo>
                <a:moveTo>
                  <a:pt x="6044" y="458"/>
                </a:moveTo>
                <a:lnTo>
                  <a:pt x="5998" y="458"/>
                </a:lnTo>
                <a:lnTo>
                  <a:pt x="5998" y="435"/>
                </a:lnTo>
                <a:lnTo>
                  <a:pt x="6044" y="435"/>
                </a:lnTo>
                <a:lnTo>
                  <a:pt x="6044" y="458"/>
                </a:lnTo>
                <a:moveTo>
                  <a:pt x="5953" y="458"/>
                </a:moveTo>
                <a:lnTo>
                  <a:pt x="5907" y="458"/>
                </a:lnTo>
                <a:lnTo>
                  <a:pt x="5907" y="435"/>
                </a:lnTo>
                <a:lnTo>
                  <a:pt x="5953" y="435"/>
                </a:lnTo>
                <a:lnTo>
                  <a:pt x="5953" y="458"/>
                </a:lnTo>
                <a:moveTo>
                  <a:pt x="5861" y="458"/>
                </a:moveTo>
                <a:lnTo>
                  <a:pt x="5815" y="458"/>
                </a:lnTo>
                <a:lnTo>
                  <a:pt x="5815" y="435"/>
                </a:lnTo>
                <a:lnTo>
                  <a:pt x="5861" y="435"/>
                </a:lnTo>
                <a:lnTo>
                  <a:pt x="5861" y="458"/>
                </a:lnTo>
                <a:moveTo>
                  <a:pt x="5770" y="458"/>
                </a:moveTo>
                <a:lnTo>
                  <a:pt x="5724" y="458"/>
                </a:lnTo>
                <a:lnTo>
                  <a:pt x="5724" y="435"/>
                </a:lnTo>
                <a:lnTo>
                  <a:pt x="5770" y="435"/>
                </a:lnTo>
                <a:lnTo>
                  <a:pt x="5770" y="458"/>
                </a:lnTo>
                <a:moveTo>
                  <a:pt x="5678" y="458"/>
                </a:moveTo>
                <a:lnTo>
                  <a:pt x="5633" y="458"/>
                </a:lnTo>
                <a:lnTo>
                  <a:pt x="5633" y="435"/>
                </a:lnTo>
                <a:lnTo>
                  <a:pt x="5678" y="435"/>
                </a:lnTo>
                <a:lnTo>
                  <a:pt x="5678" y="458"/>
                </a:lnTo>
                <a:moveTo>
                  <a:pt x="5587" y="458"/>
                </a:moveTo>
                <a:lnTo>
                  <a:pt x="5541" y="458"/>
                </a:lnTo>
                <a:lnTo>
                  <a:pt x="5541" y="435"/>
                </a:lnTo>
                <a:lnTo>
                  <a:pt x="5587" y="435"/>
                </a:lnTo>
                <a:lnTo>
                  <a:pt x="5587" y="458"/>
                </a:lnTo>
                <a:moveTo>
                  <a:pt x="5496" y="458"/>
                </a:moveTo>
                <a:lnTo>
                  <a:pt x="5450" y="458"/>
                </a:lnTo>
                <a:lnTo>
                  <a:pt x="5450" y="435"/>
                </a:lnTo>
                <a:lnTo>
                  <a:pt x="5496" y="435"/>
                </a:lnTo>
                <a:lnTo>
                  <a:pt x="5496" y="458"/>
                </a:lnTo>
                <a:moveTo>
                  <a:pt x="5404" y="458"/>
                </a:moveTo>
                <a:lnTo>
                  <a:pt x="5359" y="458"/>
                </a:lnTo>
                <a:lnTo>
                  <a:pt x="5359" y="435"/>
                </a:lnTo>
                <a:lnTo>
                  <a:pt x="5404" y="435"/>
                </a:lnTo>
                <a:lnTo>
                  <a:pt x="5404" y="458"/>
                </a:lnTo>
                <a:moveTo>
                  <a:pt x="5313" y="458"/>
                </a:moveTo>
                <a:lnTo>
                  <a:pt x="5267" y="458"/>
                </a:lnTo>
                <a:lnTo>
                  <a:pt x="5267" y="435"/>
                </a:lnTo>
                <a:lnTo>
                  <a:pt x="5313" y="435"/>
                </a:lnTo>
                <a:lnTo>
                  <a:pt x="5313" y="458"/>
                </a:lnTo>
                <a:moveTo>
                  <a:pt x="5222" y="458"/>
                </a:moveTo>
                <a:lnTo>
                  <a:pt x="5176" y="458"/>
                </a:lnTo>
                <a:lnTo>
                  <a:pt x="5176" y="435"/>
                </a:lnTo>
                <a:lnTo>
                  <a:pt x="5222" y="435"/>
                </a:lnTo>
                <a:lnTo>
                  <a:pt x="5222" y="458"/>
                </a:lnTo>
                <a:moveTo>
                  <a:pt x="5130" y="458"/>
                </a:moveTo>
                <a:lnTo>
                  <a:pt x="5085" y="458"/>
                </a:lnTo>
                <a:lnTo>
                  <a:pt x="5085" y="435"/>
                </a:lnTo>
                <a:lnTo>
                  <a:pt x="5130" y="435"/>
                </a:lnTo>
                <a:lnTo>
                  <a:pt x="5130" y="458"/>
                </a:lnTo>
                <a:moveTo>
                  <a:pt x="5039" y="458"/>
                </a:moveTo>
                <a:lnTo>
                  <a:pt x="4993" y="458"/>
                </a:lnTo>
                <a:lnTo>
                  <a:pt x="4993" y="435"/>
                </a:lnTo>
                <a:lnTo>
                  <a:pt x="5039" y="435"/>
                </a:lnTo>
                <a:lnTo>
                  <a:pt x="5039" y="458"/>
                </a:lnTo>
                <a:moveTo>
                  <a:pt x="4948" y="458"/>
                </a:moveTo>
                <a:lnTo>
                  <a:pt x="4902" y="458"/>
                </a:lnTo>
                <a:lnTo>
                  <a:pt x="4902" y="435"/>
                </a:lnTo>
                <a:lnTo>
                  <a:pt x="4948" y="435"/>
                </a:lnTo>
                <a:lnTo>
                  <a:pt x="4948" y="458"/>
                </a:lnTo>
                <a:moveTo>
                  <a:pt x="4856" y="458"/>
                </a:moveTo>
                <a:lnTo>
                  <a:pt x="4811" y="458"/>
                </a:lnTo>
                <a:lnTo>
                  <a:pt x="4811" y="435"/>
                </a:lnTo>
                <a:lnTo>
                  <a:pt x="4856" y="435"/>
                </a:lnTo>
                <a:lnTo>
                  <a:pt x="4856" y="458"/>
                </a:lnTo>
                <a:moveTo>
                  <a:pt x="4765" y="458"/>
                </a:moveTo>
                <a:lnTo>
                  <a:pt x="4719" y="458"/>
                </a:lnTo>
                <a:lnTo>
                  <a:pt x="4719" y="435"/>
                </a:lnTo>
                <a:lnTo>
                  <a:pt x="4765" y="435"/>
                </a:lnTo>
                <a:lnTo>
                  <a:pt x="4765" y="458"/>
                </a:lnTo>
                <a:moveTo>
                  <a:pt x="4673" y="458"/>
                </a:moveTo>
                <a:lnTo>
                  <a:pt x="4628" y="458"/>
                </a:lnTo>
                <a:lnTo>
                  <a:pt x="4628" y="435"/>
                </a:lnTo>
                <a:lnTo>
                  <a:pt x="4673" y="435"/>
                </a:lnTo>
                <a:lnTo>
                  <a:pt x="4673" y="458"/>
                </a:lnTo>
                <a:moveTo>
                  <a:pt x="4582" y="458"/>
                </a:moveTo>
                <a:lnTo>
                  <a:pt x="4536" y="458"/>
                </a:lnTo>
                <a:lnTo>
                  <a:pt x="4536" y="435"/>
                </a:lnTo>
                <a:lnTo>
                  <a:pt x="4582" y="435"/>
                </a:lnTo>
                <a:lnTo>
                  <a:pt x="4582" y="458"/>
                </a:lnTo>
                <a:moveTo>
                  <a:pt x="4491" y="458"/>
                </a:moveTo>
                <a:lnTo>
                  <a:pt x="4445" y="458"/>
                </a:lnTo>
                <a:lnTo>
                  <a:pt x="4445" y="435"/>
                </a:lnTo>
                <a:lnTo>
                  <a:pt x="4491" y="435"/>
                </a:lnTo>
                <a:lnTo>
                  <a:pt x="4491" y="458"/>
                </a:lnTo>
                <a:moveTo>
                  <a:pt x="4399" y="458"/>
                </a:moveTo>
                <a:lnTo>
                  <a:pt x="4354" y="458"/>
                </a:lnTo>
                <a:lnTo>
                  <a:pt x="4354" y="435"/>
                </a:lnTo>
                <a:lnTo>
                  <a:pt x="4399" y="435"/>
                </a:lnTo>
                <a:lnTo>
                  <a:pt x="4399" y="458"/>
                </a:lnTo>
                <a:moveTo>
                  <a:pt x="4308" y="458"/>
                </a:moveTo>
                <a:lnTo>
                  <a:pt x="4262" y="458"/>
                </a:lnTo>
                <a:lnTo>
                  <a:pt x="4262" y="435"/>
                </a:lnTo>
                <a:lnTo>
                  <a:pt x="4308" y="435"/>
                </a:lnTo>
                <a:lnTo>
                  <a:pt x="4308" y="458"/>
                </a:lnTo>
                <a:moveTo>
                  <a:pt x="4217" y="458"/>
                </a:moveTo>
                <a:lnTo>
                  <a:pt x="4171" y="458"/>
                </a:lnTo>
                <a:lnTo>
                  <a:pt x="4171" y="435"/>
                </a:lnTo>
                <a:lnTo>
                  <a:pt x="4217" y="435"/>
                </a:lnTo>
                <a:lnTo>
                  <a:pt x="4217" y="458"/>
                </a:lnTo>
                <a:moveTo>
                  <a:pt x="4125" y="458"/>
                </a:moveTo>
                <a:lnTo>
                  <a:pt x="4080" y="458"/>
                </a:lnTo>
                <a:lnTo>
                  <a:pt x="4080" y="435"/>
                </a:lnTo>
                <a:lnTo>
                  <a:pt x="4125" y="435"/>
                </a:lnTo>
                <a:lnTo>
                  <a:pt x="4125" y="458"/>
                </a:lnTo>
                <a:moveTo>
                  <a:pt x="4034" y="458"/>
                </a:moveTo>
                <a:lnTo>
                  <a:pt x="3988" y="458"/>
                </a:lnTo>
                <a:lnTo>
                  <a:pt x="3988" y="435"/>
                </a:lnTo>
                <a:lnTo>
                  <a:pt x="4034" y="435"/>
                </a:lnTo>
                <a:lnTo>
                  <a:pt x="4034" y="458"/>
                </a:lnTo>
                <a:moveTo>
                  <a:pt x="3943" y="458"/>
                </a:moveTo>
                <a:lnTo>
                  <a:pt x="3897" y="458"/>
                </a:lnTo>
                <a:lnTo>
                  <a:pt x="3897" y="435"/>
                </a:lnTo>
                <a:lnTo>
                  <a:pt x="3943" y="435"/>
                </a:lnTo>
                <a:lnTo>
                  <a:pt x="3943" y="458"/>
                </a:lnTo>
                <a:moveTo>
                  <a:pt x="3851" y="458"/>
                </a:moveTo>
                <a:lnTo>
                  <a:pt x="3806" y="458"/>
                </a:lnTo>
                <a:lnTo>
                  <a:pt x="3806" y="435"/>
                </a:lnTo>
                <a:lnTo>
                  <a:pt x="3851" y="435"/>
                </a:lnTo>
                <a:lnTo>
                  <a:pt x="3851" y="458"/>
                </a:lnTo>
                <a:moveTo>
                  <a:pt x="3760" y="458"/>
                </a:moveTo>
                <a:lnTo>
                  <a:pt x="3714" y="458"/>
                </a:lnTo>
                <a:lnTo>
                  <a:pt x="3714" y="435"/>
                </a:lnTo>
                <a:lnTo>
                  <a:pt x="3760" y="435"/>
                </a:lnTo>
                <a:lnTo>
                  <a:pt x="3760" y="458"/>
                </a:lnTo>
                <a:moveTo>
                  <a:pt x="3667" y="458"/>
                </a:moveTo>
                <a:lnTo>
                  <a:pt x="3622" y="458"/>
                </a:lnTo>
                <a:lnTo>
                  <a:pt x="3622" y="435"/>
                </a:lnTo>
                <a:lnTo>
                  <a:pt x="3667" y="435"/>
                </a:lnTo>
                <a:lnTo>
                  <a:pt x="3667" y="458"/>
                </a:lnTo>
                <a:moveTo>
                  <a:pt x="3576" y="458"/>
                </a:moveTo>
                <a:lnTo>
                  <a:pt x="3530" y="458"/>
                </a:lnTo>
                <a:lnTo>
                  <a:pt x="3530" y="435"/>
                </a:lnTo>
                <a:lnTo>
                  <a:pt x="3576" y="435"/>
                </a:lnTo>
                <a:lnTo>
                  <a:pt x="3576" y="458"/>
                </a:lnTo>
                <a:moveTo>
                  <a:pt x="3485" y="458"/>
                </a:moveTo>
                <a:lnTo>
                  <a:pt x="3439" y="458"/>
                </a:lnTo>
                <a:lnTo>
                  <a:pt x="3439" y="435"/>
                </a:lnTo>
                <a:lnTo>
                  <a:pt x="3485" y="435"/>
                </a:lnTo>
                <a:lnTo>
                  <a:pt x="3485" y="458"/>
                </a:lnTo>
                <a:moveTo>
                  <a:pt x="3393" y="458"/>
                </a:moveTo>
                <a:lnTo>
                  <a:pt x="3348" y="458"/>
                </a:lnTo>
                <a:lnTo>
                  <a:pt x="3348" y="435"/>
                </a:lnTo>
                <a:lnTo>
                  <a:pt x="3393" y="435"/>
                </a:lnTo>
                <a:lnTo>
                  <a:pt x="3393" y="458"/>
                </a:lnTo>
                <a:moveTo>
                  <a:pt x="3302" y="458"/>
                </a:moveTo>
                <a:lnTo>
                  <a:pt x="3256" y="458"/>
                </a:lnTo>
                <a:lnTo>
                  <a:pt x="3256" y="435"/>
                </a:lnTo>
                <a:lnTo>
                  <a:pt x="3302" y="435"/>
                </a:lnTo>
                <a:lnTo>
                  <a:pt x="3302" y="458"/>
                </a:lnTo>
                <a:moveTo>
                  <a:pt x="3211" y="458"/>
                </a:moveTo>
                <a:lnTo>
                  <a:pt x="3165" y="458"/>
                </a:lnTo>
                <a:lnTo>
                  <a:pt x="3165" y="435"/>
                </a:lnTo>
                <a:lnTo>
                  <a:pt x="3211" y="435"/>
                </a:lnTo>
                <a:lnTo>
                  <a:pt x="3211" y="458"/>
                </a:lnTo>
                <a:moveTo>
                  <a:pt x="3119" y="458"/>
                </a:moveTo>
                <a:lnTo>
                  <a:pt x="3074" y="458"/>
                </a:lnTo>
                <a:lnTo>
                  <a:pt x="3074" y="435"/>
                </a:lnTo>
                <a:lnTo>
                  <a:pt x="3119" y="435"/>
                </a:lnTo>
                <a:lnTo>
                  <a:pt x="3119" y="458"/>
                </a:lnTo>
                <a:moveTo>
                  <a:pt x="3028" y="458"/>
                </a:moveTo>
                <a:lnTo>
                  <a:pt x="2982" y="458"/>
                </a:lnTo>
                <a:lnTo>
                  <a:pt x="2982" y="435"/>
                </a:lnTo>
                <a:lnTo>
                  <a:pt x="3028" y="435"/>
                </a:lnTo>
                <a:lnTo>
                  <a:pt x="3028" y="458"/>
                </a:lnTo>
                <a:moveTo>
                  <a:pt x="2937" y="458"/>
                </a:moveTo>
                <a:lnTo>
                  <a:pt x="2891" y="458"/>
                </a:lnTo>
                <a:lnTo>
                  <a:pt x="2891" y="435"/>
                </a:lnTo>
                <a:lnTo>
                  <a:pt x="2937" y="435"/>
                </a:lnTo>
                <a:lnTo>
                  <a:pt x="2937" y="458"/>
                </a:lnTo>
                <a:moveTo>
                  <a:pt x="2845" y="458"/>
                </a:moveTo>
                <a:lnTo>
                  <a:pt x="2800" y="458"/>
                </a:lnTo>
                <a:lnTo>
                  <a:pt x="2800" y="435"/>
                </a:lnTo>
                <a:lnTo>
                  <a:pt x="2845" y="435"/>
                </a:lnTo>
                <a:lnTo>
                  <a:pt x="2845" y="458"/>
                </a:lnTo>
                <a:moveTo>
                  <a:pt x="2754" y="458"/>
                </a:moveTo>
                <a:lnTo>
                  <a:pt x="2708" y="458"/>
                </a:lnTo>
                <a:lnTo>
                  <a:pt x="2708" y="435"/>
                </a:lnTo>
                <a:lnTo>
                  <a:pt x="2754" y="435"/>
                </a:lnTo>
                <a:lnTo>
                  <a:pt x="2754" y="458"/>
                </a:lnTo>
                <a:moveTo>
                  <a:pt x="2663" y="458"/>
                </a:moveTo>
                <a:lnTo>
                  <a:pt x="2617" y="458"/>
                </a:lnTo>
                <a:lnTo>
                  <a:pt x="2617" y="435"/>
                </a:lnTo>
                <a:lnTo>
                  <a:pt x="2663" y="435"/>
                </a:lnTo>
                <a:lnTo>
                  <a:pt x="2663" y="458"/>
                </a:lnTo>
                <a:moveTo>
                  <a:pt x="2571" y="458"/>
                </a:moveTo>
                <a:lnTo>
                  <a:pt x="2525" y="458"/>
                </a:lnTo>
                <a:lnTo>
                  <a:pt x="2525" y="435"/>
                </a:lnTo>
                <a:lnTo>
                  <a:pt x="2571" y="435"/>
                </a:lnTo>
                <a:lnTo>
                  <a:pt x="2571" y="458"/>
                </a:lnTo>
                <a:moveTo>
                  <a:pt x="2480" y="458"/>
                </a:moveTo>
                <a:lnTo>
                  <a:pt x="2434" y="458"/>
                </a:lnTo>
                <a:lnTo>
                  <a:pt x="2434" y="435"/>
                </a:lnTo>
                <a:lnTo>
                  <a:pt x="2480" y="435"/>
                </a:lnTo>
                <a:lnTo>
                  <a:pt x="2480" y="458"/>
                </a:lnTo>
                <a:moveTo>
                  <a:pt x="2388" y="458"/>
                </a:moveTo>
                <a:lnTo>
                  <a:pt x="2343" y="458"/>
                </a:lnTo>
                <a:lnTo>
                  <a:pt x="2343" y="435"/>
                </a:lnTo>
                <a:lnTo>
                  <a:pt x="2388" y="435"/>
                </a:lnTo>
                <a:lnTo>
                  <a:pt x="2388" y="458"/>
                </a:lnTo>
                <a:moveTo>
                  <a:pt x="2297" y="458"/>
                </a:moveTo>
                <a:lnTo>
                  <a:pt x="2251" y="458"/>
                </a:lnTo>
                <a:lnTo>
                  <a:pt x="2251" y="435"/>
                </a:lnTo>
                <a:lnTo>
                  <a:pt x="2297" y="435"/>
                </a:lnTo>
                <a:lnTo>
                  <a:pt x="2297" y="458"/>
                </a:lnTo>
                <a:moveTo>
                  <a:pt x="2206" y="458"/>
                </a:moveTo>
                <a:lnTo>
                  <a:pt x="2160" y="458"/>
                </a:lnTo>
                <a:lnTo>
                  <a:pt x="2160" y="435"/>
                </a:lnTo>
                <a:lnTo>
                  <a:pt x="2206" y="435"/>
                </a:lnTo>
                <a:lnTo>
                  <a:pt x="2206" y="458"/>
                </a:lnTo>
                <a:moveTo>
                  <a:pt x="2114" y="458"/>
                </a:moveTo>
                <a:lnTo>
                  <a:pt x="2069" y="458"/>
                </a:lnTo>
                <a:lnTo>
                  <a:pt x="2069" y="435"/>
                </a:lnTo>
                <a:lnTo>
                  <a:pt x="2114" y="435"/>
                </a:lnTo>
                <a:lnTo>
                  <a:pt x="2114" y="458"/>
                </a:lnTo>
                <a:moveTo>
                  <a:pt x="2023" y="458"/>
                </a:moveTo>
                <a:lnTo>
                  <a:pt x="1977" y="458"/>
                </a:lnTo>
                <a:lnTo>
                  <a:pt x="1977" y="435"/>
                </a:lnTo>
                <a:lnTo>
                  <a:pt x="2023" y="435"/>
                </a:lnTo>
                <a:lnTo>
                  <a:pt x="2023" y="458"/>
                </a:lnTo>
                <a:moveTo>
                  <a:pt x="1932" y="458"/>
                </a:moveTo>
                <a:lnTo>
                  <a:pt x="1886" y="458"/>
                </a:lnTo>
                <a:lnTo>
                  <a:pt x="1886" y="435"/>
                </a:lnTo>
                <a:lnTo>
                  <a:pt x="1932" y="435"/>
                </a:lnTo>
                <a:lnTo>
                  <a:pt x="1932" y="458"/>
                </a:lnTo>
                <a:moveTo>
                  <a:pt x="1840" y="458"/>
                </a:moveTo>
                <a:lnTo>
                  <a:pt x="1795" y="458"/>
                </a:lnTo>
                <a:lnTo>
                  <a:pt x="1795" y="435"/>
                </a:lnTo>
                <a:lnTo>
                  <a:pt x="1840" y="435"/>
                </a:lnTo>
                <a:lnTo>
                  <a:pt x="1840" y="458"/>
                </a:lnTo>
                <a:moveTo>
                  <a:pt x="1749" y="458"/>
                </a:moveTo>
                <a:lnTo>
                  <a:pt x="1703" y="458"/>
                </a:lnTo>
                <a:lnTo>
                  <a:pt x="1703" y="435"/>
                </a:lnTo>
                <a:lnTo>
                  <a:pt x="1749" y="435"/>
                </a:lnTo>
                <a:lnTo>
                  <a:pt x="1749" y="458"/>
                </a:lnTo>
                <a:moveTo>
                  <a:pt x="1658" y="458"/>
                </a:moveTo>
                <a:lnTo>
                  <a:pt x="1612" y="458"/>
                </a:lnTo>
                <a:lnTo>
                  <a:pt x="1612" y="435"/>
                </a:lnTo>
                <a:lnTo>
                  <a:pt x="1658" y="435"/>
                </a:lnTo>
                <a:lnTo>
                  <a:pt x="1658" y="458"/>
                </a:lnTo>
                <a:moveTo>
                  <a:pt x="1566" y="458"/>
                </a:moveTo>
                <a:lnTo>
                  <a:pt x="1521" y="458"/>
                </a:lnTo>
                <a:lnTo>
                  <a:pt x="1521" y="435"/>
                </a:lnTo>
                <a:lnTo>
                  <a:pt x="1566" y="435"/>
                </a:lnTo>
                <a:lnTo>
                  <a:pt x="1566" y="458"/>
                </a:lnTo>
                <a:moveTo>
                  <a:pt x="1475" y="458"/>
                </a:moveTo>
                <a:lnTo>
                  <a:pt x="1429" y="458"/>
                </a:lnTo>
                <a:lnTo>
                  <a:pt x="1429" y="435"/>
                </a:lnTo>
                <a:lnTo>
                  <a:pt x="1475" y="435"/>
                </a:lnTo>
                <a:lnTo>
                  <a:pt x="1475" y="458"/>
                </a:lnTo>
                <a:moveTo>
                  <a:pt x="1383" y="458"/>
                </a:moveTo>
                <a:lnTo>
                  <a:pt x="1338" y="458"/>
                </a:lnTo>
                <a:lnTo>
                  <a:pt x="1338" y="435"/>
                </a:lnTo>
                <a:lnTo>
                  <a:pt x="1383" y="435"/>
                </a:lnTo>
                <a:lnTo>
                  <a:pt x="1383" y="458"/>
                </a:lnTo>
                <a:moveTo>
                  <a:pt x="1292" y="458"/>
                </a:moveTo>
                <a:lnTo>
                  <a:pt x="1246" y="458"/>
                </a:lnTo>
                <a:lnTo>
                  <a:pt x="1246" y="435"/>
                </a:lnTo>
                <a:lnTo>
                  <a:pt x="1292" y="435"/>
                </a:lnTo>
                <a:lnTo>
                  <a:pt x="1292" y="458"/>
                </a:lnTo>
                <a:moveTo>
                  <a:pt x="1201" y="458"/>
                </a:moveTo>
                <a:lnTo>
                  <a:pt x="1155" y="458"/>
                </a:lnTo>
                <a:lnTo>
                  <a:pt x="1155" y="435"/>
                </a:lnTo>
                <a:lnTo>
                  <a:pt x="1201" y="435"/>
                </a:lnTo>
                <a:lnTo>
                  <a:pt x="1201" y="458"/>
                </a:lnTo>
                <a:moveTo>
                  <a:pt x="1109" y="458"/>
                </a:moveTo>
                <a:lnTo>
                  <a:pt x="1064" y="458"/>
                </a:lnTo>
                <a:lnTo>
                  <a:pt x="1064" y="435"/>
                </a:lnTo>
                <a:lnTo>
                  <a:pt x="1109" y="435"/>
                </a:lnTo>
                <a:lnTo>
                  <a:pt x="1109" y="458"/>
                </a:lnTo>
                <a:moveTo>
                  <a:pt x="1018" y="458"/>
                </a:moveTo>
                <a:lnTo>
                  <a:pt x="972" y="458"/>
                </a:lnTo>
                <a:lnTo>
                  <a:pt x="972" y="435"/>
                </a:lnTo>
                <a:lnTo>
                  <a:pt x="1018" y="435"/>
                </a:lnTo>
                <a:lnTo>
                  <a:pt x="1018" y="458"/>
                </a:lnTo>
                <a:moveTo>
                  <a:pt x="927" y="458"/>
                </a:moveTo>
                <a:lnTo>
                  <a:pt x="881" y="458"/>
                </a:lnTo>
                <a:lnTo>
                  <a:pt x="881" y="435"/>
                </a:lnTo>
                <a:lnTo>
                  <a:pt x="927" y="435"/>
                </a:lnTo>
                <a:lnTo>
                  <a:pt x="927" y="458"/>
                </a:lnTo>
                <a:moveTo>
                  <a:pt x="835" y="458"/>
                </a:moveTo>
                <a:lnTo>
                  <a:pt x="790" y="458"/>
                </a:lnTo>
                <a:lnTo>
                  <a:pt x="790" y="435"/>
                </a:lnTo>
                <a:lnTo>
                  <a:pt x="835" y="435"/>
                </a:lnTo>
                <a:lnTo>
                  <a:pt x="835" y="458"/>
                </a:lnTo>
                <a:moveTo>
                  <a:pt x="744" y="458"/>
                </a:moveTo>
                <a:lnTo>
                  <a:pt x="698" y="458"/>
                </a:lnTo>
                <a:lnTo>
                  <a:pt x="698" y="435"/>
                </a:lnTo>
                <a:lnTo>
                  <a:pt x="744" y="435"/>
                </a:lnTo>
                <a:lnTo>
                  <a:pt x="744" y="458"/>
                </a:lnTo>
                <a:moveTo>
                  <a:pt x="653" y="458"/>
                </a:moveTo>
                <a:lnTo>
                  <a:pt x="607" y="458"/>
                </a:lnTo>
                <a:lnTo>
                  <a:pt x="607" y="435"/>
                </a:lnTo>
                <a:lnTo>
                  <a:pt x="653" y="435"/>
                </a:lnTo>
                <a:lnTo>
                  <a:pt x="653" y="458"/>
                </a:lnTo>
                <a:moveTo>
                  <a:pt x="561" y="458"/>
                </a:moveTo>
                <a:lnTo>
                  <a:pt x="516" y="458"/>
                </a:lnTo>
                <a:lnTo>
                  <a:pt x="516" y="435"/>
                </a:lnTo>
                <a:lnTo>
                  <a:pt x="561" y="435"/>
                </a:lnTo>
                <a:lnTo>
                  <a:pt x="561" y="458"/>
                </a:lnTo>
                <a:moveTo>
                  <a:pt x="470" y="458"/>
                </a:moveTo>
                <a:lnTo>
                  <a:pt x="424" y="458"/>
                </a:lnTo>
                <a:lnTo>
                  <a:pt x="424" y="435"/>
                </a:lnTo>
                <a:lnTo>
                  <a:pt x="470" y="435"/>
                </a:lnTo>
                <a:lnTo>
                  <a:pt x="470" y="458"/>
                </a:lnTo>
                <a:moveTo>
                  <a:pt x="378" y="458"/>
                </a:moveTo>
                <a:lnTo>
                  <a:pt x="333" y="458"/>
                </a:lnTo>
                <a:lnTo>
                  <a:pt x="333" y="435"/>
                </a:lnTo>
                <a:lnTo>
                  <a:pt x="378" y="435"/>
                </a:lnTo>
                <a:lnTo>
                  <a:pt x="378" y="458"/>
                </a:lnTo>
                <a:moveTo>
                  <a:pt x="287" y="458"/>
                </a:moveTo>
                <a:lnTo>
                  <a:pt x="241" y="458"/>
                </a:lnTo>
                <a:lnTo>
                  <a:pt x="241" y="435"/>
                </a:lnTo>
                <a:lnTo>
                  <a:pt x="287" y="435"/>
                </a:lnTo>
                <a:lnTo>
                  <a:pt x="287" y="458"/>
                </a:lnTo>
                <a:moveTo>
                  <a:pt x="195" y="457"/>
                </a:moveTo>
                <a:cubicBezTo>
                  <a:pt x="179" y="455"/>
                  <a:pt x="163" y="452"/>
                  <a:pt x="148" y="447"/>
                </a:cubicBezTo>
                <a:lnTo>
                  <a:pt x="155" y="425"/>
                </a:lnTo>
                <a:cubicBezTo>
                  <a:pt x="169" y="430"/>
                  <a:pt x="183" y="433"/>
                  <a:pt x="198" y="434"/>
                </a:cubicBezTo>
                <a:lnTo>
                  <a:pt x="195" y="457"/>
                </a:lnTo>
                <a:moveTo>
                  <a:pt x="104" y="426"/>
                </a:moveTo>
                <a:cubicBezTo>
                  <a:pt x="90" y="418"/>
                  <a:pt x="77" y="408"/>
                  <a:pt x="65" y="396"/>
                </a:cubicBezTo>
                <a:lnTo>
                  <a:pt x="81" y="380"/>
                </a:lnTo>
                <a:cubicBezTo>
                  <a:pt x="92" y="390"/>
                  <a:pt x="103" y="399"/>
                  <a:pt x="116" y="407"/>
                </a:cubicBezTo>
                <a:lnTo>
                  <a:pt x="104" y="426"/>
                </a:lnTo>
                <a:moveTo>
                  <a:pt x="34" y="358"/>
                </a:moveTo>
                <a:cubicBezTo>
                  <a:pt x="25" y="345"/>
                  <a:pt x="18" y="330"/>
                  <a:pt x="13" y="315"/>
                </a:cubicBezTo>
                <a:lnTo>
                  <a:pt x="34" y="307"/>
                </a:lnTo>
                <a:cubicBezTo>
                  <a:pt x="39" y="321"/>
                  <a:pt x="45" y="334"/>
                  <a:pt x="53" y="346"/>
                </a:cubicBezTo>
                <a:lnTo>
                  <a:pt x="34" y="358"/>
                </a:lnTo>
                <a:moveTo>
                  <a:pt x="1" y="267"/>
                </a:moveTo>
                <a:cubicBezTo>
                  <a:pt x="0" y="258"/>
                  <a:pt x="0" y="250"/>
                  <a:pt x="0" y="241"/>
                </a:cubicBezTo>
                <a:lnTo>
                  <a:pt x="0" y="221"/>
                </a:lnTo>
                <a:lnTo>
                  <a:pt x="22" y="221"/>
                </a:lnTo>
                <a:lnTo>
                  <a:pt x="22" y="241"/>
                </a:lnTo>
                <a:cubicBezTo>
                  <a:pt x="22" y="249"/>
                  <a:pt x="23" y="257"/>
                  <a:pt x="24" y="264"/>
                </a:cubicBezTo>
                <a:lnTo>
                  <a:pt x="1" y="267"/>
                </a:lnTo>
                <a:moveTo>
                  <a:pt x="4" y="174"/>
                </a:moveTo>
                <a:cubicBezTo>
                  <a:pt x="7" y="158"/>
                  <a:pt x="12" y="142"/>
                  <a:pt x="19" y="127"/>
                </a:cubicBezTo>
                <a:lnTo>
                  <a:pt x="40" y="137"/>
                </a:lnTo>
                <a:cubicBezTo>
                  <a:pt x="34" y="150"/>
                  <a:pt x="29" y="164"/>
                  <a:pt x="26" y="179"/>
                </a:cubicBezTo>
                <a:lnTo>
                  <a:pt x="4" y="174"/>
                </a:lnTo>
                <a:moveTo>
                  <a:pt x="44" y="86"/>
                </a:moveTo>
                <a:cubicBezTo>
                  <a:pt x="54" y="73"/>
                  <a:pt x="66" y="60"/>
                  <a:pt x="78" y="50"/>
                </a:cubicBezTo>
                <a:lnTo>
                  <a:pt x="93" y="68"/>
                </a:lnTo>
                <a:cubicBezTo>
                  <a:pt x="82" y="78"/>
                  <a:pt x="71" y="88"/>
                  <a:pt x="62" y="100"/>
                </a:cubicBezTo>
                <a:lnTo>
                  <a:pt x="44" y="86"/>
                </a:lnTo>
                <a:moveTo>
                  <a:pt x="119" y="23"/>
                </a:moveTo>
                <a:cubicBezTo>
                  <a:pt x="134" y="16"/>
                  <a:pt x="149" y="10"/>
                  <a:pt x="165" y="6"/>
                </a:cubicBezTo>
                <a:lnTo>
                  <a:pt x="171" y="28"/>
                </a:lnTo>
                <a:cubicBezTo>
                  <a:pt x="156" y="32"/>
                  <a:pt x="142" y="37"/>
                  <a:pt x="129" y="44"/>
                </a:cubicBezTo>
                <a:lnTo>
                  <a:pt x="119" y="23"/>
                </a:lnTo>
                <a:moveTo>
                  <a:pt x="212" y="0"/>
                </a:moveTo>
                <a:cubicBezTo>
                  <a:pt x="214" y="0"/>
                  <a:pt x="215" y="0"/>
                  <a:pt x="217" y="0"/>
                </a:cubicBezTo>
                <a:lnTo>
                  <a:pt x="262" y="0"/>
                </a:lnTo>
                <a:lnTo>
                  <a:pt x="262" y="23"/>
                </a:lnTo>
                <a:lnTo>
                  <a:pt x="217" y="23"/>
                </a:lnTo>
                <a:cubicBezTo>
                  <a:pt x="215" y="23"/>
                  <a:pt x="214" y="23"/>
                  <a:pt x="213" y="23"/>
                </a:cubicBezTo>
                <a:lnTo>
                  <a:pt x="212" y="0"/>
                </a:lnTo>
                <a:close/>
              </a:path>
            </a:pathLst>
          </a:custGeom>
          <a:solidFill>
            <a:srgbClr val="c8cc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4" name=""/>
          <p:cNvSpPr txBox="1"/>
          <p:nvPr/>
        </p:nvSpPr>
        <p:spPr>
          <a:xfrm>
            <a:off x="6912000" y="1317960"/>
            <a:ext cx="12762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Onderwijscatalogus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5" name=""/>
          <p:cNvSpPr/>
          <p:nvPr/>
        </p:nvSpPr>
        <p:spPr>
          <a:xfrm>
            <a:off x="4500360" y="1326240"/>
            <a:ext cx="12600" cy="419400"/>
          </a:xfrm>
          <a:custGeom>
            <a:avLst/>
            <a:gdLst/>
            <a:ahLst/>
            <a:rect l="0" t="0" r="r" b="b"/>
            <a:pathLst>
              <a:path w="35" h="1165">
                <a:moveTo>
                  <a:pt x="35" y="0"/>
                </a:moveTo>
                <a:lnTo>
                  <a:pt x="35" y="68"/>
                </a:lnTo>
                <a:lnTo>
                  <a:pt x="0" y="68"/>
                </a:lnTo>
                <a:lnTo>
                  <a:pt x="0" y="0"/>
                </a:lnTo>
                <a:lnTo>
                  <a:pt x="35" y="0"/>
                </a:lnTo>
                <a:moveTo>
                  <a:pt x="35" y="137"/>
                </a:moveTo>
                <a:lnTo>
                  <a:pt x="35" y="205"/>
                </a:lnTo>
                <a:lnTo>
                  <a:pt x="0" y="205"/>
                </a:lnTo>
                <a:lnTo>
                  <a:pt x="0" y="137"/>
                </a:lnTo>
                <a:lnTo>
                  <a:pt x="35" y="137"/>
                </a:lnTo>
                <a:moveTo>
                  <a:pt x="35" y="274"/>
                </a:moveTo>
                <a:lnTo>
                  <a:pt x="35" y="342"/>
                </a:lnTo>
                <a:lnTo>
                  <a:pt x="0" y="342"/>
                </a:lnTo>
                <a:lnTo>
                  <a:pt x="0" y="274"/>
                </a:lnTo>
                <a:lnTo>
                  <a:pt x="35" y="274"/>
                </a:lnTo>
                <a:moveTo>
                  <a:pt x="35" y="412"/>
                </a:moveTo>
                <a:lnTo>
                  <a:pt x="35" y="480"/>
                </a:lnTo>
                <a:lnTo>
                  <a:pt x="0" y="480"/>
                </a:lnTo>
                <a:lnTo>
                  <a:pt x="0" y="412"/>
                </a:lnTo>
                <a:lnTo>
                  <a:pt x="35" y="412"/>
                </a:lnTo>
                <a:moveTo>
                  <a:pt x="35" y="549"/>
                </a:moveTo>
                <a:lnTo>
                  <a:pt x="35" y="617"/>
                </a:lnTo>
                <a:lnTo>
                  <a:pt x="0" y="617"/>
                </a:lnTo>
                <a:lnTo>
                  <a:pt x="0" y="549"/>
                </a:lnTo>
                <a:lnTo>
                  <a:pt x="35" y="549"/>
                </a:lnTo>
                <a:moveTo>
                  <a:pt x="35" y="686"/>
                </a:moveTo>
                <a:lnTo>
                  <a:pt x="35" y="754"/>
                </a:lnTo>
                <a:lnTo>
                  <a:pt x="0" y="754"/>
                </a:lnTo>
                <a:lnTo>
                  <a:pt x="0" y="686"/>
                </a:lnTo>
                <a:lnTo>
                  <a:pt x="35" y="686"/>
                </a:lnTo>
                <a:moveTo>
                  <a:pt x="35" y="823"/>
                </a:moveTo>
                <a:lnTo>
                  <a:pt x="35" y="891"/>
                </a:lnTo>
                <a:lnTo>
                  <a:pt x="0" y="891"/>
                </a:lnTo>
                <a:lnTo>
                  <a:pt x="0" y="823"/>
                </a:lnTo>
                <a:lnTo>
                  <a:pt x="35" y="823"/>
                </a:lnTo>
                <a:moveTo>
                  <a:pt x="35" y="960"/>
                </a:moveTo>
                <a:lnTo>
                  <a:pt x="35" y="1028"/>
                </a:lnTo>
                <a:lnTo>
                  <a:pt x="0" y="1028"/>
                </a:lnTo>
                <a:lnTo>
                  <a:pt x="0" y="960"/>
                </a:lnTo>
                <a:lnTo>
                  <a:pt x="35" y="960"/>
                </a:lnTo>
                <a:moveTo>
                  <a:pt x="35" y="1097"/>
                </a:moveTo>
                <a:lnTo>
                  <a:pt x="35" y="1165"/>
                </a:lnTo>
                <a:lnTo>
                  <a:pt x="0" y="1165"/>
                </a:lnTo>
                <a:lnTo>
                  <a:pt x="0" y="1097"/>
                </a:lnTo>
                <a:lnTo>
                  <a:pt x="35" y="1097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6" name=""/>
          <p:cNvSpPr/>
          <p:nvPr/>
        </p:nvSpPr>
        <p:spPr>
          <a:xfrm>
            <a:off x="977400" y="1802880"/>
            <a:ext cx="12600" cy="715680"/>
          </a:xfrm>
          <a:custGeom>
            <a:avLst/>
            <a:gdLst/>
            <a:ahLst/>
            <a:rect l="0" t="0" r="r" b="b"/>
            <a:pathLst>
              <a:path w="35" h="1988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7"/>
                </a:moveTo>
                <a:lnTo>
                  <a:pt x="35" y="206"/>
                </a:lnTo>
                <a:lnTo>
                  <a:pt x="0" y="206"/>
                </a:lnTo>
                <a:lnTo>
                  <a:pt x="0" y="137"/>
                </a:lnTo>
                <a:lnTo>
                  <a:pt x="35" y="137"/>
                </a:lnTo>
                <a:moveTo>
                  <a:pt x="35" y="274"/>
                </a:moveTo>
                <a:lnTo>
                  <a:pt x="35" y="343"/>
                </a:lnTo>
                <a:lnTo>
                  <a:pt x="0" y="343"/>
                </a:lnTo>
                <a:lnTo>
                  <a:pt x="0" y="274"/>
                </a:lnTo>
                <a:lnTo>
                  <a:pt x="35" y="274"/>
                </a:lnTo>
                <a:moveTo>
                  <a:pt x="35" y="411"/>
                </a:moveTo>
                <a:lnTo>
                  <a:pt x="35" y="480"/>
                </a:lnTo>
                <a:lnTo>
                  <a:pt x="0" y="480"/>
                </a:lnTo>
                <a:lnTo>
                  <a:pt x="0" y="411"/>
                </a:lnTo>
                <a:lnTo>
                  <a:pt x="35" y="411"/>
                </a:lnTo>
                <a:moveTo>
                  <a:pt x="35" y="548"/>
                </a:moveTo>
                <a:lnTo>
                  <a:pt x="35" y="617"/>
                </a:lnTo>
                <a:lnTo>
                  <a:pt x="0" y="617"/>
                </a:lnTo>
                <a:lnTo>
                  <a:pt x="0" y="548"/>
                </a:lnTo>
                <a:lnTo>
                  <a:pt x="35" y="548"/>
                </a:lnTo>
                <a:moveTo>
                  <a:pt x="35" y="685"/>
                </a:moveTo>
                <a:lnTo>
                  <a:pt x="35" y="754"/>
                </a:lnTo>
                <a:lnTo>
                  <a:pt x="0" y="754"/>
                </a:lnTo>
                <a:lnTo>
                  <a:pt x="0" y="685"/>
                </a:lnTo>
                <a:lnTo>
                  <a:pt x="35" y="685"/>
                </a:lnTo>
                <a:moveTo>
                  <a:pt x="35" y="822"/>
                </a:moveTo>
                <a:lnTo>
                  <a:pt x="35" y="891"/>
                </a:lnTo>
                <a:lnTo>
                  <a:pt x="0" y="891"/>
                </a:lnTo>
                <a:lnTo>
                  <a:pt x="0" y="822"/>
                </a:lnTo>
                <a:lnTo>
                  <a:pt x="35" y="822"/>
                </a:lnTo>
                <a:moveTo>
                  <a:pt x="35" y="959"/>
                </a:moveTo>
                <a:lnTo>
                  <a:pt x="35" y="1028"/>
                </a:lnTo>
                <a:lnTo>
                  <a:pt x="0" y="1028"/>
                </a:lnTo>
                <a:lnTo>
                  <a:pt x="0" y="959"/>
                </a:lnTo>
                <a:lnTo>
                  <a:pt x="35" y="959"/>
                </a:lnTo>
                <a:moveTo>
                  <a:pt x="35" y="1096"/>
                </a:moveTo>
                <a:lnTo>
                  <a:pt x="35" y="1165"/>
                </a:lnTo>
                <a:lnTo>
                  <a:pt x="0" y="1165"/>
                </a:lnTo>
                <a:lnTo>
                  <a:pt x="0" y="1096"/>
                </a:lnTo>
                <a:lnTo>
                  <a:pt x="35" y="1096"/>
                </a:lnTo>
                <a:moveTo>
                  <a:pt x="35" y="1233"/>
                </a:moveTo>
                <a:lnTo>
                  <a:pt x="35" y="1302"/>
                </a:lnTo>
                <a:lnTo>
                  <a:pt x="0" y="1302"/>
                </a:lnTo>
                <a:lnTo>
                  <a:pt x="0" y="1233"/>
                </a:lnTo>
                <a:lnTo>
                  <a:pt x="35" y="1233"/>
                </a:lnTo>
                <a:moveTo>
                  <a:pt x="35" y="1370"/>
                </a:moveTo>
                <a:lnTo>
                  <a:pt x="35" y="1439"/>
                </a:lnTo>
                <a:lnTo>
                  <a:pt x="0" y="1439"/>
                </a:lnTo>
                <a:lnTo>
                  <a:pt x="0" y="1370"/>
                </a:lnTo>
                <a:lnTo>
                  <a:pt x="35" y="1370"/>
                </a:lnTo>
                <a:moveTo>
                  <a:pt x="35" y="1507"/>
                </a:moveTo>
                <a:lnTo>
                  <a:pt x="35" y="1576"/>
                </a:lnTo>
                <a:lnTo>
                  <a:pt x="0" y="1576"/>
                </a:lnTo>
                <a:lnTo>
                  <a:pt x="0" y="1507"/>
                </a:lnTo>
                <a:lnTo>
                  <a:pt x="35" y="1507"/>
                </a:lnTo>
                <a:moveTo>
                  <a:pt x="35" y="1645"/>
                </a:moveTo>
                <a:lnTo>
                  <a:pt x="35" y="1713"/>
                </a:lnTo>
                <a:lnTo>
                  <a:pt x="0" y="1713"/>
                </a:lnTo>
                <a:lnTo>
                  <a:pt x="0" y="1645"/>
                </a:lnTo>
                <a:lnTo>
                  <a:pt x="35" y="1645"/>
                </a:lnTo>
                <a:moveTo>
                  <a:pt x="35" y="1782"/>
                </a:moveTo>
                <a:lnTo>
                  <a:pt x="35" y="1850"/>
                </a:lnTo>
                <a:lnTo>
                  <a:pt x="0" y="1850"/>
                </a:lnTo>
                <a:lnTo>
                  <a:pt x="0" y="1782"/>
                </a:lnTo>
                <a:lnTo>
                  <a:pt x="35" y="1782"/>
                </a:lnTo>
                <a:moveTo>
                  <a:pt x="35" y="1919"/>
                </a:moveTo>
                <a:lnTo>
                  <a:pt x="35" y="1988"/>
                </a:lnTo>
                <a:lnTo>
                  <a:pt x="0" y="1988"/>
                </a:lnTo>
                <a:lnTo>
                  <a:pt x="0" y="1919"/>
                </a:lnTo>
                <a:lnTo>
                  <a:pt x="35" y="1919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7" name=""/>
          <p:cNvSpPr/>
          <p:nvPr/>
        </p:nvSpPr>
        <p:spPr>
          <a:xfrm>
            <a:off x="977400" y="1802880"/>
            <a:ext cx="12600" cy="1496880"/>
          </a:xfrm>
          <a:custGeom>
            <a:avLst/>
            <a:gdLst/>
            <a:ahLst/>
            <a:rect l="0" t="0" r="r" b="b"/>
            <a:pathLst>
              <a:path w="35" h="4158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7"/>
                </a:moveTo>
                <a:lnTo>
                  <a:pt x="35" y="206"/>
                </a:lnTo>
                <a:lnTo>
                  <a:pt x="0" y="206"/>
                </a:lnTo>
                <a:lnTo>
                  <a:pt x="0" y="137"/>
                </a:lnTo>
                <a:lnTo>
                  <a:pt x="35" y="137"/>
                </a:lnTo>
                <a:moveTo>
                  <a:pt x="35" y="274"/>
                </a:moveTo>
                <a:lnTo>
                  <a:pt x="35" y="343"/>
                </a:lnTo>
                <a:lnTo>
                  <a:pt x="0" y="343"/>
                </a:lnTo>
                <a:lnTo>
                  <a:pt x="0" y="274"/>
                </a:lnTo>
                <a:lnTo>
                  <a:pt x="35" y="274"/>
                </a:lnTo>
                <a:moveTo>
                  <a:pt x="35" y="411"/>
                </a:moveTo>
                <a:lnTo>
                  <a:pt x="35" y="480"/>
                </a:lnTo>
                <a:lnTo>
                  <a:pt x="0" y="480"/>
                </a:lnTo>
                <a:lnTo>
                  <a:pt x="0" y="411"/>
                </a:lnTo>
                <a:lnTo>
                  <a:pt x="35" y="411"/>
                </a:lnTo>
                <a:moveTo>
                  <a:pt x="35" y="548"/>
                </a:moveTo>
                <a:lnTo>
                  <a:pt x="35" y="617"/>
                </a:lnTo>
                <a:lnTo>
                  <a:pt x="0" y="617"/>
                </a:lnTo>
                <a:lnTo>
                  <a:pt x="0" y="548"/>
                </a:lnTo>
                <a:lnTo>
                  <a:pt x="35" y="548"/>
                </a:lnTo>
                <a:moveTo>
                  <a:pt x="35" y="685"/>
                </a:moveTo>
                <a:lnTo>
                  <a:pt x="35" y="754"/>
                </a:lnTo>
                <a:lnTo>
                  <a:pt x="0" y="754"/>
                </a:lnTo>
                <a:lnTo>
                  <a:pt x="0" y="685"/>
                </a:lnTo>
                <a:lnTo>
                  <a:pt x="35" y="685"/>
                </a:lnTo>
                <a:moveTo>
                  <a:pt x="35" y="822"/>
                </a:moveTo>
                <a:lnTo>
                  <a:pt x="35" y="891"/>
                </a:lnTo>
                <a:lnTo>
                  <a:pt x="0" y="891"/>
                </a:lnTo>
                <a:lnTo>
                  <a:pt x="0" y="822"/>
                </a:lnTo>
                <a:lnTo>
                  <a:pt x="35" y="822"/>
                </a:lnTo>
                <a:moveTo>
                  <a:pt x="35" y="959"/>
                </a:moveTo>
                <a:lnTo>
                  <a:pt x="35" y="1028"/>
                </a:lnTo>
                <a:lnTo>
                  <a:pt x="0" y="1028"/>
                </a:lnTo>
                <a:lnTo>
                  <a:pt x="0" y="959"/>
                </a:lnTo>
                <a:lnTo>
                  <a:pt x="35" y="959"/>
                </a:lnTo>
                <a:moveTo>
                  <a:pt x="35" y="1096"/>
                </a:moveTo>
                <a:lnTo>
                  <a:pt x="35" y="1165"/>
                </a:lnTo>
                <a:lnTo>
                  <a:pt x="0" y="1165"/>
                </a:lnTo>
                <a:lnTo>
                  <a:pt x="0" y="1096"/>
                </a:lnTo>
                <a:lnTo>
                  <a:pt x="35" y="1096"/>
                </a:lnTo>
                <a:moveTo>
                  <a:pt x="35" y="1234"/>
                </a:moveTo>
                <a:lnTo>
                  <a:pt x="35" y="1303"/>
                </a:lnTo>
                <a:lnTo>
                  <a:pt x="0" y="1303"/>
                </a:lnTo>
                <a:lnTo>
                  <a:pt x="0" y="1234"/>
                </a:lnTo>
                <a:lnTo>
                  <a:pt x="35" y="1234"/>
                </a:lnTo>
                <a:moveTo>
                  <a:pt x="35" y="1371"/>
                </a:moveTo>
                <a:lnTo>
                  <a:pt x="35" y="1440"/>
                </a:lnTo>
                <a:lnTo>
                  <a:pt x="0" y="1440"/>
                </a:lnTo>
                <a:lnTo>
                  <a:pt x="0" y="1371"/>
                </a:lnTo>
                <a:lnTo>
                  <a:pt x="35" y="1371"/>
                </a:lnTo>
                <a:moveTo>
                  <a:pt x="35" y="1508"/>
                </a:moveTo>
                <a:lnTo>
                  <a:pt x="35" y="1577"/>
                </a:lnTo>
                <a:lnTo>
                  <a:pt x="0" y="1577"/>
                </a:lnTo>
                <a:lnTo>
                  <a:pt x="0" y="1508"/>
                </a:lnTo>
                <a:lnTo>
                  <a:pt x="35" y="1508"/>
                </a:lnTo>
                <a:moveTo>
                  <a:pt x="35" y="1646"/>
                </a:moveTo>
                <a:lnTo>
                  <a:pt x="35" y="1714"/>
                </a:lnTo>
                <a:lnTo>
                  <a:pt x="0" y="1714"/>
                </a:lnTo>
                <a:lnTo>
                  <a:pt x="0" y="1646"/>
                </a:lnTo>
                <a:lnTo>
                  <a:pt x="35" y="1646"/>
                </a:lnTo>
                <a:moveTo>
                  <a:pt x="35" y="1783"/>
                </a:moveTo>
                <a:lnTo>
                  <a:pt x="35" y="1851"/>
                </a:lnTo>
                <a:lnTo>
                  <a:pt x="0" y="1851"/>
                </a:lnTo>
                <a:lnTo>
                  <a:pt x="0" y="1783"/>
                </a:lnTo>
                <a:lnTo>
                  <a:pt x="35" y="1783"/>
                </a:lnTo>
                <a:moveTo>
                  <a:pt x="35" y="1920"/>
                </a:moveTo>
                <a:lnTo>
                  <a:pt x="35" y="1988"/>
                </a:lnTo>
                <a:lnTo>
                  <a:pt x="0" y="1988"/>
                </a:lnTo>
                <a:lnTo>
                  <a:pt x="0" y="1920"/>
                </a:lnTo>
                <a:lnTo>
                  <a:pt x="35" y="1920"/>
                </a:lnTo>
                <a:moveTo>
                  <a:pt x="35" y="2057"/>
                </a:moveTo>
                <a:lnTo>
                  <a:pt x="35" y="2125"/>
                </a:lnTo>
                <a:lnTo>
                  <a:pt x="0" y="2125"/>
                </a:lnTo>
                <a:lnTo>
                  <a:pt x="0" y="2057"/>
                </a:lnTo>
                <a:lnTo>
                  <a:pt x="35" y="2057"/>
                </a:lnTo>
                <a:moveTo>
                  <a:pt x="35" y="2194"/>
                </a:moveTo>
                <a:lnTo>
                  <a:pt x="35" y="2262"/>
                </a:lnTo>
                <a:lnTo>
                  <a:pt x="0" y="2262"/>
                </a:lnTo>
                <a:lnTo>
                  <a:pt x="0" y="2194"/>
                </a:lnTo>
                <a:lnTo>
                  <a:pt x="35" y="2194"/>
                </a:lnTo>
                <a:moveTo>
                  <a:pt x="35" y="2331"/>
                </a:moveTo>
                <a:lnTo>
                  <a:pt x="35" y="2399"/>
                </a:lnTo>
                <a:lnTo>
                  <a:pt x="0" y="2399"/>
                </a:lnTo>
                <a:lnTo>
                  <a:pt x="0" y="2331"/>
                </a:lnTo>
                <a:lnTo>
                  <a:pt x="35" y="2331"/>
                </a:lnTo>
                <a:moveTo>
                  <a:pt x="35" y="2468"/>
                </a:moveTo>
                <a:lnTo>
                  <a:pt x="35" y="2536"/>
                </a:lnTo>
                <a:lnTo>
                  <a:pt x="0" y="2536"/>
                </a:lnTo>
                <a:lnTo>
                  <a:pt x="0" y="2468"/>
                </a:lnTo>
                <a:lnTo>
                  <a:pt x="35" y="2468"/>
                </a:lnTo>
                <a:moveTo>
                  <a:pt x="35" y="2605"/>
                </a:moveTo>
                <a:lnTo>
                  <a:pt x="35" y="2673"/>
                </a:lnTo>
                <a:lnTo>
                  <a:pt x="0" y="2673"/>
                </a:lnTo>
                <a:lnTo>
                  <a:pt x="0" y="2605"/>
                </a:lnTo>
                <a:lnTo>
                  <a:pt x="35" y="2605"/>
                </a:lnTo>
                <a:moveTo>
                  <a:pt x="35" y="2742"/>
                </a:moveTo>
                <a:lnTo>
                  <a:pt x="35" y="2810"/>
                </a:lnTo>
                <a:lnTo>
                  <a:pt x="0" y="2810"/>
                </a:lnTo>
                <a:lnTo>
                  <a:pt x="0" y="2742"/>
                </a:lnTo>
                <a:lnTo>
                  <a:pt x="35" y="2742"/>
                </a:lnTo>
                <a:moveTo>
                  <a:pt x="35" y="2879"/>
                </a:moveTo>
                <a:lnTo>
                  <a:pt x="35" y="2947"/>
                </a:lnTo>
                <a:lnTo>
                  <a:pt x="0" y="2947"/>
                </a:lnTo>
                <a:lnTo>
                  <a:pt x="0" y="2879"/>
                </a:lnTo>
                <a:lnTo>
                  <a:pt x="35" y="2879"/>
                </a:lnTo>
                <a:moveTo>
                  <a:pt x="35" y="3016"/>
                </a:moveTo>
                <a:lnTo>
                  <a:pt x="35" y="3084"/>
                </a:lnTo>
                <a:lnTo>
                  <a:pt x="0" y="3084"/>
                </a:lnTo>
                <a:lnTo>
                  <a:pt x="0" y="3016"/>
                </a:lnTo>
                <a:lnTo>
                  <a:pt x="35" y="3016"/>
                </a:lnTo>
                <a:moveTo>
                  <a:pt x="35" y="3153"/>
                </a:moveTo>
                <a:lnTo>
                  <a:pt x="35" y="3221"/>
                </a:lnTo>
                <a:lnTo>
                  <a:pt x="0" y="3221"/>
                </a:lnTo>
                <a:lnTo>
                  <a:pt x="0" y="3153"/>
                </a:lnTo>
                <a:lnTo>
                  <a:pt x="35" y="3153"/>
                </a:lnTo>
                <a:moveTo>
                  <a:pt x="35" y="3290"/>
                </a:moveTo>
                <a:lnTo>
                  <a:pt x="35" y="3358"/>
                </a:lnTo>
                <a:lnTo>
                  <a:pt x="0" y="3358"/>
                </a:lnTo>
                <a:lnTo>
                  <a:pt x="0" y="3290"/>
                </a:lnTo>
                <a:lnTo>
                  <a:pt x="35" y="3290"/>
                </a:lnTo>
                <a:moveTo>
                  <a:pt x="35" y="3427"/>
                </a:moveTo>
                <a:lnTo>
                  <a:pt x="35" y="3495"/>
                </a:lnTo>
                <a:lnTo>
                  <a:pt x="0" y="3495"/>
                </a:lnTo>
                <a:lnTo>
                  <a:pt x="0" y="3427"/>
                </a:lnTo>
                <a:lnTo>
                  <a:pt x="35" y="3427"/>
                </a:lnTo>
                <a:moveTo>
                  <a:pt x="35" y="3564"/>
                </a:moveTo>
                <a:lnTo>
                  <a:pt x="35" y="3632"/>
                </a:lnTo>
                <a:lnTo>
                  <a:pt x="0" y="3632"/>
                </a:lnTo>
                <a:lnTo>
                  <a:pt x="0" y="3564"/>
                </a:lnTo>
                <a:lnTo>
                  <a:pt x="35" y="3564"/>
                </a:lnTo>
                <a:moveTo>
                  <a:pt x="35" y="3701"/>
                </a:moveTo>
                <a:lnTo>
                  <a:pt x="35" y="3769"/>
                </a:lnTo>
                <a:lnTo>
                  <a:pt x="0" y="3769"/>
                </a:lnTo>
                <a:lnTo>
                  <a:pt x="0" y="3701"/>
                </a:lnTo>
                <a:lnTo>
                  <a:pt x="35" y="3701"/>
                </a:lnTo>
                <a:moveTo>
                  <a:pt x="35" y="3838"/>
                </a:moveTo>
                <a:lnTo>
                  <a:pt x="35" y="3906"/>
                </a:lnTo>
                <a:lnTo>
                  <a:pt x="0" y="3906"/>
                </a:lnTo>
                <a:lnTo>
                  <a:pt x="0" y="3838"/>
                </a:lnTo>
                <a:lnTo>
                  <a:pt x="35" y="3838"/>
                </a:lnTo>
                <a:moveTo>
                  <a:pt x="35" y="3975"/>
                </a:moveTo>
                <a:lnTo>
                  <a:pt x="35" y="4043"/>
                </a:lnTo>
                <a:lnTo>
                  <a:pt x="0" y="4043"/>
                </a:lnTo>
                <a:lnTo>
                  <a:pt x="0" y="3975"/>
                </a:lnTo>
                <a:lnTo>
                  <a:pt x="35" y="3975"/>
                </a:lnTo>
                <a:moveTo>
                  <a:pt x="35" y="4112"/>
                </a:moveTo>
                <a:lnTo>
                  <a:pt x="35" y="4158"/>
                </a:lnTo>
                <a:lnTo>
                  <a:pt x="0" y="4158"/>
                </a:lnTo>
                <a:lnTo>
                  <a:pt x="0" y="4112"/>
                </a:lnTo>
                <a:lnTo>
                  <a:pt x="35" y="4112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8" name=""/>
          <p:cNvSpPr/>
          <p:nvPr/>
        </p:nvSpPr>
        <p:spPr>
          <a:xfrm>
            <a:off x="977400" y="1802880"/>
            <a:ext cx="12600" cy="2244960"/>
          </a:xfrm>
          <a:custGeom>
            <a:avLst/>
            <a:gdLst/>
            <a:ahLst/>
            <a:rect l="0" t="0" r="r" b="b"/>
            <a:pathLst>
              <a:path w="35" h="6236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7"/>
                </a:moveTo>
                <a:lnTo>
                  <a:pt x="35" y="206"/>
                </a:lnTo>
                <a:lnTo>
                  <a:pt x="0" y="206"/>
                </a:lnTo>
                <a:lnTo>
                  <a:pt x="0" y="137"/>
                </a:lnTo>
                <a:lnTo>
                  <a:pt x="35" y="137"/>
                </a:lnTo>
                <a:moveTo>
                  <a:pt x="35" y="274"/>
                </a:moveTo>
                <a:lnTo>
                  <a:pt x="35" y="343"/>
                </a:lnTo>
                <a:lnTo>
                  <a:pt x="0" y="343"/>
                </a:lnTo>
                <a:lnTo>
                  <a:pt x="0" y="274"/>
                </a:lnTo>
                <a:lnTo>
                  <a:pt x="35" y="274"/>
                </a:lnTo>
                <a:moveTo>
                  <a:pt x="35" y="411"/>
                </a:moveTo>
                <a:lnTo>
                  <a:pt x="35" y="480"/>
                </a:lnTo>
                <a:lnTo>
                  <a:pt x="0" y="480"/>
                </a:lnTo>
                <a:lnTo>
                  <a:pt x="0" y="411"/>
                </a:lnTo>
                <a:lnTo>
                  <a:pt x="35" y="411"/>
                </a:lnTo>
                <a:moveTo>
                  <a:pt x="35" y="548"/>
                </a:moveTo>
                <a:lnTo>
                  <a:pt x="35" y="617"/>
                </a:lnTo>
                <a:lnTo>
                  <a:pt x="0" y="617"/>
                </a:lnTo>
                <a:lnTo>
                  <a:pt x="0" y="548"/>
                </a:lnTo>
                <a:lnTo>
                  <a:pt x="35" y="548"/>
                </a:lnTo>
                <a:moveTo>
                  <a:pt x="35" y="685"/>
                </a:moveTo>
                <a:lnTo>
                  <a:pt x="35" y="754"/>
                </a:lnTo>
                <a:lnTo>
                  <a:pt x="0" y="754"/>
                </a:lnTo>
                <a:lnTo>
                  <a:pt x="0" y="685"/>
                </a:lnTo>
                <a:lnTo>
                  <a:pt x="35" y="685"/>
                </a:lnTo>
                <a:moveTo>
                  <a:pt x="35" y="822"/>
                </a:moveTo>
                <a:lnTo>
                  <a:pt x="35" y="891"/>
                </a:lnTo>
                <a:lnTo>
                  <a:pt x="0" y="891"/>
                </a:lnTo>
                <a:lnTo>
                  <a:pt x="0" y="822"/>
                </a:lnTo>
                <a:lnTo>
                  <a:pt x="35" y="822"/>
                </a:lnTo>
                <a:moveTo>
                  <a:pt x="35" y="959"/>
                </a:moveTo>
                <a:lnTo>
                  <a:pt x="35" y="1028"/>
                </a:lnTo>
                <a:lnTo>
                  <a:pt x="0" y="1028"/>
                </a:lnTo>
                <a:lnTo>
                  <a:pt x="0" y="959"/>
                </a:lnTo>
                <a:lnTo>
                  <a:pt x="35" y="959"/>
                </a:lnTo>
                <a:moveTo>
                  <a:pt x="35" y="1096"/>
                </a:moveTo>
                <a:lnTo>
                  <a:pt x="35" y="1165"/>
                </a:lnTo>
                <a:lnTo>
                  <a:pt x="0" y="1165"/>
                </a:lnTo>
                <a:lnTo>
                  <a:pt x="0" y="1096"/>
                </a:lnTo>
                <a:lnTo>
                  <a:pt x="35" y="1096"/>
                </a:lnTo>
                <a:moveTo>
                  <a:pt x="35" y="1233"/>
                </a:moveTo>
                <a:lnTo>
                  <a:pt x="35" y="1302"/>
                </a:lnTo>
                <a:lnTo>
                  <a:pt x="0" y="1302"/>
                </a:lnTo>
                <a:lnTo>
                  <a:pt x="0" y="1233"/>
                </a:lnTo>
                <a:lnTo>
                  <a:pt x="35" y="1233"/>
                </a:lnTo>
                <a:moveTo>
                  <a:pt x="35" y="1370"/>
                </a:moveTo>
                <a:lnTo>
                  <a:pt x="35" y="1439"/>
                </a:lnTo>
                <a:lnTo>
                  <a:pt x="0" y="1439"/>
                </a:lnTo>
                <a:lnTo>
                  <a:pt x="0" y="1370"/>
                </a:lnTo>
                <a:lnTo>
                  <a:pt x="35" y="1370"/>
                </a:lnTo>
                <a:moveTo>
                  <a:pt x="35" y="1507"/>
                </a:moveTo>
                <a:lnTo>
                  <a:pt x="35" y="1576"/>
                </a:lnTo>
                <a:lnTo>
                  <a:pt x="0" y="1576"/>
                </a:lnTo>
                <a:lnTo>
                  <a:pt x="0" y="1507"/>
                </a:lnTo>
                <a:lnTo>
                  <a:pt x="35" y="1507"/>
                </a:lnTo>
                <a:moveTo>
                  <a:pt x="35" y="1645"/>
                </a:moveTo>
                <a:lnTo>
                  <a:pt x="35" y="1713"/>
                </a:lnTo>
                <a:lnTo>
                  <a:pt x="0" y="1713"/>
                </a:lnTo>
                <a:lnTo>
                  <a:pt x="0" y="1645"/>
                </a:lnTo>
                <a:lnTo>
                  <a:pt x="35" y="1645"/>
                </a:lnTo>
                <a:moveTo>
                  <a:pt x="35" y="1782"/>
                </a:moveTo>
                <a:lnTo>
                  <a:pt x="35" y="1850"/>
                </a:lnTo>
                <a:lnTo>
                  <a:pt x="0" y="1850"/>
                </a:lnTo>
                <a:lnTo>
                  <a:pt x="0" y="1782"/>
                </a:lnTo>
                <a:lnTo>
                  <a:pt x="35" y="1782"/>
                </a:lnTo>
                <a:moveTo>
                  <a:pt x="35" y="1919"/>
                </a:moveTo>
                <a:lnTo>
                  <a:pt x="35" y="1987"/>
                </a:lnTo>
                <a:lnTo>
                  <a:pt x="0" y="1987"/>
                </a:lnTo>
                <a:lnTo>
                  <a:pt x="0" y="1919"/>
                </a:lnTo>
                <a:lnTo>
                  <a:pt x="35" y="1919"/>
                </a:lnTo>
                <a:moveTo>
                  <a:pt x="35" y="2056"/>
                </a:moveTo>
                <a:lnTo>
                  <a:pt x="35" y="2124"/>
                </a:lnTo>
                <a:lnTo>
                  <a:pt x="0" y="2124"/>
                </a:lnTo>
                <a:lnTo>
                  <a:pt x="0" y="2056"/>
                </a:lnTo>
                <a:lnTo>
                  <a:pt x="35" y="2056"/>
                </a:lnTo>
                <a:moveTo>
                  <a:pt x="35" y="2193"/>
                </a:moveTo>
                <a:lnTo>
                  <a:pt x="35" y="2261"/>
                </a:lnTo>
                <a:lnTo>
                  <a:pt x="0" y="2261"/>
                </a:lnTo>
                <a:lnTo>
                  <a:pt x="0" y="2193"/>
                </a:lnTo>
                <a:lnTo>
                  <a:pt x="35" y="2193"/>
                </a:lnTo>
                <a:moveTo>
                  <a:pt x="35" y="2330"/>
                </a:moveTo>
                <a:lnTo>
                  <a:pt x="35" y="2398"/>
                </a:lnTo>
                <a:lnTo>
                  <a:pt x="0" y="2398"/>
                </a:lnTo>
                <a:lnTo>
                  <a:pt x="0" y="2330"/>
                </a:lnTo>
                <a:lnTo>
                  <a:pt x="35" y="2330"/>
                </a:lnTo>
                <a:moveTo>
                  <a:pt x="35" y="2467"/>
                </a:moveTo>
                <a:lnTo>
                  <a:pt x="35" y="2535"/>
                </a:lnTo>
                <a:lnTo>
                  <a:pt x="0" y="2535"/>
                </a:lnTo>
                <a:lnTo>
                  <a:pt x="0" y="2467"/>
                </a:lnTo>
                <a:lnTo>
                  <a:pt x="35" y="2467"/>
                </a:lnTo>
                <a:moveTo>
                  <a:pt x="35" y="2604"/>
                </a:moveTo>
                <a:lnTo>
                  <a:pt x="35" y="2672"/>
                </a:lnTo>
                <a:lnTo>
                  <a:pt x="0" y="2672"/>
                </a:lnTo>
                <a:lnTo>
                  <a:pt x="0" y="2604"/>
                </a:lnTo>
                <a:lnTo>
                  <a:pt x="35" y="2604"/>
                </a:lnTo>
                <a:moveTo>
                  <a:pt x="35" y="2741"/>
                </a:moveTo>
                <a:lnTo>
                  <a:pt x="35" y="2809"/>
                </a:lnTo>
                <a:lnTo>
                  <a:pt x="0" y="2809"/>
                </a:lnTo>
                <a:lnTo>
                  <a:pt x="0" y="2741"/>
                </a:lnTo>
                <a:lnTo>
                  <a:pt x="35" y="2741"/>
                </a:lnTo>
                <a:moveTo>
                  <a:pt x="35" y="2878"/>
                </a:moveTo>
                <a:lnTo>
                  <a:pt x="35" y="2946"/>
                </a:lnTo>
                <a:lnTo>
                  <a:pt x="0" y="2946"/>
                </a:lnTo>
                <a:lnTo>
                  <a:pt x="0" y="2878"/>
                </a:lnTo>
                <a:lnTo>
                  <a:pt x="35" y="2878"/>
                </a:lnTo>
                <a:moveTo>
                  <a:pt x="35" y="3015"/>
                </a:moveTo>
                <a:lnTo>
                  <a:pt x="35" y="3083"/>
                </a:lnTo>
                <a:lnTo>
                  <a:pt x="0" y="3083"/>
                </a:lnTo>
                <a:lnTo>
                  <a:pt x="0" y="3015"/>
                </a:lnTo>
                <a:lnTo>
                  <a:pt x="35" y="3015"/>
                </a:lnTo>
                <a:moveTo>
                  <a:pt x="35" y="3152"/>
                </a:moveTo>
                <a:lnTo>
                  <a:pt x="35" y="3220"/>
                </a:lnTo>
                <a:lnTo>
                  <a:pt x="0" y="3220"/>
                </a:lnTo>
                <a:lnTo>
                  <a:pt x="0" y="3152"/>
                </a:lnTo>
                <a:lnTo>
                  <a:pt x="35" y="3152"/>
                </a:lnTo>
                <a:moveTo>
                  <a:pt x="35" y="3289"/>
                </a:moveTo>
                <a:lnTo>
                  <a:pt x="35" y="3357"/>
                </a:lnTo>
                <a:lnTo>
                  <a:pt x="0" y="3357"/>
                </a:lnTo>
                <a:lnTo>
                  <a:pt x="0" y="3289"/>
                </a:lnTo>
                <a:lnTo>
                  <a:pt x="35" y="3289"/>
                </a:lnTo>
                <a:moveTo>
                  <a:pt x="35" y="3426"/>
                </a:moveTo>
                <a:lnTo>
                  <a:pt x="35" y="3494"/>
                </a:lnTo>
                <a:lnTo>
                  <a:pt x="0" y="3494"/>
                </a:lnTo>
                <a:lnTo>
                  <a:pt x="0" y="3426"/>
                </a:lnTo>
                <a:lnTo>
                  <a:pt x="35" y="3426"/>
                </a:lnTo>
                <a:moveTo>
                  <a:pt x="35" y="3563"/>
                </a:moveTo>
                <a:lnTo>
                  <a:pt x="35" y="3631"/>
                </a:lnTo>
                <a:lnTo>
                  <a:pt x="0" y="3631"/>
                </a:lnTo>
                <a:lnTo>
                  <a:pt x="0" y="3563"/>
                </a:lnTo>
                <a:lnTo>
                  <a:pt x="35" y="3563"/>
                </a:lnTo>
                <a:moveTo>
                  <a:pt x="35" y="3700"/>
                </a:moveTo>
                <a:lnTo>
                  <a:pt x="35" y="3768"/>
                </a:lnTo>
                <a:lnTo>
                  <a:pt x="0" y="3768"/>
                </a:lnTo>
                <a:lnTo>
                  <a:pt x="0" y="3700"/>
                </a:lnTo>
                <a:lnTo>
                  <a:pt x="35" y="3700"/>
                </a:lnTo>
                <a:moveTo>
                  <a:pt x="35" y="3837"/>
                </a:moveTo>
                <a:lnTo>
                  <a:pt x="35" y="3905"/>
                </a:lnTo>
                <a:lnTo>
                  <a:pt x="0" y="3905"/>
                </a:lnTo>
                <a:lnTo>
                  <a:pt x="0" y="3837"/>
                </a:lnTo>
                <a:lnTo>
                  <a:pt x="35" y="3837"/>
                </a:lnTo>
                <a:moveTo>
                  <a:pt x="35" y="3974"/>
                </a:moveTo>
                <a:lnTo>
                  <a:pt x="35" y="4042"/>
                </a:lnTo>
                <a:lnTo>
                  <a:pt x="0" y="4042"/>
                </a:lnTo>
                <a:lnTo>
                  <a:pt x="0" y="3974"/>
                </a:lnTo>
                <a:lnTo>
                  <a:pt x="35" y="3974"/>
                </a:lnTo>
                <a:moveTo>
                  <a:pt x="35" y="4111"/>
                </a:moveTo>
                <a:lnTo>
                  <a:pt x="35" y="4180"/>
                </a:lnTo>
                <a:lnTo>
                  <a:pt x="0" y="4180"/>
                </a:lnTo>
                <a:lnTo>
                  <a:pt x="0" y="4111"/>
                </a:lnTo>
                <a:lnTo>
                  <a:pt x="35" y="4111"/>
                </a:lnTo>
                <a:moveTo>
                  <a:pt x="35" y="4248"/>
                </a:moveTo>
                <a:lnTo>
                  <a:pt x="35" y="4317"/>
                </a:lnTo>
                <a:lnTo>
                  <a:pt x="0" y="4317"/>
                </a:lnTo>
                <a:lnTo>
                  <a:pt x="0" y="4248"/>
                </a:lnTo>
                <a:lnTo>
                  <a:pt x="35" y="4248"/>
                </a:lnTo>
                <a:moveTo>
                  <a:pt x="35" y="4386"/>
                </a:moveTo>
                <a:lnTo>
                  <a:pt x="35" y="4455"/>
                </a:lnTo>
                <a:lnTo>
                  <a:pt x="0" y="4455"/>
                </a:lnTo>
                <a:lnTo>
                  <a:pt x="0" y="4386"/>
                </a:lnTo>
                <a:lnTo>
                  <a:pt x="35" y="4386"/>
                </a:lnTo>
                <a:moveTo>
                  <a:pt x="35" y="4523"/>
                </a:moveTo>
                <a:lnTo>
                  <a:pt x="35" y="4592"/>
                </a:lnTo>
                <a:lnTo>
                  <a:pt x="0" y="4592"/>
                </a:lnTo>
                <a:lnTo>
                  <a:pt x="0" y="4523"/>
                </a:lnTo>
                <a:lnTo>
                  <a:pt x="35" y="4523"/>
                </a:lnTo>
                <a:moveTo>
                  <a:pt x="35" y="4660"/>
                </a:moveTo>
                <a:lnTo>
                  <a:pt x="35" y="4729"/>
                </a:lnTo>
                <a:lnTo>
                  <a:pt x="0" y="4729"/>
                </a:lnTo>
                <a:lnTo>
                  <a:pt x="0" y="4660"/>
                </a:lnTo>
                <a:lnTo>
                  <a:pt x="35" y="4660"/>
                </a:lnTo>
                <a:moveTo>
                  <a:pt x="35" y="4797"/>
                </a:moveTo>
                <a:lnTo>
                  <a:pt x="35" y="4866"/>
                </a:lnTo>
                <a:lnTo>
                  <a:pt x="0" y="4866"/>
                </a:lnTo>
                <a:lnTo>
                  <a:pt x="0" y="4797"/>
                </a:lnTo>
                <a:lnTo>
                  <a:pt x="35" y="4797"/>
                </a:lnTo>
                <a:moveTo>
                  <a:pt x="35" y="4934"/>
                </a:moveTo>
                <a:lnTo>
                  <a:pt x="35" y="5003"/>
                </a:lnTo>
                <a:lnTo>
                  <a:pt x="0" y="5003"/>
                </a:lnTo>
                <a:lnTo>
                  <a:pt x="0" y="4934"/>
                </a:lnTo>
                <a:lnTo>
                  <a:pt x="35" y="4934"/>
                </a:lnTo>
                <a:moveTo>
                  <a:pt x="35" y="5071"/>
                </a:moveTo>
                <a:lnTo>
                  <a:pt x="35" y="5140"/>
                </a:lnTo>
                <a:lnTo>
                  <a:pt x="0" y="5140"/>
                </a:lnTo>
                <a:lnTo>
                  <a:pt x="0" y="5071"/>
                </a:lnTo>
                <a:lnTo>
                  <a:pt x="35" y="5071"/>
                </a:lnTo>
                <a:moveTo>
                  <a:pt x="35" y="5208"/>
                </a:moveTo>
                <a:lnTo>
                  <a:pt x="35" y="5277"/>
                </a:lnTo>
                <a:lnTo>
                  <a:pt x="0" y="5277"/>
                </a:lnTo>
                <a:lnTo>
                  <a:pt x="0" y="5208"/>
                </a:lnTo>
                <a:lnTo>
                  <a:pt x="35" y="5208"/>
                </a:lnTo>
                <a:moveTo>
                  <a:pt x="35" y="5345"/>
                </a:moveTo>
                <a:lnTo>
                  <a:pt x="35" y="5414"/>
                </a:lnTo>
                <a:lnTo>
                  <a:pt x="0" y="5414"/>
                </a:lnTo>
                <a:lnTo>
                  <a:pt x="0" y="5345"/>
                </a:lnTo>
                <a:lnTo>
                  <a:pt x="35" y="5345"/>
                </a:lnTo>
                <a:moveTo>
                  <a:pt x="35" y="5482"/>
                </a:moveTo>
                <a:lnTo>
                  <a:pt x="35" y="5551"/>
                </a:lnTo>
                <a:lnTo>
                  <a:pt x="0" y="5551"/>
                </a:lnTo>
                <a:lnTo>
                  <a:pt x="0" y="5482"/>
                </a:lnTo>
                <a:lnTo>
                  <a:pt x="35" y="5482"/>
                </a:lnTo>
                <a:moveTo>
                  <a:pt x="35" y="5619"/>
                </a:moveTo>
                <a:lnTo>
                  <a:pt x="35" y="5688"/>
                </a:lnTo>
                <a:lnTo>
                  <a:pt x="0" y="5688"/>
                </a:lnTo>
                <a:lnTo>
                  <a:pt x="0" y="5619"/>
                </a:lnTo>
                <a:lnTo>
                  <a:pt x="35" y="5619"/>
                </a:lnTo>
                <a:moveTo>
                  <a:pt x="35" y="5756"/>
                </a:moveTo>
                <a:lnTo>
                  <a:pt x="35" y="5825"/>
                </a:lnTo>
                <a:lnTo>
                  <a:pt x="0" y="5825"/>
                </a:lnTo>
                <a:lnTo>
                  <a:pt x="0" y="5756"/>
                </a:lnTo>
                <a:lnTo>
                  <a:pt x="35" y="5756"/>
                </a:lnTo>
                <a:moveTo>
                  <a:pt x="35" y="5893"/>
                </a:moveTo>
                <a:lnTo>
                  <a:pt x="35" y="5962"/>
                </a:lnTo>
                <a:lnTo>
                  <a:pt x="0" y="5962"/>
                </a:lnTo>
                <a:lnTo>
                  <a:pt x="0" y="5893"/>
                </a:lnTo>
                <a:lnTo>
                  <a:pt x="35" y="5893"/>
                </a:lnTo>
                <a:moveTo>
                  <a:pt x="35" y="6030"/>
                </a:moveTo>
                <a:lnTo>
                  <a:pt x="35" y="6099"/>
                </a:lnTo>
                <a:lnTo>
                  <a:pt x="0" y="6099"/>
                </a:lnTo>
                <a:lnTo>
                  <a:pt x="0" y="6030"/>
                </a:lnTo>
                <a:lnTo>
                  <a:pt x="35" y="6030"/>
                </a:lnTo>
                <a:moveTo>
                  <a:pt x="35" y="6167"/>
                </a:moveTo>
                <a:lnTo>
                  <a:pt x="35" y="6236"/>
                </a:lnTo>
                <a:lnTo>
                  <a:pt x="0" y="6236"/>
                </a:lnTo>
                <a:lnTo>
                  <a:pt x="0" y="6167"/>
                </a:lnTo>
                <a:lnTo>
                  <a:pt x="35" y="6167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9" name=""/>
          <p:cNvSpPr/>
          <p:nvPr/>
        </p:nvSpPr>
        <p:spPr>
          <a:xfrm>
            <a:off x="977400" y="1802880"/>
            <a:ext cx="12600" cy="3025800"/>
          </a:xfrm>
          <a:custGeom>
            <a:avLst/>
            <a:gdLst/>
            <a:ahLst/>
            <a:rect l="0" t="0" r="r" b="b"/>
            <a:pathLst>
              <a:path w="35" h="8405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7"/>
                </a:moveTo>
                <a:lnTo>
                  <a:pt x="35" y="206"/>
                </a:lnTo>
                <a:lnTo>
                  <a:pt x="0" y="206"/>
                </a:lnTo>
                <a:lnTo>
                  <a:pt x="0" y="137"/>
                </a:lnTo>
                <a:lnTo>
                  <a:pt x="35" y="137"/>
                </a:lnTo>
                <a:moveTo>
                  <a:pt x="35" y="274"/>
                </a:moveTo>
                <a:lnTo>
                  <a:pt x="35" y="343"/>
                </a:lnTo>
                <a:lnTo>
                  <a:pt x="0" y="343"/>
                </a:lnTo>
                <a:lnTo>
                  <a:pt x="0" y="274"/>
                </a:lnTo>
                <a:lnTo>
                  <a:pt x="35" y="274"/>
                </a:lnTo>
                <a:moveTo>
                  <a:pt x="35" y="411"/>
                </a:moveTo>
                <a:lnTo>
                  <a:pt x="35" y="480"/>
                </a:lnTo>
                <a:lnTo>
                  <a:pt x="0" y="480"/>
                </a:lnTo>
                <a:lnTo>
                  <a:pt x="0" y="411"/>
                </a:lnTo>
                <a:lnTo>
                  <a:pt x="35" y="411"/>
                </a:lnTo>
                <a:moveTo>
                  <a:pt x="35" y="548"/>
                </a:moveTo>
                <a:lnTo>
                  <a:pt x="35" y="617"/>
                </a:lnTo>
                <a:lnTo>
                  <a:pt x="0" y="617"/>
                </a:lnTo>
                <a:lnTo>
                  <a:pt x="0" y="548"/>
                </a:lnTo>
                <a:lnTo>
                  <a:pt x="35" y="548"/>
                </a:lnTo>
                <a:moveTo>
                  <a:pt x="35" y="685"/>
                </a:moveTo>
                <a:lnTo>
                  <a:pt x="35" y="754"/>
                </a:lnTo>
                <a:lnTo>
                  <a:pt x="0" y="754"/>
                </a:lnTo>
                <a:lnTo>
                  <a:pt x="0" y="685"/>
                </a:lnTo>
                <a:lnTo>
                  <a:pt x="35" y="685"/>
                </a:lnTo>
                <a:moveTo>
                  <a:pt x="35" y="822"/>
                </a:moveTo>
                <a:lnTo>
                  <a:pt x="35" y="891"/>
                </a:lnTo>
                <a:lnTo>
                  <a:pt x="0" y="891"/>
                </a:lnTo>
                <a:lnTo>
                  <a:pt x="0" y="822"/>
                </a:lnTo>
                <a:lnTo>
                  <a:pt x="35" y="822"/>
                </a:lnTo>
                <a:moveTo>
                  <a:pt x="35" y="959"/>
                </a:moveTo>
                <a:lnTo>
                  <a:pt x="35" y="1028"/>
                </a:lnTo>
                <a:lnTo>
                  <a:pt x="0" y="1028"/>
                </a:lnTo>
                <a:lnTo>
                  <a:pt x="0" y="959"/>
                </a:lnTo>
                <a:lnTo>
                  <a:pt x="35" y="959"/>
                </a:lnTo>
                <a:moveTo>
                  <a:pt x="35" y="1096"/>
                </a:moveTo>
                <a:lnTo>
                  <a:pt x="35" y="1165"/>
                </a:lnTo>
                <a:lnTo>
                  <a:pt x="0" y="1165"/>
                </a:lnTo>
                <a:lnTo>
                  <a:pt x="0" y="1096"/>
                </a:lnTo>
                <a:lnTo>
                  <a:pt x="35" y="1096"/>
                </a:lnTo>
                <a:moveTo>
                  <a:pt x="35" y="1233"/>
                </a:moveTo>
                <a:lnTo>
                  <a:pt x="35" y="1302"/>
                </a:lnTo>
                <a:lnTo>
                  <a:pt x="0" y="1302"/>
                </a:lnTo>
                <a:lnTo>
                  <a:pt x="0" y="1233"/>
                </a:lnTo>
                <a:lnTo>
                  <a:pt x="35" y="1233"/>
                </a:lnTo>
                <a:moveTo>
                  <a:pt x="35" y="1370"/>
                </a:moveTo>
                <a:lnTo>
                  <a:pt x="35" y="1439"/>
                </a:lnTo>
                <a:lnTo>
                  <a:pt x="0" y="1439"/>
                </a:lnTo>
                <a:lnTo>
                  <a:pt x="0" y="1370"/>
                </a:lnTo>
                <a:lnTo>
                  <a:pt x="35" y="1370"/>
                </a:lnTo>
                <a:moveTo>
                  <a:pt x="35" y="1507"/>
                </a:moveTo>
                <a:lnTo>
                  <a:pt x="35" y="1576"/>
                </a:lnTo>
                <a:lnTo>
                  <a:pt x="0" y="1576"/>
                </a:lnTo>
                <a:lnTo>
                  <a:pt x="0" y="1507"/>
                </a:lnTo>
                <a:lnTo>
                  <a:pt x="35" y="1507"/>
                </a:lnTo>
                <a:moveTo>
                  <a:pt x="35" y="1645"/>
                </a:moveTo>
                <a:lnTo>
                  <a:pt x="35" y="1713"/>
                </a:lnTo>
                <a:lnTo>
                  <a:pt x="0" y="1713"/>
                </a:lnTo>
                <a:lnTo>
                  <a:pt x="0" y="1645"/>
                </a:lnTo>
                <a:lnTo>
                  <a:pt x="35" y="1645"/>
                </a:lnTo>
                <a:moveTo>
                  <a:pt x="35" y="1782"/>
                </a:moveTo>
                <a:lnTo>
                  <a:pt x="35" y="1850"/>
                </a:lnTo>
                <a:lnTo>
                  <a:pt x="0" y="1850"/>
                </a:lnTo>
                <a:lnTo>
                  <a:pt x="0" y="1782"/>
                </a:lnTo>
                <a:lnTo>
                  <a:pt x="35" y="1782"/>
                </a:lnTo>
                <a:moveTo>
                  <a:pt x="35" y="1919"/>
                </a:moveTo>
                <a:lnTo>
                  <a:pt x="35" y="1987"/>
                </a:lnTo>
                <a:lnTo>
                  <a:pt x="0" y="1987"/>
                </a:lnTo>
                <a:lnTo>
                  <a:pt x="0" y="1919"/>
                </a:lnTo>
                <a:lnTo>
                  <a:pt x="35" y="1919"/>
                </a:lnTo>
                <a:moveTo>
                  <a:pt x="35" y="2056"/>
                </a:moveTo>
                <a:lnTo>
                  <a:pt x="35" y="2124"/>
                </a:lnTo>
                <a:lnTo>
                  <a:pt x="0" y="2124"/>
                </a:lnTo>
                <a:lnTo>
                  <a:pt x="0" y="2056"/>
                </a:lnTo>
                <a:lnTo>
                  <a:pt x="35" y="2056"/>
                </a:lnTo>
                <a:moveTo>
                  <a:pt x="35" y="2193"/>
                </a:moveTo>
                <a:lnTo>
                  <a:pt x="35" y="2261"/>
                </a:lnTo>
                <a:lnTo>
                  <a:pt x="0" y="2261"/>
                </a:lnTo>
                <a:lnTo>
                  <a:pt x="0" y="2193"/>
                </a:lnTo>
                <a:lnTo>
                  <a:pt x="35" y="2193"/>
                </a:lnTo>
                <a:moveTo>
                  <a:pt x="35" y="2330"/>
                </a:moveTo>
                <a:lnTo>
                  <a:pt x="35" y="2398"/>
                </a:lnTo>
                <a:lnTo>
                  <a:pt x="0" y="2398"/>
                </a:lnTo>
                <a:lnTo>
                  <a:pt x="0" y="2330"/>
                </a:lnTo>
                <a:lnTo>
                  <a:pt x="35" y="2330"/>
                </a:lnTo>
                <a:moveTo>
                  <a:pt x="35" y="2467"/>
                </a:moveTo>
                <a:lnTo>
                  <a:pt x="35" y="2535"/>
                </a:lnTo>
                <a:lnTo>
                  <a:pt x="0" y="2535"/>
                </a:lnTo>
                <a:lnTo>
                  <a:pt x="0" y="2467"/>
                </a:lnTo>
                <a:lnTo>
                  <a:pt x="35" y="2467"/>
                </a:lnTo>
                <a:moveTo>
                  <a:pt x="35" y="2604"/>
                </a:moveTo>
                <a:lnTo>
                  <a:pt x="35" y="2672"/>
                </a:lnTo>
                <a:lnTo>
                  <a:pt x="0" y="2672"/>
                </a:lnTo>
                <a:lnTo>
                  <a:pt x="0" y="2604"/>
                </a:lnTo>
                <a:lnTo>
                  <a:pt x="35" y="2604"/>
                </a:lnTo>
                <a:moveTo>
                  <a:pt x="35" y="2741"/>
                </a:moveTo>
                <a:lnTo>
                  <a:pt x="35" y="2809"/>
                </a:lnTo>
                <a:lnTo>
                  <a:pt x="0" y="2809"/>
                </a:lnTo>
                <a:lnTo>
                  <a:pt x="0" y="2741"/>
                </a:lnTo>
                <a:lnTo>
                  <a:pt x="35" y="2741"/>
                </a:lnTo>
                <a:moveTo>
                  <a:pt x="35" y="2878"/>
                </a:moveTo>
                <a:lnTo>
                  <a:pt x="35" y="2946"/>
                </a:lnTo>
                <a:lnTo>
                  <a:pt x="0" y="2946"/>
                </a:lnTo>
                <a:lnTo>
                  <a:pt x="0" y="2878"/>
                </a:lnTo>
                <a:lnTo>
                  <a:pt x="35" y="2878"/>
                </a:lnTo>
                <a:moveTo>
                  <a:pt x="35" y="3015"/>
                </a:moveTo>
                <a:lnTo>
                  <a:pt x="35" y="3083"/>
                </a:lnTo>
                <a:lnTo>
                  <a:pt x="0" y="3083"/>
                </a:lnTo>
                <a:lnTo>
                  <a:pt x="0" y="3015"/>
                </a:lnTo>
                <a:lnTo>
                  <a:pt x="35" y="3015"/>
                </a:lnTo>
                <a:moveTo>
                  <a:pt x="35" y="3152"/>
                </a:moveTo>
                <a:lnTo>
                  <a:pt x="35" y="3220"/>
                </a:lnTo>
                <a:lnTo>
                  <a:pt x="0" y="3220"/>
                </a:lnTo>
                <a:lnTo>
                  <a:pt x="0" y="3152"/>
                </a:lnTo>
                <a:lnTo>
                  <a:pt x="35" y="3152"/>
                </a:lnTo>
                <a:moveTo>
                  <a:pt x="35" y="3289"/>
                </a:moveTo>
                <a:lnTo>
                  <a:pt x="35" y="3357"/>
                </a:lnTo>
                <a:lnTo>
                  <a:pt x="0" y="3357"/>
                </a:lnTo>
                <a:lnTo>
                  <a:pt x="0" y="3289"/>
                </a:lnTo>
                <a:lnTo>
                  <a:pt x="35" y="3289"/>
                </a:lnTo>
                <a:moveTo>
                  <a:pt x="35" y="3426"/>
                </a:moveTo>
                <a:lnTo>
                  <a:pt x="35" y="3494"/>
                </a:lnTo>
                <a:lnTo>
                  <a:pt x="0" y="3494"/>
                </a:lnTo>
                <a:lnTo>
                  <a:pt x="0" y="3426"/>
                </a:lnTo>
                <a:lnTo>
                  <a:pt x="35" y="3426"/>
                </a:lnTo>
                <a:moveTo>
                  <a:pt x="35" y="3563"/>
                </a:moveTo>
                <a:lnTo>
                  <a:pt x="35" y="3631"/>
                </a:lnTo>
                <a:lnTo>
                  <a:pt x="0" y="3631"/>
                </a:lnTo>
                <a:lnTo>
                  <a:pt x="0" y="3563"/>
                </a:lnTo>
                <a:lnTo>
                  <a:pt x="35" y="3563"/>
                </a:lnTo>
                <a:moveTo>
                  <a:pt x="35" y="3700"/>
                </a:moveTo>
                <a:lnTo>
                  <a:pt x="35" y="3768"/>
                </a:lnTo>
                <a:lnTo>
                  <a:pt x="0" y="3768"/>
                </a:lnTo>
                <a:lnTo>
                  <a:pt x="0" y="3700"/>
                </a:lnTo>
                <a:lnTo>
                  <a:pt x="35" y="3700"/>
                </a:lnTo>
                <a:moveTo>
                  <a:pt x="35" y="3837"/>
                </a:moveTo>
                <a:lnTo>
                  <a:pt x="35" y="3905"/>
                </a:lnTo>
                <a:lnTo>
                  <a:pt x="0" y="3905"/>
                </a:lnTo>
                <a:lnTo>
                  <a:pt x="0" y="3837"/>
                </a:lnTo>
                <a:lnTo>
                  <a:pt x="35" y="3837"/>
                </a:lnTo>
                <a:moveTo>
                  <a:pt x="35" y="3974"/>
                </a:moveTo>
                <a:lnTo>
                  <a:pt x="35" y="4042"/>
                </a:lnTo>
                <a:lnTo>
                  <a:pt x="0" y="4042"/>
                </a:lnTo>
                <a:lnTo>
                  <a:pt x="0" y="3974"/>
                </a:lnTo>
                <a:lnTo>
                  <a:pt x="35" y="3974"/>
                </a:lnTo>
                <a:moveTo>
                  <a:pt x="35" y="4111"/>
                </a:moveTo>
                <a:lnTo>
                  <a:pt x="35" y="4180"/>
                </a:lnTo>
                <a:lnTo>
                  <a:pt x="0" y="4180"/>
                </a:lnTo>
                <a:lnTo>
                  <a:pt x="0" y="4111"/>
                </a:lnTo>
                <a:lnTo>
                  <a:pt x="35" y="4111"/>
                </a:lnTo>
                <a:moveTo>
                  <a:pt x="35" y="4248"/>
                </a:moveTo>
                <a:lnTo>
                  <a:pt x="35" y="4317"/>
                </a:lnTo>
                <a:lnTo>
                  <a:pt x="0" y="4317"/>
                </a:lnTo>
                <a:lnTo>
                  <a:pt x="0" y="4248"/>
                </a:lnTo>
                <a:lnTo>
                  <a:pt x="35" y="4248"/>
                </a:lnTo>
                <a:moveTo>
                  <a:pt x="35" y="4385"/>
                </a:moveTo>
                <a:lnTo>
                  <a:pt x="35" y="4454"/>
                </a:lnTo>
                <a:lnTo>
                  <a:pt x="0" y="4454"/>
                </a:lnTo>
                <a:lnTo>
                  <a:pt x="0" y="4385"/>
                </a:lnTo>
                <a:lnTo>
                  <a:pt x="35" y="4385"/>
                </a:lnTo>
                <a:moveTo>
                  <a:pt x="35" y="4522"/>
                </a:moveTo>
                <a:lnTo>
                  <a:pt x="35" y="4591"/>
                </a:lnTo>
                <a:lnTo>
                  <a:pt x="0" y="4591"/>
                </a:lnTo>
                <a:lnTo>
                  <a:pt x="0" y="4522"/>
                </a:lnTo>
                <a:lnTo>
                  <a:pt x="35" y="4522"/>
                </a:lnTo>
                <a:moveTo>
                  <a:pt x="35" y="4659"/>
                </a:moveTo>
                <a:lnTo>
                  <a:pt x="35" y="4728"/>
                </a:lnTo>
                <a:lnTo>
                  <a:pt x="0" y="4728"/>
                </a:lnTo>
                <a:lnTo>
                  <a:pt x="0" y="4659"/>
                </a:lnTo>
                <a:lnTo>
                  <a:pt x="35" y="4659"/>
                </a:lnTo>
                <a:moveTo>
                  <a:pt x="35" y="4796"/>
                </a:moveTo>
                <a:lnTo>
                  <a:pt x="35" y="4865"/>
                </a:lnTo>
                <a:lnTo>
                  <a:pt x="0" y="4865"/>
                </a:lnTo>
                <a:lnTo>
                  <a:pt x="0" y="4796"/>
                </a:lnTo>
                <a:lnTo>
                  <a:pt x="35" y="4796"/>
                </a:lnTo>
                <a:moveTo>
                  <a:pt x="35" y="4933"/>
                </a:moveTo>
                <a:lnTo>
                  <a:pt x="35" y="5002"/>
                </a:lnTo>
                <a:lnTo>
                  <a:pt x="0" y="5002"/>
                </a:lnTo>
                <a:lnTo>
                  <a:pt x="0" y="4933"/>
                </a:lnTo>
                <a:lnTo>
                  <a:pt x="35" y="4933"/>
                </a:lnTo>
                <a:moveTo>
                  <a:pt x="35" y="5070"/>
                </a:moveTo>
                <a:lnTo>
                  <a:pt x="35" y="5139"/>
                </a:lnTo>
                <a:lnTo>
                  <a:pt x="0" y="5139"/>
                </a:lnTo>
                <a:lnTo>
                  <a:pt x="0" y="5070"/>
                </a:lnTo>
                <a:lnTo>
                  <a:pt x="35" y="5070"/>
                </a:lnTo>
                <a:moveTo>
                  <a:pt x="35" y="5207"/>
                </a:moveTo>
                <a:lnTo>
                  <a:pt x="35" y="5276"/>
                </a:lnTo>
                <a:lnTo>
                  <a:pt x="0" y="5276"/>
                </a:lnTo>
                <a:lnTo>
                  <a:pt x="0" y="5207"/>
                </a:lnTo>
                <a:lnTo>
                  <a:pt x="35" y="5207"/>
                </a:lnTo>
                <a:moveTo>
                  <a:pt x="35" y="5344"/>
                </a:moveTo>
                <a:lnTo>
                  <a:pt x="35" y="5413"/>
                </a:lnTo>
                <a:lnTo>
                  <a:pt x="0" y="5413"/>
                </a:lnTo>
                <a:lnTo>
                  <a:pt x="0" y="5344"/>
                </a:lnTo>
                <a:lnTo>
                  <a:pt x="35" y="5344"/>
                </a:lnTo>
                <a:moveTo>
                  <a:pt x="35" y="5481"/>
                </a:moveTo>
                <a:lnTo>
                  <a:pt x="35" y="5550"/>
                </a:lnTo>
                <a:lnTo>
                  <a:pt x="0" y="5550"/>
                </a:lnTo>
                <a:lnTo>
                  <a:pt x="0" y="5481"/>
                </a:lnTo>
                <a:lnTo>
                  <a:pt x="35" y="5481"/>
                </a:lnTo>
                <a:moveTo>
                  <a:pt x="35" y="5618"/>
                </a:moveTo>
                <a:lnTo>
                  <a:pt x="35" y="5687"/>
                </a:lnTo>
                <a:lnTo>
                  <a:pt x="0" y="5687"/>
                </a:lnTo>
                <a:lnTo>
                  <a:pt x="0" y="5618"/>
                </a:lnTo>
                <a:lnTo>
                  <a:pt x="35" y="5618"/>
                </a:lnTo>
                <a:moveTo>
                  <a:pt x="35" y="5755"/>
                </a:moveTo>
                <a:lnTo>
                  <a:pt x="35" y="5824"/>
                </a:lnTo>
                <a:lnTo>
                  <a:pt x="0" y="5824"/>
                </a:lnTo>
                <a:lnTo>
                  <a:pt x="0" y="5755"/>
                </a:lnTo>
                <a:lnTo>
                  <a:pt x="35" y="5755"/>
                </a:lnTo>
                <a:moveTo>
                  <a:pt x="35" y="5892"/>
                </a:moveTo>
                <a:lnTo>
                  <a:pt x="35" y="5961"/>
                </a:lnTo>
                <a:lnTo>
                  <a:pt x="0" y="5961"/>
                </a:lnTo>
                <a:lnTo>
                  <a:pt x="0" y="5892"/>
                </a:lnTo>
                <a:lnTo>
                  <a:pt x="35" y="5892"/>
                </a:lnTo>
                <a:moveTo>
                  <a:pt x="35" y="6029"/>
                </a:moveTo>
                <a:lnTo>
                  <a:pt x="35" y="6098"/>
                </a:lnTo>
                <a:lnTo>
                  <a:pt x="0" y="6098"/>
                </a:lnTo>
                <a:lnTo>
                  <a:pt x="0" y="6029"/>
                </a:lnTo>
                <a:lnTo>
                  <a:pt x="35" y="6029"/>
                </a:lnTo>
                <a:moveTo>
                  <a:pt x="35" y="6166"/>
                </a:moveTo>
                <a:lnTo>
                  <a:pt x="35" y="6235"/>
                </a:lnTo>
                <a:lnTo>
                  <a:pt x="0" y="6235"/>
                </a:lnTo>
                <a:lnTo>
                  <a:pt x="0" y="6166"/>
                </a:lnTo>
                <a:lnTo>
                  <a:pt x="35" y="6166"/>
                </a:lnTo>
                <a:moveTo>
                  <a:pt x="35" y="6303"/>
                </a:moveTo>
                <a:lnTo>
                  <a:pt x="35" y="6372"/>
                </a:lnTo>
                <a:lnTo>
                  <a:pt x="0" y="6372"/>
                </a:lnTo>
                <a:lnTo>
                  <a:pt x="0" y="6303"/>
                </a:lnTo>
                <a:lnTo>
                  <a:pt x="35" y="6303"/>
                </a:lnTo>
                <a:moveTo>
                  <a:pt x="35" y="6440"/>
                </a:moveTo>
                <a:lnTo>
                  <a:pt x="35" y="6509"/>
                </a:lnTo>
                <a:lnTo>
                  <a:pt x="0" y="6509"/>
                </a:lnTo>
                <a:lnTo>
                  <a:pt x="0" y="6440"/>
                </a:lnTo>
                <a:lnTo>
                  <a:pt x="35" y="6440"/>
                </a:lnTo>
                <a:moveTo>
                  <a:pt x="35" y="6577"/>
                </a:moveTo>
                <a:lnTo>
                  <a:pt x="35" y="6646"/>
                </a:lnTo>
                <a:lnTo>
                  <a:pt x="0" y="6646"/>
                </a:lnTo>
                <a:lnTo>
                  <a:pt x="0" y="6577"/>
                </a:lnTo>
                <a:lnTo>
                  <a:pt x="35" y="6577"/>
                </a:lnTo>
                <a:moveTo>
                  <a:pt x="35" y="6714"/>
                </a:moveTo>
                <a:lnTo>
                  <a:pt x="35" y="6783"/>
                </a:lnTo>
                <a:lnTo>
                  <a:pt x="0" y="6783"/>
                </a:lnTo>
                <a:lnTo>
                  <a:pt x="0" y="6714"/>
                </a:lnTo>
                <a:lnTo>
                  <a:pt x="35" y="6714"/>
                </a:lnTo>
                <a:moveTo>
                  <a:pt x="35" y="6852"/>
                </a:moveTo>
                <a:lnTo>
                  <a:pt x="35" y="6920"/>
                </a:lnTo>
                <a:lnTo>
                  <a:pt x="0" y="6920"/>
                </a:lnTo>
                <a:lnTo>
                  <a:pt x="0" y="6852"/>
                </a:lnTo>
                <a:lnTo>
                  <a:pt x="35" y="6852"/>
                </a:lnTo>
                <a:moveTo>
                  <a:pt x="35" y="6989"/>
                </a:moveTo>
                <a:lnTo>
                  <a:pt x="35" y="7057"/>
                </a:lnTo>
                <a:lnTo>
                  <a:pt x="0" y="7057"/>
                </a:lnTo>
                <a:lnTo>
                  <a:pt x="0" y="6989"/>
                </a:lnTo>
                <a:lnTo>
                  <a:pt x="35" y="6989"/>
                </a:lnTo>
                <a:moveTo>
                  <a:pt x="35" y="7126"/>
                </a:moveTo>
                <a:lnTo>
                  <a:pt x="35" y="7194"/>
                </a:lnTo>
                <a:lnTo>
                  <a:pt x="0" y="7194"/>
                </a:lnTo>
                <a:lnTo>
                  <a:pt x="0" y="7126"/>
                </a:lnTo>
                <a:lnTo>
                  <a:pt x="35" y="7126"/>
                </a:lnTo>
                <a:moveTo>
                  <a:pt x="35" y="7263"/>
                </a:moveTo>
                <a:lnTo>
                  <a:pt x="35" y="7331"/>
                </a:lnTo>
                <a:lnTo>
                  <a:pt x="0" y="7331"/>
                </a:lnTo>
                <a:lnTo>
                  <a:pt x="0" y="7263"/>
                </a:lnTo>
                <a:lnTo>
                  <a:pt x="35" y="7263"/>
                </a:lnTo>
                <a:moveTo>
                  <a:pt x="35" y="7400"/>
                </a:moveTo>
                <a:lnTo>
                  <a:pt x="35" y="7468"/>
                </a:lnTo>
                <a:lnTo>
                  <a:pt x="0" y="7468"/>
                </a:lnTo>
                <a:lnTo>
                  <a:pt x="0" y="7400"/>
                </a:lnTo>
                <a:lnTo>
                  <a:pt x="35" y="7400"/>
                </a:lnTo>
                <a:moveTo>
                  <a:pt x="35" y="7537"/>
                </a:moveTo>
                <a:lnTo>
                  <a:pt x="35" y="7606"/>
                </a:lnTo>
                <a:lnTo>
                  <a:pt x="0" y="7606"/>
                </a:lnTo>
                <a:lnTo>
                  <a:pt x="0" y="7537"/>
                </a:lnTo>
                <a:lnTo>
                  <a:pt x="35" y="7537"/>
                </a:lnTo>
                <a:moveTo>
                  <a:pt x="35" y="7675"/>
                </a:moveTo>
                <a:lnTo>
                  <a:pt x="35" y="7743"/>
                </a:lnTo>
                <a:lnTo>
                  <a:pt x="0" y="7743"/>
                </a:lnTo>
                <a:lnTo>
                  <a:pt x="0" y="7675"/>
                </a:lnTo>
                <a:lnTo>
                  <a:pt x="35" y="7675"/>
                </a:lnTo>
                <a:moveTo>
                  <a:pt x="35" y="7812"/>
                </a:moveTo>
                <a:lnTo>
                  <a:pt x="35" y="7880"/>
                </a:lnTo>
                <a:lnTo>
                  <a:pt x="0" y="7880"/>
                </a:lnTo>
                <a:lnTo>
                  <a:pt x="0" y="7812"/>
                </a:lnTo>
                <a:lnTo>
                  <a:pt x="35" y="7812"/>
                </a:lnTo>
                <a:moveTo>
                  <a:pt x="35" y="7949"/>
                </a:moveTo>
                <a:lnTo>
                  <a:pt x="35" y="8017"/>
                </a:lnTo>
                <a:lnTo>
                  <a:pt x="0" y="8017"/>
                </a:lnTo>
                <a:lnTo>
                  <a:pt x="0" y="7949"/>
                </a:lnTo>
                <a:lnTo>
                  <a:pt x="35" y="7949"/>
                </a:lnTo>
                <a:moveTo>
                  <a:pt x="35" y="8086"/>
                </a:moveTo>
                <a:lnTo>
                  <a:pt x="35" y="8154"/>
                </a:lnTo>
                <a:lnTo>
                  <a:pt x="0" y="8154"/>
                </a:lnTo>
                <a:lnTo>
                  <a:pt x="0" y="8086"/>
                </a:lnTo>
                <a:lnTo>
                  <a:pt x="35" y="8086"/>
                </a:lnTo>
                <a:moveTo>
                  <a:pt x="35" y="8223"/>
                </a:moveTo>
                <a:lnTo>
                  <a:pt x="35" y="8291"/>
                </a:lnTo>
                <a:lnTo>
                  <a:pt x="0" y="8291"/>
                </a:lnTo>
                <a:lnTo>
                  <a:pt x="0" y="8223"/>
                </a:lnTo>
                <a:lnTo>
                  <a:pt x="35" y="8223"/>
                </a:lnTo>
                <a:moveTo>
                  <a:pt x="35" y="8360"/>
                </a:moveTo>
                <a:lnTo>
                  <a:pt x="35" y="8405"/>
                </a:lnTo>
                <a:lnTo>
                  <a:pt x="0" y="8405"/>
                </a:lnTo>
                <a:lnTo>
                  <a:pt x="0" y="8360"/>
                </a:lnTo>
                <a:lnTo>
                  <a:pt x="35" y="836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0" name=""/>
          <p:cNvSpPr/>
          <p:nvPr/>
        </p:nvSpPr>
        <p:spPr>
          <a:xfrm>
            <a:off x="977400" y="1802880"/>
            <a:ext cx="12600" cy="3774240"/>
          </a:xfrm>
          <a:custGeom>
            <a:avLst/>
            <a:gdLst/>
            <a:ahLst/>
            <a:rect l="0" t="0" r="r" b="b"/>
            <a:pathLst>
              <a:path w="35" h="10484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7"/>
                </a:moveTo>
                <a:lnTo>
                  <a:pt x="35" y="206"/>
                </a:lnTo>
                <a:lnTo>
                  <a:pt x="0" y="206"/>
                </a:lnTo>
                <a:lnTo>
                  <a:pt x="0" y="137"/>
                </a:lnTo>
                <a:lnTo>
                  <a:pt x="35" y="137"/>
                </a:lnTo>
                <a:moveTo>
                  <a:pt x="35" y="275"/>
                </a:moveTo>
                <a:lnTo>
                  <a:pt x="35" y="344"/>
                </a:lnTo>
                <a:lnTo>
                  <a:pt x="0" y="344"/>
                </a:lnTo>
                <a:lnTo>
                  <a:pt x="0" y="275"/>
                </a:lnTo>
                <a:lnTo>
                  <a:pt x="35" y="275"/>
                </a:lnTo>
                <a:moveTo>
                  <a:pt x="35" y="412"/>
                </a:moveTo>
                <a:lnTo>
                  <a:pt x="35" y="481"/>
                </a:lnTo>
                <a:lnTo>
                  <a:pt x="0" y="481"/>
                </a:lnTo>
                <a:lnTo>
                  <a:pt x="0" y="412"/>
                </a:lnTo>
                <a:lnTo>
                  <a:pt x="35" y="412"/>
                </a:lnTo>
                <a:moveTo>
                  <a:pt x="35" y="549"/>
                </a:moveTo>
                <a:lnTo>
                  <a:pt x="35" y="618"/>
                </a:lnTo>
                <a:lnTo>
                  <a:pt x="0" y="618"/>
                </a:lnTo>
                <a:lnTo>
                  <a:pt x="0" y="549"/>
                </a:lnTo>
                <a:lnTo>
                  <a:pt x="35" y="549"/>
                </a:lnTo>
                <a:moveTo>
                  <a:pt x="35" y="686"/>
                </a:moveTo>
                <a:lnTo>
                  <a:pt x="35" y="755"/>
                </a:lnTo>
                <a:lnTo>
                  <a:pt x="0" y="755"/>
                </a:lnTo>
                <a:lnTo>
                  <a:pt x="0" y="686"/>
                </a:lnTo>
                <a:lnTo>
                  <a:pt x="35" y="686"/>
                </a:lnTo>
                <a:moveTo>
                  <a:pt x="35" y="823"/>
                </a:moveTo>
                <a:lnTo>
                  <a:pt x="35" y="892"/>
                </a:lnTo>
                <a:lnTo>
                  <a:pt x="0" y="892"/>
                </a:lnTo>
                <a:lnTo>
                  <a:pt x="0" y="823"/>
                </a:lnTo>
                <a:lnTo>
                  <a:pt x="35" y="823"/>
                </a:lnTo>
                <a:moveTo>
                  <a:pt x="35" y="960"/>
                </a:moveTo>
                <a:lnTo>
                  <a:pt x="35" y="1029"/>
                </a:lnTo>
                <a:lnTo>
                  <a:pt x="0" y="1029"/>
                </a:lnTo>
                <a:lnTo>
                  <a:pt x="0" y="960"/>
                </a:lnTo>
                <a:lnTo>
                  <a:pt x="35" y="960"/>
                </a:lnTo>
                <a:moveTo>
                  <a:pt x="35" y="1097"/>
                </a:moveTo>
                <a:lnTo>
                  <a:pt x="35" y="1166"/>
                </a:lnTo>
                <a:lnTo>
                  <a:pt x="0" y="1166"/>
                </a:lnTo>
                <a:lnTo>
                  <a:pt x="0" y="1097"/>
                </a:lnTo>
                <a:lnTo>
                  <a:pt x="35" y="1097"/>
                </a:lnTo>
                <a:moveTo>
                  <a:pt x="35" y="1234"/>
                </a:moveTo>
                <a:lnTo>
                  <a:pt x="35" y="1303"/>
                </a:lnTo>
                <a:lnTo>
                  <a:pt x="0" y="1303"/>
                </a:lnTo>
                <a:lnTo>
                  <a:pt x="0" y="1234"/>
                </a:lnTo>
                <a:lnTo>
                  <a:pt x="35" y="1234"/>
                </a:lnTo>
                <a:moveTo>
                  <a:pt x="35" y="1371"/>
                </a:moveTo>
                <a:lnTo>
                  <a:pt x="35" y="1440"/>
                </a:lnTo>
                <a:lnTo>
                  <a:pt x="0" y="1440"/>
                </a:lnTo>
                <a:lnTo>
                  <a:pt x="0" y="1371"/>
                </a:lnTo>
                <a:lnTo>
                  <a:pt x="35" y="1371"/>
                </a:lnTo>
                <a:moveTo>
                  <a:pt x="35" y="1508"/>
                </a:moveTo>
                <a:lnTo>
                  <a:pt x="35" y="1577"/>
                </a:lnTo>
                <a:lnTo>
                  <a:pt x="0" y="1577"/>
                </a:lnTo>
                <a:lnTo>
                  <a:pt x="0" y="1508"/>
                </a:lnTo>
                <a:lnTo>
                  <a:pt x="35" y="1508"/>
                </a:lnTo>
                <a:moveTo>
                  <a:pt x="35" y="1646"/>
                </a:moveTo>
                <a:lnTo>
                  <a:pt x="35" y="1714"/>
                </a:lnTo>
                <a:lnTo>
                  <a:pt x="0" y="1714"/>
                </a:lnTo>
                <a:lnTo>
                  <a:pt x="0" y="1646"/>
                </a:lnTo>
                <a:lnTo>
                  <a:pt x="35" y="1646"/>
                </a:lnTo>
                <a:moveTo>
                  <a:pt x="35" y="1783"/>
                </a:moveTo>
                <a:lnTo>
                  <a:pt x="35" y="1851"/>
                </a:lnTo>
                <a:lnTo>
                  <a:pt x="0" y="1851"/>
                </a:lnTo>
                <a:lnTo>
                  <a:pt x="0" y="1783"/>
                </a:lnTo>
                <a:lnTo>
                  <a:pt x="35" y="1783"/>
                </a:lnTo>
                <a:moveTo>
                  <a:pt x="35" y="1920"/>
                </a:moveTo>
                <a:lnTo>
                  <a:pt x="35" y="1988"/>
                </a:lnTo>
                <a:lnTo>
                  <a:pt x="0" y="1988"/>
                </a:lnTo>
                <a:lnTo>
                  <a:pt x="0" y="1920"/>
                </a:lnTo>
                <a:lnTo>
                  <a:pt x="35" y="1920"/>
                </a:lnTo>
                <a:moveTo>
                  <a:pt x="35" y="2057"/>
                </a:moveTo>
                <a:lnTo>
                  <a:pt x="35" y="2125"/>
                </a:lnTo>
                <a:lnTo>
                  <a:pt x="0" y="2125"/>
                </a:lnTo>
                <a:lnTo>
                  <a:pt x="0" y="2057"/>
                </a:lnTo>
                <a:lnTo>
                  <a:pt x="35" y="2057"/>
                </a:lnTo>
                <a:moveTo>
                  <a:pt x="35" y="2194"/>
                </a:moveTo>
                <a:lnTo>
                  <a:pt x="35" y="2262"/>
                </a:lnTo>
                <a:lnTo>
                  <a:pt x="0" y="2262"/>
                </a:lnTo>
                <a:lnTo>
                  <a:pt x="0" y="2194"/>
                </a:lnTo>
                <a:lnTo>
                  <a:pt x="35" y="2194"/>
                </a:lnTo>
                <a:moveTo>
                  <a:pt x="35" y="2331"/>
                </a:moveTo>
                <a:lnTo>
                  <a:pt x="35" y="2399"/>
                </a:lnTo>
                <a:lnTo>
                  <a:pt x="0" y="2399"/>
                </a:lnTo>
                <a:lnTo>
                  <a:pt x="0" y="2331"/>
                </a:lnTo>
                <a:lnTo>
                  <a:pt x="35" y="2331"/>
                </a:lnTo>
                <a:moveTo>
                  <a:pt x="35" y="2468"/>
                </a:moveTo>
                <a:lnTo>
                  <a:pt x="35" y="2536"/>
                </a:lnTo>
                <a:lnTo>
                  <a:pt x="0" y="2536"/>
                </a:lnTo>
                <a:lnTo>
                  <a:pt x="0" y="2468"/>
                </a:lnTo>
                <a:lnTo>
                  <a:pt x="35" y="2468"/>
                </a:lnTo>
                <a:moveTo>
                  <a:pt x="35" y="2605"/>
                </a:moveTo>
                <a:lnTo>
                  <a:pt x="35" y="2673"/>
                </a:lnTo>
                <a:lnTo>
                  <a:pt x="0" y="2673"/>
                </a:lnTo>
                <a:lnTo>
                  <a:pt x="0" y="2605"/>
                </a:lnTo>
                <a:lnTo>
                  <a:pt x="35" y="2605"/>
                </a:lnTo>
                <a:moveTo>
                  <a:pt x="35" y="2742"/>
                </a:moveTo>
                <a:lnTo>
                  <a:pt x="35" y="2810"/>
                </a:lnTo>
                <a:lnTo>
                  <a:pt x="0" y="2810"/>
                </a:lnTo>
                <a:lnTo>
                  <a:pt x="0" y="2742"/>
                </a:lnTo>
                <a:lnTo>
                  <a:pt x="35" y="2742"/>
                </a:lnTo>
                <a:moveTo>
                  <a:pt x="35" y="2879"/>
                </a:moveTo>
                <a:lnTo>
                  <a:pt x="35" y="2947"/>
                </a:lnTo>
                <a:lnTo>
                  <a:pt x="0" y="2947"/>
                </a:lnTo>
                <a:lnTo>
                  <a:pt x="0" y="2879"/>
                </a:lnTo>
                <a:lnTo>
                  <a:pt x="35" y="2879"/>
                </a:lnTo>
                <a:moveTo>
                  <a:pt x="35" y="3016"/>
                </a:moveTo>
                <a:lnTo>
                  <a:pt x="35" y="3084"/>
                </a:lnTo>
                <a:lnTo>
                  <a:pt x="0" y="3084"/>
                </a:lnTo>
                <a:lnTo>
                  <a:pt x="0" y="3016"/>
                </a:lnTo>
                <a:lnTo>
                  <a:pt x="35" y="3016"/>
                </a:lnTo>
                <a:moveTo>
                  <a:pt x="35" y="3153"/>
                </a:moveTo>
                <a:lnTo>
                  <a:pt x="35" y="3221"/>
                </a:lnTo>
                <a:lnTo>
                  <a:pt x="0" y="3221"/>
                </a:lnTo>
                <a:lnTo>
                  <a:pt x="0" y="3153"/>
                </a:lnTo>
                <a:lnTo>
                  <a:pt x="35" y="3153"/>
                </a:lnTo>
                <a:moveTo>
                  <a:pt x="35" y="3290"/>
                </a:moveTo>
                <a:lnTo>
                  <a:pt x="35" y="3358"/>
                </a:lnTo>
                <a:lnTo>
                  <a:pt x="0" y="3358"/>
                </a:lnTo>
                <a:lnTo>
                  <a:pt x="0" y="3290"/>
                </a:lnTo>
                <a:lnTo>
                  <a:pt x="35" y="3290"/>
                </a:lnTo>
                <a:moveTo>
                  <a:pt x="35" y="3427"/>
                </a:moveTo>
                <a:lnTo>
                  <a:pt x="35" y="3495"/>
                </a:lnTo>
                <a:lnTo>
                  <a:pt x="0" y="3495"/>
                </a:lnTo>
                <a:lnTo>
                  <a:pt x="0" y="3427"/>
                </a:lnTo>
                <a:lnTo>
                  <a:pt x="35" y="3427"/>
                </a:lnTo>
                <a:moveTo>
                  <a:pt x="35" y="3564"/>
                </a:moveTo>
                <a:lnTo>
                  <a:pt x="35" y="3632"/>
                </a:lnTo>
                <a:lnTo>
                  <a:pt x="0" y="3632"/>
                </a:lnTo>
                <a:lnTo>
                  <a:pt x="0" y="3564"/>
                </a:lnTo>
                <a:lnTo>
                  <a:pt x="35" y="3564"/>
                </a:lnTo>
                <a:moveTo>
                  <a:pt x="35" y="3701"/>
                </a:moveTo>
                <a:lnTo>
                  <a:pt x="35" y="3769"/>
                </a:lnTo>
                <a:lnTo>
                  <a:pt x="0" y="3769"/>
                </a:lnTo>
                <a:lnTo>
                  <a:pt x="0" y="3701"/>
                </a:lnTo>
                <a:lnTo>
                  <a:pt x="35" y="3701"/>
                </a:lnTo>
                <a:moveTo>
                  <a:pt x="35" y="3838"/>
                </a:moveTo>
                <a:lnTo>
                  <a:pt x="35" y="3906"/>
                </a:lnTo>
                <a:lnTo>
                  <a:pt x="0" y="3906"/>
                </a:lnTo>
                <a:lnTo>
                  <a:pt x="0" y="3838"/>
                </a:lnTo>
                <a:lnTo>
                  <a:pt x="35" y="3838"/>
                </a:lnTo>
                <a:moveTo>
                  <a:pt x="35" y="3975"/>
                </a:moveTo>
                <a:lnTo>
                  <a:pt x="35" y="4043"/>
                </a:lnTo>
                <a:lnTo>
                  <a:pt x="0" y="4043"/>
                </a:lnTo>
                <a:lnTo>
                  <a:pt x="0" y="3975"/>
                </a:lnTo>
                <a:lnTo>
                  <a:pt x="35" y="3975"/>
                </a:lnTo>
                <a:moveTo>
                  <a:pt x="35" y="4112"/>
                </a:moveTo>
                <a:lnTo>
                  <a:pt x="35" y="4181"/>
                </a:lnTo>
                <a:lnTo>
                  <a:pt x="0" y="4181"/>
                </a:lnTo>
                <a:lnTo>
                  <a:pt x="0" y="4112"/>
                </a:lnTo>
                <a:lnTo>
                  <a:pt x="35" y="4112"/>
                </a:lnTo>
                <a:moveTo>
                  <a:pt x="35" y="4249"/>
                </a:moveTo>
                <a:lnTo>
                  <a:pt x="35" y="4318"/>
                </a:lnTo>
                <a:lnTo>
                  <a:pt x="0" y="4318"/>
                </a:lnTo>
                <a:lnTo>
                  <a:pt x="0" y="4249"/>
                </a:lnTo>
                <a:lnTo>
                  <a:pt x="35" y="4249"/>
                </a:lnTo>
                <a:moveTo>
                  <a:pt x="35" y="4386"/>
                </a:moveTo>
                <a:lnTo>
                  <a:pt x="35" y="4455"/>
                </a:lnTo>
                <a:lnTo>
                  <a:pt x="0" y="4455"/>
                </a:lnTo>
                <a:lnTo>
                  <a:pt x="0" y="4386"/>
                </a:lnTo>
                <a:lnTo>
                  <a:pt x="35" y="4386"/>
                </a:lnTo>
                <a:moveTo>
                  <a:pt x="35" y="4523"/>
                </a:moveTo>
                <a:lnTo>
                  <a:pt x="35" y="4592"/>
                </a:lnTo>
                <a:lnTo>
                  <a:pt x="0" y="4592"/>
                </a:lnTo>
                <a:lnTo>
                  <a:pt x="0" y="4523"/>
                </a:lnTo>
                <a:lnTo>
                  <a:pt x="35" y="4523"/>
                </a:lnTo>
                <a:moveTo>
                  <a:pt x="35" y="4660"/>
                </a:moveTo>
                <a:lnTo>
                  <a:pt x="35" y="4729"/>
                </a:lnTo>
                <a:lnTo>
                  <a:pt x="0" y="4729"/>
                </a:lnTo>
                <a:lnTo>
                  <a:pt x="0" y="4660"/>
                </a:lnTo>
                <a:lnTo>
                  <a:pt x="35" y="4660"/>
                </a:lnTo>
                <a:moveTo>
                  <a:pt x="35" y="4797"/>
                </a:moveTo>
                <a:lnTo>
                  <a:pt x="35" y="4866"/>
                </a:lnTo>
                <a:lnTo>
                  <a:pt x="0" y="4866"/>
                </a:lnTo>
                <a:lnTo>
                  <a:pt x="0" y="4797"/>
                </a:lnTo>
                <a:lnTo>
                  <a:pt x="35" y="4797"/>
                </a:lnTo>
                <a:moveTo>
                  <a:pt x="35" y="4934"/>
                </a:moveTo>
                <a:lnTo>
                  <a:pt x="35" y="5003"/>
                </a:lnTo>
                <a:lnTo>
                  <a:pt x="0" y="5003"/>
                </a:lnTo>
                <a:lnTo>
                  <a:pt x="0" y="4934"/>
                </a:lnTo>
                <a:lnTo>
                  <a:pt x="35" y="4934"/>
                </a:lnTo>
                <a:moveTo>
                  <a:pt x="35" y="5071"/>
                </a:moveTo>
                <a:lnTo>
                  <a:pt x="35" y="5140"/>
                </a:lnTo>
                <a:lnTo>
                  <a:pt x="0" y="5140"/>
                </a:lnTo>
                <a:lnTo>
                  <a:pt x="0" y="5071"/>
                </a:lnTo>
                <a:lnTo>
                  <a:pt x="35" y="5071"/>
                </a:lnTo>
                <a:moveTo>
                  <a:pt x="35" y="5208"/>
                </a:moveTo>
                <a:lnTo>
                  <a:pt x="35" y="5277"/>
                </a:lnTo>
                <a:lnTo>
                  <a:pt x="0" y="5277"/>
                </a:lnTo>
                <a:lnTo>
                  <a:pt x="0" y="5208"/>
                </a:lnTo>
                <a:lnTo>
                  <a:pt x="35" y="5208"/>
                </a:lnTo>
                <a:moveTo>
                  <a:pt x="35" y="5345"/>
                </a:moveTo>
                <a:lnTo>
                  <a:pt x="35" y="5414"/>
                </a:lnTo>
                <a:lnTo>
                  <a:pt x="0" y="5414"/>
                </a:lnTo>
                <a:lnTo>
                  <a:pt x="0" y="5345"/>
                </a:lnTo>
                <a:lnTo>
                  <a:pt x="35" y="5345"/>
                </a:lnTo>
                <a:moveTo>
                  <a:pt x="35" y="5482"/>
                </a:moveTo>
                <a:lnTo>
                  <a:pt x="35" y="5551"/>
                </a:lnTo>
                <a:lnTo>
                  <a:pt x="0" y="5551"/>
                </a:lnTo>
                <a:lnTo>
                  <a:pt x="0" y="5482"/>
                </a:lnTo>
                <a:lnTo>
                  <a:pt x="35" y="5482"/>
                </a:lnTo>
                <a:moveTo>
                  <a:pt x="35" y="5619"/>
                </a:moveTo>
                <a:lnTo>
                  <a:pt x="35" y="5688"/>
                </a:lnTo>
                <a:lnTo>
                  <a:pt x="0" y="5688"/>
                </a:lnTo>
                <a:lnTo>
                  <a:pt x="0" y="5619"/>
                </a:lnTo>
                <a:lnTo>
                  <a:pt x="35" y="5619"/>
                </a:lnTo>
                <a:moveTo>
                  <a:pt x="35" y="5756"/>
                </a:moveTo>
                <a:lnTo>
                  <a:pt x="35" y="5825"/>
                </a:lnTo>
                <a:lnTo>
                  <a:pt x="0" y="5825"/>
                </a:lnTo>
                <a:lnTo>
                  <a:pt x="0" y="5756"/>
                </a:lnTo>
                <a:lnTo>
                  <a:pt x="35" y="5756"/>
                </a:lnTo>
                <a:moveTo>
                  <a:pt x="35" y="5893"/>
                </a:moveTo>
                <a:lnTo>
                  <a:pt x="35" y="5962"/>
                </a:lnTo>
                <a:lnTo>
                  <a:pt x="0" y="5962"/>
                </a:lnTo>
                <a:lnTo>
                  <a:pt x="0" y="5893"/>
                </a:lnTo>
                <a:lnTo>
                  <a:pt x="35" y="5893"/>
                </a:lnTo>
                <a:moveTo>
                  <a:pt x="35" y="6030"/>
                </a:moveTo>
                <a:lnTo>
                  <a:pt x="35" y="6099"/>
                </a:lnTo>
                <a:lnTo>
                  <a:pt x="0" y="6099"/>
                </a:lnTo>
                <a:lnTo>
                  <a:pt x="0" y="6030"/>
                </a:lnTo>
                <a:lnTo>
                  <a:pt x="35" y="6030"/>
                </a:lnTo>
                <a:moveTo>
                  <a:pt x="35" y="6167"/>
                </a:moveTo>
                <a:lnTo>
                  <a:pt x="35" y="6236"/>
                </a:lnTo>
                <a:lnTo>
                  <a:pt x="0" y="6236"/>
                </a:lnTo>
                <a:lnTo>
                  <a:pt x="0" y="6167"/>
                </a:lnTo>
                <a:lnTo>
                  <a:pt x="35" y="6167"/>
                </a:lnTo>
                <a:moveTo>
                  <a:pt x="35" y="6304"/>
                </a:moveTo>
                <a:lnTo>
                  <a:pt x="35" y="6373"/>
                </a:lnTo>
                <a:lnTo>
                  <a:pt x="0" y="6373"/>
                </a:lnTo>
                <a:lnTo>
                  <a:pt x="0" y="6304"/>
                </a:lnTo>
                <a:lnTo>
                  <a:pt x="35" y="6304"/>
                </a:lnTo>
                <a:moveTo>
                  <a:pt x="35" y="6441"/>
                </a:moveTo>
                <a:lnTo>
                  <a:pt x="35" y="6510"/>
                </a:lnTo>
                <a:lnTo>
                  <a:pt x="0" y="6510"/>
                </a:lnTo>
                <a:lnTo>
                  <a:pt x="0" y="6441"/>
                </a:lnTo>
                <a:lnTo>
                  <a:pt x="35" y="6441"/>
                </a:lnTo>
                <a:moveTo>
                  <a:pt x="35" y="6578"/>
                </a:moveTo>
                <a:lnTo>
                  <a:pt x="35" y="6647"/>
                </a:lnTo>
                <a:lnTo>
                  <a:pt x="0" y="6647"/>
                </a:lnTo>
                <a:lnTo>
                  <a:pt x="0" y="6578"/>
                </a:lnTo>
                <a:lnTo>
                  <a:pt x="35" y="6578"/>
                </a:lnTo>
                <a:moveTo>
                  <a:pt x="35" y="6715"/>
                </a:moveTo>
                <a:lnTo>
                  <a:pt x="35" y="6784"/>
                </a:lnTo>
                <a:lnTo>
                  <a:pt x="0" y="6784"/>
                </a:lnTo>
                <a:lnTo>
                  <a:pt x="0" y="6715"/>
                </a:lnTo>
                <a:lnTo>
                  <a:pt x="35" y="6715"/>
                </a:lnTo>
                <a:moveTo>
                  <a:pt x="35" y="6853"/>
                </a:moveTo>
                <a:lnTo>
                  <a:pt x="35" y="6921"/>
                </a:lnTo>
                <a:lnTo>
                  <a:pt x="0" y="6921"/>
                </a:lnTo>
                <a:lnTo>
                  <a:pt x="0" y="6853"/>
                </a:lnTo>
                <a:lnTo>
                  <a:pt x="35" y="6853"/>
                </a:lnTo>
                <a:moveTo>
                  <a:pt x="35" y="6990"/>
                </a:moveTo>
                <a:lnTo>
                  <a:pt x="35" y="7058"/>
                </a:lnTo>
                <a:lnTo>
                  <a:pt x="0" y="7058"/>
                </a:lnTo>
                <a:lnTo>
                  <a:pt x="0" y="6990"/>
                </a:lnTo>
                <a:lnTo>
                  <a:pt x="35" y="6990"/>
                </a:lnTo>
                <a:moveTo>
                  <a:pt x="35" y="7127"/>
                </a:moveTo>
                <a:lnTo>
                  <a:pt x="35" y="7195"/>
                </a:lnTo>
                <a:lnTo>
                  <a:pt x="0" y="7195"/>
                </a:lnTo>
                <a:lnTo>
                  <a:pt x="0" y="7127"/>
                </a:lnTo>
                <a:lnTo>
                  <a:pt x="35" y="7127"/>
                </a:lnTo>
                <a:moveTo>
                  <a:pt x="35" y="7264"/>
                </a:moveTo>
                <a:lnTo>
                  <a:pt x="35" y="7332"/>
                </a:lnTo>
                <a:lnTo>
                  <a:pt x="0" y="7332"/>
                </a:lnTo>
                <a:lnTo>
                  <a:pt x="0" y="7264"/>
                </a:lnTo>
                <a:lnTo>
                  <a:pt x="35" y="7264"/>
                </a:lnTo>
                <a:moveTo>
                  <a:pt x="35" y="7401"/>
                </a:moveTo>
                <a:lnTo>
                  <a:pt x="35" y="7469"/>
                </a:lnTo>
                <a:lnTo>
                  <a:pt x="0" y="7469"/>
                </a:lnTo>
                <a:lnTo>
                  <a:pt x="0" y="7401"/>
                </a:lnTo>
                <a:lnTo>
                  <a:pt x="35" y="7401"/>
                </a:lnTo>
                <a:moveTo>
                  <a:pt x="35" y="7538"/>
                </a:moveTo>
                <a:lnTo>
                  <a:pt x="35" y="7606"/>
                </a:lnTo>
                <a:lnTo>
                  <a:pt x="0" y="7606"/>
                </a:lnTo>
                <a:lnTo>
                  <a:pt x="0" y="7538"/>
                </a:lnTo>
                <a:lnTo>
                  <a:pt x="35" y="7538"/>
                </a:lnTo>
                <a:moveTo>
                  <a:pt x="35" y="7675"/>
                </a:moveTo>
                <a:lnTo>
                  <a:pt x="35" y="7743"/>
                </a:lnTo>
                <a:lnTo>
                  <a:pt x="0" y="7743"/>
                </a:lnTo>
                <a:lnTo>
                  <a:pt x="0" y="7675"/>
                </a:lnTo>
                <a:lnTo>
                  <a:pt x="35" y="7675"/>
                </a:lnTo>
                <a:moveTo>
                  <a:pt x="35" y="7812"/>
                </a:moveTo>
                <a:lnTo>
                  <a:pt x="35" y="7880"/>
                </a:lnTo>
                <a:lnTo>
                  <a:pt x="0" y="7880"/>
                </a:lnTo>
                <a:lnTo>
                  <a:pt x="0" y="7812"/>
                </a:lnTo>
                <a:lnTo>
                  <a:pt x="35" y="7812"/>
                </a:lnTo>
                <a:moveTo>
                  <a:pt x="35" y="7949"/>
                </a:moveTo>
                <a:lnTo>
                  <a:pt x="35" y="8017"/>
                </a:lnTo>
                <a:lnTo>
                  <a:pt x="0" y="8017"/>
                </a:lnTo>
                <a:lnTo>
                  <a:pt x="0" y="7949"/>
                </a:lnTo>
                <a:lnTo>
                  <a:pt x="35" y="7949"/>
                </a:lnTo>
                <a:moveTo>
                  <a:pt x="35" y="8086"/>
                </a:moveTo>
                <a:lnTo>
                  <a:pt x="35" y="8154"/>
                </a:lnTo>
                <a:lnTo>
                  <a:pt x="0" y="8154"/>
                </a:lnTo>
                <a:lnTo>
                  <a:pt x="0" y="8086"/>
                </a:lnTo>
                <a:lnTo>
                  <a:pt x="35" y="8086"/>
                </a:lnTo>
                <a:moveTo>
                  <a:pt x="35" y="8223"/>
                </a:moveTo>
                <a:lnTo>
                  <a:pt x="35" y="8291"/>
                </a:lnTo>
                <a:lnTo>
                  <a:pt x="0" y="8291"/>
                </a:lnTo>
                <a:lnTo>
                  <a:pt x="0" y="8223"/>
                </a:lnTo>
                <a:lnTo>
                  <a:pt x="35" y="8223"/>
                </a:lnTo>
                <a:moveTo>
                  <a:pt x="35" y="8360"/>
                </a:moveTo>
                <a:lnTo>
                  <a:pt x="35" y="8428"/>
                </a:lnTo>
                <a:lnTo>
                  <a:pt x="0" y="8428"/>
                </a:lnTo>
                <a:lnTo>
                  <a:pt x="0" y="8360"/>
                </a:lnTo>
                <a:lnTo>
                  <a:pt x="35" y="8360"/>
                </a:lnTo>
                <a:moveTo>
                  <a:pt x="35" y="8497"/>
                </a:moveTo>
                <a:lnTo>
                  <a:pt x="35" y="8565"/>
                </a:lnTo>
                <a:lnTo>
                  <a:pt x="0" y="8565"/>
                </a:lnTo>
                <a:lnTo>
                  <a:pt x="0" y="8497"/>
                </a:lnTo>
                <a:lnTo>
                  <a:pt x="35" y="8497"/>
                </a:lnTo>
                <a:moveTo>
                  <a:pt x="35" y="8634"/>
                </a:moveTo>
                <a:lnTo>
                  <a:pt x="35" y="8702"/>
                </a:lnTo>
                <a:lnTo>
                  <a:pt x="0" y="8702"/>
                </a:lnTo>
                <a:lnTo>
                  <a:pt x="0" y="8634"/>
                </a:lnTo>
                <a:lnTo>
                  <a:pt x="35" y="8634"/>
                </a:lnTo>
                <a:moveTo>
                  <a:pt x="35" y="8771"/>
                </a:moveTo>
                <a:lnTo>
                  <a:pt x="35" y="8839"/>
                </a:lnTo>
                <a:lnTo>
                  <a:pt x="0" y="8839"/>
                </a:lnTo>
                <a:lnTo>
                  <a:pt x="0" y="8771"/>
                </a:lnTo>
                <a:lnTo>
                  <a:pt x="35" y="8771"/>
                </a:lnTo>
                <a:moveTo>
                  <a:pt x="35" y="8908"/>
                </a:moveTo>
                <a:lnTo>
                  <a:pt x="35" y="8976"/>
                </a:lnTo>
                <a:lnTo>
                  <a:pt x="0" y="8976"/>
                </a:lnTo>
                <a:lnTo>
                  <a:pt x="0" y="8908"/>
                </a:lnTo>
                <a:lnTo>
                  <a:pt x="35" y="8908"/>
                </a:lnTo>
                <a:moveTo>
                  <a:pt x="35" y="9045"/>
                </a:moveTo>
                <a:lnTo>
                  <a:pt x="35" y="9113"/>
                </a:lnTo>
                <a:lnTo>
                  <a:pt x="0" y="9113"/>
                </a:lnTo>
                <a:lnTo>
                  <a:pt x="0" y="9045"/>
                </a:lnTo>
                <a:lnTo>
                  <a:pt x="35" y="9045"/>
                </a:lnTo>
                <a:moveTo>
                  <a:pt x="35" y="9182"/>
                </a:moveTo>
                <a:lnTo>
                  <a:pt x="35" y="9250"/>
                </a:lnTo>
                <a:lnTo>
                  <a:pt x="0" y="9250"/>
                </a:lnTo>
                <a:lnTo>
                  <a:pt x="0" y="9182"/>
                </a:lnTo>
                <a:lnTo>
                  <a:pt x="35" y="9182"/>
                </a:lnTo>
                <a:moveTo>
                  <a:pt x="35" y="9319"/>
                </a:moveTo>
                <a:lnTo>
                  <a:pt x="35" y="9388"/>
                </a:lnTo>
                <a:lnTo>
                  <a:pt x="0" y="9388"/>
                </a:lnTo>
                <a:lnTo>
                  <a:pt x="0" y="9319"/>
                </a:lnTo>
                <a:lnTo>
                  <a:pt x="35" y="9319"/>
                </a:lnTo>
                <a:moveTo>
                  <a:pt x="35" y="9456"/>
                </a:moveTo>
                <a:lnTo>
                  <a:pt x="35" y="9525"/>
                </a:lnTo>
                <a:lnTo>
                  <a:pt x="0" y="9525"/>
                </a:lnTo>
                <a:lnTo>
                  <a:pt x="0" y="9456"/>
                </a:lnTo>
                <a:lnTo>
                  <a:pt x="35" y="9456"/>
                </a:lnTo>
                <a:moveTo>
                  <a:pt x="35" y="9593"/>
                </a:moveTo>
                <a:lnTo>
                  <a:pt x="35" y="9662"/>
                </a:lnTo>
                <a:lnTo>
                  <a:pt x="0" y="9662"/>
                </a:lnTo>
                <a:lnTo>
                  <a:pt x="0" y="9593"/>
                </a:lnTo>
                <a:lnTo>
                  <a:pt x="35" y="9593"/>
                </a:lnTo>
                <a:moveTo>
                  <a:pt x="35" y="9730"/>
                </a:moveTo>
                <a:lnTo>
                  <a:pt x="35" y="9799"/>
                </a:lnTo>
                <a:lnTo>
                  <a:pt x="0" y="9799"/>
                </a:lnTo>
                <a:lnTo>
                  <a:pt x="0" y="9730"/>
                </a:lnTo>
                <a:lnTo>
                  <a:pt x="35" y="9730"/>
                </a:lnTo>
                <a:moveTo>
                  <a:pt x="35" y="9867"/>
                </a:moveTo>
                <a:lnTo>
                  <a:pt x="35" y="9936"/>
                </a:lnTo>
                <a:lnTo>
                  <a:pt x="0" y="9936"/>
                </a:lnTo>
                <a:lnTo>
                  <a:pt x="0" y="9867"/>
                </a:lnTo>
                <a:lnTo>
                  <a:pt x="35" y="9867"/>
                </a:lnTo>
                <a:moveTo>
                  <a:pt x="35" y="10004"/>
                </a:moveTo>
                <a:lnTo>
                  <a:pt x="35" y="10073"/>
                </a:lnTo>
                <a:lnTo>
                  <a:pt x="0" y="10073"/>
                </a:lnTo>
                <a:lnTo>
                  <a:pt x="0" y="10004"/>
                </a:lnTo>
                <a:lnTo>
                  <a:pt x="35" y="10004"/>
                </a:lnTo>
                <a:moveTo>
                  <a:pt x="35" y="10141"/>
                </a:moveTo>
                <a:lnTo>
                  <a:pt x="35" y="10210"/>
                </a:lnTo>
                <a:lnTo>
                  <a:pt x="0" y="10210"/>
                </a:lnTo>
                <a:lnTo>
                  <a:pt x="0" y="10141"/>
                </a:lnTo>
                <a:lnTo>
                  <a:pt x="35" y="10141"/>
                </a:lnTo>
                <a:moveTo>
                  <a:pt x="35" y="10278"/>
                </a:moveTo>
                <a:lnTo>
                  <a:pt x="35" y="10347"/>
                </a:lnTo>
                <a:lnTo>
                  <a:pt x="0" y="10347"/>
                </a:lnTo>
                <a:lnTo>
                  <a:pt x="0" y="10278"/>
                </a:lnTo>
                <a:lnTo>
                  <a:pt x="35" y="10278"/>
                </a:lnTo>
                <a:moveTo>
                  <a:pt x="35" y="10415"/>
                </a:moveTo>
                <a:lnTo>
                  <a:pt x="35" y="10484"/>
                </a:lnTo>
                <a:lnTo>
                  <a:pt x="0" y="10484"/>
                </a:lnTo>
                <a:lnTo>
                  <a:pt x="0" y="10415"/>
                </a:lnTo>
                <a:lnTo>
                  <a:pt x="35" y="10415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1" name=""/>
          <p:cNvSpPr/>
          <p:nvPr/>
        </p:nvSpPr>
        <p:spPr>
          <a:xfrm>
            <a:off x="785880" y="1802880"/>
            <a:ext cx="4786200" cy="534960"/>
          </a:xfrm>
          <a:custGeom>
            <a:avLst/>
            <a:gdLst/>
            <a:ahLst/>
            <a:rect l="0" t="0" r="r" b="b"/>
            <a:pathLst>
              <a:path w="13295" h="1486">
                <a:moveTo>
                  <a:pt x="0" y="0"/>
                </a:moveTo>
                <a:lnTo>
                  <a:pt x="13295" y="0"/>
                </a:lnTo>
                <a:lnTo>
                  <a:pt x="13295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2" name=""/>
          <p:cNvSpPr/>
          <p:nvPr/>
        </p:nvSpPr>
        <p:spPr>
          <a:xfrm>
            <a:off x="781920" y="1798920"/>
            <a:ext cx="4794120" cy="542880"/>
          </a:xfrm>
          <a:custGeom>
            <a:avLst/>
            <a:gdLst/>
            <a:ahLst/>
            <a:rect l="0" t="0" r="r" b="b"/>
            <a:pathLst>
              <a:path w="13317" h="1508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3"/>
                </a:lnTo>
                <a:lnTo>
                  <a:pt x="377" y="23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3"/>
                </a:lnTo>
                <a:lnTo>
                  <a:pt x="560" y="23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3"/>
                </a:lnTo>
                <a:lnTo>
                  <a:pt x="742" y="23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3"/>
                </a:lnTo>
                <a:lnTo>
                  <a:pt x="925" y="23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3"/>
                </a:lnTo>
                <a:lnTo>
                  <a:pt x="1108" y="23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3"/>
                </a:lnTo>
                <a:lnTo>
                  <a:pt x="1291" y="23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3"/>
                </a:lnTo>
                <a:lnTo>
                  <a:pt x="1473" y="23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3"/>
                </a:lnTo>
                <a:lnTo>
                  <a:pt x="2021" y="23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3"/>
                </a:lnTo>
                <a:lnTo>
                  <a:pt x="2204" y="23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3"/>
                </a:lnTo>
                <a:lnTo>
                  <a:pt x="2752" y="23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3"/>
                </a:lnTo>
                <a:lnTo>
                  <a:pt x="2935" y="23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3"/>
                </a:lnTo>
                <a:lnTo>
                  <a:pt x="3118" y="23"/>
                </a:lnTo>
                <a:lnTo>
                  <a:pt x="3118" y="0"/>
                </a:lnTo>
                <a:moveTo>
                  <a:pt x="3300" y="0"/>
                </a:moveTo>
                <a:lnTo>
                  <a:pt x="3415" y="0"/>
                </a:lnTo>
                <a:lnTo>
                  <a:pt x="3415" y="23"/>
                </a:lnTo>
                <a:lnTo>
                  <a:pt x="3300" y="23"/>
                </a:lnTo>
                <a:lnTo>
                  <a:pt x="3300" y="0"/>
                </a:lnTo>
                <a:moveTo>
                  <a:pt x="3483" y="0"/>
                </a:moveTo>
                <a:lnTo>
                  <a:pt x="3597" y="0"/>
                </a:lnTo>
                <a:lnTo>
                  <a:pt x="3597" y="23"/>
                </a:lnTo>
                <a:lnTo>
                  <a:pt x="3483" y="23"/>
                </a:lnTo>
                <a:lnTo>
                  <a:pt x="3483" y="0"/>
                </a:lnTo>
                <a:moveTo>
                  <a:pt x="3666" y="0"/>
                </a:moveTo>
                <a:lnTo>
                  <a:pt x="3780" y="0"/>
                </a:lnTo>
                <a:lnTo>
                  <a:pt x="3780" y="23"/>
                </a:lnTo>
                <a:lnTo>
                  <a:pt x="3666" y="23"/>
                </a:lnTo>
                <a:lnTo>
                  <a:pt x="3666" y="0"/>
                </a:lnTo>
                <a:moveTo>
                  <a:pt x="3849" y="0"/>
                </a:moveTo>
                <a:lnTo>
                  <a:pt x="3963" y="0"/>
                </a:lnTo>
                <a:lnTo>
                  <a:pt x="3963" y="23"/>
                </a:lnTo>
                <a:lnTo>
                  <a:pt x="3849" y="23"/>
                </a:lnTo>
                <a:lnTo>
                  <a:pt x="3849" y="0"/>
                </a:lnTo>
                <a:moveTo>
                  <a:pt x="4031" y="0"/>
                </a:moveTo>
                <a:lnTo>
                  <a:pt x="4146" y="0"/>
                </a:lnTo>
                <a:lnTo>
                  <a:pt x="4146" y="23"/>
                </a:lnTo>
                <a:lnTo>
                  <a:pt x="4031" y="23"/>
                </a:lnTo>
                <a:lnTo>
                  <a:pt x="4031" y="0"/>
                </a:lnTo>
                <a:moveTo>
                  <a:pt x="4214" y="0"/>
                </a:moveTo>
                <a:lnTo>
                  <a:pt x="4328" y="0"/>
                </a:lnTo>
                <a:lnTo>
                  <a:pt x="4328" y="23"/>
                </a:lnTo>
                <a:lnTo>
                  <a:pt x="4214" y="23"/>
                </a:lnTo>
                <a:lnTo>
                  <a:pt x="4214" y="0"/>
                </a:lnTo>
                <a:moveTo>
                  <a:pt x="4397" y="0"/>
                </a:moveTo>
                <a:lnTo>
                  <a:pt x="4512" y="0"/>
                </a:lnTo>
                <a:lnTo>
                  <a:pt x="4512" y="23"/>
                </a:lnTo>
                <a:lnTo>
                  <a:pt x="4397" y="23"/>
                </a:lnTo>
                <a:lnTo>
                  <a:pt x="4397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3"/>
                </a:lnTo>
                <a:lnTo>
                  <a:pt x="4581" y="23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3"/>
                </a:lnTo>
                <a:lnTo>
                  <a:pt x="4763" y="23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3"/>
                </a:lnTo>
                <a:lnTo>
                  <a:pt x="4946" y="23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3"/>
                </a:lnTo>
                <a:lnTo>
                  <a:pt x="5129" y="23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3"/>
                </a:lnTo>
                <a:lnTo>
                  <a:pt x="5311" y="23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3"/>
                </a:lnTo>
                <a:lnTo>
                  <a:pt x="5494" y="23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3"/>
                </a:lnTo>
                <a:lnTo>
                  <a:pt x="5677" y="23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3"/>
                </a:lnTo>
                <a:lnTo>
                  <a:pt x="5860" y="23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3"/>
                </a:lnTo>
                <a:lnTo>
                  <a:pt x="6042" y="23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3"/>
                </a:lnTo>
                <a:lnTo>
                  <a:pt x="6225" y="23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3"/>
                </a:lnTo>
                <a:lnTo>
                  <a:pt x="6408" y="23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3"/>
                </a:lnTo>
                <a:lnTo>
                  <a:pt x="6590" y="23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3"/>
                </a:lnTo>
                <a:lnTo>
                  <a:pt x="6773" y="23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3"/>
                </a:lnTo>
                <a:lnTo>
                  <a:pt x="6956" y="23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3"/>
                </a:lnTo>
                <a:lnTo>
                  <a:pt x="7139" y="23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3"/>
                </a:lnTo>
                <a:lnTo>
                  <a:pt x="7321" y="23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3"/>
                </a:lnTo>
                <a:lnTo>
                  <a:pt x="7504" y="23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3"/>
                </a:lnTo>
                <a:lnTo>
                  <a:pt x="7687" y="23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3"/>
                </a:lnTo>
                <a:lnTo>
                  <a:pt x="7870" y="23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3"/>
                </a:lnTo>
                <a:lnTo>
                  <a:pt x="8052" y="23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3"/>
                </a:lnTo>
                <a:lnTo>
                  <a:pt x="8235" y="23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3"/>
                </a:lnTo>
                <a:lnTo>
                  <a:pt x="8418" y="23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3"/>
                </a:lnTo>
                <a:lnTo>
                  <a:pt x="8600" y="23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3"/>
                </a:lnTo>
                <a:lnTo>
                  <a:pt x="8783" y="23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3"/>
                </a:lnTo>
                <a:lnTo>
                  <a:pt x="8966" y="23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3"/>
                </a:lnTo>
                <a:lnTo>
                  <a:pt x="9149" y="23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3"/>
                </a:lnTo>
                <a:lnTo>
                  <a:pt x="9331" y="23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3"/>
                </a:lnTo>
                <a:lnTo>
                  <a:pt x="9514" y="23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3"/>
                </a:lnTo>
                <a:lnTo>
                  <a:pt x="9697" y="23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3"/>
                </a:lnTo>
                <a:lnTo>
                  <a:pt x="9879" y="23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3"/>
                </a:lnTo>
                <a:lnTo>
                  <a:pt x="10062" y="23"/>
                </a:lnTo>
                <a:lnTo>
                  <a:pt x="10062" y="0"/>
                </a:lnTo>
                <a:moveTo>
                  <a:pt x="10245" y="0"/>
                </a:moveTo>
                <a:lnTo>
                  <a:pt x="10359" y="0"/>
                </a:lnTo>
                <a:lnTo>
                  <a:pt x="10359" y="23"/>
                </a:lnTo>
                <a:lnTo>
                  <a:pt x="10245" y="23"/>
                </a:lnTo>
                <a:lnTo>
                  <a:pt x="10245" y="0"/>
                </a:lnTo>
                <a:moveTo>
                  <a:pt x="10428" y="0"/>
                </a:moveTo>
                <a:lnTo>
                  <a:pt x="10542" y="0"/>
                </a:lnTo>
                <a:lnTo>
                  <a:pt x="10542" y="23"/>
                </a:lnTo>
                <a:lnTo>
                  <a:pt x="10428" y="23"/>
                </a:lnTo>
                <a:lnTo>
                  <a:pt x="10428" y="0"/>
                </a:lnTo>
                <a:moveTo>
                  <a:pt x="10610" y="0"/>
                </a:moveTo>
                <a:lnTo>
                  <a:pt x="10725" y="0"/>
                </a:lnTo>
                <a:lnTo>
                  <a:pt x="10725" y="23"/>
                </a:lnTo>
                <a:lnTo>
                  <a:pt x="10610" y="23"/>
                </a:lnTo>
                <a:lnTo>
                  <a:pt x="10610" y="0"/>
                </a:lnTo>
                <a:moveTo>
                  <a:pt x="10793" y="0"/>
                </a:moveTo>
                <a:lnTo>
                  <a:pt x="10907" y="0"/>
                </a:lnTo>
                <a:lnTo>
                  <a:pt x="10907" y="23"/>
                </a:lnTo>
                <a:lnTo>
                  <a:pt x="10793" y="23"/>
                </a:lnTo>
                <a:lnTo>
                  <a:pt x="10793" y="0"/>
                </a:lnTo>
                <a:moveTo>
                  <a:pt x="10976" y="0"/>
                </a:moveTo>
                <a:lnTo>
                  <a:pt x="11090" y="0"/>
                </a:lnTo>
                <a:lnTo>
                  <a:pt x="11090" y="23"/>
                </a:lnTo>
                <a:lnTo>
                  <a:pt x="10976" y="23"/>
                </a:lnTo>
                <a:lnTo>
                  <a:pt x="10976" y="0"/>
                </a:lnTo>
                <a:moveTo>
                  <a:pt x="11159" y="0"/>
                </a:moveTo>
                <a:lnTo>
                  <a:pt x="11273" y="0"/>
                </a:lnTo>
                <a:lnTo>
                  <a:pt x="11273" y="23"/>
                </a:lnTo>
                <a:lnTo>
                  <a:pt x="11159" y="23"/>
                </a:lnTo>
                <a:lnTo>
                  <a:pt x="11159" y="0"/>
                </a:lnTo>
                <a:moveTo>
                  <a:pt x="11341" y="0"/>
                </a:moveTo>
                <a:lnTo>
                  <a:pt x="11455" y="0"/>
                </a:lnTo>
                <a:lnTo>
                  <a:pt x="11455" y="23"/>
                </a:lnTo>
                <a:lnTo>
                  <a:pt x="11341" y="23"/>
                </a:lnTo>
                <a:lnTo>
                  <a:pt x="11341" y="0"/>
                </a:lnTo>
                <a:moveTo>
                  <a:pt x="11524" y="0"/>
                </a:moveTo>
                <a:lnTo>
                  <a:pt x="11638" y="0"/>
                </a:lnTo>
                <a:lnTo>
                  <a:pt x="11638" y="23"/>
                </a:lnTo>
                <a:lnTo>
                  <a:pt x="11524" y="23"/>
                </a:lnTo>
                <a:lnTo>
                  <a:pt x="11524" y="0"/>
                </a:lnTo>
                <a:moveTo>
                  <a:pt x="11707" y="0"/>
                </a:moveTo>
                <a:lnTo>
                  <a:pt x="11821" y="0"/>
                </a:lnTo>
                <a:lnTo>
                  <a:pt x="11821" y="23"/>
                </a:lnTo>
                <a:lnTo>
                  <a:pt x="11707" y="23"/>
                </a:lnTo>
                <a:lnTo>
                  <a:pt x="11707" y="0"/>
                </a:lnTo>
                <a:moveTo>
                  <a:pt x="11889" y="0"/>
                </a:moveTo>
                <a:lnTo>
                  <a:pt x="12004" y="0"/>
                </a:lnTo>
                <a:lnTo>
                  <a:pt x="12004" y="23"/>
                </a:lnTo>
                <a:lnTo>
                  <a:pt x="11889" y="23"/>
                </a:lnTo>
                <a:lnTo>
                  <a:pt x="11889" y="0"/>
                </a:lnTo>
                <a:moveTo>
                  <a:pt x="12072" y="0"/>
                </a:moveTo>
                <a:lnTo>
                  <a:pt x="12186" y="0"/>
                </a:lnTo>
                <a:lnTo>
                  <a:pt x="12186" y="23"/>
                </a:lnTo>
                <a:lnTo>
                  <a:pt x="12072" y="23"/>
                </a:lnTo>
                <a:lnTo>
                  <a:pt x="12072" y="0"/>
                </a:lnTo>
                <a:moveTo>
                  <a:pt x="12255" y="0"/>
                </a:moveTo>
                <a:lnTo>
                  <a:pt x="12369" y="0"/>
                </a:lnTo>
                <a:lnTo>
                  <a:pt x="12369" y="23"/>
                </a:lnTo>
                <a:lnTo>
                  <a:pt x="12255" y="23"/>
                </a:lnTo>
                <a:lnTo>
                  <a:pt x="12255" y="0"/>
                </a:lnTo>
                <a:moveTo>
                  <a:pt x="12438" y="0"/>
                </a:moveTo>
                <a:lnTo>
                  <a:pt x="12552" y="0"/>
                </a:lnTo>
                <a:lnTo>
                  <a:pt x="12552" y="23"/>
                </a:lnTo>
                <a:lnTo>
                  <a:pt x="12438" y="23"/>
                </a:lnTo>
                <a:lnTo>
                  <a:pt x="12438" y="0"/>
                </a:lnTo>
                <a:moveTo>
                  <a:pt x="12620" y="0"/>
                </a:moveTo>
                <a:lnTo>
                  <a:pt x="12735" y="0"/>
                </a:lnTo>
                <a:lnTo>
                  <a:pt x="12735" y="23"/>
                </a:lnTo>
                <a:lnTo>
                  <a:pt x="12620" y="23"/>
                </a:lnTo>
                <a:lnTo>
                  <a:pt x="12620" y="0"/>
                </a:lnTo>
                <a:moveTo>
                  <a:pt x="12803" y="0"/>
                </a:moveTo>
                <a:lnTo>
                  <a:pt x="12917" y="0"/>
                </a:lnTo>
                <a:lnTo>
                  <a:pt x="12917" y="23"/>
                </a:lnTo>
                <a:lnTo>
                  <a:pt x="12803" y="23"/>
                </a:lnTo>
                <a:lnTo>
                  <a:pt x="12803" y="0"/>
                </a:lnTo>
                <a:moveTo>
                  <a:pt x="12986" y="0"/>
                </a:moveTo>
                <a:lnTo>
                  <a:pt x="13100" y="0"/>
                </a:lnTo>
                <a:lnTo>
                  <a:pt x="13100" y="23"/>
                </a:lnTo>
                <a:lnTo>
                  <a:pt x="12986" y="23"/>
                </a:lnTo>
                <a:lnTo>
                  <a:pt x="12986" y="0"/>
                </a:lnTo>
                <a:moveTo>
                  <a:pt x="13168" y="0"/>
                </a:moveTo>
                <a:lnTo>
                  <a:pt x="13283" y="0"/>
                </a:lnTo>
                <a:lnTo>
                  <a:pt x="13283" y="23"/>
                </a:lnTo>
                <a:lnTo>
                  <a:pt x="13168" y="23"/>
                </a:lnTo>
                <a:lnTo>
                  <a:pt x="13168" y="0"/>
                </a:lnTo>
                <a:moveTo>
                  <a:pt x="13317" y="57"/>
                </a:moveTo>
                <a:lnTo>
                  <a:pt x="13317" y="171"/>
                </a:lnTo>
                <a:lnTo>
                  <a:pt x="13294" y="171"/>
                </a:lnTo>
                <a:lnTo>
                  <a:pt x="13294" y="57"/>
                </a:lnTo>
                <a:lnTo>
                  <a:pt x="13317" y="57"/>
                </a:lnTo>
                <a:moveTo>
                  <a:pt x="13317" y="240"/>
                </a:moveTo>
                <a:lnTo>
                  <a:pt x="13317" y="355"/>
                </a:lnTo>
                <a:lnTo>
                  <a:pt x="13294" y="355"/>
                </a:lnTo>
                <a:lnTo>
                  <a:pt x="13294" y="240"/>
                </a:lnTo>
                <a:lnTo>
                  <a:pt x="13317" y="240"/>
                </a:lnTo>
                <a:moveTo>
                  <a:pt x="13317" y="423"/>
                </a:moveTo>
                <a:lnTo>
                  <a:pt x="13317" y="537"/>
                </a:lnTo>
                <a:lnTo>
                  <a:pt x="13294" y="537"/>
                </a:lnTo>
                <a:lnTo>
                  <a:pt x="13294" y="423"/>
                </a:lnTo>
                <a:lnTo>
                  <a:pt x="13317" y="423"/>
                </a:lnTo>
                <a:moveTo>
                  <a:pt x="13317" y="606"/>
                </a:moveTo>
                <a:lnTo>
                  <a:pt x="13317" y="720"/>
                </a:lnTo>
                <a:lnTo>
                  <a:pt x="13294" y="720"/>
                </a:lnTo>
                <a:lnTo>
                  <a:pt x="13294" y="606"/>
                </a:lnTo>
                <a:lnTo>
                  <a:pt x="13317" y="606"/>
                </a:lnTo>
                <a:moveTo>
                  <a:pt x="13317" y="789"/>
                </a:moveTo>
                <a:lnTo>
                  <a:pt x="13317" y="903"/>
                </a:lnTo>
                <a:lnTo>
                  <a:pt x="13294" y="903"/>
                </a:lnTo>
                <a:lnTo>
                  <a:pt x="13294" y="789"/>
                </a:lnTo>
                <a:lnTo>
                  <a:pt x="13317" y="789"/>
                </a:lnTo>
                <a:moveTo>
                  <a:pt x="13317" y="971"/>
                </a:moveTo>
                <a:lnTo>
                  <a:pt x="13317" y="1086"/>
                </a:lnTo>
                <a:lnTo>
                  <a:pt x="13294" y="1086"/>
                </a:lnTo>
                <a:lnTo>
                  <a:pt x="13294" y="971"/>
                </a:lnTo>
                <a:lnTo>
                  <a:pt x="13317" y="971"/>
                </a:lnTo>
                <a:moveTo>
                  <a:pt x="13317" y="1154"/>
                </a:moveTo>
                <a:lnTo>
                  <a:pt x="13317" y="1268"/>
                </a:lnTo>
                <a:lnTo>
                  <a:pt x="13294" y="1268"/>
                </a:lnTo>
                <a:lnTo>
                  <a:pt x="13294" y="1154"/>
                </a:lnTo>
                <a:lnTo>
                  <a:pt x="13317" y="1154"/>
                </a:lnTo>
                <a:moveTo>
                  <a:pt x="13317" y="1337"/>
                </a:moveTo>
                <a:lnTo>
                  <a:pt x="13317" y="1451"/>
                </a:lnTo>
                <a:lnTo>
                  <a:pt x="13294" y="1451"/>
                </a:lnTo>
                <a:lnTo>
                  <a:pt x="13294" y="1337"/>
                </a:lnTo>
                <a:lnTo>
                  <a:pt x="13317" y="1337"/>
                </a:lnTo>
                <a:moveTo>
                  <a:pt x="13283" y="1508"/>
                </a:moveTo>
                <a:lnTo>
                  <a:pt x="13168" y="1508"/>
                </a:lnTo>
                <a:lnTo>
                  <a:pt x="13168" y="1485"/>
                </a:lnTo>
                <a:lnTo>
                  <a:pt x="13283" y="1485"/>
                </a:lnTo>
                <a:lnTo>
                  <a:pt x="13283" y="1508"/>
                </a:lnTo>
                <a:moveTo>
                  <a:pt x="13100" y="1508"/>
                </a:moveTo>
                <a:lnTo>
                  <a:pt x="12986" y="1508"/>
                </a:lnTo>
                <a:lnTo>
                  <a:pt x="12986" y="1485"/>
                </a:lnTo>
                <a:lnTo>
                  <a:pt x="13100" y="1485"/>
                </a:lnTo>
                <a:lnTo>
                  <a:pt x="13100" y="1508"/>
                </a:lnTo>
                <a:moveTo>
                  <a:pt x="12917" y="1508"/>
                </a:moveTo>
                <a:lnTo>
                  <a:pt x="12803" y="1508"/>
                </a:lnTo>
                <a:lnTo>
                  <a:pt x="12803" y="1485"/>
                </a:lnTo>
                <a:lnTo>
                  <a:pt x="12917" y="1485"/>
                </a:lnTo>
                <a:lnTo>
                  <a:pt x="12917" y="1508"/>
                </a:lnTo>
                <a:moveTo>
                  <a:pt x="12735" y="1508"/>
                </a:moveTo>
                <a:lnTo>
                  <a:pt x="12620" y="1508"/>
                </a:lnTo>
                <a:lnTo>
                  <a:pt x="12620" y="1485"/>
                </a:lnTo>
                <a:lnTo>
                  <a:pt x="12735" y="1485"/>
                </a:lnTo>
                <a:lnTo>
                  <a:pt x="12735" y="1508"/>
                </a:lnTo>
                <a:moveTo>
                  <a:pt x="12552" y="1508"/>
                </a:moveTo>
                <a:lnTo>
                  <a:pt x="12438" y="1508"/>
                </a:lnTo>
                <a:lnTo>
                  <a:pt x="12438" y="1485"/>
                </a:lnTo>
                <a:lnTo>
                  <a:pt x="12552" y="1485"/>
                </a:lnTo>
                <a:lnTo>
                  <a:pt x="12552" y="1508"/>
                </a:lnTo>
                <a:moveTo>
                  <a:pt x="12369" y="1508"/>
                </a:moveTo>
                <a:lnTo>
                  <a:pt x="12255" y="1508"/>
                </a:lnTo>
                <a:lnTo>
                  <a:pt x="12255" y="1485"/>
                </a:lnTo>
                <a:lnTo>
                  <a:pt x="12369" y="1485"/>
                </a:lnTo>
                <a:lnTo>
                  <a:pt x="12369" y="1508"/>
                </a:lnTo>
                <a:moveTo>
                  <a:pt x="12186" y="1508"/>
                </a:moveTo>
                <a:lnTo>
                  <a:pt x="12072" y="1508"/>
                </a:lnTo>
                <a:lnTo>
                  <a:pt x="12072" y="1485"/>
                </a:lnTo>
                <a:lnTo>
                  <a:pt x="12186" y="1485"/>
                </a:lnTo>
                <a:lnTo>
                  <a:pt x="12186" y="1508"/>
                </a:lnTo>
                <a:moveTo>
                  <a:pt x="12004" y="1508"/>
                </a:moveTo>
                <a:lnTo>
                  <a:pt x="11889" y="1508"/>
                </a:lnTo>
                <a:lnTo>
                  <a:pt x="11889" y="1485"/>
                </a:lnTo>
                <a:lnTo>
                  <a:pt x="12004" y="1485"/>
                </a:lnTo>
                <a:lnTo>
                  <a:pt x="12004" y="1508"/>
                </a:lnTo>
                <a:moveTo>
                  <a:pt x="11821" y="1508"/>
                </a:moveTo>
                <a:lnTo>
                  <a:pt x="11707" y="1508"/>
                </a:lnTo>
                <a:lnTo>
                  <a:pt x="11707" y="1485"/>
                </a:lnTo>
                <a:lnTo>
                  <a:pt x="11821" y="1485"/>
                </a:lnTo>
                <a:lnTo>
                  <a:pt x="11821" y="1508"/>
                </a:lnTo>
                <a:moveTo>
                  <a:pt x="11638" y="1508"/>
                </a:moveTo>
                <a:lnTo>
                  <a:pt x="11524" y="1508"/>
                </a:lnTo>
                <a:lnTo>
                  <a:pt x="11524" y="1485"/>
                </a:lnTo>
                <a:lnTo>
                  <a:pt x="11638" y="1485"/>
                </a:lnTo>
                <a:lnTo>
                  <a:pt x="11638" y="1508"/>
                </a:lnTo>
                <a:moveTo>
                  <a:pt x="11455" y="1508"/>
                </a:moveTo>
                <a:lnTo>
                  <a:pt x="11341" y="1508"/>
                </a:lnTo>
                <a:lnTo>
                  <a:pt x="11341" y="1485"/>
                </a:lnTo>
                <a:lnTo>
                  <a:pt x="11455" y="1485"/>
                </a:lnTo>
                <a:lnTo>
                  <a:pt x="11455" y="1508"/>
                </a:lnTo>
                <a:moveTo>
                  <a:pt x="11273" y="1508"/>
                </a:moveTo>
                <a:lnTo>
                  <a:pt x="11159" y="1508"/>
                </a:lnTo>
                <a:lnTo>
                  <a:pt x="11159" y="1485"/>
                </a:lnTo>
                <a:lnTo>
                  <a:pt x="11273" y="1485"/>
                </a:lnTo>
                <a:lnTo>
                  <a:pt x="11273" y="1508"/>
                </a:lnTo>
                <a:moveTo>
                  <a:pt x="11090" y="1508"/>
                </a:moveTo>
                <a:lnTo>
                  <a:pt x="10976" y="1508"/>
                </a:lnTo>
                <a:lnTo>
                  <a:pt x="10976" y="1485"/>
                </a:lnTo>
                <a:lnTo>
                  <a:pt x="11090" y="1485"/>
                </a:lnTo>
                <a:lnTo>
                  <a:pt x="11090" y="1508"/>
                </a:lnTo>
                <a:moveTo>
                  <a:pt x="10907" y="1508"/>
                </a:moveTo>
                <a:lnTo>
                  <a:pt x="10793" y="1508"/>
                </a:lnTo>
                <a:lnTo>
                  <a:pt x="10793" y="1485"/>
                </a:lnTo>
                <a:lnTo>
                  <a:pt x="10907" y="1485"/>
                </a:lnTo>
                <a:lnTo>
                  <a:pt x="10907" y="1508"/>
                </a:lnTo>
                <a:moveTo>
                  <a:pt x="10725" y="1508"/>
                </a:moveTo>
                <a:lnTo>
                  <a:pt x="10610" y="1508"/>
                </a:lnTo>
                <a:lnTo>
                  <a:pt x="10610" y="1485"/>
                </a:lnTo>
                <a:lnTo>
                  <a:pt x="10725" y="1485"/>
                </a:lnTo>
                <a:lnTo>
                  <a:pt x="10725" y="1508"/>
                </a:lnTo>
                <a:moveTo>
                  <a:pt x="10542" y="1508"/>
                </a:moveTo>
                <a:lnTo>
                  <a:pt x="10428" y="1508"/>
                </a:lnTo>
                <a:lnTo>
                  <a:pt x="10428" y="1485"/>
                </a:lnTo>
                <a:lnTo>
                  <a:pt x="10542" y="1485"/>
                </a:lnTo>
                <a:lnTo>
                  <a:pt x="10542" y="1508"/>
                </a:lnTo>
                <a:moveTo>
                  <a:pt x="10359" y="1508"/>
                </a:moveTo>
                <a:lnTo>
                  <a:pt x="10245" y="1508"/>
                </a:lnTo>
                <a:lnTo>
                  <a:pt x="10245" y="1485"/>
                </a:lnTo>
                <a:lnTo>
                  <a:pt x="10359" y="1485"/>
                </a:lnTo>
                <a:lnTo>
                  <a:pt x="10359" y="1508"/>
                </a:lnTo>
                <a:moveTo>
                  <a:pt x="10176" y="1508"/>
                </a:moveTo>
                <a:lnTo>
                  <a:pt x="10062" y="1508"/>
                </a:lnTo>
                <a:lnTo>
                  <a:pt x="10062" y="1485"/>
                </a:lnTo>
                <a:lnTo>
                  <a:pt x="10176" y="1485"/>
                </a:lnTo>
                <a:lnTo>
                  <a:pt x="10176" y="1508"/>
                </a:lnTo>
                <a:moveTo>
                  <a:pt x="9994" y="1508"/>
                </a:moveTo>
                <a:lnTo>
                  <a:pt x="9879" y="1508"/>
                </a:lnTo>
                <a:lnTo>
                  <a:pt x="9879" y="1485"/>
                </a:lnTo>
                <a:lnTo>
                  <a:pt x="9994" y="1485"/>
                </a:lnTo>
                <a:lnTo>
                  <a:pt x="9994" y="1508"/>
                </a:lnTo>
                <a:moveTo>
                  <a:pt x="9811" y="1508"/>
                </a:moveTo>
                <a:lnTo>
                  <a:pt x="9697" y="1508"/>
                </a:lnTo>
                <a:lnTo>
                  <a:pt x="9697" y="1485"/>
                </a:lnTo>
                <a:lnTo>
                  <a:pt x="9811" y="1485"/>
                </a:lnTo>
                <a:lnTo>
                  <a:pt x="9811" y="1508"/>
                </a:lnTo>
                <a:moveTo>
                  <a:pt x="9628" y="1508"/>
                </a:moveTo>
                <a:lnTo>
                  <a:pt x="9514" y="1508"/>
                </a:lnTo>
                <a:lnTo>
                  <a:pt x="9514" y="1485"/>
                </a:lnTo>
                <a:lnTo>
                  <a:pt x="9628" y="1485"/>
                </a:lnTo>
                <a:lnTo>
                  <a:pt x="9628" y="1508"/>
                </a:lnTo>
                <a:moveTo>
                  <a:pt x="9446" y="1508"/>
                </a:moveTo>
                <a:lnTo>
                  <a:pt x="9331" y="1508"/>
                </a:lnTo>
                <a:lnTo>
                  <a:pt x="9331" y="1485"/>
                </a:lnTo>
                <a:lnTo>
                  <a:pt x="9446" y="1485"/>
                </a:lnTo>
                <a:lnTo>
                  <a:pt x="9446" y="1508"/>
                </a:lnTo>
                <a:moveTo>
                  <a:pt x="9263" y="1508"/>
                </a:moveTo>
                <a:lnTo>
                  <a:pt x="9149" y="1508"/>
                </a:lnTo>
                <a:lnTo>
                  <a:pt x="9149" y="1485"/>
                </a:lnTo>
                <a:lnTo>
                  <a:pt x="9263" y="1485"/>
                </a:lnTo>
                <a:lnTo>
                  <a:pt x="9263" y="1508"/>
                </a:lnTo>
                <a:moveTo>
                  <a:pt x="9080" y="1508"/>
                </a:moveTo>
                <a:lnTo>
                  <a:pt x="8966" y="1508"/>
                </a:lnTo>
                <a:lnTo>
                  <a:pt x="8966" y="1485"/>
                </a:lnTo>
                <a:lnTo>
                  <a:pt x="9080" y="1485"/>
                </a:lnTo>
                <a:lnTo>
                  <a:pt x="9080" y="1508"/>
                </a:lnTo>
                <a:moveTo>
                  <a:pt x="8897" y="1508"/>
                </a:moveTo>
                <a:lnTo>
                  <a:pt x="8783" y="1508"/>
                </a:lnTo>
                <a:lnTo>
                  <a:pt x="8783" y="1485"/>
                </a:lnTo>
                <a:lnTo>
                  <a:pt x="8897" y="1485"/>
                </a:lnTo>
                <a:lnTo>
                  <a:pt x="8897" y="1508"/>
                </a:lnTo>
                <a:moveTo>
                  <a:pt x="8715" y="1508"/>
                </a:moveTo>
                <a:lnTo>
                  <a:pt x="8600" y="1508"/>
                </a:lnTo>
                <a:lnTo>
                  <a:pt x="8600" y="1485"/>
                </a:lnTo>
                <a:lnTo>
                  <a:pt x="8715" y="1485"/>
                </a:lnTo>
                <a:lnTo>
                  <a:pt x="8715" y="1508"/>
                </a:lnTo>
                <a:moveTo>
                  <a:pt x="8532" y="1508"/>
                </a:moveTo>
                <a:lnTo>
                  <a:pt x="8418" y="1508"/>
                </a:lnTo>
                <a:lnTo>
                  <a:pt x="8418" y="1485"/>
                </a:lnTo>
                <a:lnTo>
                  <a:pt x="8532" y="1485"/>
                </a:lnTo>
                <a:lnTo>
                  <a:pt x="8532" y="1508"/>
                </a:lnTo>
                <a:moveTo>
                  <a:pt x="8349" y="1508"/>
                </a:moveTo>
                <a:lnTo>
                  <a:pt x="8235" y="1508"/>
                </a:lnTo>
                <a:lnTo>
                  <a:pt x="8235" y="1485"/>
                </a:lnTo>
                <a:lnTo>
                  <a:pt x="8349" y="1485"/>
                </a:lnTo>
                <a:lnTo>
                  <a:pt x="8349" y="1508"/>
                </a:lnTo>
                <a:moveTo>
                  <a:pt x="8166" y="1508"/>
                </a:moveTo>
                <a:lnTo>
                  <a:pt x="8052" y="1508"/>
                </a:lnTo>
                <a:lnTo>
                  <a:pt x="8052" y="1485"/>
                </a:lnTo>
                <a:lnTo>
                  <a:pt x="8166" y="1485"/>
                </a:lnTo>
                <a:lnTo>
                  <a:pt x="8166" y="1508"/>
                </a:lnTo>
                <a:moveTo>
                  <a:pt x="7984" y="1508"/>
                </a:moveTo>
                <a:lnTo>
                  <a:pt x="7870" y="1508"/>
                </a:lnTo>
                <a:lnTo>
                  <a:pt x="7870" y="1485"/>
                </a:lnTo>
                <a:lnTo>
                  <a:pt x="7984" y="1485"/>
                </a:lnTo>
                <a:lnTo>
                  <a:pt x="7984" y="1508"/>
                </a:lnTo>
                <a:moveTo>
                  <a:pt x="7801" y="1508"/>
                </a:moveTo>
                <a:lnTo>
                  <a:pt x="7687" y="1508"/>
                </a:lnTo>
                <a:lnTo>
                  <a:pt x="7687" y="1485"/>
                </a:lnTo>
                <a:lnTo>
                  <a:pt x="7801" y="1485"/>
                </a:lnTo>
                <a:lnTo>
                  <a:pt x="7801" y="1508"/>
                </a:lnTo>
                <a:moveTo>
                  <a:pt x="7618" y="1508"/>
                </a:moveTo>
                <a:lnTo>
                  <a:pt x="7504" y="1508"/>
                </a:lnTo>
                <a:lnTo>
                  <a:pt x="7504" y="1485"/>
                </a:lnTo>
                <a:lnTo>
                  <a:pt x="7618" y="1485"/>
                </a:lnTo>
                <a:lnTo>
                  <a:pt x="7618" y="1508"/>
                </a:lnTo>
                <a:moveTo>
                  <a:pt x="7436" y="1508"/>
                </a:moveTo>
                <a:lnTo>
                  <a:pt x="7321" y="1508"/>
                </a:lnTo>
                <a:lnTo>
                  <a:pt x="7321" y="1485"/>
                </a:lnTo>
                <a:lnTo>
                  <a:pt x="7436" y="1485"/>
                </a:lnTo>
                <a:lnTo>
                  <a:pt x="7436" y="1508"/>
                </a:lnTo>
                <a:moveTo>
                  <a:pt x="7253" y="1508"/>
                </a:moveTo>
                <a:lnTo>
                  <a:pt x="7139" y="1508"/>
                </a:lnTo>
                <a:lnTo>
                  <a:pt x="7139" y="1485"/>
                </a:lnTo>
                <a:lnTo>
                  <a:pt x="7253" y="1485"/>
                </a:lnTo>
                <a:lnTo>
                  <a:pt x="7253" y="1508"/>
                </a:lnTo>
                <a:moveTo>
                  <a:pt x="7070" y="1508"/>
                </a:moveTo>
                <a:lnTo>
                  <a:pt x="6956" y="1508"/>
                </a:lnTo>
                <a:lnTo>
                  <a:pt x="6956" y="1485"/>
                </a:lnTo>
                <a:lnTo>
                  <a:pt x="7070" y="1485"/>
                </a:lnTo>
                <a:lnTo>
                  <a:pt x="7070" y="1508"/>
                </a:lnTo>
                <a:moveTo>
                  <a:pt x="6887" y="1508"/>
                </a:moveTo>
                <a:lnTo>
                  <a:pt x="6773" y="1508"/>
                </a:lnTo>
                <a:lnTo>
                  <a:pt x="6773" y="1485"/>
                </a:lnTo>
                <a:lnTo>
                  <a:pt x="6887" y="1485"/>
                </a:lnTo>
                <a:lnTo>
                  <a:pt x="6887" y="1508"/>
                </a:lnTo>
                <a:moveTo>
                  <a:pt x="6705" y="1508"/>
                </a:moveTo>
                <a:lnTo>
                  <a:pt x="6590" y="1508"/>
                </a:lnTo>
                <a:lnTo>
                  <a:pt x="6590" y="1485"/>
                </a:lnTo>
                <a:lnTo>
                  <a:pt x="6705" y="1485"/>
                </a:lnTo>
                <a:lnTo>
                  <a:pt x="6705" y="1508"/>
                </a:lnTo>
                <a:moveTo>
                  <a:pt x="6522" y="1508"/>
                </a:moveTo>
                <a:lnTo>
                  <a:pt x="6408" y="1508"/>
                </a:lnTo>
                <a:lnTo>
                  <a:pt x="6408" y="1485"/>
                </a:lnTo>
                <a:lnTo>
                  <a:pt x="6522" y="1485"/>
                </a:lnTo>
                <a:lnTo>
                  <a:pt x="6522" y="1508"/>
                </a:lnTo>
                <a:moveTo>
                  <a:pt x="6339" y="1508"/>
                </a:moveTo>
                <a:lnTo>
                  <a:pt x="6225" y="1508"/>
                </a:lnTo>
                <a:lnTo>
                  <a:pt x="6225" y="1485"/>
                </a:lnTo>
                <a:lnTo>
                  <a:pt x="6339" y="1485"/>
                </a:lnTo>
                <a:lnTo>
                  <a:pt x="6339" y="1508"/>
                </a:lnTo>
                <a:moveTo>
                  <a:pt x="6157" y="1508"/>
                </a:moveTo>
                <a:lnTo>
                  <a:pt x="6042" y="1508"/>
                </a:lnTo>
                <a:lnTo>
                  <a:pt x="6042" y="1485"/>
                </a:lnTo>
                <a:lnTo>
                  <a:pt x="6157" y="1485"/>
                </a:lnTo>
                <a:lnTo>
                  <a:pt x="6157" y="1508"/>
                </a:lnTo>
                <a:moveTo>
                  <a:pt x="5974" y="1508"/>
                </a:moveTo>
                <a:lnTo>
                  <a:pt x="5860" y="1508"/>
                </a:lnTo>
                <a:lnTo>
                  <a:pt x="5860" y="1485"/>
                </a:lnTo>
                <a:lnTo>
                  <a:pt x="5974" y="1485"/>
                </a:lnTo>
                <a:lnTo>
                  <a:pt x="5974" y="1508"/>
                </a:lnTo>
                <a:moveTo>
                  <a:pt x="5791" y="1508"/>
                </a:moveTo>
                <a:lnTo>
                  <a:pt x="5677" y="1508"/>
                </a:lnTo>
                <a:lnTo>
                  <a:pt x="5677" y="1485"/>
                </a:lnTo>
                <a:lnTo>
                  <a:pt x="5791" y="1485"/>
                </a:lnTo>
                <a:lnTo>
                  <a:pt x="5791" y="1508"/>
                </a:lnTo>
                <a:moveTo>
                  <a:pt x="5608" y="1508"/>
                </a:moveTo>
                <a:lnTo>
                  <a:pt x="5494" y="1508"/>
                </a:lnTo>
                <a:lnTo>
                  <a:pt x="5494" y="1485"/>
                </a:lnTo>
                <a:lnTo>
                  <a:pt x="5608" y="1485"/>
                </a:lnTo>
                <a:lnTo>
                  <a:pt x="5608" y="1508"/>
                </a:lnTo>
                <a:moveTo>
                  <a:pt x="5426" y="1508"/>
                </a:moveTo>
                <a:lnTo>
                  <a:pt x="5311" y="1508"/>
                </a:lnTo>
                <a:lnTo>
                  <a:pt x="5311" y="1485"/>
                </a:lnTo>
                <a:lnTo>
                  <a:pt x="5426" y="1485"/>
                </a:lnTo>
                <a:lnTo>
                  <a:pt x="5426" y="1508"/>
                </a:lnTo>
                <a:moveTo>
                  <a:pt x="5243" y="1508"/>
                </a:moveTo>
                <a:lnTo>
                  <a:pt x="5129" y="1508"/>
                </a:lnTo>
                <a:lnTo>
                  <a:pt x="5129" y="1485"/>
                </a:lnTo>
                <a:lnTo>
                  <a:pt x="5243" y="1485"/>
                </a:lnTo>
                <a:lnTo>
                  <a:pt x="5243" y="1508"/>
                </a:lnTo>
                <a:moveTo>
                  <a:pt x="5060" y="1508"/>
                </a:moveTo>
                <a:lnTo>
                  <a:pt x="4946" y="1508"/>
                </a:lnTo>
                <a:lnTo>
                  <a:pt x="4946" y="1485"/>
                </a:lnTo>
                <a:lnTo>
                  <a:pt x="5060" y="1485"/>
                </a:lnTo>
                <a:lnTo>
                  <a:pt x="5060" y="1508"/>
                </a:lnTo>
                <a:moveTo>
                  <a:pt x="4877" y="1508"/>
                </a:moveTo>
                <a:lnTo>
                  <a:pt x="4763" y="1508"/>
                </a:lnTo>
                <a:lnTo>
                  <a:pt x="4763" y="1485"/>
                </a:lnTo>
                <a:lnTo>
                  <a:pt x="4877" y="1485"/>
                </a:lnTo>
                <a:lnTo>
                  <a:pt x="4877" y="1508"/>
                </a:lnTo>
                <a:moveTo>
                  <a:pt x="4695" y="1508"/>
                </a:moveTo>
                <a:lnTo>
                  <a:pt x="4581" y="1508"/>
                </a:lnTo>
                <a:lnTo>
                  <a:pt x="4581" y="1485"/>
                </a:lnTo>
                <a:lnTo>
                  <a:pt x="4695" y="1485"/>
                </a:lnTo>
                <a:lnTo>
                  <a:pt x="4695" y="1508"/>
                </a:lnTo>
                <a:moveTo>
                  <a:pt x="4512" y="1508"/>
                </a:moveTo>
                <a:lnTo>
                  <a:pt x="4397" y="1508"/>
                </a:lnTo>
                <a:lnTo>
                  <a:pt x="4397" y="1485"/>
                </a:lnTo>
                <a:lnTo>
                  <a:pt x="4512" y="1485"/>
                </a:lnTo>
                <a:lnTo>
                  <a:pt x="4512" y="1508"/>
                </a:lnTo>
                <a:moveTo>
                  <a:pt x="4328" y="1508"/>
                </a:moveTo>
                <a:lnTo>
                  <a:pt x="4214" y="1508"/>
                </a:lnTo>
                <a:lnTo>
                  <a:pt x="4214" y="1485"/>
                </a:lnTo>
                <a:lnTo>
                  <a:pt x="4328" y="1485"/>
                </a:lnTo>
                <a:lnTo>
                  <a:pt x="4328" y="1508"/>
                </a:lnTo>
                <a:moveTo>
                  <a:pt x="4146" y="1508"/>
                </a:moveTo>
                <a:lnTo>
                  <a:pt x="4031" y="1508"/>
                </a:lnTo>
                <a:lnTo>
                  <a:pt x="4031" y="1485"/>
                </a:lnTo>
                <a:lnTo>
                  <a:pt x="4146" y="1485"/>
                </a:lnTo>
                <a:lnTo>
                  <a:pt x="4146" y="1508"/>
                </a:lnTo>
                <a:moveTo>
                  <a:pt x="3963" y="1508"/>
                </a:moveTo>
                <a:lnTo>
                  <a:pt x="3849" y="1508"/>
                </a:lnTo>
                <a:lnTo>
                  <a:pt x="3849" y="1485"/>
                </a:lnTo>
                <a:lnTo>
                  <a:pt x="3963" y="1485"/>
                </a:lnTo>
                <a:lnTo>
                  <a:pt x="3963" y="1508"/>
                </a:lnTo>
                <a:moveTo>
                  <a:pt x="3780" y="1508"/>
                </a:moveTo>
                <a:lnTo>
                  <a:pt x="3666" y="1508"/>
                </a:lnTo>
                <a:lnTo>
                  <a:pt x="3666" y="1485"/>
                </a:lnTo>
                <a:lnTo>
                  <a:pt x="3780" y="1485"/>
                </a:lnTo>
                <a:lnTo>
                  <a:pt x="3780" y="1508"/>
                </a:lnTo>
                <a:moveTo>
                  <a:pt x="3597" y="1508"/>
                </a:moveTo>
                <a:lnTo>
                  <a:pt x="3483" y="1508"/>
                </a:lnTo>
                <a:lnTo>
                  <a:pt x="3483" y="1485"/>
                </a:lnTo>
                <a:lnTo>
                  <a:pt x="3597" y="1485"/>
                </a:lnTo>
                <a:lnTo>
                  <a:pt x="3597" y="1508"/>
                </a:lnTo>
                <a:moveTo>
                  <a:pt x="3415" y="1508"/>
                </a:moveTo>
                <a:lnTo>
                  <a:pt x="3300" y="1508"/>
                </a:lnTo>
                <a:lnTo>
                  <a:pt x="3300" y="1485"/>
                </a:lnTo>
                <a:lnTo>
                  <a:pt x="3415" y="1485"/>
                </a:lnTo>
                <a:lnTo>
                  <a:pt x="3415" y="1508"/>
                </a:lnTo>
                <a:moveTo>
                  <a:pt x="3232" y="1508"/>
                </a:moveTo>
                <a:lnTo>
                  <a:pt x="3118" y="1508"/>
                </a:lnTo>
                <a:lnTo>
                  <a:pt x="3118" y="1485"/>
                </a:lnTo>
                <a:lnTo>
                  <a:pt x="3232" y="1485"/>
                </a:lnTo>
                <a:lnTo>
                  <a:pt x="3232" y="1508"/>
                </a:lnTo>
                <a:moveTo>
                  <a:pt x="3049" y="1508"/>
                </a:moveTo>
                <a:lnTo>
                  <a:pt x="2935" y="1508"/>
                </a:lnTo>
                <a:lnTo>
                  <a:pt x="2935" y="1485"/>
                </a:lnTo>
                <a:lnTo>
                  <a:pt x="3049" y="1485"/>
                </a:lnTo>
                <a:lnTo>
                  <a:pt x="3049" y="1508"/>
                </a:lnTo>
                <a:moveTo>
                  <a:pt x="2867" y="1508"/>
                </a:moveTo>
                <a:lnTo>
                  <a:pt x="2752" y="1508"/>
                </a:lnTo>
                <a:lnTo>
                  <a:pt x="2752" y="1485"/>
                </a:lnTo>
                <a:lnTo>
                  <a:pt x="2867" y="1485"/>
                </a:lnTo>
                <a:lnTo>
                  <a:pt x="2867" y="1508"/>
                </a:lnTo>
                <a:moveTo>
                  <a:pt x="2684" y="1508"/>
                </a:moveTo>
                <a:lnTo>
                  <a:pt x="2570" y="1508"/>
                </a:lnTo>
                <a:lnTo>
                  <a:pt x="2570" y="1485"/>
                </a:lnTo>
                <a:lnTo>
                  <a:pt x="2684" y="1485"/>
                </a:lnTo>
                <a:lnTo>
                  <a:pt x="2684" y="1508"/>
                </a:lnTo>
                <a:moveTo>
                  <a:pt x="2501" y="1508"/>
                </a:moveTo>
                <a:lnTo>
                  <a:pt x="2387" y="1508"/>
                </a:lnTo>
                <a:lnTo>
                  <a:pt x="2387" y="1485"/>
                </a:lnTo>
                <a:lnTo>
                  <a:pt x="2501" y="1485"/>
                </a:lnTo>
                <a:lnTo>
                  <a:pt x="2501" y="1508"/>
                </a:lnTo>
                <a:moveTo>
                  <a:pt x="2318" y="1508"/>
                </a:moveTo>
                <a:lnTo>
                  <a:pt x="2204" y="1508"/>
                </a:lnTo>
                <a:lnTo>
                  <a:pt x="2204" y="1485"/>
                </a:lnTo>
                <a:lnTo>
                  <a:pt x="2318" y="1485"/>
                </a:lnTo>
                <a:lnTo>
                  <a:pt x="2318" y="1508"/>
                </a:lnTo>
                <a:moveTo>
                  <a:pt x="2136" y="1508"/>
                </a:moveTo>
                <a:lnTo>
                  <a:pt x="2021" y="1508"/>
                </a:lnTo>
                <a:lnTo>
                  <a:pt x="2021" y="1485"/>
                </a:lnTo>
                <a:lnTo>
                  <a:pt x="2136" y="1485"/>
                </a:lnTo>
                <a:lnTo>
                  <a:pt x="2136" y="1508"/>
                </a:lnTo>
                <a:moveTo>
                  <a:pt x="1953" y="1508"/>
                </a:moveTo>
                <a:lnTo>
                  <a:pt x="1839" y="1508"/>
                </a:lnTo>
                <a:lnTo>
                  <a:pt x="1839" y="1485"/>
                </a:lnTo>
                <a:lnTo>
                  <a:pt x="1953" y="1485"/>
                </a:lnTo>
                <a:lnTo>
                  <a:pt x="1953" y="1508"/>
                </a:lnTo>
                <a:moveTo>
                  <a:pt x="1770" y="1508"/>
                </a:moveTo>
                <a:lnTo>
                  <a:pt x="1656" y="1508"/>
                </a:lnTo>
                <a:lnTo>
                  <a:pt x="1656" y="1485"/>
                </a:lnTo>
                <a:lnTo>
                  <a:pt x="1770" y="1485"/>
                </a:lnTo>
                <a:lnTo>
                  <a:pt x="1770" y="1508"/>
                </a:lnTo>
                <a:moveTo>
                  <a:pt x="1587" y="1508"/>
                </a:moveTo>
                <a:lnTo>
                  <a:pt x="1473" y="1508"/>
                </a:lnTo>
                <a:lnTo>
                  <a:pt x="1473" y="1485"/>
                </a:lnTo>
                <a:lnTo>
                  <a:pt x="1587" y="1485"/>
                </a:lnTo>
                <a:lnTo>
                  <a:pt x="1587" y="1508"/>
                </a:lnTo>
                <a:moveTo>
                  <a:pt x="1405" y="1508"/>
                </a:moveTo>
                <a:lnTo>
                  <a:pt x="1291" y="1508"/>
                </a:lnTo>
                <a:lnTo>
                  <a:pt x="1291" y="1485"/>
                </a:lnTo>
                <a:lnTo>
                  <a:pt x="1405" y="1485"/>
                </a:lnTo>
                <a:lnTo>
                  <a:pt x="1405" y="1508"/>
                </a:lnTo>
                <a:moveTo>
                  <a:pt x="1222" y="1508"/>
                </a:moveTo>
                <a:lnTo>
                  <a:pt x="1108" y="1508"/>
                </a:lnTo>
                <a:lnTo>
                  <a:pt x="1108" y="1485"/>
                </a:lnTo>
                <a:lnTo>
                  <a:pt x="1222" y="1485"/>
                </a:lnTo>
                <a:lnTo>
                  <a:pt x="1222" y="1508"/>
                </a:lnTo>
                <a:moveTo>
                  <a:pt x="1039" y="1508"/>
                </a:moveTo>
                <a:lnTo>
                  <a:pt x="925" y="1508"/>
                </a:lnTo>
                <a:lnTo>
                  <a:pt x="925" y="1485"/>
                </a:lnTo>
                <a:lnTo>
                  <a:pt x="1039" y="1485"/>
                </a:lnTo>
                <a:lnTo>
                  <a:pt x="1039" y="1508"/>
                </a:lnTo>
                <a:moveTo>
                  <a:pt x="857" y="1508"/>
                </a:moveTo>
                <a:lnTo>
                  <a:pt x="742" y="1508"/>
                </a:lnTo>
                <a:lnTo>
                  <a:pt x="742" y="1485"/>
                </a:lnTo>
                <a:lnTo>
                  <a:pt x="857" y="1485"/>
                </a:lnTo>
                <a:lnTo>
                  <a:pt x="857" y="1508"/>
                </a:lnTo>
                <a:moveTo>
                  <a:pt x="674" y="1508"/>
                </a:moveTo>
                <a:lnTo>
                  <a:pt x="560" y="1508"/>
                </a:lnTo>
                <a:lnTo>
                  <a:pt x="560" y="1485"/>
                </a:lnTo>
                <a:lnTo>
                  <a:pt x="674" y="1485"/>
                </a:lnTo>
                <a:lnTo>
                  <a:pt x="674" y="1508"/>
                </a:lnTo>
                <a:moveTo>
                  <a:pt x="491" y="1508"/>
                </a:moveTo>
                <a:lnTo>
                  <a:pt x="377" y="1508"/>
                </a:lnTo>
                <a:lnTo>
                  <a:pt x="377" y="1485"/>
                </a:lnTo>
                <a:lnTo>
                  <a:pt x="491" y="1485"/>
                </a:lnTo>
                <a:lnTo>
                  <a:pt x="491" y="1508"/>
                </a:lnTo>
                <a:moveTo>
                  <a:pt x="308" y="1508"/>
                </a:moveTo>
                <a:lnTo>
                  <a:pt x="194" y="1508"/>
                </a:lnTo>
                <a:lnTo>
                  <a:pt x="194" y="1485"/>
                </a:lnTo>
                <a:lnTo>
                  <a:pt x="308" y="1485"/>
                </a:lnTo>
                <a:lnTo>
                  <a:pt x="308" y="1508"/>
                </a:lnTo>
                <a:moveTo>
                  <a:pt x="126" y="1508"/>
                </a:moveTo>
                <a:lnTo>
                  <a:pt x="11" y="1508"/>
                </a:lnTo>
                <a:lnTo>
                  <a:pt x="11" y="1485"/>
                </a:lnTo>
                <a:lnTo>
                  <a:pt x="126" y="1485"/>
                </a:lnTo>
                <a:lnTo>
                  <a:pt x="126" y="1508"/>
                </a:lnTo>
                <a:moveTo>
                  <a:pt x="0" y="1428"/>
                </a:moveTo>
                <a:lnTo>
                  <a:pt x="0" y="1314"/>
                </a:lnTo>
                <a:lnTo>
                  <a:pt x="23" y="1314"/>
                </a:lnTo>
                <a:lnTo>
                  <a:pt x="23" y="1428"/>
                </a:lnTo>
                <a:lnTo>
                  <a:pt x="0" y="1428"/>
                </a:lnTo>
                <a:moveTo>
                  <a:pt x="0" y="1245"/>
                </a:moveTo>
                <a:lnTo>
                  <a:pt x="0" y="1131"/>
                </a:lnTo>
                <a:lnTo>
                  <a:pt x="23" y="1131"/>
                </a:lnTo>
                <a:lnTo>
                  <a:pt x="23" y="1245"/>
                </a:lnTo>
                <a:lnTo>
                  <a:pt x="0" y="1245"/>
                </a:lnTo>
                <a:moveTo>
                  <a:pt x="0" y="1063"/>
                </a:moveTo>
                <a:lnTo>
                  <a:pt x="0" y="949"/>
                </a:lnTo>
                <a:lnTo>
                  <a:pt x="23" y="949"/>
                </a:lnTo>
                <a:lnTo>
                  <a:pt x="23" y="1063"/>
                </a:lnTo>
                <a:lnTo>
                  <a:pt x="0" y="1063"/>
                </a:lnTo>
                <a:moveTo>
                  <a:pt x="0" y="880"/>
                </a:moveTo>
                <a:lnTo>
                  <a:pt x="0" y="766"/>
                </a:lnTo>
                <a:lnTo>
                  <a:pt x="23" y="766"/>
                </a:lnTo>
                <a:lnTo>
                  <a:pt x="23" y="880"/>
                </a:lnTo>
                <a:lnTo>
                  <a:pt x="0" y="880"/>
                </a:lnTo>
                <a:moveTo>
                  <a:pt x="0" y="697"/>
                </a:moveTo>
                <a:lnTo>
                  <a:pt x="0" y="583"/>
                </a:lnTo>
                <a:lnTo>
                  <a:pt x="23" y="583"/>
                </a:lnTo>
                <a:lnTo>
                  <a:pt x="23" y="697"/>
                </a:lnTo>
                <a:lnTo>
                  <a:pt x="0" y="697"/>
                </a:lnTo>
                <a:moveTo>
                  <a:pt x="0" y="515"/>
                </a:moveTo>
                <a:lnTo>
                  <a:pt x="0" y="400"/>
                </a:lnTo>
                <a:lnTo>
                  <a:pt x="23" y="400"/>
                </a:lnTo>
                <a:lnTo>
                  <a:pt x="23" y="515"/>
                </a:lnTo>
                <a:lnTo>
                  <a:pt x="0" y="515"/>
                </a:lnTo>
                <a:moveTo>
                  <a:pt x="0" y="332"/>
                </a:moveTo>
                <a:lnTo>
                  <a:pt x="0" y="217"/>
                </a:lnTo>
                <a:lnTo>
                  <a:pt x="23" y="217"/>
                </a:lnTo>
                <a:lnTo>
                  <a:pt x="23" y="332"/>
                </a:lnTo>
                <a:lnTo>
                  <a:pt x="0" y="332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1" y="0"/>
                </a:moveTo>
                <a:lnTo>
                  <a:pt x="126" y="0"/>
                </a:lnTo>
                <a:lnTo>
                  <a:pt x="126" y="23"/>
                </a:lnTo>
                <a:lnTo>
                  <a:pt x="11" y="23"/>
                </a:lnTo>
                <a:lnTo>
                  <a:pt x="11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3" name=""/>
          <p:cNvSpPr/>
          <p:nvPr/>
        </p:nvSpPr>
        <p:spPr>
          <a:xfrm>
            <a:off x="5407200" y="186876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4" name=""/>
          <p:cNvSpPr/>
          <p:nvPr/>
        </p:nvSpPr>
        <p:spPr>
          <a:xfrm>
            <a:off x="5407200" y="189756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5" name=""/>
          <p:cNvSpPr txBox="1"/>
          <p:nvPr/>
        </p:nvSpPr>
        <p:spPr>
          <a:xfrm>
            <a:off x="621720" y="1563480"/>
            <a:ext cx="3079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na: Grofmazig resultaat publiceren naar de onderwijscatalogus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6" name=""/>
          <p:cNvSpPr txBox="1"/>
          <p:nvPr/>
        </p:nvSpPr>
        <p:spPr>
          <a:xfrm>
            <a:off x="868320" y="1859400"/>
            <a:ext cx="1319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7" name=""/>
          <p:cNvSpPr txBox="1"/>
          <p:nvPr/>
        </p:nvSpPr>
        <p:spPr>
          <a:xfrm>
            <a:off x="868320" y="1992240"/>
            <a:ext cx="34372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Simulatie in de leerapotheek, theorie ondersteunend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8" name=""/>
          <p:cNvSpPr/>
          <p:nvPr/>
        </p:nvSpPr>
        <p:spPr>
          <a:xfrm>
            <a:off x="5769000" y="1802880"/>
            <a:ext cx="2779560" cy="534960"/>
          </a:xfrm>
          <a:custGeom>
            <a:avLst/>
            <a:gdLst/>
            <a:ahLst/>
            <a:rect l="0" t="0" r="r" b="b"/>
            <a:pathLst>
              <a:path w="7721" h="1486">
                <a:moveTo>
                  <a:pt x="0" y="0"/>
                </a:moveTo>
                <a:lnTo>
                  <a:pt x="7721" y="0"/>
                </a:lnTo>
                <a:lnTo>
                  <a:pt x="7721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9" name=""/>
          <p:cNvSpPr/>
          <p:nvPr/>
        </p:nvSpPr>
        <p:spPr>
          <a:xfrm>
            <a:off x="5764680" y="1798920"/>
            <a:ext cx="2787840" cy="542880"/>
          </a:xfrm>
          <a:custGeom>
            <a:avLst/>
            <a:gdLst/>
            <a:ahLst/>
            <a:rect l="0" t="0" r="r" b="b"/>
            <a:pathLst>
              <a:path w="7744" h="1508">
                <a:moveTo>
                  <a:pt x="194" y="0"/>
                </a:moveTo>
                <a:lnTo>
                  <a:pt x="309" y="0"/>
                </a:lnTo>
                <a:lnTo>
                  <a:pt x="309" y="23"/>
                </a:lnTo>
                <a:lnTo>
                  <a:pt x="194" y="23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3"/>
                </a:lnTo>
                <a:lnTo>
                  <a:pt x="377" y="23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3"/>
                </a:lnTo>
                <a:lnTo>
                  <a:pt x="560" y="23"/>
                </a:lnTo>
                <a:lnTo>
                  <a:pt x="560" y="0"/>
                </a:lnTo>
                <a:moveTo>
                  <a:pt x="743" y="0"/>
                </a:moveTo>
                <a:lnTo>
                  <a:pt x="857" y="0"/>
                </a:lnTo>
                <a:lnTo>
                  <a:pt x="857" y="23"/>
                </a:lnTo>
                <a:lnTo>
                  <a:pt x="743" y="23"/>
                </a:lnTo>
                <a:lnTo>
                  <a:pt x="743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3"/>
                </a:lnTo>
                <a:lnTo>
                  <a:pt x="925" y="23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3"/>
                </a:lnTo>
                <a:lnTo>
                  <a:pt x="1108" y="23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3"/>
                </a:lnTo>
                <a:lnTo>
                  <a:pt x="1291" y="23"/>
                </a:lnTo>
                <a:lnTo>
                  <a:pt x="1291" y="0"/>
                </a:lnTo>
                <a:moveTo>
                  <a:pt x="1473" y="0"/>
                </a:moveTo>
                <a:lnTo>
                  <a:pt x="1588" y="0"/>
                </a:lnTo>
                <a:lnTo>
                  <a:pt x="1588" y="23"/>
                </a:lnTo>
                <a:lnTo>
                  <a:pt x="1473" y="23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2" y="0"/>
                </a:moveTo>
                <a:lnTo>
                  <a:pt x="2136" y="0"/>
                </a:lnTo>
                <a:lnTo>
                  <a:pt x="2136" y="23"/>
                </a:lnTo>
                <a:lnTo>
                  <a:pt x="2022" y="23"/>
                </a:lnTo>
                <a:lnTo>
                  <a:pt x="2022" y="0"/>
                </a:lnTo>
                <a:moveTo>
                  <a:pt x="2204" y="0"/>
                </a:moveTo>
                <a:lnTo>
                  <a:pt x="2319" y="0"/>
                </a:lnTo>
                <a:lnTo>
                  <a:pt x="2319" y="23"/>
                </a:lnTo>
                <a:lnTo>
                  <a:pt x="2204" y="23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3" y="0"/>
                </a:moveTo>
                <a:lnTo>
                  <a:pt x="2867" y="0"/>
                </a:lnTo>
                <a:lnTo>
                  <a:pt x="2867" y="23"/>
                </a:lnTo>
                <a:lnTo>
                  <a:pt x="2753" y="23"/>
                </a:lnTo>
                <a:lnTo>
                  <a:pt x="2753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3"/>
                </a:lnTo>
                <a:lnTo>
                  <a:pt x="2935" y="23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3"/>
                </a:lnTo>
                <a:lnTo>
                  <a:pt x="3118" y="23"/>
                </a:lnTo>
                <a:lnTo>
                  <a:pt x="3118" y="0"/>
                </a:lnTo>
                <a:moveTo>
                  <a:pt x="3301" y="0"/>
                </a:moveTo>
                <a:lnTo>
                  <a:pt x="3416" y="0"/>
                </a:lnTo>
                <a:lnTo>
                  <a:pt x="3416" y="23"/>
                </a:lnTo>
                <a:lnTo>
                  <a:pt x="3301" y="23"/>
                </a:lnTo>
                <a:lnTo>
                  <a:pt x="3301" y="0"/>
                </a:lnTo>
                <a:moveTo>
                  <a:pt x="3484" y="0"/>
                </a:moveTo>
                <a:lnTo>
                  <a:pt x="3599" y="0"/>
                </a:lnTo>
                <a:lnTo>
                  <a:pt x="3599" y="23"/>
                </a:lnTo>
                <a:lnTo>
                  <a:pt x="3484" y="23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3"/>
                </a:lnTo>
                <a:lnTo>
                  <a:pt x="3667" y="23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3"/>
                </a:lnTo>
                <a:lnTo>
                  <a:pt x="3850" y="23"/>
                </a:lnTo>
                <a:lnTo>
                  <a:pt x="3850" y="0"/>
                </a:lnTo>
                <a:moveTo>
                  <a:pt x="4033" y="0"/>
                </a:moveTo>
                <a:lnTo>
                  <a:pt x="4147" y="0"/>
                </a:lnTo>
                <a:lnTo>
                  <a:pt x="4147" y="23"/>
                </a:lnTo>
                <a:lnTo>
                  <a:pt x="4033" y="23"/>
                </a:lnTo>
                <a:lnTo>
                  <a:pt x="4033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3"/>
                </a:lnTo>
                <a:lnTo>
                  <a:pt x="4215" y="23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3"/>
                </a:lnTo>
                <a:lnTo>
                  <a:pt x="4398" y="23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3"/>
                </a:lnTo>
                <a:lnTo>
                  <a:pt x="4581" y="23"/>
                </a:lnTo>
                <a:lnTo>
                  <a:pt x="4581" y="0"/>
                </a:lnTo>
                <a:moveTo>
                  <a:pt x="4763" y="0"/>
                </a:moveTo>
                <a:lnTo>
                  <a:pt x="4878" y="0"/>
                </a:lnTo>
                <a:lnTo>
                  <a:pt x="4878" y="23"/>
                </a:lnTo>
                <a:lnTo>
                  <a:pt x="4763" y="23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3"/>
                </a:lnTo>
                <a:lnTo>
                  <a:pt x="4946" y="23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3"/>
                </a:lnTo>
                <a:lnTo>
                  <a:pt x="5129" y="23"/>
                </a:lnTo>
                <a:lnTo>
                  <a:pt x="5129" y="0"/>
                </a:lnTo>
                <a:moveTo>
                  <a:pt x="5312" y="0"/>
                </a:moveTo>
                <a:lnTo>
                  <a:pt x="5426" y="0"/>
                </a:lnTo>
                <a:lnTo>
                  <a:pt x="5426" y="23"/>
                </a:lnTo>
                <a:lnTo>
                  <a:pt x="5312" y="23"/>
                </a:lnTo>
                <a:lnTo>
                  <a:pt x="5312" y="0"/>
                </a:lnTo>
                <a:moveTo>
                  <a:pt x="5494" y="0"/>
                </a:moveTo>
                <a:lnTo>
                  <a:pt x="5609" y="0"/>
                </a:lnTo>
                <a:lnTo>
                  <a:pt x="5609" y="23"/>
                </a:lnTo>
                <a:lnTo>
                  <a:pt x="5494" y="23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3"/>
                </a:lnTo>
                <a:lnTo>
                  <a:pt x="5677" y="23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3"/>
                </a:lnTo>
                <a:lnTo>
                  <a:pt x="5860" y="23"/>
                </a:lnTo>
                <a:lnTo>
                  <a:pt x="5860" y="0"/>
                </a:lnTo>
                <a:moveTo>
                  <a:pt x="6043" y="0"/>
                </a:moveTo>
                <a:lnTo>
                  <a:pt x="6157" y="0"/>
                </a:lnTo>
                <a:lnTo>
                  <a:pt x="6157" y="23"/>
                </a:lnTo>
                <a:lnTo>
                  <a:pt x="6043" y="23"/>
                </a:lnTo>
                <a:lnTo>
                  <a:pt x="6043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3"/>
                </a:lnTo>
                <a:lnTo>
                  <a:pt x="6225" y="23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3"/>
                </a:lnTo>
                <a:lnTo>
                  <a:pt x="6408" y="23"/>
                </a:lnTo>
                <a:lnTo>
                  <a:pt x="6408" y="0"/>
                </a:lnTo>
                <a:moveTo>
                  <a:pt x="6591" y="0"/>
                </a:moveTo>
                <a:lnTo>
                  <a:pt x="6705" y="0"/>
                </a:lnTo>
                <a:lnTo>
                  <a:pt x="6705" y="23"/>
                </a:lnTo>
                <a:lnTo>
                  <a:pt x="6591" y="23"/>
                </a:lnTo>
                <a:lnTo>
                  <a:pt x="6591" y="0"/>
                </a:lnTo>
                <a:moveTo>
                  <a:pt x="6773" y="0"/>
                </a:moveTo>
                <a:lnTo>
                  <a:pt x="6888" y="0"/>
                </a:lnTo>
                <a:lnTo>
                  <a:pt x="6888" y="23"/>
                </a:lnTo>
                <a:lnTo>
                  <a:pt x="6773" y="23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3"/>
                </a:lnTo>
                <a:lnTo>
                  <a:pt x="6956" y="23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3"/>
                </a:lnTo>
                <a:lnTo>
                  <a:pt x="7139" y="23"/>
                </a:lnTo>
                <a:lnTo>
                  <a:pt x="7139" y="0"/>
                </a:lnTo>
                <a:moveTo>
                  <a:pt x="7322" y="0"/>
                </a:moveTo>
                <a:lnTo>
                  <a:pt x="7436" y="0"/>
                </a:lnTo>
                <a:lnTo>
                  <a:pt x="7436" y="23"/>
                </a:lnTo>
                <a:lnTo>
                  <a:pt x="7322" y="23"/>
                </a:lnTo>
                <a:lnTo>
                  <a:pt x="7322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3"/>
                </a:lnTo>
                <a:lnTo>
                  <a:pt x="7504" y="23"/>
                </a:lnTo>
                <a:lnTo>
                  <a:pt x="7504" y="0"/>
                </a:lnTo>
                <a:moveTo>
                  <a:pt x="7687" y="0"/>
                </a:moveTo>
                <a:lnTo>
                  <a:pt x="7744" y="0"/>
                </a:lnTo>
                <a:lnTo>
                  <a:pt x="7744" y="80"/>
                </a:lnTo>
                <a:lnTo>
                  <a:pt x="7721" y="80"/>
                </a:lnTo>
                <a:lnTo>
                  <a:pt x="7721" y="11"/>
                </a:lnTo>
                <a:lnTo>
                  <a:pt x="7733" y="11"/>
                </a:lnTo>
                <a:lnTo>
                  <a:pt x="7733" y="23"/>
                </a:lnTo>
                <a:lnTo>
                  <a:pt x="7687" y="23"/>
                </a:lnTo>
                <a:lnTo>
                  <a:pt x="7687" y="0"/>
                </a:lnTo>
                <a:moveTo>
                  <a:pt x="7744" y="148"/>
                </a:moveTo>
                <a:lnTo>
                  <a:pt x="7744" y="262"/>
                </a:lnTo>
                <a:lnTo>
                  <a:pt x="7721" y="262"/>
                </a:lnTo>
                <a:lnTo>
                  <a:pt x="7721" y="148"/>
                </a:lnTo>
                <a:lnTo>
                  <a:pt x="7744" y="148"/>
                </a:lnTo>
                <a:moveTo>
                  <a:pt x="7744" y="332"/>
                </a:moveTo>
                <a:lnTo>
                  <a:pt x="7744" y="446"/>
                </a:lnTo>
                <a:lnTo>
                  <a:pt x="7721" y="446"/>
                </a:lnTo>
                <a:lnTo>
                  <a:pt x="7721" y="332"/>
                </a:lnTo>
                <a:lnTo>
                  <a:pt x="7744" y="332"/>
                </a:lnTo>
                <a:moveTo>
                  <a:pt x="7744" y="515"/>
                </a:moveTo>
                <a:lnTo>
                  <a:pt x="7744" y="629"/>
                </a:lnTo>
                <a:lnTo>
                  <a:pt x="7721" y="629"/>
                </a:lnTo>
                <a:lnTo>
                  <a:pt x="7721" y="515"/>
                </a:lnTo>
                <a:lnTo>
                  <a:pt x="7744" y="515"/>
                </a:lnTo>
                <a:moveTo>
                  <a:pt x="7744" y="697"/>
                </a:moveTo>
                <a:lnTo>
                  <a:pt x="7744" y="812"/>
                </a:lnTo>
                <a:lnTo>
                  <a:pt x="7721" y="812"/>
                </a:lnTo>
                <a:lnTo>
                  <a:pt x="7721" y="697"/>
                </a:lnTo>
                <a:lnTo>
                  <a:pt x="7744" y="697"/>
                </a:lnTo>
                <a:moveTo>
                  <a:pt x="7744" y="880"/>
                </a:moveTo>
                <a:lnTo>
                  <a:pt x="7744" y="994"/>
                </a:lnTo>
                <a:lnTo>
                  <a:pt x="7721" y="994"/>
                </a:lnTo>
                <a:lnTo>
                  <a:pt x="7721" y="880"/>
                </a:lnTo>
                <a:lnTo>
                  <a:pt x="7744" y="880"/>
                </a:lnTo>
                <a:moveTo>
                  <a:pt x="7744" y="1063"/>
                </a:moveTo>
                <a:lnTo>
                  <a:pt x="7744" y="1177"/>
                </a:lnTo>
                <a:lnTo>
                  <a:pt x="7721" y="1177"/>
                </a:lnTo>
                <a:lnTo>
                  <a:pt x="7721" y="1063"/>
                </a:lnTo>
                <a:lnTo>
                  <a:pt x="7744" y="1063"/>
                </a:lnTo>
                <a:moveTo>
                  <a:pt x="7744" y="1245"/>
                </a:moveTo>
                <a:lnTo>
                  <a:pt x="7744" y="1360"/>
                </a:lnTo>
                <a:lnTo>
                  <a:pt x="7721" y="1360"/>
                </a:lnTo>
                <a:lnTo>
                  <a:pt x="7721" y="1245"/>
                </a:lnTo>
                <a:lnTo>
                  <a:pt x="7744" y="1245"/>
                </a:lnTo>
                <a:moveTo>
                  <a:pt x="7744" y="1428"/>
                </a:moveTo>
                <a:lnTo>
                  <a:pt x="7744" y="1508"/>
                </a:lnTo>
                <a:lnTo>
                  <a:pt x="7687" y="1508"/>
                </a:lnTo>
                <a:lnTo>
                  <a:pt x="7687" y="1485"/>
                </a:lnTo>
                <a:lnTo>
                  <a:pt x="7733" y="1485"/>
                </a:lnTo>
                <a:lnTo>
                  <a:pt x="7733" y="1497"/>
                </a:lnTo>
                <a:lnTo>
                  <a:pt x="7721" y="1497"/>
                </a:lnTo>
                <a:lnTo>
                  <a:pt x="7721" y="1428"/>
                </a:lnTo>
                <a:lnTo>
                  <a:pt x="7744" y="1428"/>
                </a:lnTo>
                <a:moveTo>
                  <a:pt x="7618" y="1508"/>
                </a:moveTo>
                <a:lnTo>
                  <a:pt x="7504" y="1508"/>
                </a:lnTo>
                <a:lnTo>
                  <a:pt x="7504" y="1485"/>
                </a:lnTo>
                <a:lnTo>
                  <a:pt x="7618" y="1485"/>
                </a:lnTo>
                <a:lnTo>
                  <a:pt x="7618" y="1508"/>
                </a:lnTo>
                <a:moveTo>
                  <a:pt x="7436" y="1508"/>
                </a:moveTo>
                <a:lnTo>
                  <a:pt x="7322" y="1508"/>
                </a:lnTo>
                <a:lnTo>
                  <a:pt x="7322" y="1485"/>
                </a:lnTo>
                <a:lnTo>
                  <a:pt x="7436" y="1485"/>
                </a:lnTo>
                <a:lnTo>
                  <a:pt x="7436" y="1508"/>
                </a:lnTo>
                <a:moveTo>
                  <a:pt x="7253" y="1508"/>
                </a:moveTo>
                <a:lnTo>
                  <a:pt x="7139" y="1508"/>
                </a:lnTo>
                <a:lnTo>
                  <a:pt x="7139" y="1485"/>
                </a:lnTo>
                <a:lnTo>
                  <a:pt x="7253" y="1485"/>
                </a:lnTo>
                <a:lnTo>
                  <a:pt x="7253" y="1508"/>
                </a:lnTo>
                <a:moveTo>
                  <a:pt x="7070" y="1508"/>
                </a:moveTo>
                <a:lnTo>
                  <a:pt x="6956" y="1508"/>
                </a:lnTo>
                <a:lnTo>
                  <a:pt x="6956" y="1485"/>
                </a:lnTo>
                <a:lnTo>
                  <a:pt x="7070" y="1485"/>
                </a:lnTo>
                <a:lnTo>
                  <a:pt x="7070" y="1508"/>
                </a:lnTo>
                <a:moveTo>
                  <a:pt x="6888" y="1508"/>
                </a:moveTo>
                <a:lnTo>
                  <a:pt x="6773" y="1508"/>
                </a:lnTo>
                <a:lnTo>
                  <a:pt x="6773" y="1485"/>
                </a:lnTo>
                <a:lnTo>
                  <a:pt x="6888" y="1485"/>
                </a:lnTo>
                <a:lnTo>
                  <a:pt x="6888" y="1508"/>
                </a:lnTo>
                <a:moveTo>
                  <a:pt x="6705" y="1508"/>
                </a:moveTo>
                <a:lnTo>
                  <a:pt x="6591" y="1508"/>
                </a:lnTo>
                <a:lnTo>
                  <a:pt x="6591" y="1485"/>
                </a:lnTo>
                <a:lnTo>
                  <a:pt x="6705" y="1485"/>
                </a:lnTo>
                <a:lnTo>
                  <a:pt x="6705" y="1508"/>
                </a:lnTo>
                <a:moveTo>
                  <a:pt x="6522" y="1508"/>
                </a:moveTo>
                <a:lnTo>
                  <a:pt x="6408" y="1508"/>
                </a:lnTo>
                <a:lnTo>
                  <a:pt x="6408" y="1485"/>
                </a:lnTo>
                <a:lnTo>
                  <a:pt x="6522" y="1485"/>
                </a:lnTo>
                <a:lnTo>
                  <a:pt x="6522" y="1508"/>
                </a:lnTo>
                <a:moveTo>
                  <a:pt x="6339" y="1508"/>
                </a:moveTo>
                <a:lnTo>
                  <a:pt x="6225" y="1508"/>
                </a:lnTo>
                <a:lnTo>
                  <a:pt x="6225" y="1485"/>
                </a:lnTo>
                <a:lnTo>
                  <a:pt x="6339" y="1485"/>
                </a:lnTo>
                <a:lnTo>
                  <a:pt x="6339" y="1508"/>
                </a:lnTo>
                <a:moveTo>
                  <a:pt x="6157" y="1508"/>
                </a:moveTo>
                <a:lnTo>
                  <a:pt x="6043" y="1508"/>
                </a:lnTo>
                <a:lnTo>
                  <a:pt x="6043" y="1485"/>
                </a:lnTo>
                <a:lnTo>
                  <a:pt x="6157" y="1485"/>
                </a:lnTo>
                <a:lnTo>
                  <a:pt x="6157" y="1508"/>
                </a:lnTo>
                <a:moveTo>
                  <a:pt x="5974" y="1508"/>
                </a:moveTo>
                <a:lnTo>
                  <a:pt x="5860" y="1508"/>
                </a:lnTo>
                <a:lnTo>
                  <a:pt x="5860" y="1485"/>
                </a:lnTo>
                <a:lnTo>
                  <a:pt x="5974" y="1485"/>
                </a:lnTo>
                <a:lnTo>
                  <a:pt x="5974" y="1508"/>
                </a:lnTo>
                <a:moveTo>
                  <a:pt x="5791" y="1508"/>
                </a:moveTo>
                <a:lnTo>
                  <a:pt x="5677" y="1508"/>
                </a:lnTo>
                <a:lnTo>
                  <a:pt x="5677" y="1485"/>
                </a:lnTo>
                <a:lnTo>
                  <a:pt x="5791" y="1485"/>
                </a:lnTo>
                <a:lnTo>
                  <a:pt x="5791" y="1508"/>
                </a:lnTo>
                <a:moveTo>
                  <a:pt x="5609" y="1508"/>
                </a:moveTo>
                <a:lnTo>
                  <a:pt x="5494" y="1508"/>
                </a:lnTo>
                <a:lnTo>
                  <a:pt x="5494" y="1485"/>
                </a:lnTo>
                <a:lnTo>
                  <a:pt x="5609" y="1485"/>
                </a:lnTo>
                <a:lnTo>
                  <a:pt x="5609" y="1508"/>
                </a:lnTo>
                <a:moveTo>
                  <a:pt x="5426" y="1508"/>
                </a:moveTo>
                <a:lnTo>
                  <a:pt x="5312" y="1508"/>
                </a:lnTo>
                <a:lnTo>
                  <a:pt x="5312" y="1485"/>
                </a:lnTo>
                <a:lnTo>
                  <a:pt x="5426" y="1485"/>
                </a:lnTo>
                <a:lnTo>
                  <a:pt x="5426" y="1508"/>
                </a:lnTo>
                <a:moveTo>
                  <a:pt x="5243" y="1508"/>
                </a:moveTo>
                <a:lnTo>
                  <a:pt x="5129" y="1508"/>
                </a:lnTo>
                <a:lnTo>
                  <a:pt x="5129" y="1485"/>
                </a:lnTo>
                <a:lnTo>
                  <a:pt x="5243" y="1485"/>
                </a:lnTo>
                <a:lnTo>
                  <a:pt x="5243" y="1508"/>
                </a:lnTo>
                <a:moveTo>
                  <a:pt x="5060" y="1508"/>
                </a:moveTo>
                <a:lnTo>
                  <a:pt x="4946" y="1508"/>
                </a:lnTo>
                <a:lnTo>
                  <a:pt x="4946" y="1485"/>
                </a:lnTo>
                <a:lnTo>
                  <a:pt x="5060" y="1485"/>
                </a:lnTo>
                <a:lnTo>
                  <a:pt x="5060" y="1508"/>
                </a:lnTo>
                <a:moveTo>
                  <a:pt x="4878" y="1508"/>
                </a:moveTo>
                <a:lnTo>
                  <a:pt x="4763" y="1508"/>
                </a:lnTo>
                <a:lnTo>
                  <a:pt x="4763" y="1485"/>
                </a:lnTo>
                <a:lnTo>
                  <a:pt x="4878" y="1485"/>
                </a:lnTo>
                <a:lnTo>
                  <a:pt x="4878" y="1508"/>
                </a:lnTo>
                <a:moveTo>
                  <a:pt x="4695" y="1508"/>
                </a:moveTo>
                <a:lnTo>
                  <a:pt x="4581" y="1508"/>
                </a:lnTo>
                <a:lnTo>
                  <a:pt x="4581" y="1485"/>
                </a:lnTo>
                <a:lnTo>
                  <a:pt x="4695" y="1485"/>
                </a:lnTo>
                <a:lnTo>
                  <a:pt x="4695" y="1508"/>
                </a:lnTo>
                <a:moveTo>
                  <a:pt x="4512" y="1508"/>
                </a:moveTo>
                <a:lnTo>
                  <a:pt x="4398" y="1508"/>
                </a:lnTo>
                <a:lnTo>
                  <a:pt x="4398" y="1485"/>
                </a:lnTo>
                <a:lnTo>
                  <a:pt x="4512" y="1485"/>
                </a:lnTo>
                <a:lnTo>
                  <a:pt x="4512" y="1508"/>
                </a:lnTo>
                <a:moveTo>
                  <a:pt x="4329" y="1508"/>
                </a:moveTo>
                <a:lnTo>
                  <a:pt x="4215" y="1508"/>
                </a:lnTo>
                <a:lnTo>
                  <a:pt x="4215" y="1485"/>
                </a:lnTo>
                <a:lnTo>
                  <a:pt x="4329" y="1485"/>
                </a:lnTo>
                <a:lnTo>
                  <a:pt x="4329" y="1508"/>
                </a:lnTo>
                <a:moveTo>
                  <a:pt x="4147" y="1508"/>
                </a:moveTo>
                <a:lnTo>
                  <a:pt x="4033" y="1508"/>
                </a:lnTo>
                <a:lnTo>
                  <a:pt x="4033" y="1485"/>
                </a:lnTo>
                <a:lnTo>
                  <a:pt x="4147" y="1485"/>
                </a:lnTo>
                <a:lnTo>
                  <a:pt x="4147" y="1508"/>
                </a:lnTo>
                <a:moveTo>
                  <a:pt x="3964" y="1508"/>
                </a:moveTo>
                <a:lnTo>
                  <a:pt x="3850" y="1508"/>
                </a:lnTo>
                <a:lnTo>
                  <a:pt x="3850" y="1485"/>
                </a:lnTo>
                <a:lnTo>
                  <a:pt x="3964" y="1485"/>
                </a:lnTo>
                <a:lnTo>
                  <a:pt x="3964" y="1508"/>
                </a:lnTo>
                <a:moveTo>
                  <a:pt x="3781" y="1508"/>
                </a:moveTo>
                <a:lnTo>
                  <a:pt x="3667" y="1508"/>
                </a:lnTo>
                <a:lnTo>
                  <a:pt x="3667" y="1485"/>
                </a:lnTo>
                <a:lnTo>
                  <a:pt x="3781" y="1485"/>
                </a:lnTo>
                <a:lnTo>
                  <a:pt x="3781" y="1508"/>
                </a:lnTo>
                <a:moveTo>
                  <a:pt x="3599" y="1508"/>
                </a:moveTo>
                <a:lnTo>
                  <a:pt x="3484" y="1508"/>
                </a:lnTo>
                <a:lnTo>
                  <a:pt x="3484" y="1485"/>
                </a:lnTo>
                <a:lnTo>
                  <a:pt x="3599" y="1485"/>
                </a:lnTo>
                <a:lnTo>
                  <a:pt x="3599" y="1508"/>
                </a:lnTo>
                <a:moveTo>
                  <a:pt x="3416" y="1508"/>
                </a:moveTo>
                <a:lnTo>
                  <a:pt x="3301" y="1508"/>
                </a:lnTo>
                <a:lnTo>
                  <a:pt x="3301" y="1485"/>
                </a:lnTo>
                <a:lnTo>
                  <a:pt x="3416" y="1485"/>
                </a:lnTo>
                <a:lnTo>
                  <a:pt x="3416" y="1508"/>
                </a:lnTo>
                <a:moveTo>
                  <a:pt x="3232" y="1508"/>
                </a:moveTo>
                <a:lnTo>
                  <a:pt x="3118" y="1508"/>
                </a:lnTo>
                <a:lnTo>
                  <a:pt x="3118" y="1485"/>
                </a:lnTo>
                <a:lnTo>
                  <a:pt x="3232" y="1485"/>
                </a:lnTo>
                <a:lnTo>
                  <a:pt x="3232" y="1508"/>
                </a:lnTo>
                <a:moveTo>
                  <a:pt x="3049" y="1508"/>
                </a:moveTo>
                <a:lnTo>
                  <a:pt x="2935" y="1508"/>
                </a:lnTo>
                <a:lnTo>
                  <a:pt x="2935" y="1485"/>
                </a:lnTo>
                <a:lnTo>
                  <a:pt x="3049" y="1485"/>
                </a:lnTo>
                <a:lnTo>
                  <a:pt x="3049" y="1508"/>
                </a:lnTo>
                <a:moveTo>
                  <a:pt x="2867" y="1508"/>
                </a:moveTo>
                <a:lnTo>
                  <a:pt x="2753" y="1508"/>
                </a:lnTo>
                <a:lnTo>
                  <a:pt x="2753" y="1485"/>
                </a:lnTo>
                <a:lnTo>
                  <a:pt x="2867" y="1485"/>
                </a:lnTo>
                <a:lnTo>
                  <a:pt x="2867" y="1508"/>
                </a:lnTo>
                <a:moveTo>
                  <a:pt x="2684" y="1508"/>
                </a:moveTo>
                <a:lnTo>
                  <a:pt x="2570" y="1508"/>
                </a:lnTo>
                <a:lnTo>
                  <a:pt x="2570" y="1485"/>
                </a:lnTo>
                <a:lnTo>
                  <a:pt x="2684" y="1485"/>
                </a:lnTo>
                <a:lnTo>
                  <a:pt x="2684" y="1508"/>
                </a:lnTo>
                <a:moveTo>
                  <a:pt x="2501" y="1508"/>
                </a:moveTo>
                <a:lnTo>
                  <a:pt x="2387" y="1508"/>
                </a:lnTo>
                <a:lnTo>
                  <a:pt x="2387" y="1485"/>
                </a:lnTo>
                <a:lnTo>
                  <a:pt x="2501" y="1485"/>
                </a:lnTo>
                <a:lnTo>
                  <a:pt x="2501" y="1508"/>
                </a:lnTo>
                <a:moveTo>
                  <a:pt x="2319" y="1508"/>
                </a:moveTo>
                <a:lnTo>
                  <a:pt x="2204" y="1508"/>
                </a:lnTo>
                <a:lnTo>
                  <a:pt x="2204" y="1485"/>
                </a:lnTo>
                <a:lnTo>
                  <a:pt x="2319" y="1485"/>
                </a:lnTo>
                <a:lnTo>
                  <a:pt x="2319" y="1508"/>
                </a:lnTo>
                <a:moveTo>
                  <a:pt x="2136" y="1508"/>
                </a:moveTo>
                <a:lnTo>
                  <a:pt x="2022" y="1508"/>
                </a:lnTo>
                <a:lnTo>
                  <a:pt x="2022" y="1485"/>
                </a:lnTo>
                <a:lnTo>
                  <a:pt x="2136" y="1485"/>
                </a:lnTo>
                <a:lnTo>
                  <a:pt x="2136" y="1508"/>
                </a:lnTo>
                <a:moveTo>
                  <a:pt x="1953" y="1508"/>
                </a:moveTo>
                <a:lnTo>
                  <a:pt x="1839" y="1508"/>
                </a:lnTo>
                <a:lnTo>
                  <a:pt x="1839" y="1485"/>
                </a:lnTo>
                <a:lnTo>
                  <a:pt x="1953" y="1485"/>
                </a:lnTo>
                <a:lnTo>
                  <a:pt x="1953" y="1508"/>
                </a:lnTo>
                <a:moveTo>
                  <a:pt x="1770" y="1508"/>
                </a:moveTo>
                <a:lnTo>
                  <a:pt x="1656" y="1508"/>
                </a:lnTo>
                <a:lnTo>
                  <a:pt x="1656" y="1485"/>
                </a:lnTo>
                <a:lnTo>
                  <a:pt x="1770" y="1485"/>
                </a:lnTo>
                <a:lnTo>
                  <a:pt x="1770" y="1508"/>
                </a:lnTo>
                <a:moveTo>
                  <a:pt x="1588" y="1508"/>
                </a:moveTo>
                <a:lnTo>
                  <a:pt x="1473" y="1508"/>
                </a:lnTo>
                <a:lnTo>
                  <a:pt x="1473" y="1485"/>
                </a:lnTo>
                <a:lnTo>
                  <a:pt x="1588" y="1485"/>
                </a:lnTo>
                <a:lnTo>
                  <a:pt x="1588" y="1508"/>
                </a:lnTo>
                <a:moveTo>
                  <a:pt x="1405" y="1508"/>
                </a:moveTo>
                <a:lnTo>
                  <a:pt x="1291" y="1508"/>
                </a:lnTo>
                <a:lnTo>
                  <a:pt x="1291" y="1485"/>
                </a:lnTo>
                <a:lnTo>
                  <a:pt x="1405" y="1485"/>
                </a:lnTo>
                <a:lnTo>
                  <a:pt x="1405" y="1508"/>
                </a:lnTo>
                <a:moveTo>
                  <a:pt x="1222" y="1508"/>
                </a:moveTo>
                <a:lnTo>
                  <a:pt x="1108" y="1508"/>
                </a:lnTo>
                <a:lnTo>
                  <a:pt x="1108" y="1485"/>
                </a:lnTo>
                <a:lnTo>
                  <a:pt x="1222" y="1485"/>
                </a:lnTo>
                <a:lnTo>
                  <a:pt x="1222" y="1508"/>
                </a:lnTo>
                <a:moveTo>
                  <a:pt x="1039" y="1508"/>
                </a:moveTo>
                <a:lnTo>
                  <a:pt x="925" y="1508"/>
                </a:lnTo>
                <a:lnTo>
                  <a:pt x="925" y="1485"/>
                </a:lnTo>
                <a:lnTo>
                  <a:pt x="1039" y="1485"/>
                </a:lnTo>
                <a:lnTo>
                  <a:pt x="1039" y="1508"/>
                </a:lnTo>
                <a:moveTo>
                  <a:pt x="857" y="1508"/>
                </a:moveTo>
                <a:lnTo>
                  <a:pt x="743" y="1508"/>
                </a:lnTo>
                <a:lnTo>
                  <a:pt x="743" y="1485"/>
                </a:lnTo>
                <a:lnTo>
                  <a:pt x="857" y="1485"/>
                </a:lnTo>
                <a:lnTo>
                  <a:pt x="857" y="1508"/>
                </a:lnTo>
                <a:moveTo>
                  <a:pt x="674" y="1508"/>
                </a:moveTo>
                <a:lnTo>
                  <a:pt x="560" y="1508"/>
                </a:lnTo>
                <a:lnTo>
                  <a:pt x="560" y="1485"/>
                </a:lnTo>
                <a:lnTo>
                  <a:pt x="674" y="1485"/>
                </a:lnTo>
                <a:lnTo>
                  <a:pt x="674" y="1508"/>
                </a:lnTo>
                <a:moveTo>
                  <a:pt x="491" y="1508"/>
                </a:moveTo>
                <a:lnTo>
                  <a:pt x="377" y="1508"/>
                </a:lnTo>
                <a:lnTo>
                  <a:pt x="377" y="1485"/>
                </a:lnTo>
                <a:lnTo>
                  <a:pt x="491" y="1485"/>
                </a:lnTo>
                <a:lnTo>
                  <a:pt x="491" y="1508"/>
                </a:lnTo>
                <a:moveTo>
                  <a:pt x="309" y="1508"/>
                </a:moveTo>
                <a:lnTo>
                  <a:pt x="194" y="1508"/>
                </a:lnTo>
                <a:lnTo>
                  <a:pt x="194" y="1485"/>
                </a:lnTo>
                <a:lnTo>
                  <a:pt x="309" y="1485"/>
                </a:lnTo>
                <a:lnTo>
                  <a:pt x="309" y="1508"/>
                </a:lnTo>
                <a:moveTo>
                  <a:pt x="126" y="1508"/>
                </a:moveTo>
                <a:lnTo>
                  <a:pt x="12" y="1508"/>
                </a:lnTo>
                <a:lnTo>
                  <a:pt x="12" y="1485"/>
                </a:lnTo>
                <a:lnTo>
                  <a:pt x="126" y="1485"/>
                </a:lnTo>
                <a:lnTo>
                  <a:pt x="126" y="1508"/>
                </a:lnTo>
                <a:moveTo>
                  <a:pt x="0" y="1428"/>
                </a:moveTo>
                <a:lnTo>
                  <a:pt x="0" y="1314"/>
                </a:lnTo>
                <a:lnTo>
                  <a:pt x="23" y="1314"/>
                </a:lnTo>
                <a:lnTo>
                  <a:pt x="23" y="1428"/>
                </a:lnTo>
                <a:lnTo>
                  <a:pt x="0" y="1428"/>
                </a:lnTo>
                <a:moveTo>
                  <a:pt x="0" y="1245"/>
                </a:moveTo>
                <a:lnTo>
                  <a:pt x="0" y="1131"/>
                </a:lnTo>
                <a:lnTo>
                  <a:pt x="23" y="1131"/>
                </a:lnTo>
                <a:lnTo>
                  <a:pt x="23" y="1245"/>
                </a:lnTo>
                <a:lnTo>
                  <a:pt x="0" y="1245"/>
                </a:lnTo>
                <a:moveTo>
                  <a:pt x="0" y="1063"/>
                </a:moveTo>
                <a:lnTo>
                  <a:pt x="0" y="949"/>
                </a:lnTo>
                <a:lnTo>
                  <a:pt x="23" y="949"/>
                </a:lnTo>
                <a:lnTo>
                  <a:pt x="23" y="1063"/>
                </a:lnTo>
                <a:lnTo>
                  <a:pt x="0" y="1063"/>
                </a:lnTo>
                <a:moveTo>
                  <a:pt x="0" y="880"/>
                </a:moveTo>
                <a:lnTo>
                  <a:pt x="0" y="766"/>
                </a:lnTo>
                <a:lnTo>
                  <a:pt x="23" y="766"/>
                </a:lnTo>
                <a:lnTo>
                  <a:pt x="23" y="880"/>
                </a:lnTo>
                <a:lnTo>
                  <a:pt x="0" y="880"/>
                </a:lnTo>
                <a:moveTo>
                  <a:pt x="0" y="697"/>
                </a:moveTo>
                <a:lnTo>
                  <a:pt x="0" y="583"/>
                </a:lnTo>
                <a:lnTo>
                  <a:pt x="23" y="583"/>
                </a:lnTo>
                <a:lnTo>
                  <a:pt x="23" y="697"/>
                </a:lnTo>
                <a:lnTo>
                  <a:pt x="0" y="697"/>
                </a:lnTo>
                <a:moveTo>
                  <a:pt x="0" y="515"/>
                </a:moveTo>
                <a:lnTo>
                  <a:pt x="0" y="400"/>
                </a:lnTo>
                <a:lnTo>
                  <a:pt x="23" y="400"/>
                </a:lnTo>
                <a:lnTo>
                  <a:pt x="23" y="515"/>
                </a:lnTo>
                <a:lnTo>
                  <a:pt x="0" y="515"/>
                </a:lnTo>
                <a:moveTo>
                  <a:pt x="0" y="332"/>
                </a:moveTo>
                <a:lnTo>
                  <a:pt x="0" y="217"/>
                </a:lnTo>
                <a:lnTo>
                  <a:pt x="23" y="217"/>
                </a:lnTo>
                <a:lnTo>
                  <a:pt x="23" y="332"/>
                </a:lnTo>
                <a:lnTo>
                  <a:pt x="0" y="332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2" y="0"/>
                </a:moveTo>
                <a:lnTo>
                  <a:pt x="126" y="0"/>
                </a:lnTo>
                <a:lnTo>
                  <a:pt x="126" y="23"/>
                </a:lnTo>
                <a:lnTo>
                  <a:pt x="12" y="23"/>
                </a:lnTo>
                <a:lnTo>
                  <a:pt x="12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0" name=""/>
          <p:cNvSpPr/>
          <p:nvPr/>
        </p:nvSpPr>
        <p:spPr>
          <a:xfrm>
            <a:off x="8383680" y="186876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1" name=""/>
          <p:cNvSpPr/>
          <p:nvPr/>
        </p:nvSpPr>
        <p:spPr>
          <a:xfrm>
            <a:off x="8383680" y="189756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2" name=""/>
          <p:cNvSpPr txBox="1"/>
          <p:nvPr/>
        </p:nvSpPr>
        <p:spPr>
          <a:xfrm>
            <a:off x="868320" y="2147400"/>
            <a:ext cx="377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Leeruitkomst hangt aan: Voert baliegesprek en triage uit (werkprocesniveau)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3" name=""/>
          <p:cNvSpPr txBox="1"/>
          <p:nvPr/>
        </p:nvSpPr>
        <p:spPr>
          <a:xfrm>
            <a:off x="5851080" y="1859400"/>
            <a:ext cx="2123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Gewenste Onderwijskundige Leeromgeving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4" name=""/>
          <p:cNvSpPr txBox="1"/>
          <p:nvPr/>
        </p:nvSpPr>
        <p:spPr>
          <a:xfrm>
            <a:off x="5851080" y="1992240"/>
            <a:ext cx="19515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Balie-simulatie in het skillslab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5" name=""/>
          <p:cNvSpPr/>
          <p:nvPr/>
        </p:nvSpPr>
        <p:spPr>
          <a:xfrm>
            <a:off x="785880" y="2567520"/>
            <a:ext cx="3692520" cy="534960"/>
          </a:xfrm>
          <a:custGeom>
            <a:avLst/>
            <a:gdLst/>
            <a:ahLst/>
            <a:rect l="0" t="0" r="r" b="b"/>
            <a:pathLst>
              <a:path w="10257" h="1486">
                <a:moveTo>
                  <a:pt x="0" y="0"/>
                </a:moveTo>
                <a:lnTo>
                  <a:pt x="10257" y="0"/>
                </a:lnTo>
                <a:lnTo>
                  <a:pt x="10257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6" name=""/>
          <p:cNvSpPr/>
          <p:nvPr/>
        </p:nvSpPr>
        <p:spPr>
          <a:xfrm>
            <a:off x="781920" y="2563560"/>
            <a:ext cx="3700440" cy="542880"/>
          </a:xfrm>
          <a:custGeom>
            <a:avLst/>
            <a:gdLst/>
            <a:ahLst/>
            <a:rect l="0" t="0" r="r" b="b"/>
            <a:pathLst>
              <a:path w="10279" h="1508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3"/>
                </a:lnTo>
                <a:lnTo>
                  <a:pt x="377" y="23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3"/>
                </a:lnTo>
                <a:lnTo>
                  <a:pt x="560" y="23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3"/>
                </a:lnTo>
                <a:lnTo>
                  <a:pt x="742" y="23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3"/>
                </a:lnTo>
                <a:lnTo>
                  <a:pt x="925" y="23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3"/>
                </a:lnTo>
                <a:lnTo>
                  <a:pt x="1108" y="23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3"/>
                </a:lnTo>
                <a:lnTo>
                  <a:pt x="1291" y="23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3"/>
                </a:lnTo>
                <a:lnTo>
                  <a:pt x="1473" y="23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3"/>
                </a:lnTo>
                <a:lnTo>
                  <a:pt x="2021" y="23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3"/>
                </a:lnTo>
                <a:lnTo>
                  <a:pt x="2204" y="23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3"/>
                </a:lnTo>
                <a:lnTo>
                  <a:pt x="2752" y="23"/>
                </a:lnTo>
                <a:lnTo>
                  <a:pt x="2752" y="0"/>
                </a:lnTo>
                <a:moveTo>
                  <a:pt x="2935" y="0"/>
                </a:moveTo>
                <a:lnTo>
                  <a:pt x="3050" y="0"/>
                </a:lnTo>
                <a:lnTo>
                  <a:pt x="3050" y="23"/>
                </a:lnTo>
                <a:lnTo>
                  <a:pt x="2935" y="23"/>
                </a:lnTo>
                <a:lnTo>
                  <a:pt x="2935" y="0"/>
                </a:lnTo>
                <a:moveTo>
                  <a:pt x="3119" y="0"/>
                </a:moveTo>
                <a:lnTo>
                  <a:pt x="3233" y="0"/>
                </a:lnTo>
                <a:lnTo>
                  <a:pt x="3233" y="23"/>
                </a:lnTo>
                <a:lnTo>
                  <a:pt x="3119" y="23"/>
                </a:lnTo>
                <a:lnTo>
                  <a:pt x="3119" y="0"/>
                </a:lnTo>
                <a:moveTo>
                  <a:pt x="3301" y="0"/>
                </a:moveTo>
                <a:lnTo>
                  <a:pt x="3416" y="0"/>
                </a:lnTo>
                <a:lnTo>
                  <a:pt x="3416" y="23"/>
                </a:lnTo>
                <a:lnTo>
                  <a:pt x="3301" y="23"/>
                </a:lnTo>
                <a:lnTo>
                  <a:pt x="3301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3"/>
                </a:lnTo>
                <a:lnTo>
                  <a:pt x="3484" y="23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3"/>
                </a:lnTo>
                <a:lnTo>
                  <a:pt x="3667" y="23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3"/>
                </a:lnTo>
                <a:lnTo>
                  <a:pt x="3850" y="23"/>
                </a:lnTo>
                <a:lnTo>
                  <a:pt x="3850" y="0"/>
                </a:lnTo>
                <a:moveTo>
                  <a:pt x="4032" y="0"/>
                </a:moveTo>
                <a:lnTo>
                  <a:pt x="4147" y="0"/>
                </a:lnTo>
                <a:lnTo>
                  <a:pt x="4147" y="23"/>
                </a:lnTo>
                <a:lnTo>
                  <a:pt x="4032" y="23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3"/>
                </a:lnTo>
                <a:lnTo>
                  <a:pt x="4215" y="23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3"/>
                </a:lnTo>
                <a:lnTo>
                  <a:pt x="4398" y="23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3"/>
                </a:lnTo>
                <a:lnTo>
                  <a:pt x="4581" y="23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3"/>
                </a:lnTo>
                <a:lnTo>
                  <a:pt x="4763" y="23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3"/>
                </a:lnTo>
                <a:lnTo>
                  <a:pt x="4946" y="23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3"/>
                </a:lnTo>
                <a:lnTo>
                  <a:pt x="5129" y="23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3"/>
                </a:lnTo>
                <a:lnTo>
                  <a:pt x="5311" y="23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3"/>
                </a:lnTo>
                <a:lnTo>
                  <a:pt x="5494" y="23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3"/>
                </a:lnTo>
                <a:lnTo>
                  <a:pt x="5677" y="23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3"/>
                </a:lnTo>
                <a:lnTo>
                  <a:pt x="5860" y="23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3"/>
                </a:lnTo>
                <a:lnTo>
                  <a:pt x="6042" y="23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3"/>
                </a:lnTo>
                <a:lnTo>
                  <a:pt x="6225" y="23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3"/>
                </a:lnTo>
                <a:lnTo>
                  <a:pt x="6408" y="23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3"/>
                </a:lnTo>
                <a:lnTo>
                  <a:pt x="6590" y="23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3"/>
                </a:lnTo>
                <a:lnTo>
                  <a:pt x="6773" y="23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3"/>
                </a:lnTo>
                <a:lnTo>
                  <a:pt x="6956" y="23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3"/>
                </a:lnTo>
                <a:lnTo>
                  <a:pt x="7139" y="23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3"/>
                </a:lnTo>
                <a:lnTo>
                  <a:pt x="7321" y="23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3"/>
                </a:lnTo>
                <a:lnTo>
                  <a:pt x="7504" y="23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3"/>
                </a:lnTo>
                <a:lnTo>
                  <a:pt x="7687" y="23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3"/>
                </a:lnTo>
                <a:lnTo>
                  <a:pt x="7870" y="23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3"/>
                </a:lnTo>
                <a:lnTo>
                  <a:pt x="8052" y="23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3"/>
                </a:lnTo>
                <a:lnTo>
                  <a:pt x="8235" y="23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3"/>
                </a:lnTo>
                <a:lnTo>
                  <a:pt x="8418" y="23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3"/>
                </a:lnTo>
                <a:lnTo>
                  <a:pt x="8600" y="23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3"/>
                </a:lnTo>
                <a:lnTo>
                  <a:pt x="8783" y="23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3"/>
                </a:lnTo>
                <a:lnTo>
                  <a:pt x="8966" y="23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3"/>
                </a:lnTo>
                <a:lnTo>
                  <a:pt x="9149" y="23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3"/>
                </a:lnTo>
                <a:lnTo>
                  <a:pt x="9331" y="23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3"/>
                </a:lnTo>
                <a:lnTo>
                  <a:pt x="9514" y="23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3"/>
                </a:lnTo>
                <a:lnTo>
                  <a:pt x="9697" y="23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3"/>
                </a:lnTo>
                <a:lnTo>
                  <a:pt x="9879" y="23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3"/>
                </a:lnTo>
                <a:lnTo>
                  <a:pt x="10062" y="23"/>
                </a:lnTo>
                <a:lnTo>
                  <a:pt x="10062" y="0"/>
                </a:lnTo>
                <a:moveTo>
                  <a:pt x="10245" y="0"/>
                </a:moveTo>
                <a:lnTo>
                  <a:pt x="10279" y="0"/>
                </a:lnTo>
                <a:lnTo>
                  <a:pt x="10279" y="102"/>
                </a:lnTo>
                <a:lnTo>
                  <a:pt x="10256" y="102"/>
                </a:lnTo>
                <a:lnTo>
                  <a:pt x="10256" y="11"/>
                </a:lnTo>
                <a:lnTo>
                  <a:pt x="10268" y="11"/>
                </a:lnTo>
                <a:lnTo>
                  <a:pt x="10268" y="23"/>
                </a:lnTo>
                <a:lnTo>
                  <a:pt x="10245" y="23"/>
                </a:lnTo>
                <a:lnTo>
                  <a:pt x="10245" y="0"/>
                </a:lnTo>
                <a:moveTo>
                  <a:pt x="10279" y="171"/>
                </a:moveTo>
                <a:lnTo>
                  <a:pt x="10279" y="285"/>
                </a:lnTo>
                <a:lnTo>
                  <a:pt x="10256" y="285"/>
                </a:lnTo>
                <a:lnTo>
                  <a:pt x="10256" y="171"/>
                </a:lnTo>
                <a:lnTo>
                  <a:pt x="10279" y="171"/>
                </a:lnTo>
                <a:moveTo>
                  <a:pt x="10279" y="354"/>
                </a:moveTo>
                <a:lnTo>
                  <a:pt x="10279" y="468"/>
                </a:lnTo>
                <a:lnTo>
                  <a:pt x="10256" y="468"/>
                </a:lnTo>
                <a:lnTo>
                  <a:pt x="10256" y="354"/>
                </a:lnTo>
                <a:lnTo>
                  <a:pt x="10279" y="354"/>
                </a:lnTo>
                <a:moveTo>
                  <a:pt x="10279" y="536"/>
                </a:moveTo>
                <a:lnTo>
                  <a:pt x="10279" y="651"/>
                </a:lnTo>
                <a:lnTo>
                  <a:pt x="10256" y="651"/>
                </a:lnTo>
                <a:lnTo>
                  <a:pt x="10256" y="536"/>
                </a:lnTo>
                <a:lnTo>
                  <a:pt x="10279" y="536"/>
                </a:lnTo>
                <a:moveTo>
                  <a:pt x="10279" y="719"/>
                </a:moveTo>
                <a:lnTo>
                  <a:pt x="10279" y="833"/>
                </a:lnTo>
                <a:lnTo>
                  <a:pt x="10256" y="833"/>
                </a:lnTo>
                <a:lnTo>
                  <a:pt x="10256" y="719"/>
                </a:lnTo>
                <a:lnTo>
                  <a:pt x="10279" y="719"/>
                </a:lnTo>
                <a:moveTo>
                  <a:pt x="10279" y="902"/>
                </a:moveTo>
                <a:lnTo>
                  <a:pt x="10279" y="1016"/>
                </a:lnTo>
                <a:lnTo>
                  <a:pt x="10256" y="1016"/>
                </a:lnTo>
                <a:lnTo>
                  <a:pt x="10256" y="902"/>
                </a:lnTo>
                <a:lnTo>
                  <a:pt x="10279" y="902"/>
                </a:lnTo>
                <a:moveTo>
                  <a:pt x="10279" y="1084"/>
                </a:moveTo>
                <a:lnTo>
                  <a:pt x="10279" y="1200"/>
                </a:lnTo>
                <a:lnTo>
                  <a:pt x="10256" y="1200"/>
                </a:lnTo>
                <a:lnTo>
                  <a:pt x="10256" y="1084"/>
                </a:lnTo>
                <a:lnTo>
                  <a:pt x="10279" y="1084"/>
                </a:lnTo>
                <a:moveTo>
                  <a:pt x="10279" y="1268"/>
                </a:moveTo>
                <a:lnTo>
                  <a:pt x="10279" y="1382"/>
                </a:lnTo>
                <a:lnTo>
                  <a:pt x="10256" y="1382"/>
                </a:lnTo>
                <a:lnTo>
                  <a:pt x="10256" y="1268"/>
                </a:lnTo>
                <a:lnTo>
                  <a:pt x="10279" y="1268"/>
                </a:lnTo>
                <a:moveTo>
                  <a:pt x="10279" y="1451"/>
                </a:moveTo>
                <a:lnTo>
                  <a:pt x="10279" y="1508"/>
                </a:lnTo>
                <a:lnTo>
                  <a:pt x="10199" y="1508"/>
                </a:lnTo>
                <a:lnTo>
                  <a:pt x="10199" y="1485"/>
                </a:lnTo>
                <a:lnTo>
                  <a:pt x="10268" y="1485"/>
                </a:lnTo>
                <a:lnTo>
                  <a:pt x="10268" y="1497"/>
                </a:lnTo>
                <a:lnTo>
                  <a:pt x="10256" y="1497"/>
                </a:lnTo>
                <a:lnTo>
                  <a:pt x="10256" y="1451"/>
                </a:lnTo>
                <a:lnTo>
                  <a:pt x="10279" y="1451"/>
                </a:lnTo>
                <a:moveTo>
                  <a:pt x="10131" y="1508"/>
                </a:moveTo>
                <a:lnTo>
                  <a:pt x="10017" y="1508"/>
                </a:lnTo>
                <a:lnTo>
                  <a:pt x="10017" y="1485"/>
                </a:lnTo>
                <a:lnTo>
                  <a:pt x="10131" y="1485"/>
                </a:lnTo>
                <a:lnTo>
                  <a:pt x="10131" y="1508"/>
                </a:lnTo>
                <a:moveTo>
                  <a:pt x="9948" y="1508"/>
                </a:moveTo>
                <a:lnTo>
                  <a:pt x="9834" y="1508"/>
                </a:lnTo>
                <a:lnTo>
                  <a:pt x="9834" y="1485"/>
                </a:lnTo>
                <a:lnTo>
                  <a:pt x="9948" y="1485"/>
                </a:lnTo>
                <a:lnTo>
                  <a:pt x="9948" y="1508"/>
                </a:lnTo>
                <a:moveTo>
                  <a:pt x="9765" y="1508"/>
                </a:moveTo>
                <a:lnTo>
                  <a:pt x="9651" y="1508"/>
                </a:lnTo>
                <a:lnTo>
                  <a:pt x="9651" y="1485"/>
                </a:lnTo>
                <a:lnTo>
                  <a:pt x="9765" y="1485"/>
                </a:lnTo>
                <a:lnTo>
                  <a:pt x="9765" y="1508"/>
                </a:lnTo>
                <a:moveTo>
                  <a:pt x="9583" y="1508"/>
                </a:moveTo>
                <a:lnTo>
                  <a:pt x="9468" y="1508"/>
                </a:lnTo>
                <a:lnTo>
                  <a:pt x="9468" y="1485"/>
                </a:lnTo>
                <a:lnTo>
                  <a:pt x="9583" y="1485"/>
                </a:lnTo>
                <a:lnTo>
                  <a:pt x="9583" y="1508"/>
                </a:lnTo>
                <a:moveTo>
                  <a:pt x="9400" y="1508"/>
                </a:moveTo>
                <a:lnTo>
                  <a:pt x="9286" y="1508"/>
                </a:lnTo>
                <a:lnTo>
                  <a:pt x="9286" y="1485"/>
                </a:lnTo>
                <a:lnTo>
                  <a:pt x="9400" y="1485"/>
                </a:lnTo>
                <a:lnTo>
                  <a:pt x="9400" y="1508"/>
                </a:lnTo>
                <a:moveTo>
                  <a:pt x="9217" y="1508"/>
                </a:moveTo>
                <a:lnTo>
                  <a:pt x="9103" y="1508"/>
                </a:lnTo>
                <a:lnTo>
                  <a:pt x="9103" y="1485"/>
                </a:lnTo>
                <a:lnTo>
                  <a:pt x="9217" y="1485"/>
                </a:lnTo>
                <a:lnTo>
                  <a:pt x="9217" y="1508"/>
                </a:lnTo>
                <a:moveTo>
                  <a:pt x="9034" y="1508"/>
                </a:moveTo>
                <a:lnTo>
                  <a:pt x="8920" y="1508"/>
                </a:lnTo>
                <a:lnTo>
                  <a:pt x="8920" y="1485"/>
                </a:lnTo>
                <a:lnTo>
                  <a:pt x="9034" y="1485"/>
                </a:lnTo>
                <a:lnTo>
                  <a:pt x="9034" y="1508"/>
                </a:lnTo>
                <a:moveTo>
                  <a:pt x="8852" y="1508"/>
                </a:moveTo>
                <a:lnTo>
                  <a:pt x="8737" y="1508"/>
                </a:lnTo>
                <a:lnTo>
                  <a:pt x="8737" y="1485"/>
                </a:lnTo>
                <a:lnTo>
                  <a:pt x="8852" y="1485"/>
                </a:lnTo>
                <a:lnTo>
                  <a:pt x="8852" y="1508"/>
                </a:lnTo>
                <a:moveTo>
                  <a:pt x="8669" y="1508"/>
                </a:moveTo>
                <a:lnTo>
                  <a:pt x="8555" y="1508"/>
                </a:lnTo>
                <a:lnTo>
                  <a:pt x="8555" y="1485"/>
                </a:lnTo>
                <a:lnTo>
                  <a:pt x="8669" y="1485"/>
                </a:lnTo>
                <a:lnTo>
                  <a:pt x="8669" y="1508"/>
                </a:lnTo>
                <a:moveTo>
                  <a:pt x="8486" y="1508"/>
                </a:moveTo>
                <a:lnTo>
                  <a:pt x="8372" y="1508"/>
                </a:lnTo>
                <a:lnTo>
                  <a:pt x="8372" y="1485"/>
                </a:lnTo>
                <a:lnTo>
                  <a:pt x="8486" y="1485"/>
                </a:lnTo>
                <a:lnTo>
                  <a:pt x="8486" y="1508"/>
                </a:lnTo>
                <a:moveTo>
                  <a:pt x="8303" y="1508"/>
                </a:moveTo>
                <a:lnTo>
                  <a:pt x="8189" y="1508"/>
                </a:lnTo>
                <a:lnTo>
                  <a:pt x="8189" y="1485"/>
                </a:lnTo>
                <a:lnTo>
                  <a:pt x="8303" y="1485"/>
                </a:lnTo>
                <a:lnTo>
                  <a:pt x="8303" y="1508"/>
                </a:lnTo>
                <a:moveTo>
                  <a:pt x="8121" y="1508"/>
                </a:moveTo>
                <a:lnTo>
                  <a:pt x="8007" y="1508"/>
                </a:lnTo>
                <a:lnTo>
                  <a:pt x="8007" y="1485"/>
                </a:lnTo>
                <a:lnTo>
                  <a:pt x="8121" y="1485"/>
                </a:lnTo>
                <a:lnTo>
                  <a:pt x="8121" y="1508"/>
                </a:lnTo>
                <a:moveTo>
                  <a:pt x="7938" y="1508"/>
                </a:moveTo>
                <a:lnTo>
                  <a:pt x="7824" y="1508"/>
                </a:lnTo>
                <a:lnTo>
                  <a:pt x="7824" y="1485"/>
                </a:lnTo>
                <a:lnTo>
                  <a:pt x="7938" y="1485"/>
                </a:lnTo>
                <a:lnTo>
                  <a:pt x="7938" y="1508"/>
                </a:lnTo>
                <a:moveTo>
                  <a:pt x="7755" y="1508"/>
                </a:moveTo>
                <a:lnTo>
                  <a:pt x="7641" y="1508"/>
                </a:lnTo>
                <a:lnTo>
                  <a:pt x="7641" y="1485"/>
                </a:lnTo>
                <a:lnTo>
                  <a:pt x="7755" y="1485"/>
                </a:lnTo>
                <a:lnTo>
                  <a:pt x="7755" y="1508"/>
                </a:lnTo>
                <a:moveTo>
                  <a:pt x="7573" y="1508"/>
                </a:moveTo>
                <a:lnTo>
                  <a:pt x="7458" y="1508"/>
                </a:lnTo>
                <a:lnTo>
                  <a:pt x="7458" y="1485"/>
                </a:lnTo>
                <a:lnTo>
                  <a:pt x="7573" y="1485"/>
                </a:lnTo>
                <a:lnTo>
                  <a:pt x="7573" y="1508"/>
                </a:lnTo>
                <a:moveTo>
                  <a:pt x="7390" y="1508"/>
                </a:moveTo>
                <a:lnTo>
                  <a:pt x="7276" y="1508"/>
                </a:lnTo>
                <a:lnTo>
                  <a:pt x="7276" y="1485"/>
                </a:lnTo>
                <a:lnTo>
                  <a:pt x="7390" y="1485"/>
                </a:lnTo>
                <a:lnTo>
                  <a:pt x="7390" y="1508"/>
                </a:lnTo>
                <a:moveTo>
                  <a:pt x="7207" y="1508"/>
                </a:moveTo>
                <a:lnTo>
                  <a:pt x="7093" y="1508"/>
                </a:lnTo>
                <a:lnTo>
                  <a:pt x="7093" y="1485"/>
                </a:lnTo>
                <a:lnTo>
                  <a:pt x="7207" y="1485"/>
                </a:lnTo>
                <a:lnTo>
                  <a:pt x="7207" y="1508"/>
                </a:lnTo>
                <a:moveTo>
                  <a:pt x="7024" y="1508"/>
                </a:moveTo>
                <a:lnTo>
                  <a:pt x="6910" y="1508"/>
                </a:lnTo>
                <a:lnTo>
                  <a:pt x="6910" y="1485"/>
                </a:lnTo>
                <a:lnTo>
                  <a:pt x="7024" y="1485"/>
                </a:lnTo>
                <a:lnTo>
                  <a:pt x="7024" y="1508"/>
                </a:lnTo>
                <a:moveTo>
                  <a:pt x="6842" y="1508"/>
                </a:moveTo>
                <a:lnTo>
                  <a:pt x="6728" y="1508"/>
                </a:lnTo>
                <a:lnTo>
                  <a:pt x="6728" y="1485"/>
                </a:lnTo>
                <a:lnTo>
                  <a:pt x="6842" y="1485"/>
                </a:lnTo>
                <a:lnTo>
                  <a:pt x="6842" y="1508"/>
                </a:lnTo>
                <a:moveTo>
                  <a:pt x="6659" y="1508"/>
                </a:moveTo>
                <a:lnTo>
                  <a:pt x="6545" y="1508"/>
                </a:lnTo>
                <a:lnTo>
                  <a:pt x="6545" y="1485"/>
                </a:lnTo>
                <a:lnTo>
                  <a:pt x="6659" y="1485"/>
                </a:lnTo>
                <a:lnTo>
                  <a:pt x="6659" y="1508"/>
                </a:lnTo>
                <a:moveTo>
                  <a:pt x="6476" y="1508"/>
                </a:moveTo>
                <a:lnTo>
                  <a:pt x="6362" y="1508"/>
                </a:lnTo>
                <a:lnTo>
                  <a:pt x="6362" y="1485"/>
                </a:lnTo>
                <a:lnTo>
                  <a:pt x="6476" y="1485"/>
                </a:lnTo>
                <a:lnTo>
                  <a:pt x="6476" y="1508"/>
                </a:lnTo>
                <a:moveTo>
                  <a:pt x="6294" y="1508"/>
                </a:moveTo>
                <a:lnTo>
                  <a:pt x="6179" y="1508"/>
                </a:lnTo>
                <a:lnTo>
                  <a:pt x="6179" y="1485"/>
                </a:lnTo>
                <a:lnTo>
                  <a:pt x="6294" y="1485"/>
                </a:lnTo>
                <a:lnTo>
                  <a:pt x="6294" y="1508"/>
                </a:lnTo>
                <a:moveTo>
                  <a:pt x="6111" y="1508"/>
                </a:moveTo>
                <a:lnTo>
                  <a:pt x="5997" y="1508"/>
                </a:lnTo>
                <a:lnTo>
                  <a:pt x="5997" y="1485"/>
                </a:lnTo>
                <a:lnTo>
                  <a:pt x="6111" y="1485"/>
                </a:lnTo>
                <a:lnTo>
                  <a:pt x="6111" y="1508"/>
                </a:lnTo>
                <a:moveTo>
                  <a:pt x="5928" y="1508"/>
                </a:moveTo>
                <a:lnTo>
                  <a:pt x="5814" y="1508"/>
                </a:lnTo>
                <a:lnTo>
                  <a:pt x="5814" y="1485"/>
                </a:lnTo>
                <a:lnTo>
                  <a:pt x="5928" y="1485"/>
                </a:lnTo>
                <a:lnTo>
                  <a:pt x="5928" y="1508"/>
                </a:lnTo>
                <a:moveTo>
                  <a:pt x="5745" y="1508"/>
                </a:moveTo>
                <a:lnTo>
                  <a:pt x="5631" y="1508"/>
                </a:lnTo>
                <a:lnTo>
                  <a:pt x="5631" y="1485"/>
                </a:lnTo>
                <a:lnTo>
                  <a:pt x="5745" y="1485"/>
                </a:lnTo>
                <a:lnTo>
                  <a:pt x="5745" y="1508"/>
                </a:lnTo>
                <a:moveTo>
                  <a:pt x="5563" y="1508"/>
                </a:moveTo>
                <a:lnTo>
                  <a:pt x="5448" y="1508"/>
                </a:lnTo>
                <a:lnTo>
                  <a:pt x="5448" y="1485"/>
                </a:lnTo>
                <a:lnTo>
                  <a:pt x="5563" y="1485"/>
                </a:lnTo>
                <a:lnTo>
                  <a:pt x="5563" y="1508"/>
                </a:lnTo>
                <a:moveTo>
                  <a:pt x="5380" y="1508"/>
                </a:moveTo>
                <a:lnTo>
                  <a:pt x="5266" y="1508"/>
                </a:lnTo>
                <a:lnTo>
                  <a:pt x="5266" y="1485"/>
                </a:lnTo>
                <a:lnTo>
                  <a:pt x="5380" y="1485"/>
                </a:lnTo>
                <a:lnTo>
                  <a:pt x="5380" y="1508"/>
                </a:lnTo>
                <a:moveTo>
                  <a:pt x="5197" y="1508"/>
                </a:moveTo>
                <a:lnTo>
                  <a:pt x="5083" y="1508"/>
                </a:lnTo>
                <a:lnTo>
                  <a:pt x="5083" y="1485"/>
                </a:lnTo>
                <a:lnTo>
                  <a:pt x="5197" y="1485"/>
                </a:lnTo>
                <a:lnTo>
                  <a:pt x="5197" y="1508"/>
                </a:lnTo>
                <a:moveTo>
                  <a:pt x="5014" y="1508"/>
                </a:moveTo>
                <a:lnTo>
                  <a:pt x="4900" y="1508"/>
                </a:lnTo>
                <a:lnTo>
                  <a:pt x="4900" y="1485"/>
                </a:lnTo>
                <a:lnTo>
                  <a:pt x="5014" y="1485"/>
                </a:lnTo>
                <a:lnTo>
                  <a:pt x="5014" y="1508"/>
                </a:lnTo>
                <a:moveTo>
                  <a:pt x="4832" y="1508"/>
                </a:moveTo>
                <a:lnTo>
                  <a:pt x="4718" y="1508"/>
                </a:lnTo>
                <a:lnTo>
                  <a:pt x="4718" y="1485"/>
                </a:lnTo>
                <a:lnTo>
                  <a:pt x="4832" y="1485"/>
                </a:lnTo>
                <a:lnTo>
                  <a:pt x="4832" y="1508"/>
                </a:lnTo>
                <a:moveTo>
                  <a:pt x="4649" y="1508"/>
                </a:moveTo>
                <a:lnTo>
                  <a:pt x="4535" y="1508"/>
                </a:lnTo>
                <a:lnTo>
                  <a:pt x="4535" y="1485"/>
                </a:lnTo>
                <a:lnTo>
                  <a:pt x="4649" y="1485"/>
                </a:lnTo>
                <a:lnTo>
                  <a:pt x="4649" y="1508"/>
                </a:lnTo>
                <a:moveTo>
                  <a:pt x="4466" y="1508"/>
                </a:moveTo>
                <a:lnTo>
                  <a:pt x="4352" y="1508"/>
                </a:lnTo>
                <a:lnTo>
                  <a:pt x="4352" y="1485"/>
                </a:lnTo>
                <a:lnTo>
                  <a:pt x="4466" y="1485"/>
                </a:lnTo>
                <a:lnTo>
                  <a:pt x="4466" y="1508"/>
                </a:lnTo>
                <a:moveTo>
                  <a:pt x="4284" y="1508"/>
                </a:moveTo>
                <a:lnTo>
                  <a:pt x="4169" y="1508"/>
                </a:lnTo>
                <a:lnTo>
                  <a:pt x="4169" y="1485"/>
                </a:lnTo>
                <a:lnTo>
                  <a:pt x="4284" y="1485"/>
                </a:lnTo>
                <a:lnTo>
                  <a:pt x="4284" y="1508"/>
                </a:lnTo>
                <a:moveTo>
                  <a:pt x="4101" y="1508"/>
                </a:moveTo>
                <a:lnTo>
                  <a:pt x="3987" y="1508"/>
                </a:lnTo>
                <a:lnTo>
                  <a:pt x="3987" y="1485"/>
                </a:lnTo>
                <a:lnTo>
                  <a:pt x="4101" y="1485"/>
                </a:lnTo>
                <a:lnTo>
                  <a:pt x="4101" y="1508"/>
                </a:lnTo>
                <a:moveTo>
                  <a:pt x="3918" y="1508"/>
                </a:moveTo>
                <a:lnTo>
                  <a:pt x="3804" y="1508"/>
                </a:lnTo>
                <a:lnTo>
                  <a:pt x="3804" y="1485"/>
                </a:lnTo>
                <a:lnTo>
                  <a:pt x="3918" y="1485"/>
                </a:lnTo>
                <a:lnTo>
                  <a:pt x="3918" y="1508"/>
                </a:lnTo>
                <a:moveTo>
                  <a:pt x="3735" y="1508"/>
                </a:moveTo>
                <a:lnTo>
                  <a:pt x="3621" y="1508"/>
                </a:lnTo>
                <a:lnTo>
                  <a:pt x="3621" y="1485"/>
                </a:lnTo>
                <a:lnTo>
                  <a:pt x="3735" y="1485"/>
                </a:lnTo>
                <a:lnTo>
                  <a:pt x="3735" y="1508"/>
                </a:lnTo>
                <a:moveTo>
                  <a:pt x="3553" y="1508"/>
                </a:moveTo>
                <a:lnTo>
                  <a:pt x="3439" y="1508"/>
                </a:lnTo>
                <a:lnTo>
                  <a:pt x="3439" y="1485"/>
                </a:lnTo>
                <a:lnTo>
                  <a:pt x="3553" y="1485"/>
                </a:lnTo>
                <a:lnTo>
                  <a:pt x="3553" y="1508"/>
                </a:lnTo>
                <a:moveTo>
                  <a:pt x="3370" y="1508"/>
                </a:moveTo>
                <a:lnTo>
                  <a:pt x="3256" y="1508"/>
                </a:lnTo>
                <a:lnTo>
                  <a:pt x="3256" y="1485"/>
                </a:lnTo>
                <a:lnTo>
                  <a:pt x="3370" y="1485"/>
                </a:lnTo>
                <a:lnTo>
                  <a:pt x="3370" y="1508"/>
                </a:lnTo>
                <a:moveTo>
                  <a:pt x="3187" y="1508"/>
                </a:moveTo>
                <a:lnTo>
                  <a:pt x="3073" y="1508"/>
                </a:lnTo>
                <a:lnTo>
                  <a:pt x="3073" y="1485"/>
                </a:lnTo>
                <a:lnTo>
                  <a:pt x="3187" y="1485"/>
                </a:lnTo>
                <a:lnTo>
                  <a:pt x="3187" y="1508"/>
                </a:lnTo>
                <a:moveTo>
                  <a:pt x="3005" y="1508"/>
                </a:moveTo>
                <a:lnTo>
                  <a:pt x="2889" y="1508"/>
                </a:lnTo>
                <a:lnTo>
                  <a:pt x="2889" y="1485"/>
                </a:lnTo>
                <a:lnTo>
                  <a:pt x="3005" y="1485"/>
                </a:lnTo>
                <a:lnTo>
                  <a:pt x="3005" y="1508"/>
                </a:lnTo>
                <a:moveTo>
                  <a:pt x="2821" y="1508"/>
                </a:moveTo>
                <a:lnTo>
                  <a:pt x="2707" y="1508"/>
                </a:lnTo>
                <a:lnTo>
                  <a:pt x="2707" y="1485"/>
                </a:lnTo>
                <a:lnTo>
                  <a:pt x="2821" y="1485"/>
                </a:lnTo>
                <a:lnTo>
                  <a:pt x="2821" y="1508"/>
                </a:lnTo>
                <a:moveTo>
                  <a:pt x="2638" y="1508"/>
                </a:moveTo>
                <a:lnTo>
                  <a:pt x="2524" y="1508"/>
                </a:lnTo>
                <a:lnTo>
                  <a:pt x="2524" y="1485"/>
                </a:lnTo>
                <a:lnTo>
                  <a:pt x="2638" y="1485"/>
                </a:lnTo>
                <a:lnTo>
                  <a:pt x="2638" y="1508"/>
                </a:lnTo>
                <a:moveTo>
                  <a:pt x="2455" y="1508"/>
                </a:moveTo>
                <a:lnTo>
                  <a:pt x="2341" y="1508"/>
                </a:lnTo>
                <a:lnTo>
                  <a:pt x="2341" y="1485"/>
                </a:lnTo>
                <a:lnTo>
                  <a:pt x="2455" y="1485"/>
                </a:lnTo>
                <a:lnTo>
                  <a:pt x="2455" y="1508"/>
                </a:lnTo>
                <a:moveTo>
                  <a:pt x="2273" y="1508"/>
                </a:moveTo>
                <a:lnTo>
                  <a:pt x="2158" y="1508"/>
                </a:lnTo>
                <a:lnTo>
                  <a:pt x="2158" y="1485"/>
                </a:lnTo>
                <a:lnTo>
                  <a:pt x="2273" y="1485"/>
                </a:lnTo>
                <a:lnTo>
                  <a:pt x="2273" y="1508"/>
                </a:lnTo>
                <a:moveTo>
                  <a:pt x="2090" y="1508"/>
                </a:moveTo>
                <a:lnTo>
                  <a:pt x="1976" y="1508"/>
                </a:lnTo>
                <a:lnTo>
                  <a:pt x="1976" y="1485"/>
                </a:lnTo>
                <a:lnTo>
                  <a:pt x="2090" y="1485"/>
                </a:lnTo>
                <a:lnTo>
                  <a:pt x="2090" y="1508"/>
                </a:lnTo>
                <a:moveTo>
                  <a:pt x="1907" y="1508"/>
                </a:moveTo>
                <a:lnTo>
                  <a:pt x="1793" y="1508"/>
                </a:lnTo>
                <a:lnTo>
                  <a:pt x="1793" y="1485"/>
                </a:lnTo>
                <a:lnTo>
                  <a:pt x="1907" y="1485"/>
                </a:lnTo>
                <a:lnTo>
                  <a:pt x="1907" y="1508"/>
                </a:lnTo>
                <a:moveTo>
                  <a:pt x="1724" y="1508"/>
                </a:moveTo>
                <a:lnTo>
                  <a:pt x="1610" y="1508"/>
                </a:lnTo>
                <a:lnTo>
                  <a:pt x="1610" y="1485"/>
                </a:lnTo>
                <a:lnTo>
                  <a:pt x="1724" y="1485"/>
                </a:lnTo>
                <a:lnTo>
                  <a:pt x="1724" y="1508"/>
                </a:lnTo>
                <a:moveTo>
                  <a:pt x="1542" y="1508"/>
                </a:moveTo>
                <a:lnTo>
                  <a:pt x="1428" y="1508"/>
                </a:lnTo>
                <a:lnTo>
                  <a:pt x="1428" y="1485"/>
                </a:lnTo>
                <a:lnTo>
                  <a:pt x="1542" y="1485"/>
                </a:lnTo>
                <a:lnTo>
                  <a:pt x="1542" y="1508"/>
                </a:lnTo>
                <a:moveTo>
                  <a:pt x="1359" y="1508"/>
                </a:moveTo>
                <a:lnTo>
                  <a:pt x="1245" y="1508"/>
                </a:lnTo>
                <a:lnTo>
                  <a:pt x="1245" y="1485"/>
                </a:lnTo>
                <a:lnTo>
                  <a:pt x="1359" y="1485"/>
                </a:lnTo>
                <a:lnTo>
                  <a:pt x="1359" y="1508"/>
                </a:lnTo>
                <a:moveTo>
                  <a:pt x="1176" y="1508"/>
                </a:moveTo>
                <a:lnTo>
                  <a:pt x="1062" y="1508"/>
                </a:lnTo>
                <a:lnTo>
                  <a:pt x="1062" y="1485"/>
                </a:lnTo>
                <a:lnTo>
                  <a:pt x="1176" y="1485"/>
                </a:lnTo>
                <a:lnTo>
                  <a:pt x="1176" y="1508"/>
                </a:lnTo>
                <a:moveTo>
                  <a:pt x="994" y="1508"/>
                </a:moveTo>
                <a:lnTo>
                  <a:pt x="879" y="1508"/>
                </a:lnTo>
                <a:lnTo>
                  <a:pt x="879" y="1485"/>
                </a:lnTo>
                <a:lnTo>
                  <a:pt x="994" y="1485"/>
                </a:lnTo>
                <a:lnTo>
                  <a:pt x="994" y="1508"/>
                </a:lnTo>
                <a:moveTo>
                  <a:pt x="811" y="1508"/>
                </a:moveTo>
                <a:lnTo>
                  <a:pt x="697" y="1508"/>
                </a:lnTo>
                <a:lnTo>
                  <a:pt x="697" y="1485"/>
                </a:lnTo>
                <a:lnTo>
                  <a:pt x="811" y="1485"/>
                </a:lnTo>
                <a:lnTo>
                  <a:pt x="811" y="1508"/>
                </a:lnTo>
                <a:moveTo>
                  <a:pt x="628" y="1508"/>
                </a:moveTo>
                <a:lnTo>
                  <a:pt x="514" y="1508"/>
                </a:lnTo>
                <a:lnTo>
                  <a:pt x="514" y="1485"/>
                </a:lnTo>
                <a:lnTo>
                  <a:pt x="628" y="1485"/>
                </a:lnTo>
                <a:lnTo>
                  <a:pt x="628" y="1508"/>
                </a:lnTo>
                <a:moveTo>
                  <a:pt x="445" y="1508"/>
                </a:moveTo>
                <a:lnTo>
                  <a:pt x="331" y="1508"/>
                </a:lnTo>
                <a:lnTo>
                  <a:pt x="331" y="1485"/>
                </a:lnTo>
                <a:lnTo>
                  <a:pt x="445" y="1485"/>
                </a:lnTo>
                <a:lnTo>
                  <a:pt x="445" y="1508"/>
                </a:lnTo>
                <a:moveTo>
                  <a:pt x="263" y="1508"/>
                </a:moveTo>
                <a:lnTo>
                  <a:pt x="149" y="1508"/>
                </a:lnTo>
                <a:lnTo>
                  <a:pt x="149" y="1485"/>
                </a:lnTo>
                <a:lnTo>
                  <a:pt x="263" y="1485"/>
                </a:lnTo>
                <a:lnTo>
                  <a:pt x="263" y="1508"/>
                </a:lnTo>
                <a:moveTo>
                  <a:pt x="80" y="1508"/>
                </a:moveTo>
                <a:lnTo>
                  <a:pt x="0" y="1508"/>
                </a:lnTo>
                <a:lnTo>
                  <a:pt x="0" y="1451"/>
                </a:lnTo>
                <a:lnTo>
                  <a:pt x="23" y="1451"/>
                </a:lnTo>
                <a:lnTo>
                  <a:pt x="23" y="1497"/>
                </a:lnTo>
                <a:lnTo>
                  <a:pt x="11" y="1497"/>
                </a:lnTo>
                <a:lnTo>
                  <a:pt x="11" y="1485"/>
                </a:lnTo>
                <a:lnTo>
                  <a:pt x="80" y="1485"/>
                </a:lnTo>
                <a:lnTo>
                  <a:pt x="80" y="1508"/>
                </a:lnTo>
                <a:moveTo>
                  <a:pt x="0" y="1382"/>
                </a:moveTo>
                <a:lnTo>
                  <a:pt x="0" y="1268"/>
                </a:lnTo>
                <a:lnTo>
                  <a:pt x="23" y="1268"/>
                </a:lnTo>
                <a:lnTo>
                  <a:pt x="23" y="1382"/>
                </a:lnTo>
                <a:lnTo>
                  <a:pt x="0" y="1382"/>
                </a:lnTo>
                <a:moveTo>
                  <a:pt x="0" y="1200"/>
                </a:moveTo>
                <a:lnTo>
                  <a:pt x="0" y="1084"/>
                </a:lnTo>
                <a:lnTo>
                  <a:pt x="23" y="1084"/>
                </a:lnTo>
                <a:lnTo>
                  <a:pt x="23" y="1200"/>
                </a:lnTo>
                <a:lnTo>
                  <a:pt x="0" y="1200"/>
                </a:lnTo>
                <a:moveTo>
                  <a:pt x="0" y="1016"/>
                </a:moveTo>
                <a:lnTo>
                  <a:pt x="0" y="902"/>
                </a:lnTo>
                <a:lnTo>
                  <a:pt x="23" y="902"/>
                </a:lnTo>
                <a:lnTo>
                  <a:pt x="23" y="1016"/>
                </a:lnTo>
                <a:lnTo>
                  <a:pt x="0" y="1016"/>
                </a:lnTo>
                <a:moveTo>
                  <a:pt x="0" y="833"/>
                </a:moveTo>
                <a:lnTo>
                  <a:pt x="0" y="719"/>
                </a:lnTo>
                <a:lnTo>
                  <a:pt x="23" y="719"/>
                </a:lnTo>
                <a:lnTo>
                  <a:pt x="23" y="833"/>
                </a:lnTo>
                <a:lnTo>
                  <a:pt x="0" y="833"/>
                </a:lnTo>
                <a:moveTo>
                  <a:pt x="0" y="651"/>
                </a:moveTo>
                <a:lnTo>
                  <a:pt x="0" y="536"/>
                </a:lnTo>
                <a:lnTo>
                  <a:pt x="23" y="536"/>
                </a:lnTo>
                <a:lnTo>
                  <a:pt x="23" y="651"/>
                </a:lnTo>
                <a:lnTo>
                  <a:pt x="0" y="651"/>
                </a:lnTo>
                <a:moveTo>
                  <a:pt x="0" y="468"/>
                </a:moveTo>
                <a:lnTo>
                  <a:pt x="0" y="354"/>
                </a:lnTo>
                <a:lnTo>
                  <a:pt x="23" y="354"/>
                </a:lnTo>
                <a:lnTo>
                  <a:pt x="23" y="468"/>
                </a:lnTo>
                <a:lnTo>
                  <a:pt x="0" y="468"/>
                </a:lnTo>
                <a:moveTo>
                  <a:pt x="0" y="285"/>
                </a:moveTo>
                <a:lnTo>
                  <a:pt x="0" y="171"/>
                </a:lnTo>
                <a:lnTo>
                  <a:pt x="23" y="171"/>
                </a:lnTo>
                <a:lnTo>
                  <a:pt x="23" y="285"/>
                </a:lnTo>
                <a:lnTo>
                  <a:pt x="0" y="285"/>
                </a:lnTo>
                <a:moveTo>
                  <a:pt x="0" y="102"/>
                </a:moveTo>
                <a:lnTo>
                  <a:pt x="0" y="0"/>
                </a:lnTo>
                <a:lnTo>
                  <a:pt x="126" y="0"/>
                </a:lnTo>
                <a:lnTo>
                  <a:pt x="126" y="23"/>
                </a:lnTo>
                <a:lnTo>
                  <a:pt x="11" y="23"/>
                </a:lnTo>
                <a:lnTo>
                  <a:pt x="11" y="11"/>
                </a:lnTo>
                <a:lnTo>
                  <a:pt x="23" y="11"/>
                </a:lnTo>
                <a:lnTo>
                  <a:pt x="23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7" name=""/>
          <p:cNvSpPr/>
          <p:nvPr/>
        </p:nvSpPr>
        <p:spPr>
          <a:xfrm>
            <a:off x="4313520" y="263340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8" name=""/>
          <p:cNvSpPr/>
          <p:nvPr/>
        </p:nvSpPr>
        <p:spPr>
          <a:xfrm>
            <a:off x="4313520" y="266220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9" name=""/>
          <p:cNvSpPr txBox="1"/>
          <p:nvPr/>
        </p:nvSpPr>
        <p:spPr>
          <a:xfrm>
            <a:off x="5851080" y="214740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Onderwijsvorm speciﬁcatie hangt aan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0" name=""/>
          <p:cNvSpPr txBox="1"/>
          <p:nvPr/>
        </p:nvSpPr>
        <p:spPr>
          <a:xfrm>
            <a:off x="868320" y="2624040"/>
            <a:ext cx="20199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 medewerker competentieproﬁel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1" name=""/>
          <p:cNvSpPr txBox="1"/>
          <p:nvPr/>
        </p:nvSpPr>
        <p:spPr>
          <a:xfrm>
            <a:off x="868320" y="2756880"/>
            <a:ext cx="2973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Apothekersassistent-docent met baliepraktijk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2" name=""/>
          <p:cNvSpPr/>
          <p:nvPr/>
        </p:nvSpPr>
        <p:spPr>
          <a:xfrm>
            <a:off x="4675320" y="2567520"/>
            <a:ext cx="3420720" cy="534960"/>
          </a:xfrm>
          <a:custGeom>
            <a:avLst/>
            <a:gdLst/>
            <a:ahLst/>
            <a:rect l="0" t="0" r="r" b="b"/>
            <a:pathLst>
              <a:path w="9502" h="1486">
                <a:moveTo>
                  <a:pt x="0" y="0"/>
                </a:moveTo>
                <a:lnTo>
                  <a:pt x="9502" y="0"/>
                </a:lnTo>
                <a:lnTo>
                  <a:pt x="9502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3" name=""/>
          <p:cNvSpPr/>
          <p:nvPr/>
        </p:nvSpPr>
        <p:spPr>
          <a:xfrm>
            <a:off x="4671360" y="2563560"/>
            <a:ext cx="3429000" cy="542880"/>
          </a:xfrm>
          <a:custGeom>
            <a:avLst/>
            <a:gdLst/>
            <a:ahLst/>
            <a:rect l="0" t="0" r="r" b="b"/>
            <a:pathLst>
              <a:path w="9525" h="1508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6" y="0"/>
                </a:moveTo>
                <a:lnTo>
                  <a:pt x="491" y="0"/>
                </a:lnTo>
                <a:lnTo>
                  <a:pt x="491" y="23"/>
                </a:lnTo>
                <a:lnTo>
                  <a:pt x="376" y="23"/>
                </a:lnTo>
                <a:lnTo>
                  <a:pt x="376" y="0"/>
                </a:lnTo>
                <a:moveTo>
                  <a:pt x="559" y="0"/>
                </a:moveTo>
                <a:lnTo>
                  <a:pt x="673" y="0"/>
                </a:lnTo>
                <a:lnTo>
                  <a:pt x="673" y="23"/>
                </a:lnTo>
                <a:lnTo>
                  <a:pt x="559" y="23"/>
                </a:lnTo>
                <a:lnTo>
                  <a:pt x="559" y="0"/>
                </a:lnTo>
                <a:moveTo>
                  <a:pt x="742" y="0"/>
                </a:moveTo>
                <a:lnTo>
                  <a:pt x="856" y="0"/>
                </a:lnTo>
                <a:lnTo>
                  <a:pt x="856" y="23"/>
                </a:lnTo>
                <a:lnTo>
                  <a:pt x="742" y="23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3"/>
                </a:lnTo>
                <a:lnTo>
                  <a:pt x="925" y="23"/>
                </a:lnTo>
                <a:lnTo>
                  <a:pt x="925" y="0"/>
                </a:lnTo>
                <a:moveTo>
                  <a:pt x="1107" y="0"/>
                </a:moveTo>
                <a:lnTo>
                  <a:pt x="1221" y="0"/>
                </a:lnTo>
                <a:lnTo>
                  <a:pt x="1221" y="23"/>
                </a:lnTo>
                <a:lnTo>
                  <a:pt x="1107" y="23"/>
                </a:lnTo>
                <a:lnTo>
                  <a:pt x="1107" y="0"/>
                </a:lnTo>
                <a:moveTo>
                  <a:pt x="1290" y="0"/>
                </a:moveTo>
                <a:lnTo>
                  <a:pt x="1405" y="0"/>
                </a:lnTo>
                <a:lnTo>
                  <a:pt x="1405" y="23"/>
                </a:lnTo>
                <a:lnTo>
                  <a:pt x="1290" y="23"/>
                </a:lnTo>
                <a:lnTo>
                  <a:pt x="1290" y="0"/>
                </a:lnTo>
                <a:moveTo>
                  <a:pt x="1474" y="0"/>
                </a:moveTo>
                <a:lnTo>
                  <a:pt x="1588" y="0"/>
                </a:lnTo>
                <a:lnTo>
                  <a:pt x="1588" y="23"/>
                </a:lnTo>
                <a:lnTo>
                  <a:pt x="1474" y="23"/>
                </a:lnTo>
                <a:lnTo>
                  <a:pt x="1474" y="0"/>
                </a:lnTo>
                <a:moveTo>
                  <a:pt x="1656" y="0"/>
                </a:moveTo>
                <a:lnTo>
                  <a:pt x="1771" y="0"/>
                </a:lnTo>
                <a:lnTo>
                  <a:pt x="1771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2" y="0"/>
                </a:moveTo>
                <a:lnTo>
                  <a:pt x="2136" y="0"/>
                </a:lnTo>
                <a:lnTo>
                  <a:pt x="2136" y="23"/>
                </a:lnTo>
                <a:lnTo>
                  <a:pt x="2022" y="23"/>
                </a:lnTo>
                <a:lnTo>
                  <a:pt x="2022" y="0"/>
                </a:lnTo>
                <a:moveTo>
                  <a:pt x="2205" y="0"/>
                </a:moveTo>
                <a:lnTo>
                  <a:pt x="2319" y="0"/>
                </a:lnTo>
                <a:lnTo>
                  <a:pt x="2319" y="23"/>
                </a:lnTo>
                <a:lnTo>
                  <a:pt x="2205" y="23"/>
                </a:lnTo>
                <a:lnTo>
                  <a:pt x="2205" y="0"/>
                </a:lnTo>
                <a:moveTo>
                  <a:pt x="2387" y="0"/>
                </a:moveTo>
                <a:lnTo>
                  <a:pt x="2502" y="0"/>
                </a:lnTo>
                <a:lnTo>
                  <a:pt x="2502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3" y="0"/>
                </a:moveTo>
                <a:lnTo>
                  <a:pt x="2867" y="0"/>
                </a:lnTo>
                <a:lnTo>
                  <a:pt x="2867" y="23"/>
                </a:lnTo>
                <a:lnTo>
                  <a:pt x="2753" y="23"/>
                </a:lnTo>
                <a:lnTo>
                  <a:pt x="2753" y="0"/>
                </a:lnTo>
                <a:moveTo>
                  <a:pt x="2935" y="0"/>
                </a:moveTo>
                <a:lnTo>
                  <a:pt x="3050" y="0"/>
                </a:lnTo>
                <a:lnTo>
                  <a:pt x="3050" y="23"/>
                </a:lnTo>
                <a:lnTo>
                  <a:pt x="2935" y="23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3"/>
                </a:lnTo>
                <a:lnTo>
                  <a:pt x="3118" y="23"/>
                </a:lnTo>
                <a:lnTo>
                  <a:pt x="3118" y="0"/>
                </a:lnTo>
                <a:moveTo>
                  <a:pt x="3301" y="0"/>
                </a:moveTo>
                <a:lnTo>
                  <a:pt x="3415" y="0"/>
                </a:lnTo>
                <a:lnTo>
                  <a:pt x="3415" y="23"/>
                </a:lnTo>
                <a:lnTo>
                  <a:pt x="3301" y="23"/>
                </a:lnTo>
                <a:lnTo>
                  <a:pt x="3301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3"/>
                </a:lnTo>
                <a:lnTo>
                  <a:pt x="3484" y="23"/>
                </a:lnTo>
                <a:lnTo>
                  <a:pt x="3484" y="0"/>
                </a:lnTo>
                <a:moveTo>
                  <a:pt x="3666" y="0"/>
                </a:moveTo>
                <a:lnTo>
                  <a:pt x="3781" y="0"/>
                </a:lnTo>
                <a:lnTo>
                  <a:pt x="3781" y="23"/>
                </a:lnTo>
                <a:lnTo>
                  <a:pt x="3666" y="23"/>
                </a:lnTo>
                <a:lnTo>
                  <a:pt x="3666" y="0"/>
                </a:lnTo>
                <a:moveTo>
                  <a:pt x="3849" y="0"/>
                </a:moveTo>
                <a:lnTo>
                  <a:pt x="3963" y="0"/>
                </a:lnTo>
                <a:lnTo>
                  <a:pt x="3963" y="23"/>
                </a:lnTo>
                <a:lnTo>
                  <a:pt x="3849" y="23"/>
                </a:lnTo>
                <a:lnTo>
                  <a:pt x="3849" y="0"/>
                </a:lnTo>
                <a:moveTo>
                  <a:pt x="4032" y="0"/>
                </a:moveTo>
                <a:lnTo>
                  <a:pt x="4146" y="0"/>
                </a:lnTo>
                <a:lnTo>
                  <a:pt x="4146" y="23"/>
                </a:lnTo>
                <a:lnTo>
                  <a:pt x="4032" y="23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3"/>
                </a:lnTo>
                <a:lnTo>
                  <a:pt x="4215" y="23"/>
                </a:lnTo>
                <a:lnTo>
                  <a:pt x="4215" y="0"/>
                </a:lnTo>
                <a:moveTo>
                  <a:pt x="4397" y="0"/>
                </a:moveTo>
                <a:lnTo>
                  <a:pt x="4511" y="0"/>
                </a:lnTo>
                <a:lnTo>
                  <a:pt x="4511" y="23"/>
                </a:lnTo>
                <a:lnTo>
                  <a:pt x="4397" y="23"/>
                </a:lnTo>
                <a:lnTo>
                  <a:pt x="4397" y="0"/>
                </a:lnTo>
                <a:moveTo>
                  <a:pt x="4580" y="0"/>
                </a:moveTo>
                <a:lnTo>
                  <a:pt x="4694" y="0"/>
                </a:lnTo>
                <a:lnTo>
                  <a:pt x="4694" y="23"/>
                </a:lnTo>
                <a:lnTo>
                  <a:pt x="4580" y="23"/>
                </a:lnTo>
                <a:lnTo>
                  <a:pt x="4580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3"/>
                </a:lnTo>
                <a:lnTo>
                  <a:pt x="4763" y="23"/>
                </a:lnTo>
                <a:lnTo>
                  <a:pt x="4763" y="0"/>
                </a:lnTo>
                <a:moveTo>
                  <a:pt x="4945" y="0"/>
                </a:moveTo>
                <a:lnTo>
                  <a:pt x="5060" y="0"/>
                </a:lnTo>
                <a:lnTo>
                  <a:pt x="5060" y="23"/>
                </a:lnTo>
                <a:lnTo>
                  <a:pt x="4945" y="23"/>
                </a:lnTo>
                <a:lnTo>
                  <a:pt x="4945" y="0"/>
                </a:lnTo>
                <a:moveTo>
                  <a:pt x="5128" y="0"/>
                </a:moveTo>
                <a:lnTo>
                  <a:pt x="5242" y="0"/>
                </a:lnTo>
                <a:lnTo>
                  <a:pt x="5242" y="23"/>
                </a:lnTo>
                <a:lnTo>
                  <a:pt x="5128" y="23"/>
                </a:lnTo>
                <a:lnTo>
                  <a:pt x="5128" y="0"/>
                </a:lnTo>
                <a:moveTo>
                  <a:pt x="5311" y="0"/>
                </a:moveTo>
                <a:lnTo>
                  <a:pt x="5425" y="0"/>
                </a:lnTo>
                <a:lnTo>
                  <a:pt x="5425" y="23"/>
                </a:lnTo>
                <a:lnTo>
                  <a:pt x="5311" y="23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3"/>
                </a:lnTo>
                <a:lnTo>
                  <a:pt x="5494" y="23"/>
                </a:lnTo>
                <a:lnTo>
                  <a:pt x="5494" y="0"/>
                </a:lnTo>
                <a:moveTo>
                  <a:pt x="5676" y="0"/>
                </a:moveTo>
                <a:lnTo>
                  <a:pt x="5791" y="0"/>
                </a:lnTo>
                <a:lnTo>
                  <a:pt x="5791" y="23"/>
                </a:lnTo>
                <a:lnTo>
                  <a:pt x="5676" y="23"/>
                </a:lnTo>
                <a:lnTo>
                  <a:pt x="5676" y="0"/>
                </a:lnTo>
                <a:moveTo>
                  <a:pt x="5859" y="0"/>
                </a:moveTo>
                <a:lnTo>
                  <a:pt x="5973" y="0"/>
                </a:lnTo>
                <a:lnTo>
                  <a:pt x="5973" y="23"/>
                </a:lnTo>
                <a:lnTo>
                  <a:pt x="5859" y="23"/>
                </a:lnTo>
                <a:lnTo>
                  <a:pt x="5859" y="0"/>
                </a:lnTo>
                <a:moveTo>
                  <a:pt x="6042" y="0"/>
                </a:moveTo>
                <a:lnTo>
                  <a:pt x="6156" y="0"/>
                </a:lnTo>
                <a:lnTo>
                  <a:pt x="6156" y="23"/>
                </a:lnTo>
                <a:lnTo>
                  <a:pt x="6042" y="23"/>
                </a:lnTo>
                <a:lnTo>
                  <a:pt x="6042" y="0"/>
                </a:lnTo>
                <a:moveTo>
                  <a:pt x="6224" y="0"/>
                </a:moveTo>
                <a:lnTo>
                  <a:pt x="6339" y="0"/>
                </a:lnTo>
                <a:lnTo>
                  <a:pt x="6339" y="23"/>
                </a:lnTo>
                <a:lnTo>
                  <a:pt x="6224" y="23"/>
                </a:lnTo>
                <a:lnTo>
                  <a:pt x="6224" y="0"/>
                </a:lnTo>
                <a:moveTo>
                  <a:pt x="6407" y="0"/>
                </a:moveTo>
                <a:lnTo>
                  <a:pt x="6521" y="0"/>
                </a:lnTo>
                <a:lnTo>
                  <a:pt x="6521" y="23"/>
                </a:lnTo>
                <a:lnTo>
                  <a:pt x="6407" y="23"/>
                </a:lnTo>
                <a:lnTo>
                  <a:pt x="6407" y="0"/>
                </a:lnTo>
                <a:moveTo>
                  <a:pt x="6590" y="0"/>
                </a:moveTo>
                <a:lnTo>
                  <a:pt x="6704" y="0"/>
                </a:lnTo>
                <a:lnTo>
                  <a:pt x="6704" y="23"/>
                </a:lnTo>
                <a:lnTo>
                  <a:pt x="6590" y="23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3"/>
                </a:lnTo>
                <a:lnTo>
                  <a:pt x="6773" y="23"/>
                </a:lnTo>
                <a:lnTo>
                  <a:pt x="6773" y="0"/>
                </a:lnTo>
                <a:moveTo>
                  <a:pt x="6955" y="0"/>
                </a:moveTo>
                <a:lnTo>
                  <a:pt x="7070" y="0"/>
                </a:lnTo>
                <a:lnTo>
                  <a:pt x="7070" y="23"/>
                </a:lnTo>
                <a:lnTo>
                  <a:pt x="6955" y="23"/>
                </a:lnTo>
                <a:lnTo>
                  <a:pt x="6955" y="0"/>
                </a:lnTo>
                <a:moveTo>
                  <a:pt x="7138" y="0"/>
                </a:moveTo>
                <a:lnTo>
                  <a:pt x="7252" y="0"/>
                </a:lnTo>
                <a:lnTo>
                  <a:pt x="7252" y="23"/>
                </a:lnTo>
                <a:lnTo>
                  <a:pt x="7138" y="23"/>
                </a:lnTo>
                <a:lnTo>
                  <a:pt x="7138" y="0"/>
                </a:lnTo>
                <a:moveTo>
                  <a:pt x="7321" y="0"/>
                </a:moveTo>
                <a:lnTo>
                  <a:pt x="7435" y="0"/>
                </a:lnTo>
                <a:lnTo>
                  <a:pt x="7435" y="23"/>
                </a:lnTo>
                <a:lnTo>
                  <a:pt x="7321" y="23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3"/>
                </a:lnTo>
                <a:lnTo>
                  <a:pt x="7504" y="23"/>
                </a:lnTo>
                <a:lnTo>
                  <a:pt x="7504" y="0"/>
                </a:lnTo>
                <a:moveTo>
                  <a:pt x="7686" y="0"/>
                </a:moveTo>
                <a:lnTo>
                  <a:pt x="7800" y="0"/>
                </a:lnTo>
                <a:lnTo>
                  <a:pt x="7800" y="23"/>
                </a:lnTo>
                <a:lnTo>
                  <a:pt x="7686" y="23"/>
                </a:lnTo>
                <a:lnTo>
                  <a:pt x="7686" y="0"/>
                </a:lnTo>
                <a:moveTo>
                  <a:pt x="7869" y="0"/>
                </a:moveTo>
                <a:lnTo>
                  <a:pt x="7983" y="0"/>
                </a:lnTo>
                <a:lnTo>
                  <a:pt x="7983" y="23"/>
                </a:lnTo>
                <a:lnTo>
                  <a:pt x="7869" y="23"/>
                </a:lnTo>
                <a:lnTo>
                  <a:pt x="7869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3"/>
                </a:lnTo>
                <a:lnTo>
                  <a:pt x="8052" y="23"/>
                </a:lnTo>
                <a:lnTo>
                  <a:pt x="8052" y="0"/>
                </a:lnTo>
                <a:moveTo>
                  <a:pt x="8234" y="0"/>
                </a:moveTo>
                <a:lnTo>
                  <a:pt x="8349" y="0"/>
                </a:lnTo>
                <a:lnTo>
                  <a:pt x="8349" y="23"/>
                </a:lnTo>
                <a:lnTo>
                  <a:pt x="8234" y="23"/>
                </a:lnTo>
                <a:lnTo>
                  <a:pt x="8234" y="0"/>
                </a:lnTo>
                <a:moveTo>
                  <a:pt x="8417" y="0"/>
                </a:moveTo>
                <a:lnTo>
                  <a:pt x="8531" y="0"/>
                </a:lnTo>
                <a:lnTo>
                  <a:pt x="8531" y="23"/>
                </a:lnTo>
                <a:lnTo>
                  <a:pt x="8417" y="23"/>
                </a:lnTo>
                <a:lnTo>
                  <a:pt x="8417" y="0"/>
                </a:lnTo>
                <a:moveTo>
                  <a:pt x="8600" y="0"/>
                </a:moveTo>
                <a:lnTo>
                  <a:pt x="8714" y="0"/>
                </a:lnTo>
                <a:lnTo>
                  <a:pt x="8714" y="23"/>
                </a:lnTo>
                <a:lnTo>
                  <a:pt x="8600" y="23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3"/>
                </a:lnTo>
                <a:lnTo>
                  <a:pt x="8783" y="23"/>
                </a:lnTo>
                <a:lnTo>
                  <a:pt x="8783" y="0"/>
                </a:lnTo>
                <a:moveTo>
                  <a:pt x="8965" y="0"/>
                </a:moveTo>
                <a:lnTo>
                  <a:pt x="9080" y="0"/>
                </a:lnTo>
                <a:lnTo>
                  <a:pt x="9080" y="23"/>
                </a:lnTo>
                <a:lnTo>
                  <a:pt x="8965" y="23"/>
                </a:lnTo>
                <a:lnTo>
                  <a:pt x="8965" y="0"/>
                </a:lnTo>
                <a:moveTo>
                  <a:pt x="9148" y="0"/>
                </a:moveTo>
                <a:lnTo>
                  <a:pt x="9262" y="0"/>
                </a:lnTo>
                <a:lnTo>
                  <a:pt x="9262" y="23"/>
                </a:lnTo>
                <a:lnTo>
                  <a:pt x="9148" y="23"/>
                </a:lnTo>
                <a:lnTo>
                  <a:pt x="9148" y="0"/>
                </a:lnTo>
                <a:moveTo>
                  <a:pt x="9331" y="0"/>
                </a:moveTo>
                <a:lnTo>
                  <a:pt x="9445" y="0"/>
                </a:lnTo>
                <a:lnTo>
                  <a:pt x="9445" y="23"/>
                </a:lnTo>
                <a:lnTo>
                  <a:pt x="9331" y="23"/>
                </a:lnTo>
                <a:lnTo>
                  <a:pt x="9331" y="0"/>
                </a:lnTo>
                <a:moveTo>
                  <a:pt x="9525" y="11"/>
                </a:moveTo>
                <a:lnTo>
                  <a:pt x="9525" y="125"/>
                </a:lnTo>
                <a:lnTo>
                  <a:pt x="9502" y="125"/>
                </a:lnTo>
                <a:lnTo>
                  <a:pt x="9502" y="11"/>
                </a:lnTo>
                <a:lnTo>
                  <a:pt x="9525" y="11"/>
                </a:lnTo>
                <a:moveTo>
                  <a:pt x="9525" y="194"/>
                </a:moveTo>
                <a:lnTo>
                  <a:pt x="9525" y="308"/>
                </a:lnTo>
                <a:lnTo>
                  <a:pt x="9502" y="308"/>
                </a:lnTo>
                <a:lnTo>
                  <a:pt x="9502" y="194"/>
                </a:lnTo>
                <a:lnTo>
                  <a:pt x="9525" y="194"/>
                </a:lnTo>
                <a:moveTo>
                  <a:pt x="9525" y="377"/>
                </a:moveTo>
                <a:lnTo>
                  <a:pt x="9525" y="491"/>
                </a:lnTo>
                <a:lnTo>
                  <a:pt x="9502" y="491"/>
                </a:lnTo>
                <a:lnTo>
                  <a:pt x="9502" y="377"/>
                </a:lnTo>
                <a:lnTo>
                  <a:pt x="9525" y="377"/>
                </a:lnTo>
                <a:moveTo>
                  <a:pt x="9525" y="559"/>
                </a:moveTo>
                <a:lnTo>
                  <a:pt x="9525" y="673"/>
                </a:lnTo>
                <a:lnTo>
                  <a:pt x="9502" y="673"/>
                </a:lnTo>
                <a:lnTo>
                  <a:pt x="9502" y="559"/>
                </a:lnTo>
                <a:lnTo>
                  <a:pt x="9525" y="559"/>
                </a:lnTo>
                <a:moveTo>
                  <a:pt x="9525" y="742"/>
                </a:moveTo>
                <a:lnTo>
                  <a:pt x="9525" y="856"/>
                </a:lnTo>
                <a:lnTo>
                  <a:pt x="9502" y="856"/>
                </a:lnTo>
                <a:lnTo>
                  <a:pt x="9502" y="742"/>
                </a:lnTo>
                <a:lnTo>
                  <a:pt x="9525" y="742"/>
                </a:lnTo>
                <a:moveTo>
                  <a:pt x="9525" y="925"/>
                </a:moveTo>
                <a:lnTo>
                  <a:pt x="9525" y="1039"/>
                </a:lnTo>
                <a:lnTo>
                  <a:pt x="9502" y="1039"/>
                </a:lnTo>
                <a:lnTo>
                  <a:pt x="9502" y="925"/>
                </a:lnTo>
                <a:lnTo>
                  <a:pt x="9525" y="925"/>
                </a:lnTo>
                <a:moveTo>
                  <a:pt x="9525" y="1107"/>
                </a:moveTo>
                <a:lnTo>
                  <a:pt x="9525" y="1223"/>
                </a:lnTo>
                <a:lnTo>
                  <a:pt x="9502" y="1223"/>
                </a:lnTo>
                <a:lnTo>
                  <a:pt x="9502" y="1107"/>
                </a:lnTo>
                <a:lnTo>
                  <a:pt x="9525" y="1107"/>
                </a:lnTo>
                <a:moveTo>
                  <a:pt x="9525" y="1291"/>
                </a:moveTo>
                <a:lnTo>
                  <a:pt x="9525" y="1405"/>
                </a:lnTo>
                <a:lnTo>
                  <a:pt x="9502" y="1405"/>
                </a:lnTo>
                <a:lnTo>
                  <a:pt x="9502" y="1291"/>
                </a:lnTo>
                <a:lnTo>
                  <a:pt x="9525" y="1291"/>
                </a:lnTo>
                <a:moveTo>
                  <a:pt x="9525" y="1474"/>
                </a:moveTo>
                <a:lnTo>
                  <a:pt x="9525" y="1508"/>
                </a:lnTo>
                <a:lnTo>
                  <a:pt x="9422" y="1508"/>
                </a:lnTo>
                <a:lnTo>
                  <a:pt x="9422" y="1485"/>
                </a:lnTo>
                <a:lnTo>
                  <a:pt x="9513" y="1485"/>
                </a:lnTo>
                <a:lnTo>
                  <a:pt x="9513" y="1497"/>
                </a:lnTo>
                <a:lnTo>
                  <a:pt x="9502" y="1497"/>
                </a:lnTo>
                <a:lnTo>
                  <a:pt x="9502" y="1474"/>
                </a:lnTo>
                <a:lnTo>
                  <a:pt x="9525" y="1474"/>
                </a:lnTo>
                <a:moveTo>
                  <a:pt x="9354" y="1508"/>
                </a:moveTo>
                <a:lnTo>
                  <a:pt x="9239" y="1508"/>
                </a:lnTo>
                <a:lnTo>
                  <a:pt x="9239" y="1485"/>
                </a:lnTo>
                <a:lnTo>
                  <a:pt x="9354" y="1485"/>
                </a:lnTo>
                <a:lnTo>
                  <a:pt x="9354" y="1508"/>
                </a:lnTo>
                <a:moveTo>
                  <a:pt x="9171" y="1508"/>
                </a:moveTo>
                <a:lnTo>
                  <a:pt x="9057" y="1508"/>
                </a:lnTo>
                <a:lnTo>
                  <a:pt x="9057" y="1485"/>
                </a:lnTo>
                <a:lnTo>
                  <a:pt x="9171" y="1485"/>
                </a:lnTo>
                <a:lnTo>
                  <a:pt x="9171" y="1508"/>
                </a:lnTo>
                <a:moveTo>
                  <a:pt x="8988" y="1508"/>
                </a:moveTo>
                <a:lnTo>
                  <a:pt x="8874" y="1508"/>
                </a:lnTo>
                <a:lnTo>
                  <a:pt x="8874" y="1485"/>
                </a:lnTo>
                <a:lnTo>
                  <a:pt x="8988" y="1485"/>
                </a:lnTo>
                <a:lnTo>
                  <a:pt x="8988" y="1508"/>
                </a:lnTo>
                <a:moveTo>
                  <a:pt x="8805" y="1508"/>
                </a:moveTo>
                <a:lnTo>
                  <a:pt x="8691" y="1508"/>
                </a:lnTo>
                <a:lnTo>
                  <a:pt x="8691" y="1485"/>
                </a:lnTo>
                <a:lnTo>
                  <a:pt x="8805" y="1485"/>
                </a:lnTo>
                <a:lnTo>
                  <a:pt x="8805" y="1508"/>
                </a:lnTo>
                <a:moveTo>
                  <a:pt x="8623" y="1508"/>
                </a:moveTo>
                <a:lnTo>
                  <a:pt x="8509" y="1508"/>
                </a:lnTo>
                <a:lnTo>
                  <a:pt x="8509" y="1485"/>
                </a:lnTo>
                <a:lnTo>
                  <a:pt x="8623" y="1485"/>
                </a:lnTo>
                <a:lnTo>
                  <a:pt x="8623" y="1508"/>
                </a:lnTo>
                <a:moveTo>
                  <a:pt x="8440" y="1508"/>
                </a:moveTo>
                <a:lnTo>
                  <a:pt x="8326" y="1508"/>
                </a:lnTo>
                <a:lnTo>
                  <a:pt x="8326" y="1485"/>
                </a:lnTo>
                <a:lnTo>
                  <a:pt x="8440" y="1485"/>
                </a:lnTo>
                <a:lnTo>
                  <a:pt x="8440" y="1508"/>
                </a:lnTo>
                <a:moveTo>
                  <a:pt x="8257" y="1508"/>
                </a:moveTo>
                <a:lnTo>
                  <a:pt x="8143" y="1508"/>
                </a:lnTo>
                <a:lnTo>
                  <a:pt x="8143" y="1485"/>
                </a:lnTo>
                <a:lnTo>
                  <a:pt x="8257" y="1485"/>
                </a:lnTo>
                <a:lnTo>
                  <a:pt x="8257" y="1508"/>
                </a:lnTo>
                <a:moveTo>
                  <a:pt x="8075" y="1508"/>
                </a:moveTo>
                <a:lnTo>
                  <a:pt x="7960" y="1508"/>
                </a:lnTo>
                <a:lnTo>
                  <a:pt x="7960" y="1485"/>
                </a:lnTo>
                <a:lnTo>
                  <a:pt x="8075" y="1485"/>
                </a:lnTo>
                <a:lnTo>
                  <a:pt x="8075" y="1508"/>
                </a:lnTo>
                <a:moveTo>
                  <a:pt x="7892" y="1508"/>
                </a:moveTo>
                <a:lnTo>
                  <a:pt x="7778" y="1508"/>
                </a:lnTo>
                <a:lnTo>
                  <a:pt x="7778" y="1485"/>
                </a:lnTo>
                <a:lnTo>
                  <a:pt x="7892" y="1485"/>
                </a:lnTo>
                <a:lnTo>
                  <a:pt x="7892" y="1508"/>
                </a:lnTo>
                <a:moveTo>
                  <a:pt x="7709" y="1508"/>
                </a:moveTo>
                <a:lnTo>
                  <a:pt x="7595" y="1508"/>
                </a:lnTo>
                <a:lnTo>
                  <a:pt x="7595" y="1485"/>
                </a:lnTo>
                <a:lnTo>
                  <a:pt x="7709" y="1485"/>
                </a:lnTo>
                <a:lnTo>
                  <a:pt x="7709" y="1508"/>
                </a:lnTo>
                <a:moveTo>
                  <a:pt x="7526" y="1508"/>
                </a:moveTo>
                <a:lnTo>
                  <a:pt x="7412" y="1508"/>
                </a:lnTo>
                <a:lnTo>
                  <a:pt x="7412" y="1485"/>
                </a:lnTo>
                <a:lnTo>
                  <a:pt x="7526" y="1485"/>
                </a:lnTo>
                <a:lnTo>
                  <a:pt x="7526" y="1508"/>
                </a:lnTo>
                <a:moveTo>
                  <a:pt x="7344" y="1508"/>
                </a:moveTo>
                <a:lnTo>
                  <a:pt x="7229" y="1508"/>
                </a:lnTo>
                <a:lnTo>
                  <a:pt x="7229" y="1485"/>
                </a:lnTo>
                <a:lnTo>
                  <a:pt x="7344" y="1485"/>
                </a:lnTo>
                <a:lnTo>
                  <a:pt x="7344" y="1508"/>
                </a:lnTo>
                <a:moveTo>
                  <a:pt x="7161" y="1508"/>
                </a:moveTo>
                <a:lnTo>
                  <a:pt x="7047" y="1508"/>
                </a:lnTo>
                <a:lnTo>
                  <a:pt x="7047" y="1485"/>
                </a:lnTo>
                <a:lnTo>
                  <a:pt x="7161" y="1485"/>
                </a:lnTo>
                <a:lnTo>
                  <a:pt x="7161" y="1508"/>
                </a:lnTo>
                <a:moveTo>
                  <a:pt x="6978" y="1508"/>
                </a:moveTo>
                <a:lnTo>
                  <a:pt x="6864" y="1508"/>
                </a:lnTo>
                <a:lnTo>
                  <a:pt x="6864" y="1485"/>
                </a:lnTo>
                <a:lnTo>
                  <a:pt x="6978" y="1485"/>
                </a:lnTo>
                <a:lnTo>
                  <a:pt x="6978" y="1508"/>
                </a:lnTo>
                <a:moveTo>
                  <a:pt x="6795" y="1508"/>
                </a:moveTo>
                <a:lnTo>
                  <a:pt x="6681" y="1508"/>
                </a:lnTo>
                <a:lnTo>
                  <a:pt x="6681" y="1485"/>
                </a:lnTo>
                <a:lnTo>
                  <a:pt x="6795" y="1485"/>
                </a:lnTo>
                <a:lnTo>
                  <a:pt x="6795" y="1508"/>
                </a:lnTo>
                <a:moveTo>
                  <a:pt x="6613" y="1508"/>
                </a:moveTo>
                <a:lnTo>
                  <a:pt x="6499" y="1508"/>
                </a:lnTo>
                <a:lnTo>
                  <a:pt x="6499" y="1485"/>
                </a:lnTo>
                <a:lnTo>
                  <a:pt x="6613" y="1485"/>
                </a:lnTo>
                <a:lnTo>
                  <a:pt x="6613" y="1508"/>
                </a:lnTo>
                <a:moveTo>
                  <a:pt x="6430" y="1508"/>
                </a:moveTo>
                <a:lnTo>
                  <a:pt x="6316" y="1508"/>
                </a:lnTo>
                <a:lnTo>
                  <a:pt x="6316" y="1485"/>
                </a:lnTo>
                <a:lnTo>
                  <a:pt x="6430" y="1485"/>
                </a:lnTo>
                <a:lnTo>
                  <a:pt x="6430" y="1508"/>
                </a:lnTo>
                <a:moveTo>
                  <a:pt x="6247" y="1508"/>
                </a:moveTo>
                <a:lnTo>
                  <a:pt x="6133" y="1508"/>
                </a:lnTo>
                <a:lnTo>
                  <a:pt x="6133" y="1485"/>
                </a:lnTo>
                <a:lnTo>
                  <a:pt x="6247" y="1485"/>
                </a:lnTo>
                <a:lnTo>
                  <a:pt x="6247" y="1508"/>
                </a:lnTo>
                <a:moveTo>
                  <a:pt x="6065" y="1508"/>
                </a:moveTo>
                <a:lnTo>
                  <a:pt x="5950" y="1508"/>
                </a:lnTo>
                <a:lnTo>
                  <a:pt x="5950" y="1485"/>
                </a:lnTo>
                <a:lnTo>
                  <a:pt x="6065" y="1485"/>
                </a:lnTo>
                <a:lnTo>
                  <a:pt x="6065" y="1508"/>
                </a:lnTo>
                <a:moveTo>
                  <a:pt x="5882" y="1508"/>
                </a:moveTo>
                <a:lnTo>
                  <a:pt x="5768" y="1508"/>
                </a:lnTo>
                <a:lnTo>
                  <a:pt x="5768" y="1485"/>
                </a:lnTo>
                <a:lnTo>
                  <a:pt x="5882" y="1485"/>
                </a:lnTo>
                <a:lnTo>
                  <a:pt x="5882" y="1508"/>
                </a:lnTo>
                <a:moveTo>
                  <a:pt x="5699" y="1508"/>
                </a:moveTo>
                <a:lnTo>
                  <a:pt x="5585" y="1508"/>
                </a:lnTo>
                <a:lnTo>
                  <a:pt x="5585" y="1485"/>
                </a:lnTo>
                <a:lnTo>
                  <a:pt x="5699" y="1485"/>
                </a:lnTo>
                <a:lnTo>
                  <a:pt x="5699" y="1508"/>
                </a:lnTo>
                <a:moveTo>
                  <a:pt x="5516" y="1508"/>
                </a:moveTo>
                <a:lnTo>
                  <a:pt x="5402" y="1508"/>
                </a:lnTo>
                <a:lnTo>
                  <a:pt x="5402" y="1485"/>
                </a:lnTo>
                <a:lnTo>
                  <a:pt x="5516" y="1485"/>
                </a:lnTo>
                <a:lnTo>
                  <a:pt x="5516" y="1508"/>
                </a:lnTo>
                <a:moveTo>
                  <a:pt x="5334" y="1508"/>
                </a:moveTo>
                <a:lnTo>
                  <a:pt x="5220" y="1508"/>
                </a:lnTo>
                <a:lnTo>
                  <a:pt x="5220" y="1485"/>
                </a:lnTo>
                <a:lnTo>
                  <a:pt x="5334" y="1485"/>
                </a:lnTo>
                <a:lnTo>
                  <a:pt x="5334" y="1508"/>
                </a:lnTo>
                <a:moveTo>
                  <a:pt x="5151" y="1508"/>
                </a:moveTo>
                <a:lnTo>
                  <a:pt x="5037" y="1508"/>
                </a:lnTo>
                <a:lnTo>
                  <a:pt x="5037" y="1485"/>
                </a:lnTo>
                <a:lnTo>
                  <a:pt x="5151" y="1485"/>
                </a:lnTo>
                <a:lnTo>
                  <a:pt x="5151" y="1508"/>
                </a:lnTo>
                <a:moveTo>
                  <a:pt x="4968" y="1508"/>
                </a:moveTo>
                <a:lnTo>
                  <a:pt x="4854" y="1508"/>
                </a:lnTo>
                <a:lnTo>
                  <a:pt x="4854" y="1485"/>
                </a:lnTo>
                <a:lnTo>
                  <a:pt x="4968" y="1485"/>
                </a:lnTo>
                <a:lnTo>
                  <a:pt x="4968" y="1508"/>
                </a:lnTo>
                <a:moveTo>
                  <a:pt x="4786" y="1508"/>
                </a:moveTo>
                <a:lnTo>
                  <a:pt x="4671" y="1508"/>
                </a:lnTo>
                <a:lnTo>
                  <a:pt x="4671" y="1485"/>
                </a:lnTo>
                <a:lnTo>
                  <a:pt x="4786" y="1485"/>
                </a:lnTo>
                <a:lnTo>
                  <a:pt x="4786" y="1508"/>
                </a:lnTo>
                <a:moveTo>
                  <a:pt x="4603" y="1508"/>
                </a:moveTo>
                <a:lnTo>
                  <a:pt x="4489" y="1508"/>
                </a:lnTo>
                <a:lnTo>
                  <a:pt x="4489" y="1485"/>
                </a:lnTo>
                <a:lnTo>
                  <a:pt x="4603" y="1485"/>
                </a:lnTo>
                <a:lnTo>
                  <a:pt x="4603" y="1508"/>
                </a:lnTo>
                <a:moveTo>
                  <a:pt x="4420" y="1508"/>
                </a:moveTo>
                <a:lnTo>
                  <a:pt x="4306" y="1508"/>
                </a:lnTo>
                <a:lnTo>
                  <a:pt x="4306" y="1485"/>
                </a:lnTo>
                <a:lnTo>
                  <a:pt x="4420" y="1485"/>
                </a:lnTo>
                <a:lnTo>
                  <a:pt x="4420" y="1508"/>
                </a:lnTo>
                <a:moveTo>
                  <a:pt x="4237" y="1508"/>
                </a:moveTo>
                <a:lnTo>
                  <a:pt x="4123" y="1508"/>
                </a:lnTo>
                <a:lnTo>
                  <a:pt x="4123" y="1485"/>
                </a:lnTo>
                <a:lnTo>
                  <a:pt x="4237" y="1485"/>
                </a:lnTo>
                <a:lnTo>
                  <a:pt x="4237" y="1508"/>
                </a:lnTo>
                <a:moveTo>
                  <a:pt x="4055" y="1508"/>
                </a:moveTo>
                <a:lnTo>
                  <a:pt x="3940" y="1508"/>
                </a:lnTo>
                <a:lnTo>
                  <a:pt x="3940" y="1485"/>
                </a:lnTo>
                <a:lnTo>
                  <a:pt x="4055" y="1485"/>
                </a:lnTo>
                <a:lnTo>
                  <a:pt x="4055" y="1508"/>
                </a:lnTo>
                <a:moveTo>
                  <a:pt x="3872" y="1508"/>
                </a:moveTo>
                <a:lnTo>
                  <a:pt x="3758" y="1508"/>
                </a:lnTo>
                <a:lnTo>
                  <a:pt x="3758" y="1485"/>
                </a:lnTo>
                <a:lnTo>
                  <a:pt x="3872" y="1485"/>
                </a:lnTo>
                <a:lnTo>
                  <a:pt x="3872" y="1508"/>
                </a:lnTo>
                <a:moveTo>
                  <a:pt x="3689" y="1508"/>
                </a:moveTo>
                <a:lnTo>
                  <a:pt x="3575" y="1508"/>
                </a:lnTo>
                <a:lnTo>
                  <a:pt x="3575" y="1485"/>
                </a:lnTo>
                <a:lnTo>
                  <a:pt x="3689" y="1485"/>
                </a:lnTo>
                <a:lnTo>
                  <a:pt x="3689" y="1508"/>
                </a:lnTo>
                <a:moveTo>
                  <a:pt x="3506" y="1508"/>
                </a:moveTo>
                <a:lnTo>
                  <a:pt x="3392" y="1508"/>
                </a:lnTo>
                <a:lnTo>
                  <a:pt x="3392" y="1485"/>
                </a:lnTo>
                <a:lnTo>
                  <a:pt x="3506" y="1485"/>
                </a:lnTo>
                <a:lnTo>
                  <a:pt x="3506" y="1508"/>
                </a:lnTo>
                <a:moveTo>
                  <a:pt x="3324" y="1508"/>
                </a:moveTo>
                <a:lnTo>
                  <a:pt x="3210" y="1508"/>
                </a:lnTo>
                <a:lnTo>
                  <a:pt x="3210" y="1485"/>
                </a:lnTo>
                <a:lnTo>
                  <a:pt x="3324" y="1485"/>
                </a:lnTo>
                <a:lnTo>
                  <a:pt x="3324" y="1508"/>
                </a:lnTo>
                <a:moveTo>
                  <a:pt x="3141" y="1508"/>
                </a:moveTo>
                <a:lnTo>
                  <a:pt x="3027" y="1508"/>
                </a:lnTo>
                <a:lnTo>
                  <a:pt x="3027" y="1485"/>
                </a:lnTo>
                <a:lnTo>
                  <a:pt x="3141" y="1485"/>
                </a:lnTo>
                <a:lnTo>
                  <a:pt x="3141" y="1508"/>
                </a:lnTo>
                <a:moveTo>
                  <a:pt x="2958" y="1508"/>
                </a:moveTo>
                <a:lnTo>
                  <a:pt x="2844" y="1508"/>
                </a:lnTo>
                <a:lnTo>
                  <a:pt x="2844" y="1485"/>
                </a:lnTo>
                <a:lnTo>
                  <a:pt x="2958" y="1485"/>
                </a:lnTo>
                <a:lnTo>
                  <a:pt x="2958" y="1508"/>
                </a:lnTo>
                <a:moveTo>
                  <a:pt x="2776" y="1508"/>
                </a:moveTo>
                <a:lnTo>
                  <a:pt x="2661" y="1508"/>
                </a:lnTo>
                <a:lnTo>
                  <a:pt x="2661" y="1485"/>
                </a:lnTo>
                <a:lnTo>
                  <a:pt x="2776" y="1485"/>
                </a:lnTo>
                <a:lnTo>
                  <a:pt x="2776" y="1508"/>
                </a:lnTo>
                <a:moveTo>
                  <a:pt x="2593" y="1508"/>
                </a:moveTo>
                <a:lnTo>
                  <a:pt x="2479" y="1508"/>
                </a:lnTo>
                <a:lnTo>
                  <a:pt x="2479" y="1485"/>
                </a:lnTo>
                <a:lnTo>
                  <a:pt x="2593" y="1485"/>
                </a:lnTo>
                <a:lnTo>
                  <a:pt x="2593" y="1508"/>
                </a:lnTo>
                <a:moveTo>
                  <a:pt x="2410" y="1508"/>
                </a:moveTo>
                <a:lnTo>
                  <a:pt x="2296" y="1508"/>
                </a:lnTo>
                <a:lnTo>
                  <a:pt x="2296" y="1485"/>
                </a:lnTo>
                <a:lnTo>
                  <a:pt x="2410" y="1485"/>
                </a:lnTo>
                <a:lnTo>
                  <a:pt x="2410" y="1508"/>
                </a:lnTo>
                <a:moveTo>
                  <a:pt x="2227" y="1508"/>
                </a:moveTo>
                <a:lnTo>
                  <a:pt x="2113" y="1508"/>
                </a:lnTo>
                <a:lnTo>
                  <a:pt x="2113" y="1485"/>
                </a:lnTo>
                <a:lnTo>
                  <a:pt x="2227" y="1485"/>
                </a:lnTo>
                <a:lnTo>
                  <a:pt x="2227" y="1508"/>
                </a:lnTo>
                <a:moveTo>
                  <a:pt x="2045" y="1508"/>
                </a:moveTo>
                <a:lnTo>
                  <a:pt x="1931" y="1508"/>
                </a:lnTo>
                <a:lnTo>
                  <a:pt x="1931" y="1485"/>
                </a:lnTo>
                <a:lnTo>
                  <a:pt x="2045" y="1485"/>
                </a:lnTo>
                <a:lnTo>
                  <a:pt x="2045" y="1508"/>
                </a:lnTo>
                <a:moveTo>
                  <a:pt x="1862" y="1508"/>
                </a:moveTo>
                <a:lnTo>
                  <a:pt x="1748" y="1508"/>
                </a:lnTo>
                <a:lnTo>
                  <a:pt x="1748" y="1485"/>
                </a:lnTo>
                <a:lnTo>
                  <a:pt x="1862" y="1485"/>
                </a:lnTo>
                <a:lnTo>
                  <a:pt x="1862" y="1508"/>
                </a:lnTo>
                <a:moveTo>
                  <a:pt x="1679" y="1508"/>
                </a:moveTo>
                <a:lnTo>
                  <a:pt x="1565" y="1508"/>
                </a:lnTo>
                <a:lnTo>
                  <a:pt x="1565" y="1485"/>
                </a:lnTo>
                <a:lnTo>
                  <a:pt x="1679" y="1485"/>
                </a:lnTo>
                <a:lnTo>
                  <a:pt x="1679" y="1508"/>
                </a:lnTo>
                <a:moveTo>
                  <a:pt x="1497" y="1508"/>
                </a:moveTo>
                <a:lnTo>
                  <a:pt x="1382" y="1508"/>
                </a:lnTo>
                <a:lnTo>
                  <a:pt x="1382" y="1485"/>
                </a:lnTo>
                <a:lnTo>
                  <a:pt x="1497" y="1485"/>
                </a:lnTo>
                <a:lnTo>
                  <a:pt x="1497" y="1508"/>
                </a:lnTo>
                <a:moveTo>
                  <a:pt x="1314" y="1508"/>
                </a:moveTo>
                <a:lnTo>
                  <a:pt x="1199" y="1508"/>
                </a:lnTo>
                <a:lnTo>
                  <a:pt x="1199" y="1485"/>
                </a:lnTo>
                <a:lnTo>
                  <a:pt x="1314" y="1485"/>
                </a:lnTo>
                <a:lnTo>
                  <a:pt x="1314" y="1508"/>
                </a:lnTo>
                <a:moveTo>
                  <a:pt x="1130" y="1508"/>
                </a:moveTo>
                <a:lnTo>
                  <a:pt x="1016" y="1508"/>
                </a:lnTo>
                <a:lnTo>
                  <a:pt x="1016" y="1485"/>
                </a:lnTo>
                <a:lnTo>
                  <a:pt x="1130" y="1485"/>
                </a:lnTo>
                <a:lnTo>
                  <a:pt x="1130" y="1508"/>
                </a:lnTo>
                <a:moveTo>
                  <a:pt x="947" y="1508"/>
                </a:moveTo>
                <a:lnTo>
                  <a:pt x="833" y="1508"/>
                </a:lnTo>
                <a:lnTo>
                  <a:pt x="833" y="1485"/>
                </a:lnTo>
                <a:lnTo>
                  <a:pt x="947" y="1485"/>
                </a:lnTo>
                <a:lnTo>
                  <a:pt x="947" y="1508"/>
                </a:lnTo>
                <a:moveTo>
                  <a:pt x="765" y="1508"/>
                </a:moveTo>
                <a:lnTo>
                  <a:pt x="650" y="1508"/>
                </a:lnTo>
                <a:lnTo>
                  <a:pt x="650" y="1485"/>
                </a:lnTo>
                <a:lnTo>
                  <a:pt x="765" y="1485"/>
                </a:lnTo>
                <a:lnTo>
                  <a:pt x="765" y="1508"/>
                </a:lnTo>
                <a:moveTo>
                  <a:pt x="582" y="1508"/>
                </a:moveTo>
                <a:lnTo>
                  <a:pt x="468" y="1508"/>
                </a:lnTo>
                <a:lnTo>
                  <a:pt x="468" y="1485"/>
                </a:lnTo>
                <a:lnTo>
                  <a:pt x="582" y="1485"/>
                </a:lnTo>
                <a:lnTo>
                  <a:pt x="582" y="1508"/>
                </a:lnTo>
                <a:moveTo>
                  <a:pt x="399" y="1508"/>
                </a:moveTo>
                <a:lnTo>
                  <a:pt x="285" y="1508"/>
                </a:lnTo>
                <a:lnTo>
                  <a:pt x="285" y="1485"/>
                </a:lnTo>
                <a:lnTo>
                  <a:pt x="399" y="1485"/>
                </a:lnTo>
                <a:lnTo>
                  <a:pt x="399" y="1508"/>
                </a:lnTo>
                <a:moveTo>
                  <a:pt x="216" y="1508"/>
                </a:moveTo>
                <a:lnTo>
                  <a:pt x="102" y="1508"/>
                </a:lnTo>
                <a:lnTo>
                  <a:pt x="102" y="1485"/>
                </a:lnTo>
                <a:lnTo>
                  <a:pt x="216" y="1485"/>
                </a:lnTo>
                <a:lnTo>
                  <a:pt x="216" y="1508"/>
                </a:lnTo>
                <a:moveTo>
                  <a:pt x="34" y="1508"/>
                </a:moveTo>
                <a:lnTo>
                  <a:pt x="0" y="1508"/>
                </a:lnTo>
                <a:lnTo>
                  <a:pt x="0" y="1405"/>
                </a:lnTo>
                <a:lnTo>
                  <a:pt x="22" y="1405"/>
                </a:lnTo>
                <a:lnTo>
                  <a:pt x="22" y="1497"/>
                </a:lnTo>
                <a:lnTo>
                  <a:pt x="11" y="1497"/>
                </a:lnTo>
                <a:lnTo>
                  <a:pt x="11" y="1485"/>
                </a:lnTo>
                <a:lnTo>
                  <a:pt x="34" y="1485"/>
                </a:lnTo>
                <a:lnTo>
                  <a:pt x="34" y="1508"/>
                </a:lnTo>
                <a:moveTo>
                  <a:pt x="0" y="1337"/>
                </a:moveTo>
                <a:lnTo>
                  <a:pt x="0" y="1223"/>
                </a:lnTo>
                <a:lnTo>
                  <a:pt x="22" y="1223"/>
                </a:lnTo>
                <a:lnTo>
                  <a:pt x="22" y="1337"/>
                </a:lnTo>
                <a:lnTo>
                  <a:pt x="0" y="1337"/>
                </a:lnTo>
                <a:moveTo>
                  <a:pt x="0" y="1153"/>
                </a:moveTo>
                <a:lnTo>
                  <a:pt x="0" y="1039"/>
                </a:lnTo>
                <a:lnTo>
                  <a:pt x="22" y="1039"/>
                </a:lnTo>
                <a:lnTo>
                  <a:pt x="22" y="1153"/>
                </a:lnTo>
                <a:lnTo>
                  <a:pt x="0" y="1153"/>
                </a:lnTo>
                <a:moveTo>
                  <a:pt x="0" y="970"/>
                </a:moveTo>
                <a:lnTo>
                  <a:pt x="0" y="856"/>
                </a:lnTo>
                <a:lnTo>
                  <a:pt x="22" y="856"/>
                </a:lnTo>
                <a:lnTo>
                  <a:pt x="22" y="970"/>
                </a:lnTo>
                <a:lnTo>
                  <a:pt x="0" y="970"/>
                </a:lnTo>
                <a:moveTo>
                  <a:pt x="0" y="788"/>
                </a:moveTo>
                <a:lnTo>
                  <a:pt x="0" y="673"/>
                </a:lnTo>
                <a:lnTo>
                  <a:pt x="22" y="673"/>
                </a:lnTo>
                <a:lnTo>
                  <a:pt x="22" y="788"/>
                </a:lnTo>
                <a:lnTo>
                  <a:pt x="0" y="788"/>
                </a:lnTo>
                <a:moveTo>
                  <a:pt x="0" y="605"/>
                </a:moveTo>
                <a:lnTo>
                  <a:pt x="0" y="491"/>
                </a:lnTo>
                <a:lnTo>
                  <a:pt x="22" y="491"/>
                </a:lnTo>
                <a:lnTo>
                  <a:pt x="22" y="605"/>
                </a:lnTo>
                <a:lnTo>
                  <a:pt x="0" y="605"/>
                </a:lnTo>
                <a:moveTo>
                  <a:pt x="0" y="422"/>
                </a:moveTo>
                <a:lnTo>
                  <a:pt x="0" y="308"/>
                </a:lnTo>
                <a:lnTo>
                  <a:pt x="22" y="308"/>
                </a:lnTo>
                <a:lnTo>
                  <a:pt x="22" y="422"/>
                </a:lnTo>
                <a:lnTo>
                  <a:pt x="0" y="422"/>
                </a:lnTo>
                <a:moveTo>
                  <a:pt x="0" y="239"/>
                </a:moveTo>
                <a:lnTo>
                  <a:pt x="0" y="125"/>
                </a:lnTo>
                <a:lnTo>
                  <a:pt x="22" y="125"/>
                </a:lnTo>
                <a:lnTo>
                  <a:pt x="22" y="239"/>
                </a:lnTo>
                <a:lnTo>
                  <a:pt x="0" y="239"/>
                </a:lnTo>
                <a:moveTo>
                  <a:pt x="0" y="57"/>
                </a:moveTo>
                <a:lnTo>
                  <a:pt x="0" y="0"/>
                </a:lnTo>
                <a:lnTo>
                  <a:pt x="125" y="0"/>
                </a:lnTo>
                <a:lnTo>
                  <a:pt x="125" y="23"/>
                </a:lnTo>
                <a:lnTo>
                  <a:pt x="11" y="23"/>
                </a:lnTo>
                <a:lnTo>
                  <a:pt x="11" y="11"/>
                </a:lnTo>
                <a:lnTo>
                  <a:pt x="22" y="11"/>
                </a:lnTo>
                <a:lnTo>
                  <a:pt x="22" y="57"/>
                </a:lnTo>
                <a:lnTo>
                  <a:pt x="0" y="57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4" name=""/>
          <p:cNvSpPr/>
          <p:nvPr/>
        </p:nvSpPr>
        <p:spPr>
          <a:xfrm>
            <a:off x="7931520" y="263340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5" name=""/>
          <p:cNvSpPr/>
          <p:nvPr/>
        </p:nvSpPr>
        <p:spPr>
          <a:xfrm>
            <a:off x="7931520" y="266220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6" name=""/>
          <p:cNvSpPr txBox="1"/>
          <p:nvPr/>
        </p:nvSpPr>
        <p:spPr>
          <a:xfrm>
            <a:off x="868320" y="291204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7" name=""/>
          <p:cNvSpPr txBox="1"/>
          <p:nvPr/>
        </p:nvSpPr>
        <p:spPr>
          <a:xfrm>
            <a:off x="4757400" y="2624040"/>
            <a:ext cx="25275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Studiebelasting en begeleide onderwijstijd indicatie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8" name=""/>
          <p:cNvSpPr txBox="1"/>
          <p:nvPr/>
        </p:nvSpPr>
        <p:spPr>
          <a:xfrm>
            <a:off x="4757400" y="2756880"/>
            <a:ext cx="1353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BOT 50 / OOT 50 SBU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9" name=""/>
          <p:cNvSpPr/>
          <p:nvPr/>
        </p:nvSpPr>
        <p:spPr>
          <a:xfrm>
            <a:off x="785880" y="3332160"/>
            <a:ext cx="3840480" cy="534600"/>
          </a:xfrm>
          <a:custGeom>
            <a:avLst/>
            <a:gdLst/>
            <a:ahLst/>
            <a:rect l="0" t="0" r="r" b="b"/>
            <a:pathLst>
              <a:path w="10668" h="1485">
                <a:moveTo>
                  <a:pt x="0" y="0"/>
                </a:moveTo>
                <a:lnTo>
                  <a:pt x="10668" y="0"/>
                </a:lnTo>
                <a:lnTo>
                  <a:pt x="10668" y="1485"/>
                </a:lnTo>
                <a:lnTo>
                  <a:pt x="0" y="1485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0" name=""/>
          <p:cNvSpPr/>
          <p:nvPr/>
        </p:nvSpPr>
        <p:spPr>
          <a:xfrm>
            <a:off x="781920" y="3328200"/>
            <a:ext cx="3848400" cy="542880"/>
          </a:xfrm>
          <a:custGeom>
            <a:avLst/>
            <a:gdLst/>
            <a:ahLst/>
            <a:rect l="0" t="0" r="r" b="b"/>
            <a:pathLst>
              <a:path w="10690" h="1508">
                <a:moveTo>
                  <a:pt x="194" y="0"/>
                </a:moveTo>
                <a:lnTo>
                  <a:pt x="308" y="0"/>
                </a:lnTo>
                <a:lnTo>
                  <a:pt x="308" y="22"/>
                </a:lnTo>
                <a:lnTo>
                  <a:pt x="194" y="22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2"/>
                </a:lnTo>
                <a:lnTo>
                  <a:pt x="377" y="22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2"/>
                </a:lnTo>
                <a:lnTo>
                  <a:pt x="560" y="22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2"/>
                </a:lnTo>
                <a:lnTo>
                  <a:pt x="742" y="22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2"/>
                </a:lnTo>
                <a:lnTo>
                  <a:pt x="925" y="22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2"/>
                </a:lnTo>
                <a:lnTo>
                  <a:pt x="1108" y="22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2"/>
                </a:lnTo>
                <a:lnTo>
                  <a:pt x="1291" y="22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2"/>
                </a:lnTo>
                <a:lnTo>
                  <a:pt x="1473" y="22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2"/>
                </a:lnTo>
                <a:lnTo>
                  <a:pt x="1656" y="22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2"/>
                </a:lnTo>
                <a:lnTo>
                  <a:pt x="1839" y="22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2"/>
                </a:lnTo>
                <a:lnTo>
                  <a:pt x="2021" y="22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2"/>
                </a:lnTo>
                <a:lnTo>
                  <a:pt x="2204" y="22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2"/>
                </a:lnTo>
                <a:lnTo>
                  <a:pt x="2387" y="22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2"/>
                </a:lnTo>
                <a:lnTo>
                  <a:pt x="2570" y="22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2"/>
                </a:lnTo>
                <a:lnTo>
                  <a:pt x="2752" y="22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2"/>
                </a:lnTo>
                <a:lnTo>
                  <a:pt x="2935" y="22"/>
                </a:lnTo>
                <a:lnTo>
                  <a:pt x="2935" y="0"/>
                </a:lnTo>
                <a:moveTo>
                  <a:pt x="3118" y="0"/>
                </a:moveTo>
                <a:lnTo>
                  <a:pt x="3233" y="0"/>
                </a:lnTo>
                <a:lnTo>
                  <a:pt x="3233" y="22"/>
                </a:lnTo>
                <a:lnTo>
                  <a:pt x="3118" y="22"/>
                </a:lnTo>
                <a:lnTo>
                  <a:pt x="3118" y="0"/>
                </a:lnTo>
                <a:moveTo>
                  <a:pt x="3301" y="0"/>
                </a:moveTo>
                <a:lnTo>
                  <a:pt x="3416" y="0"/>
                </a:lnTo>
                <a:lnTo>
                  <a:pt x="3416" y="22"/>
                </a:lnTo>
                <a:lnTo>
                  <a:pt x="3301" y="22"/>
                </a:lnTo>
                <a:lnTo>
                  <a:pt x="3301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2"/>
                </a:lnTo>
                <a:lnTo>
                  <a:pt x="3484" y="22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2"/>
                </a:lnTo>
                <a:lnTo>
                  <a:pt x="3667" y="22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2"/>
                </a:lnTo>
                <a:lnTo>
                  <a:pt x="3850" y="22"/>
                </a:lnTo>
                <a:lnTo>
                  <a:pt x="3850" y="0"/>
                </a:lnTo>
                <a:moveTo>
                  <a:pt x="4032" y="0"/>
                </a:moveTo>
                <a:lnTo>
                  <a:pt x="4147" y="0"/>
                </a:lnTo>
                <a:lnTo>
                  <a:pt x="4147" y="22"/>
                </a:lnTo>
                <a:lnTo>
                  <a:pt x="4032" y="22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2"/>
                </a:lnTo>
                <a:lnTo>
                  <a:pt x="4215" y="22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2"/>
                </a:lnTo>
                <a:lnTo>
                  <a:pt x="4398" y="22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2"/>
                </a:lnTo>
                <a:lnTo>
                  <a:pt x="4581" y="22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2"/>
                </a:lnTo>
                <a:lnTo>
                  <a:pt x="4763" y="22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2"/>
                </a:lnTo>
                <a:lnTo>
                  <a:pt x="4946" y="22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2"/>
                </a:lnTo>
                <a:lnTo>
                  <a:pt x="5129" y="22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2"/>
                </a:lnTo>
                <a:lnTo>
                  <a:pt x="5311" y="22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2"/>
                </a:lnTo>
                <a:lnTo>
                  <a:pt x="5494" y="22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2"/>
                </a:lnTo>
                <a:lnTo>
                  <a:pt x="5677" y="22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2"/>
                </a:lnTo>
                <a:lnTo>
                  <a:pt x="5860" y="22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2"/>
                </a:lnTo>
                <a:lnTo>
                  <a:pt x="6042" y="22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2"/>
                </a:lnTo>
                <a:lnTo>
                  <a:pt x="6225" y="22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2"/>
                </a:lnTo>
                <a:lnTo>
                  <a:pt x="6408" y="22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2"/>
                </a:lnTo>
                <a:lnTo>
                  <a:pt x="6590" y="22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2"/>
                </a:lnTo>
                <a:lnTo>
                  <a:pt x="6773" y="22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2"/>
                </a:lnTo>
                <a:lnTo>
                  <a:pt x="6956" y="22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2"/>
                </a:lnTo>
                <a:lnTo>
                  <a:pt x="7139" y="22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2"/>
                </a:lnTo>
                <a:lnTo>
                  <a:pt x="7321" y="22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2"/>
                </a:lnTo>
                <a:lnTo>
                  <a:pt x="7504" y="22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2"/>
                </a:lnTo>
                <a:lnTo>
                  <a:pt x="7687" y="22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2"/>
                </a:lnTo>
                <a:lnTo>
                  <a:pt x="7870" y="22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2"/>
                </a:lnTo>
                <a:lnTo>
                  <a:pt x="8052" y="22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2"/>
                </a:lnTo>
                <a:lnTo>
                  <a:pt x="8235" y="22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2"/>
                </a:lnTo>
                <a:lnTo>
                  <a:pt x="8418" y="22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2"/>
                </a:lnTo>
                <a:lnTo>
                  <a:pt x="8600" y="22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2"/>
                </a:lnTo>
                <a:lnTo>
                  <a:pt x="8783" y="22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2"/>
                </a:lnTo>
                <a:lnTo>
                  <a:pt x="8966" y="22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2"/>
                </a:lnTo>
                <a:lnTo>
                  <a:pt x="9149" y="22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2"/>
                </a:lnTo>
                <a:lnTo>
                  <a:pt x="9331" y="22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2"/>
                </a:lnTo>
                <a:lnTo>
                  <a:pt x="9514" y="22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2"/>
                </a:lnTo>
                <a:lnTo>
                  <a:pt x="9697" y="22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2"/>
                </a:lnTo>
                <a:lnTo>
                  <a:pt x="9879" y="22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2"/>
                </a:lnTo>
                <a:lnTo>
                  <a:pt x="10062" y="22"/>
                </a:lnTo>
                <a:lnTo>
                  <a:pt x="10062" y="0"/>
                </a:lnTo>
                <a:moveTo>
                  <a:pt x="10245" y="0"/>
                </a:moveTo>
                <a:lnTo>
                  <a:pt x="10359" y="0"/>
                </a:lnTo>
                <a:lnTo>
                  <a:pt x="10359" y="22"/>
                </a:lnTo>
                <a:lnTo>
                  <a:pt x="10245" y="22"/>
                </a:lnTo>
                <a:lnTo>
                  <a:pt x="10245" y="0"/>
                </a:lnTo>
                <a:moveTo>
                  <a:pt x="10428" y="0"/>
                </a:moveTo>
                <a:lnTo>
                  <a:pt x="10542" y="0"/>
                </a:lnTo>
                <a:lnTo>
                  <a:pt x="10542" y="22"/>
                </a:lnTo>
                <a:lnTo>
                  <a:pt x="10428" y="22"/>
                </a:lnTo>
                <a:lnTo>
                  <a:pt x="10428" y="0"/>
                </a:lnTo>
                <a:moveTo>
                  <a:pt x="10610" y="0"/>
                </a:moveTo>
                <a:lnTo>
                  <a:pt x="10690" y="0"/>
                </a:lnTo>
                <a:lnTo>
                  <a:pt x="10690" y="57"/>
                </a:lnTo>
                <a:lnTo>
                  <a:pt x="10667" y="57"/>
                </a:lnTo>
                <a:lnTo>
                  <a:pt x="10667" y="11"/>
                </a:lnTo>
                <a:lnTo>
                  <a:pt x="10679" y="11"/>
                </a:lnTo>
                <a:lnTo>
                  <a:pt x="10679" y="22"/>
                </a:lnTo>
                <a:lnTo>
                  <a:pt x="10610" y="22"/>
                </a:lnTo>
                <a:lnTo>
                  <a:pt x="10610" y="0"/>
                </a:lnTo>
                <a:moveTo>
                  <a:pt x="10690" y="125"/>
                </a:moveTo>
                <a:lnTo>
                  <a:pt x="10690" y="239"/>
                </a:lnTo>
                <a:lnTo>
                  <a:pt x="10667" y="239"/>
                </a:lnTo>
                <a:lnTo>
                  <a:pt x="10667" y="125"/>
                </a:lnTo>
                <a:lnTo>
                  <a:pt x="10690" y="125"/>
                </a:lnTo>
                <a:moveTo>
                  <a:pt x="10690" y="308"/>
                </a:moveTo>
                <a:lnTo>
                  <a:pt x="10690" y="422"/>
                </a:lnTo>
                <a:lnTo>
                  <a:pt x="10667" y="422"/>
                </a:lnTo>
                <a:lnTo>
                  <a:pt x="10667" y="308"/>
                </a:lnTo>
                <a:lnTo>
                  <a:pt x="10690" y="308"/>
                </a:lnTo>
                <a:moveTo>
                  <a:pt x="10690" y="491"/>
                </a:moveTo>
                <a:lnTo>
                  <a:pt x="10690" y="606"/>
                </a:lnTo>
                <a:lnTo>
                  <a:pt x="10667" y="606"/>
                </a:lnTo>
                <a:lnTo>
                  <a:pt x="10667" y="491"/>
                </a:lnTo>
                <a:lnTo>
                  <a:pt x="10690" y="491"/>
                </a:lnTo>
                <a:moveTo>
                  <a:pt x="10690" y="674"/>
                </a:moveTo>
                <a:lnTo>
                  <a:pt x="10690" y="788"/>
                </a:lnTo>
                <a:lnTo>
                  <a:pt x="10667" y="788"/>
                </a:lnTo>
                <a:lnTo>
                  <a:pt x="10667" y="674"/>
                </a:lnTo>
                <a:lnTo>
                  <a:pt x="10690" y="674"/>
                </a:lnTo>
                <a:moveTo>
                  <a:pt x="10690" y="857"/>
                </a:moveTo>
                <a:lnTo>
                  <a:pt x="10690" y="971"/>
                </a:lnTo>
                <a:lnTo>
                  <a:pt x="10667" y="971"/>
                </a:lnTo>
                <a:lnTo>
                  <a:pt x="10667" y="857"/>
                </a:lnTo>
                <a:lnTo>
                  <a:pt x="10690" y="857"/>
                </a:lnTo>
                <a:moveTo>
                  <a:pt x="10690" y="1040"/>
                </a:moveTo>
                <a:lnTo>
                  <a:pt x="10690" y="1154"/>
                </a:lnTo>
                <a:lnTo>
                  <a:pt x="10667" y="1154"/>
                </a:lnTo>
                <a:lnTo>
                  <a:pt x="10667" y="1040"/>
                </a:lnTo>
                <a:lnTo>
                  <a:pt x="10690" y="1040"/>
                </a:lnTo>
                <a:moveTo>
                  <a:pt x="10690" y="1222"/>
                </a:moveTo>
                <a:lnTo>
                  <a:pt x="10690" y="1337"/>
                </a:lnTo>
                <a:lnTo>
                  <a:pt x="10667" y="1337"/>
                </a:lnTo>
                <a:lnTo>
                  <a:pt x="10667" y="1222"/>
                </a:lnTo>
                <a:lnTo>
                  <a:pt x="10690" y="1222"/>
                </a:lnTo>
                <a:moveTo>
                  <a:pt x="10690" y="1405"/>
                </a:moveTo>
                <a:lnTo>
                  <a:pt x="10690" y="1508"/>
                </a:lnTo>
                <a:lnTo>
                  <a:pt x="10656" y="1508"/>
                </a:lnTo>
                <a:lnTo>
                  <a:pt x="10656" y="1485"/>
                </a:lnTo>
                <a:lnTo>
                  <a:pt x="10679" y="1485"/>
                </a:lnTo>
                <a:lnTo>
                  <a:pt x="10679" y="1496"/>
                </a:lnTo>
                <a:lnTo>
                  <a:pt x="10667" y="1496"/>
                </a:lnTo>
                <a:lnTo>
                  <a:pt x="10667" y="1405"/>
                </a:lnTo>
                <a:lnTo>
                  <a:pt x="10690" y="1405"/>
                </a:lnTo>
                <a:moveTo>
                  <a:pt x="10588" y="1508"/>
                </a:moveTo>
                <a:lnTo>
                  <a:pt x="10473" y="1508"/>
                </a:lnTo>
                <a:lnTo>
                  <a:pt x="10473" y="1485"/>
                </a:lnTo>
                <a:lnTo>
                  <a:pt x="10588" y="1485"/>
                </a:lnTo>
                <a:lnTo>
                  <a:pt x="10588" y="1508"/>
                </a:lnTo>
                <a:moveTo>
                  <a:pt x="10405" y="1508"/>
                </a:moveTo>
                <a:lnTo>
                  <a:pt x="10291" y="1508"/>
                </a:lnTo>
                <a:lnTo>
                  <a:pt x="10291" y="1485"/>
                </a:lnTo>
                <a:lnTo>
                  <a:pt x="10405" y="1485"/>
                </a:lnTo>
                <a:lnTo>
                  <a:pt x="10405" y="1508"/>
                </a:lnTo>
                <a:moveTo>
                  <a:pt x="10222" y="1508"/>
                </a:moveTo>
                <a:lnTo>
                  <a:pt x="10108" y="1508"/>
                </a:lnTo>
                <a:lnTo>
                  <a:pt x="10108" y="1485"/>
                </a:lnTo>
                <a:lnTo>
                  <a:pt x="10222" y="1485"/>
                </a:lnTo>
                <a:lnTo>
                  <a:pt x="10222" y="1508"/>
                </a:lnTo>
                <a:moveTo>
                  <a:pt x="10039" y="1508"/>
                </a:moveTo>
                <a:lnTo>
                  <a:pt x="9925" y="1508"/>
                </a:lnTo>
                <a:lnTo>
                  <a:pt x="9925" y="1485"/>
                </a:lnTo>
                <a:lnTo>
                  <a:pt x="10039" y="1485"/>
                </a:lnTo>
                <a:lnTo>
                  <a:pt x="10039" y="1508"/>
                </a:lnTo>
                <a:moveTo>
                  <a:pt x="9857" y="1508"/>
                </a:moveTo>
                <a:lnTo>
                  <a:pt x="9742" y="1508"/>
                </a:lnTo>
                <a:lnTo>
                  <a:pt x="9742" y="1485"/>
                </a:lnTo>
                <a:lnTo>
                  <a:pt x="9857" y="1485"/>
                </a:lnTo>
                <a:lnTo>
                  <a:pt x="9857" y="1508"/>
                </a:lnTo>
                <a:moveTo>
                  <a:pt x="9674" y="1508"/>
                </a:moveTo>
                <a:lnTo>
                  <a:pt x="9560" y="1508"/>
                </a:lnTo>
                <a:lnTo>
                  <a:pt x="9560" y="1485"/>
                </a:lnTo>
                <a:lnTo>
                  <a:pt x="9674" y="1485"/>
                </a:lnTo>
                <a:lnTo>
                  <a:pt x="9674" y="1508"/>
                </a:lnTo>
                <a:moveTo>
                  <a:pt x="9491" y="1508"/>
                </a:moveTo>
                <a:lnTo>
                  <a:pt x="9377" y="1508"/>
                </a:lnTo>
                <a:lnTo>
                  <a:pt x="9377" y="1485"/>
                </a:lnTo>
                <a:lnTo>
                  <a:pt x="9491" y="1485"/>
                </a:lnTo>
                <a:lnTo>
                  <a:pt x="9491" y="1508"/>
                </a:lnTo>
                <a:moveTo>
                  <a:pt x="9308" y="1508"/>
                </a:moveTo>
                <a:lnTo>
                  <a:pt x="9194" y="1508"/>
                </a:lnTo>
                <a:lnTo>
                  <a:pt x="9194" y="1485"/>
                </a:lnTo>
                <a:lnTo>
                  <a:pt x="9308" y="1485"/>
                </a:lnTo>
                <a:lnTo>
                  <a:pt x="9308" y="1508"/>
                </a:lnTo>
                <a:moveTo>
                  <a:pt x="9126" y="1508"/>
                </a:moveTo>
                <a:lnTo>
                  <a:pt x="9012" y="1508"/>
                </a:lnTo>
                <a:lnTo>
                  <a:pt x="9012" y="1485"/>
                </a:lnTo>
                <a:lnTo>
                  <a:pt x="9126" y="1485"/>
                </a:lnTo>
                <a:lnTo>
                  <a:pt x="9126" y="1508"/>
                </a:lnTo>
                <a:moveTo>
                  <a:pt x="8943" y="1508"/>
                </a:moveTo>
                <a:lnTo>
                  <a:pt x="8829" y="1508"/>
                </a:lnTo>
                <a:lnTo>
                  <a:pt x="8829" y="1485"/>
                </a:lnTo>
                <a:lnTo>
                  <a:pt x="8943" y="1485"/>
                </a:lnTo>
                <a:lnTo>
                  <a:pt x="8943" y="1508"/>
                </a:lnTo>
                <a:moveTo>
                  <a:pt x="8760" y="1508"/>
                </a:moveTo>
                <a:lnTo>
                  <a:pt x="8646" y="1508"/>
                </a:lnTo>
                <a:lnTo>
                  <a:pt x="8646" y="1485"/>
                </a:lnTo>
                <a:lnTo>
                  <a:pt x="8760" y="1485"/>
                </a:lnTo>
                <a:lnTo>
                  <a:pt x="8760" y="1508"/>
                </a:lnTo>
                <a:moveTo>
                  <a:pt x="8578" y="1508"/>
                </a:moveTo>
                <a:lnTo>
                  <a:pt x="8463" y="1508"/>
                </a:lnTo>
                <a:lnTo>
                  <a:pt x="8463" y="1485"/>
                </a:lnTo>
                <a:lnTo>
                  <a:pt x="8578" y="1485"/>
                </a:lnTo>
                <a:lnTo>
                  <a:pt x="8578" y="1508"/>
                </a:lnTo>
                <a:moveTo>
                  <a:pt x="8395" y="1508"/>
                </a:moveTo>
                <a:lnTo>
                  <a:pt x="8281" y="1508"/>
                </a:lnTo>
                <a:lnTo>
                  <a:pt x="8281" y="1485"/>
                </a:lnTo>
                <a:lnTo>
                  <a:pt x="8395" y="1485"/>
                </a:lnTo>
                <a:lnTo>
                  <a:pt x="8395" y="1508"/>
                </a:lnTo>
                <a:moveTo>
                  <a:pt x="8212" y="1508"/>
                </a:moveTo>
                <a:lnTo>
                  <a:pt x="8098" y="1508"/>
                </a:lnTo>
                <a:lnTo>
                  <a:pt x="8098" y="1485"/>
                </a:lnTo>
                <a:lnTo>
                  <a:pt x="8212" y="1485"/>
                </a:lnTo>
                <a:lnTo>
                  <a:pt x="8212" y="1508"/>
                </a:lnTo>
                <a:moveTo>
                  <a:pt x="8029" y="1508"/>
                </a:moveTo>
                <a:lnTo>
                  <a:pt x="7915" y="1508"/>
                </a:lnTo>
                <a:lnTo>
                  <a:pt x="7915" y="1485"/>
                </a:lnTo>
                <a:lnTo>
                  <a:pt x="8029" y="1485"/>
                </a:lnTo>
                <a:lnTo>
                  <a:pt x="8029" y="1508"/>
                </a:lnTo>
                <a:moveTo>
                  <a:pt x="7847" y="1508"/>
                </a:moveTo>
                <a:lnTo>
                  <a:pt x="7732" y="1508"/>
                </a:lnTo>
                <a:lnTo>
                  <a:pt x="7732" y="1485"/>
                </a:lnTo>
                <a:lnTo>
                  <a:pt x="7847" y="1485"/>
                </a:lnTo>
                <a:lnTo>
                  <a:pt x="7847" y="1508"/>
                </a:lnTo>
                <a:moveTo>
                  <a:pt x="7664" y="1508"/>
                </a:moveTo>
                <a:lnTo>
                  <a:pt x="7550" y="1508"/>
                </a:lnTo>
                <a:lnTo>
                  <a:pt x="7550" y="1485"/>
                </a:lnTo>
                <a:lnTo>
                  <a:pt x="7664" y="1485"/>
                </a:lnTo>
                <a:lnTo>
                  <a:pt x="7664" y="1508"/>
                </a:lnTo>
                <a:moveTo>
                  <a:pt x="7481" y="1508"/>
                </a:moveTo>
                <a:lnTo>
                  <a:pt x="7367" y="1508"/>
                </a:lnTo>
                <a:lnTo>
                  <a:pt x="7367" y="1485"/>
                </a:lnTo>
                <a:lnTo>
                  <a:pt x="7481" y="1485"/>
                </a:lnTo>
                <a:lnTo>
                  <a:pt x="7481" y="1508"/>
                </a:lnTo>
                <a:moveTo>
                  <a:pt x="7299" y="1508"/>
                </a:moveTo>
                <a:lnTo>
                  <a:pt x="7184" y="1508"/>
                </a:lnTo>
                <a:lnTo>
                  <a:pt x="7184" y="1485"/>
                </a:lnTo>
                <a:lnTo>
                  <a:pt x="7299" y="1485"/>
                </a:lnTo>
                <a:lnTo>
                  <a:pt x="7299" y="1508"/>
                </a:lnTo>
                <a:moveTo>
                  <a:pt x="7116" y="1508"/>
                </a:moveTo>
                <a:lnTo>
                  <a:pt x="7002" y="1508"/>
                </a:lnTo>
                <a:lnTo>
                  <a:pt x="7002" y="1485"/>
                </a:lnTo>
                <a:lnTo>
                  <a:pt x="7116" y="1485"/>
                </a:lnTo>
                <a:lnTo>
                  <a:pt x="7116" y="1508"/>
                </a:lnTo>
                <a:moveTo>
                  <a:pt x="6933" y="1508"/>
                </a:moveTo>
                <a:lnTo>
                  <a:pt x="6819" y="1508"/>
                </a:lnTo>
                <a:lnTo>
                  <a:pt x="6819" y="1485"/>
                </a:lnTo>
                <a:lnTo>
                  <a:pt x="6933" y="1485"/>
                </a:lnTo>
                <a:lnTo>
                  <a:pt x="6933" y="1508"/>
                </a:lnTo>
                <a:moveTo>
                  <a:pt x="6750" y="1508"/>
                </a:moveTo>
                <a:lnTo>
                  <a:pt x="6636" y="1508"/>
                </a:lnTo>
                <a:lnTo>
                  <a:pt x="6636" y="1485"/>
                </a:lnTo>
                <a:lnTo>
                  <a:pt x="6750" y="1485"/>
                </a:lnTo>
                <a:lnTo>
                  <a:pt x="6750" y="1508"/>
                </a:lnTo>
                <a:moveTo>
                  <a:pt x="6568" y="1508"/>
                </a:moveTo>
                <a:lnTo>
                  <a:pt x="6453" y="1508"/>
                </a:lnTo>
                <a:lnTo>
                  <a:pt x="6453" y="1485"/>
                </a:lnTo>
                <a:lnTo>
                  <a:pt x="6568" y="1485"/>
                </a:lnTo>
                <a:lnTo>
                  <a:pt x="6568" y="1508"/>
                </a:lnTo>
                <a:moveTo>
                  <a:pt x="6385" y="1508"/>
                </a:moveTo>
                <a:lnTo>
                  <a:pt x="6271" y="1508"/>
                </a:lnTo>
                <a:lnTo>
                  <a:pt x="6271" y="1485"/>
                </a:lnTo>
                <a:lnTo>
                  <a:pt x="6385" y="1485"/>
                </a:lnTo>
                <a:lnTo>
                  <a:pt x="6385" y="1508"/>
                </a:lnTo>
                <a:moveTo>
                  <a:pt x="6202" y="1508"/>
                </a:moveTo>
                <a:lnTo>
                  <a:pt x="6088" y="1508"/>
                </a:lnTo>
                <a:lnTo>
                  <a:pt x="6088" y="1485"/>
                </a:lnTo>
                <a:lnTo>
                  <a:pt x="6202" y="1485"/>
                </a:lnTo>
                <a:lnTo>
                  <a:pt x="6202" y="1508"/>
                </a:lnTo>
                <a:moveTo>
                  <a:pt x="6019" y="1508"/>
                </a:moveTo>
                <a:lnTo>
                  <a:pt x="5905" y="1508"/>
                </a:lnTo>
                <a:lnTo>
                  <a:pt x="5905" y="1485"/>
                </a:lnTo>
                <a:lnTo>
                  <a:pt x="6019" y="1485"/>
                </a:lnTo>
                <a:lnTo>
                  <a:pt x="6019" y="1508"/>
                </a:lnTo>
                <a:moveTo>
                  <a:pt x="5837" y="1508"/>
                </a:moveTo>
                <a:lnTo>
                  <a:pt x="5723" y="1508"/>
                </a:lnTo>
                <a:lnTo>
                  <a:pt x="5723" y="1485"/>
                </a:lnTo>
                <a:lnTo>
                  <a:pt x="5837" y="1485"/>
                </a:lnTo>
                <a:lnTo>
                  <a:pt x="5837" y="1508"/>
                </a:lnTo>
                <a:moveTo>
                  <a:pt x="5654" y="1508"/>
                </a:moveTo>
                <a:lnTo>
                  <a:pt x="5540" y="1508"/>
                </a:lnTo>
                <a:lnTo>
                  <a:pt x="5540" y="1485"/>
                </a:lnTo>
                <a:lnTo>
                  <a:pt x="5654" y="1485"/>
                </a:lnTo>
                <a:lnTo>
                  <a:pt x="5654" y="1508"/>
                </a:lnTo>
                <a:moveTo>
                  <a:pt x="5471" y="1508"/>
                </a:moveTo>
                <a:lnTo>
                  <a:pt x="5357" y="1508"/>
                </a:lnTo>
                <a:lnTo>
                  <a:pt x="5357" y="1485"/>
                </a:lnTo>
                <a:lnTo>
                  <a:pt x="5471" y="1485"/>
                </a:lnTo>
                <a:lnTo>
                  <a:pt x="5471" y="1508"/>
                </a:lnTo>
                <a:moveTo>
                  <a:pt x="5289" y="1508"/>
                </a:moveTo>
                <a:lnTo>
                  <a:pt x="5174" y="1508"/>
                </a:lnTo>
                <a:lnTo>
                  <a:pt x="5174" y="1485"/>
                </a:lnTo>
                <a:lnTo>
                  <a:pt x="5289" y="1485"/>
                </a:lnTo>
                <a:lnTo>
                  <a:pt x="5289" y="1508"/>
                </a:lnTo>
                <a:moveTo>
                  <a:pt x="5106" y="1508"/>
                </a:moveTo>
                <a:lnTo>
                  <a:pt x="4992" y="1508"/>
                </a:lnTo>
                <a:lnTo>
                  <a:pt x="4992" y="1485"/>
                </a:lnTo>
                <a:lnTo>
                  <a:pt x="5106" y="1485"/>
                </a:lnTo>
                <a:lnTo>
                  <a:pt x="5106" y="1508"/>
                </a:lnTo>
                <a:moveTo>
                  <a:pt x="4923" y="1508"/>
                </a:moveTo>
                <a:lnTo>
                  <a:pt x="4809" y="1508"/>
                </a:lnTo>
                <a:lnTo>
                  <a:pt x="4809" y="1485"/>
                </a:lnTo>
                <a:lnTo>
                  <a:pt x="4923" y="1485"/>
                </a:lnTo>
                <a:lnTo>
                  <a:pt x="4923" y="1508"/>
                </a:lnTo>
                <a:moveTo>
                  <a:pt x="4740" y="1508"/>
                </a:moveTo>
                <a:lnTo>
                  <a:pt x="4626" y="1508"/>
                </a:lnTo>
                <a:lnTo>
                  <a:pt x="4626" y="1485"/>
                </a:lnTo>
                <a:lnTo>
                  <a:pt x="4740" y="1485"/>
                </a:lnTo>
                <a:lnTo>
                  <a:pt x="4740" y="1508"/>
                </a:lnTo>
                <a:moveTo>
                  <a:pt x="4558" y="1508"/>
                </a:moveTo>
                <a:lnTo>
                  <a:pt x="4443" y="1508"/>
                </a:lnTo>
                <a:lnTo>
                  <a:pt x="4443" y="1485"/>
                </a:lnTo>
                <a:lnTo>
                  <a:pt x="4558" y="1485"/>
                </a:lnTo>
                <a:lnTo>
                  <a:pt x="4558" y="1508"/>
                </a:lnTo>
                <a:moveTo>
                  <a:pt x="4375" y="1508"/>
                </a:moveTo>
                <a:lnTo>
                  <a:pt x="4261" y="1508"/>
                </a:lnTo>
                <a:lnTo>
                  <a:pt x="4261" y="1485"/>
                </a:lnTo>
                <a:lnTo>
                  <a:pt x="4375" y="1485"/>
                </a:lnTo>
                <a:lnTo>
                  <a:pt x="4375" y="1508"/>
                </a:lnTo>
                <a:moveTo>
                  <a:pt x="4192" y="1508"/>
                </a:moveTo>
                <a:lnTo>
                  <a:pt x="4078" y="1508"/>
                </a:lnTo>
                <a:lnTo>
                  <a:pt x="4078" y="1485"/>
                </a:lnTo>
                <a:lnTo>
                  <a:pt x="4192" y="1485"/>
                </a:lnTo>
                <a:lnTo>
                  <a:pt x="4192" y="1508"/>
                </a:lnTo>
                <a:moveTo>
                  <a:pt x="4010" y="1508"/>
                </a:moveTo>
                <a:lnTo>
                  <a:pt x="3895" y="1508"/>
                </a:lnTo>
                <a:lnTo>
                  <a:pt x="3895" y="1485"/>
                </a:lnTo>
                <a:lnTo>
                  <a:pt x="4010" y="1485"/>
                </a:lnTo>
                <a:lnTo>
                  <a:pt x="4010" y="1508"/>
                </a:lnTo>
                <a:moveTo>
                  <a:pt x="3827" y="1508"/>
                </a:moveTo>
                <a:lnTo>
                  <a:pt x="3713" y="1508"/>
                </a:lnTo>
                <a:lnTo>
                  <a:pt x="3713" y="1485"/>
                </a:lnTo>
                <a:lnTo>
                  <a:pt x="3827" y="1485"/>
                </a:lnTo>
                <a:lnTo>
                  <a:pt x="3827" y="1508"/>
                </a:lnTo>
                <a:moveTo>
                  <a:pt x="3644" y="1508"/>
                </a:moveTo>
                <a:lnTo>
                  <a:pt x="3530" y="1508"/>
                </a:lnTo>
                <a:lnTo>
                  <a:pt x="3530" y="1485"/>
                </a:lnTo>
                <a:lnTo>
                  <a:pt x="3644" y="1485"/>
                </a:lnTo>
                <a:lnTo>
                  <a:pt x="3644" y="1508"/>
                </a:lnTo>
                <a:moveTo>
                  <a:pt x="3461" y="1508"/>
                </a:moveTo>
                <a:lnTo>
                  <a:pt x="3347" y="1508"/>
                </a:lnTo>
                <a:lnTo>
                  <a:pt x="3347" y="1485"/>
                </a:lnTo>
                <a:lnTo>
                  <a:pt x="3461" y="1485"/>
                </a:lnTo>
                <a:lnTo>
                  <a:pt x="3461" y="1508"/>
                </a:lnTo>
                <a:moveTo>
                  <a:pt x="3279" y="1508"/>
                </a:moveTo>
                <a:lnTo>
                  <a:pt x="3163" y="1508"/>
                </a:lnTo>
                <a:lnTo>
                  <a:pt x="3163" y="1485"/>
                </a:lnTo>
                <a:lnTo>
                  <a:pt x="3279" y="1485"/>
                </a:lnTo>
                <a:lnTo>
                  <a:pt x="3279" y="1508"/>
                </a:lnTo>
                <a:moveTo>
                  <a:pt x="3095" y="1508"/>
                </a:moveTo>
                <a:lnTo>
                  <a:pt x="2981" y="1508"/>
                </a:lnTo>
                <a:lnTo>
                  <a:pt x="2981" y="1485"/>
                </a:lnTo>
                <a:lnTo>
                  <a:pt x="3095" y="1485"/>
                </a:lnTo>
                <a:lnTo>
                  <a:pt x="3095" y="1508"/>
                </a:lnTo>
                <a:moveTo>
                  <a:pt x="2912" y="1508"/>
                </a:moveTo>
                <a:lnTo>
                  <a:pt x="2798" y="1508"/>
                </a:lnTo>
                <a:lnTo>
                  <a:pt x="2798" y="1485"/>
                </a:lnTo>
                <a:lnTo>
                  <a:pt x="2912" y="1485"/>
                </a:lnTo>
                <a:lnTo>
                  <a:pt x="2912" y="1508"/>
                </a:lnTo>
                <a:moveTo>
                  <a:pt x="2729" y="1508"/>
                </a:moveTo>
                <a:lnTo>
                  <a:pt x="2615" y="1508"/>
                </a:lnTo>
                <a:lnTo>
                  <a:pt x="2615" y="1485"/>
                </a:lnTo>
                <a:lnTo>
                  <a:pt x="2729" y="1485"/>
                </a:lnTo>
                <a:lnTo>
                  <a:pt x="2729" y="1508"/>
                </a:lnTo>
                <a:moveTo>
                  <a:pt x="2547" y="1508"/>
                </a:moveTo>
                <a:lnTo>
                  <a:pt x="2433" y="1508"/>
                </a:lnTo>
                <a:lnTo>
                  <a:pt x="2433" y="1485"/>
                </a:lnTo>
                <a:lnTo>
                  <a:pt x="2547" y="1485"/>
                </a:lnTo>
                <a:lnTo>
                  <a:pt x="2547" y="1508"/>
                </a:lnTo>
                <a:moveTo>
                  <a:pt x="2364" y="1508"/>
                </a:moveTo>
                <a:lnTo>
                  <a:pt x="2250" y="1508"/>
                </a:lnTo>
                <a:lnTo>
                  <a:pt x="2250" y="1485"/>
                </a:lnTo>
                <a:lnTo>
                  <a:pt x="2364" y="1485"/>
                </a:lnTo>
                <a:lnTo>
                  <a:pt x="2364" y="1508"/>
                </a:lnTo>
                <a:moveTo>
                  <a:pt x="2181" y="1508"/>
                </a:moveTo>
                <a:lnTo>
                  <a:pt x="2067" y="1508"/>
                </a:lnTo>
                <a:lnTo>
                  <a:pt x="2067" y="1485"/>
                </a:lnTo>
                <a:lnTo>
                  <a:pt x="2181" y="1485"/>
                </a:lnTo>
                <a:lnTo>
                  <a:pt x="2181" y="1508"/>
                </a:lnTo>
                <a:moveTo>
                  <a:pt x="1999" y="1508"/>
                </a:moveTo>
                <a:lnTo>
                  <a:pt x="1884" y="1508"/>
                </a:lnTo>
                <a:lnTo>
                  <a:pt x="1884" y="1485"/>
                </a:lnTo>
                <a:lnTo>
                  <a:pt x="1999" y="1485"/>
                </a:lnTo>
                <a:lnTo>
                  <a:pt x="1999" y="1508"/>
                </a:lnTo>
                <a:moveTo>
                  <a:pt x="1816" y="1508"/>
                </a:moveTo>
                <a:lnTo>
                  <a:pt x="1702" y="1508"/>
                </a:lnTo>
                <a:lnTo>
                  <a:pt x="1702" y="1485"/>
                </a:lnTo>
                <a:lnTo>
                  <a:pt x="1816" y="1485"/>
                </a:lnTo>
                <a:lnTo>
                  <a:pt x="1816" y="1508"/>
                </a:lnTo>
                <a:moveTo>
                  <a:pt x="1633" y="1508"/>
                </a:moveTo>
                <a:lnTo>
                  <a:pt x="1519" y="1508"/>
                </a:lnTo>
                <a:lnTo>
                  <a:pt x="1519" y="1485"/>
                </a:lnTo>
                <a:lnTo>
                  <a:pt x="1633" y="1485"/>
                </a:lnTo>
                <a:lnTo>
                  <a:pt x="1633" y="1508"/>
                </a:lnTo>
                <a:moveTo>
                  <a:pt x="1450" y="1508"/>
                </a:moveTo>
                <a:lnTo>
                  <a:pt x="1336" y="1508"/>
                </a:lnTo>
                <a:lnTo>
                  <a:pt x="1336" y="1485"/>
                </a:lnTo>
                <a:lnTo>
                  <a:pt x="1450" y="1485"/>
                </a:lnTo>
                <a:lnTo>
                  <a:pt x="1450" y="1508"/>
                </a:lnTo>
                <a:moveTo>
                  <a:pt x="1268" y="1508"/>
                </a:moveTo>
                <a:lnTo>
                  <a:pt x="1153" y="1508"/>
                </a:lnTo>
                <a:lnTo>
                  <a:pt x="1153" y="1485"/>
                </a:lnTo>
                <a:lnTo>
                  <a:pt x="1268" y="1485"/>
                </a:lnTo>
                <a:lnTo>
                  <a:pt x="1268" y="1508"/>
                </a:lnTo>
                <a:moveTo>
                  <a:pt x="1085" y="1508"/>
                </a:moveTo>
                <a:lnTo>
                  <a:pt x="971" y="1508"/>
                </a:lnTo>
                <a:lnTo>
                  <a:pt x="971" y="1485"/>
                </a:lnTo>
                <a:lnTo>
                  <a:pt x="1085" y="1485"/>
                </a:lnTo>
                <a:lnTo>
                  <a:pt x="1085" y="1508"/>
                </a:lnTo>
                <a:moveTo>
                  <a:pt x="902" y="1508"/>
                </a:moveTo>
                <a:lnTo>
                  <a:pt x="788" y="1508"/>
                </a:lnTo>
                <a:lnTo>
                  <a:pt x="788" y="1485"/>
                </a:lnTo>
                <a:lnTo>
                  <a:pt x="902" y="1485"/>
                </a:lnTo>
                <a:lnTo>
                  <a:pt x="902" y="1508"/>
                </a:lnTo>
                <a:moveTo>
                  <a:pt x="720" y="1508"/>
                </a:moveTo>
                <a:lnTo>
                  <a:pt x="605" y="1508"/>
                </a:lnTo>
                <a:lnTo>
                  <a:pt x="605" y="1485"/>
                </a:lnTo>
                <a:lnTo>
                  <a:pt x="720" y="1485"/>
                </a:lnTo>
                <a:lnTo>
                  <a:pt x="720" y="1508"/>
                </a:lnTo>
                <a:moveTo>
                  <a:pt x="537" y="1508"/>
                </a:moveTo>
                <a:lnTo>
                  <a:pt x="423" y="1508"/>
                </a:lnTo>
                <a:lnTo>
                  <a:pt x="423" y="1485"/>
                </a:lnTo>
                <a:lnTo>
                  <a:pt x="537" y="1485"/>
                </a:lnTo>
                <a:lnTo>
                  <a:pt x="537" y="1508"/>
                </a:lnTo>
                <a:moveTo>
                  <a:pt x="354" y="1508"/>
                </a:moveTo>
                <a:lnTo>
                  <a:pt x="240" y="1508"/>
                </a:lnTo>
                <a:lnTo>
                  <a:pt x="240" y="1485"/>
                </a:lnTo>
                <a:lnTo>
                  <a:pt x="354" y="1485"/>
                </a:lnTo>
                <a:lnTo>
                  <a:pt x="354" y="1508"/>
                </a:lnTo>
                <a:moveTo>
                  <a:pt x="171" y="1508"/>
                </a:moveTo>
                <a:lnTo>
                  <a:pt x="57" y="1508"/>
                </a:lnTo>
                <a:lnTo>
                  <a:pt x="57" y="1485"/>
                </a:lnTo>
                <a:lnTo>
                  <a:pt x="171" y="1485"/>
                </a:lnTo>
                <a:lnTo>
                  <a:pt x="171" y="1508"/>
                </a:lnTo>
                <a:moveTo>
                  <a:pt x="0" y="1474"/>
                </a:moveTo>
                <a:lnTo>
                  <a:pt x="0" y="1359"/>
                </a:lnTo>
                <a:lnTo>
                  <a:pt x="23" y="1359"/>
                </a:lnTo>
                <a:lnTo>
                  <a:pt x="23" y="1474"/>
                </a:lnTo>
                <a:lnTo>
                  <a:pt x="0" y="1474"/>
                </a:lnTo>
                <a:moveTo>
                  <a:pt x="0" y="1291"/>
                </a:moveTo>
                <a:lnTo>
                  <a:pt x="0" y="1177"/>
                </a:lnTo>
                <a:lnTo>
                  <a:pt x="23" y="1177"/>
                </a:lnTo>
                <a:lnTo>
                  <a:pt x="23" y="1291"/>
                </a:lnTo>
                <a:lnTo>
                  <a:pt x="0" y="1291"/>
                </a:lnTo>
                <a:moveTo>
                  <a:pt x="0" y="1108"/>
                </a:moveTo>
                <a:lnTo>
                  <a:pt x="0" y="994"/>
                </a:lnTo>
                <a:lnTo>
                  <a:pt x="23" y="994"/>
                </a:lnTo>
                <a:lnTo>
                  <a:pt x="23" y="1108"/>
                </a:lnTo>
                <a:lnTo>
                  <a:pt x="0" y="1108"/>
                </a:lnTo>
                <a:moveTo>
                  <a:pt x="0" y="926"/>
                </a:moveTo>
                <a:lnTo>
                  <a:pt x="0" y="811"/>
                </a:lnTo>
                <a:lnTo>
                  <a:pt x="23" y="811"/>
                </a:lnTo>
                <a:lnTo>
                  <a:pt x="23" y="926"/>
                </a:lnTo>
                <a:lnTo>
                  <a:pt x="0" y="926"/>
                </a:lnTo>
                <a:moveTo>
                  <a:pt x="0" y="743"/>
                </a:moveTo>
                <a:lnTo>
                  <a:pt x="0" y="629"/>
                </a:lnTo>
                <a:lnTo>
                  <a:pt x="23" y="629"/>
                </a:lnTo>
                <a:lnTo>
                  <a:pt x="23" y="743"/>
                </a:lnTo>
                <a:lnTo>
                  <a:pt x="0" y="743"/>
                </a:lnTo>
                <a:moveTo>
                  <a:pt x="0" y="560"/>
                </a:moveTo>
                <a:lnTo>
                  <a:pt x="0" y="445"/>
                </a:lnTo>
                <a:lnTo>
                  <a:pt x="23" y="445"/>
                </a:lnTo>
                <a:lnTo>
                  <a:pt x="23" y="560"/>
                </a:lnTo>
                <a:lnTo>
                  <a:pt x="0" y="560"/>
                </a:lnTo>
                <a:moveTo>
                  <a:pt x="0" y="376"/>
                </a:moveTo>
                <a:lnTo>
                  <a:pt x="0" y="262"/>
                </a:lnTo>
                <a:lnTo>
                  <a:pt x="23" y="262"/>
                </a:lnTo>
                <a:lnTo>
                  <a:pt x="23" y="376"/>
                </a:lnTo>
                <a:lnTo>
                  <a:pt x="0" y="376"/>
                </a:lnTo>
                <a:moveTo>
                  <a:pt x="0" y="194"/>
                </a:moveTo>
                <a:lnTo>
                  <a:pt x="0" y="80"/>
                </a:lnTo>
                <a:lnTo>
                  <a:pt x="23" y="80"/>
                </a:lnTo>
                <a:lnTo>
                  <a:pt x="23" y="194"/>
                </a:lnTo>
                <a:lnTo>
                  <a:pt x="0" y="194"/>
                </a:lnTo>
                <a:moveTo>
                  <a:pt x="11" y="0"/>
                </a:moveTo>
                <a:lnTo>
                  <a:pt x="126" y="0"/>
                </a:lnTo>
                <a:lnTo>
                  <a:pt x="126" y="22"/>
                </a:lnTo>
                <a:lnTo>
                  <a:pt x="11" y="22"/>
                </a:lnTo>
                <a:lnTo>
                  <a:pt x="11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1" name=""/>
          <p:cNvSpPr/>
          <p:nvPr/>
        </p:nvSpPr>
        <p:spPr>
          <a:xfrm>
            <a:off x="4461480" y="339804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2" name=""/>
          <p:cNvSpPr/>
          <p:nvPr/>
        </p:nvSpPr>
        <p:spPr>
          <a:xfrm>
            <a:off x="4461480" y="342684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3" name=""/>
          <p:cNvSpPr txBox="1"/>
          <p:nvPr/>
        </p:nvSpPr>
        <p:spPr>
          <a:xfrm>
            <a:off x="4757400" y="291204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4" name=""/>
          <p:cNvSpPr txBox="1"/>
          <p:nvPr/>
        </p:nvSpPr>
        <p:spPr>
          <a:xfrm>
            <a:off x="868320" y="3388680"/>
            <a:ext cx="1070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Toetsvormspeciﬁcatie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5" name=""/>
          <p:cNvSpPr txBox="1"/>
          <p:nvPr/>
        </p:nvSpPr>
        <p:spPr>
          <a:xfrm>
            <a:off x="868320" y="3521520"/>
            <a:ext cx="3261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Proeve van bekwaamheid in de simulatieapotheek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6" name=""/>
          <p:cNvSpPr/>
          <p:nvPr/>
        </p:nvSpPr>
        <p:spPr>
          <a:xfrm>
            <a:off x="4823280" y="3332160"/>
            <a:ext cx="2779560" cy="534600"/>
          </a:xfrm>
          <a:custGeom>
            <a:avLst/>
            <a:gdLst/>
            <a:ahLst/>
            <a:rect l="0" t="0" r="r" b="b"/>
            <a:pathLst>
              <a:path w="7721" h="1485">
                <a:moveTo>
                  <a:pt x="0" y="0"/>
                </a:moveTo>
                <a:lnTo>
                  <a:pt x="7721" y="0"/>
                </a:lnTo>
                <a:lnTo>
                  <a:pt x="7721" y="1485"/>
                </a:lnTo>
                <a:lnTo>
                  <a:pt x="0" y="1485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7" name=""/>
          <p:cNvSpPr/>
          <p:nvPr/>
        </p:nvSpPr>
        <p:spPr>
          <a:xfrm>
            <a:off x="4819320" y="3328200"/>
            <a:ext cx="2787480" cy="542880"/>
          </a:xfrm>
          <a:custGeom>
            <a:avLst/>
            <a:gdLst/>
            <a:ahLst/>
            <a:rect l="0" t="0" r="r" b="b"/>
            <a:pathLst>
              <a:path w="7743" h="1508">
                <a:moveTo>
                  <a:pt x="194" y="0"/>
                </a:moveTo>
                <a:lnTo>
                  <a:pt x="308" y="0"/>
                </a:lnTo>
                <a:lnTo>
                  <a:pt x="308" y="22"/>
                </a:lnTo>
                <a:lnTo>
                  <a:pt x="194" y="22"/>
                </a:lnTo>
                <a:lnTo>
                  <a:pt x="194" y="0"/>
                </a:lnTo>
                <a:moveTo>
                  <a:pt x="376" y="0"/>
                </a:moveTo>
                <a:lnTo>
                  <a:pt x="491" y="0"/>
                </a:lnTo>
                <a:lnTo>
                  <a:pt x="491" y="22"/>
                </a:lnTo>
                <a:lnTo>
                  <a:pt x="376" y="22"/>
                </a:lnTo>
                <a:lnTo>
                  <a:pt x="376" y="0"/>
                </a:lnTo>
                <a:moveTo>
                  <a:pt x="559" y="0"/>
                </a:moveTo>
                <a:lnTo>
                  <a:pt x="673" y="0"/>
                </a:lnTo>
                <a:lnTo>
                  <a:pt x="673" y="22"/>
                </a:lnTo>
                <a:lnTo>
                  <a:pt x="559" y="22"/>
                </a:lnTo>
                <a:lnTo>
                  <a:pt x="559" y="0"/>
                </a:lnTo>
                <a:moveTo>
                  <a:pt x="742" y="0"/>
                </a:moveTo>
                <a:lnTo>
                  <a:pt x="856" y="0"/>
                </a:lnTo>
                <a:lnTo>
                  <a:pt x="856" y="22"/>
                </a:lnTo>
                <a:lnTo>
                  <a:pt x="742" y="22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2"/>
                </a:lnTo>
                <a:lnTo>
                  <a:pt x="925" y="22"/>
                </a:lnTo>
                <a:lnTo>
                  <a:pt x="925" y="0"/>
                </a:lnTo>
                <a:moveTo>
                  <a:pt x="1107" y="0"/>
                </a:moveTo>
                <a:lnTo>
                  <a:pt x="1222" y="0"/>
                </a:lnTo>
                <a:lnTo>
                  <a:pt x="1222" y="22"/>
                </a:lnTo>
                <a:lnTo>
                  <a:pt x="1107" y="22"/>
                </a:lnTo>
                <a:lnTo>
                  <a:pt x="1107" y="0"/>
                </a:lnTo>
                <a:moveTo>
                  <a:pt x="1290" y="0"/>
                </a:moveTo>
                <a:lnTo>
                  <a:pt x="1404" y="0"/>
                </a:lnTo>
                <a:lnTo>
                  <a:pt x="1404" y="22"/>
                </a:lnTo>
                <a:lnTo>
                  <a:pt x="1290" y="22"/>
                </a:lnTo>
                <a:lnTo>
                  <a:pt x="1290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2"/>
                </a:lnTo>
                <a:lnTo>
                  <a:pt x="1473" y="22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2"/>
                </a:lnTo>
                <a:lnTo>
                  <a:pt x="1656" y="22"/>
                </a:lnTo>
                <a:lnTo>
                  <a:pt x="1656" y="0"/>
                </a:lnTo>
                <a:moveTo>
                  <a:pt x="1838" y="0"/>
                </a:moveTo>
                <a:lnTo>
                  <a:pt x="1952" y="0"/>
                </a:lnTo>
                <a:lnTo>
                  <a:pt x="1952" y="22"/>
                </a:lnTo>
                <a:lnTo>
                  <a:pt x="1838" y="22"/>
                </a:lnTo>
                <a:lnTo>
                  <a:pt x="1838" y="0"/>
                </a:lnTo>
                <a:moveTo>
                  <a:pt x="2021" y="0"/>
                </a:moveTo>
                <a:lnTo>
                  <a:pt x="2135" y="0"/>
                </a:lnTo>
                <a:lnTo>
                  <a:pt x="2135" y="22"/>
                </a:lnTo>
                <a:lnTo>
                  <a:pt x="2021" y="22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2"/>
                </a:lnTo>
                <a:lnTo>
                  <a:pt x="2204" y="22"/>
                </a:lnTo>
                <a:lnTo>
                  <a:pt x="2204" y="0"/>
                </a:lnTo>
                <a:moveTo>
                  <a:pt x="2386" y="0"/>
                </a:moveTo>
                <a:lnTo>
                  <a:pt x="2501" y="0"/>
                </a:lnTo>
                <a:lnTo>
                  <a:pt x="2501" y="22"/>
                </a:lnTo>
                <a:lnTo>
                  <a:pt x="2386" y="22"/>
                </a:lnTo>
                <a:lnTo>
                  <a:pt x="2386" y="0"/>
                </a:lnTo>
                <a:moveTo>
                  <a:pt x="2569" y="0"/>
                </a:moveTo>
                <a:lnTo>
                  <a:pt x="2683" y="0"/>
                </a:lnTo>
                <a:lnTo>
                  <a:pt x="2683" y="22"/>
                </a:lnTo>
                <a:lnTo>
                  <a:pt x="2569" y="22"/>
                </a:lnTo>
                <a:lnTo>
                  <a:pt x="2569" y="0"/>
                </a:lnTo>
                <a:moveTo>
                  <a:pt x="2752" y="0"/>
                </a:moveTo>
                <a:lnTo>
                  <a:pt x="2866" y="0"/>
                </a:lnTo>
                <a:lnTo>
                  <a:pt x="2866" y="22"/>
                </a:lnTo>
                <a:lnTo>
                  <a:pt x="2752" y="22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2"/>
                </a:lnTo>
                <a:lnTo>
                  <a:pt x="2935" y="22"/>
                </a:lnTo>
                <a:lnTo>
                  <a:pt x="2935" y="0"/>
                </a:lnTo>
                <a:moveTo>
                  <a:pt x="3117" y="0"/>
                </a:moveTo>
                <a:lnTo>
                  <a:pt x="3232" y="0"/>
                </a:lnTo>
                <a:lnTo>
                  <a:pt x="3232" y="22"/>
                </a:lnTo>
                <a:lnTo>
                  <a:pt x="3117" y="22"/>
                </a:lnTo>
                <a:lnTo>
                  <a:pt x="3117" y="0"/>
                </a:lnTo>
                <a:moveTo>
                  <a:pt x="3300" y="0"/>
                </a:moveTo>
                <a:lnTo>
                  <a:pt x="3414" y="0"/>
                </a:lnTo>
                <a:lnTo>
                  <a:pt x="3414" y="22"/>
                </a:lnTo>
                <a:lnTo>
                  <a:pt x="3300" y="22"/>
                </a:lnTo>
                <a:lnTo>
                  <a:pt x="3300" y="0"/>
                </a:lnTo>
                <a:moveTo>
                  <a:pt x="3483" y="0"/>
                </a:moveTo>
                <a:lnTo>
                  <a:pt x="3597" y="0"/>
                </a:lnTo>
                <a:lnTo>
                  <a:pt x="3597" y="22"/>
                </a:lnTo>
                <a:lnTo>
                  <a:pt x="3483" y="22"/>
                </a:lnTo>
                <a:lnTo>
                  <a:pt x="3483" y="0"/>
                </a:lnTo>
                <a:moveTo>
                  <a:pt x="3665" y="0"/>
                </a:moveTo>
                <a:lnTo>
                  <a:pt x="3780" y="0"/>
                </a:lnTo>
                <a:lnTo>
                  <a:pt x="3780" y="22"/>
                </a:lnTo>
                <a:lnTo>
                  <a:pt x="3665" y="22"/>
                </a:lnTo>
                <a:lnTo>
                  <a:pt x="3665" y="0"/>
                </a:lnTo>
                <a:moveTo>
                  <a:pt x="3848" y="0"/>
                </a:moveTo>
                <a:lnTo>
                  <a:pt x="3962" y="0"/>
                </a:lnTo>
                <a:lnTo>
                  <a:pt x="3962" y="22"/>
                </a:lnTo>
                <a:lnTo>
                  <a:pt x="3848" y="22"/>
                </a:lnTo>
                <a:lnTo>
                  <a:pt x="3848" y="0"/>
                </a:lnTo>
                <a:moveTo>
                  <a:pt x="4031" y="0"/>
                </a:moveTo>
                <a:lnTo>
                  <a:pt x="4145" y="0"/>
                </a:lnTo>
                <a:lnTo>
                  <a:pt x="4145" y="22"/>
                </a:lnTo>
                <a:lnTo>
                  <a:pt x="4031" y="22"/>
                </a:lnTo>
                <a:lnTo>
                  <a:pt x="4031" y="0"/>
                </a:lnTo>
                <a:moveTo>
                  <a:pt x="4214" y="0"/>
                </a:moveTo>
                <a:lnTo>
                  <a:pt x="4328" y="0"/>
                </a:lnTo>
                <a:lnTo>
                  <a:pt x="4328" y="22"/>
                </a:lnTo>
                <a:lnTo>
                  <a:pt x="4214" y="22"/>
                </a:lnTo>
                <a:lnTo>
                  <a:pt x="4214" y="0"/>
                </a:lnTo>
                <a:moveTo>
                  <a:pt x="4396" y="0"/>
                </a:moveTo>
                <a:lnTo>
                  <a:pt x="4511" y="0"/>
                </a:lnTo>
                <a:lnTo>
                  <a:pt x="4511" y="22"/>
                </a:lnTo>
                <a:lnTo>
                  <a:pt x="4396" y="22"/>
                </a:lnTo>
                <a:lnTo>
                  <a:pt x="4396" y="0"/>
                </a:lnTo>
                <a:moveTo>
                  <a:pt x="4579" y="0"/>
                </a:moveTo>
                <a:lnTo>
                  <a:pt x="4693" y="0"/>
                </a:lnTo>
                <a:lnTo>
                  <a:pt x="4693" y="22"/>
                </a:lnTo>
                <a:lnTo>
                  <a:pt x="4579" y="22"/>
                </a:lnTo>
                <a:lnTo>
                  <a:pt x="4579" y="0"/>
                </a:lnTo>
                <a:moveTo>
                  <a:pt x="4762" y="0"/>
                </a:moveTo>
                <a:lnTo>
                  <a:pt x="4876" y="0"/>
                </a:lnTo>
                <a:lnTo>
                  <a:pt x="4876" y="22"/>
                </a:lnTo>
                <a:lnTo>
                  <a:pt x="4762" y="22"/>
                </a:lnTo>
                <a:lnTo>
                  <a:pt x="4762" y="0"/>
                </a:lnTo>
                <a:moveTo>
                  <a:pt x="4945" y="0"/>
                </a:moveTo>
                <a:lnTo>
                  <a:pt x="5059" y="0"/>
                </a:lnTo>
                <a:lnTo>
                  <a:pt x="5059" y="22"/>
                </a:lnTo>
                <a:lnTo>
                  <a:pt x="4945" y="22"/>
                </a:lnTo>
                <a:lnTo>
                  <a:pt x="4945" y="0"/>
                </a:lnTo>
                <a:moveTo>
                  <a:pt x="5127" y="0"/>
                </a:moveTo>
                <a:lnTo>
                  <a:pt x="5241" y="0"/>
                </a:lnTo>
                <a:lnTo>
                  <a:pt x="5241" y="22"/>
                </a:lnTo>
                <a:lnTo>
                  <a:pt x="5127" y="22"/>
                </a:lnTo>
                <a:lnTo>
                  <a:pt x="5127" y="0"/>
                </a:lnTo>
                <a:moveTo>
                  <a:pt x="5310" y="0"/>
                </a:moveTo>
                <a:lnTo>
                  <a:pt x="5424" y="0"/>
                </a:lnTo>
                <a:lnTo>
                  <a:pt x="5424" y="22"/>
                </a:lnTo>
                <a:lnTo>
                  <a:pt x="5310" y="22"/>
                </a:lnTo>
                <a:lnTo>
                  <a:pt x="5310" y="0"/>
                </a:lnTo>
                <a:moveTo>
                  <a:pt x="5493" y="0"/>
                </a:moveTo>
                <a:lnTo>
                  <a:pt x="5607" y="0"/>
                </a:lnTo>
                <a:lnTo>
                  <a:pt x="5607" y="22"/>
                </a:lnTo>
                <a:lnTo>
                  <a:pt x="5493" y="22"/>
                </a:lnTo>
                <a:lnTo>
                  <a:pt x="5493" y="0"/>
                </a:lnTo>
                <a:moveTo>
                  <a:pt x="5675" y="0"/>
                </a:moveTo>
                <a:lnTo>
                  <a:pt x="5790" y="0"/>
                </a:lnTo>
                <a:lnTo>
                  <a:pt x="5790" y="22"/>
                </a:lnTo>
                <a:lnTo>
                  <a:pt x="5675" y="22"/>
                </a:lnTo>
                <a:lnTo>
                  <a:pt x="5675" y="0"/>
                </a:lnTo>
                <a:moveTo>
                  <a:pt x="5858" y="0"/>
                </a:moveTo>
                <a:lnTo>
                  <a:pt x="5973" y="0"/>
                </a:lnTo>
                <a:lnTo>
                  <a:pt x="5973" y="22"/>
                </a:lnTo>
                <a:lnTo>
                  <a:pt x="5858" y="22"/>
                </a:lnTo>
                <a:lnTo>
                  <a:pt x="5858" y="0"/>
                </a:lnTo>
                <a:moveTo>
                  <a:pt x="6042" y="0"/>
                </a:moveTo>
                <a:lnTo>
                  <a:pt x="6156" y="0"/>
                </a:lnTo>
                <a:lnTo>
                  <a:pt x="6156" y="22"/>
                </a:lnTo>
                <a:lnTo>
                  <a:pt x="6042" y="22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2"/>
                </a:lnTo>
                <a:lnTo>
                  <a:pt x="6225" y="22"/>
                </a:lnTo>
                <a:lnTo>
                  <a:pt x="6225" y="0"/>
                </a:lnTo>
                <a:moveTo>
                  <a:pt x="6407" y="0"/>
                </a:moveTo>
                <a:lnTo>
                  <a:pt x="6522" y="0"/>
                </a:lnTo>
                <a:lnTo>
                  <a:pt x="6522" y="22"/>
                </a:lnTo>
                <a:lnTo>
                  <a:pt x="6407" y="22"/>
                </a:lnTo>
                <a:lnTo>
                  <a:pt x="6407" y="0"/>
                </a:lnTo>
                <a:moveTo>
                  <a:pt x="6590" y="0"/>
                </a:moveTo>
                <a:lnTo>
                  <a:pt x="6704" y="0"/>
                </a:lnTo>
                <a:lnTo>
                  <a:pt x="6704" y="22"/>
                </a:lnTo>
                <a:lnTo>
                  <a:pt x="6590" y="22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2"/>
                </a:lnTo>
                <a:lnTo>
                  <a:pt x="6773" y="22"/>
                </a:lnTo>
                <a:lnTo>
                  <a:pt x="6773" y="0"/>
                </a:lnTo>
                <a:moveTo>
                  <a:pt x="6955" y="0"/>
                </a:moveTo>
                <a:lnTo>
                  <a:pt x="7070" y="0"/>
                </a:lnTo>
                <a:lnTo>
                  <a:pt x="7070" y="22"/>
                </a:lnTo>
                <a:lnTo>
                  <a:pt x="6955" y="22"/>
                </a:lnTo>
                <a:lnTo>
                  <a:pt x="6955" y="0"/>
                </a:lnTo>
                <a:moveTo>
                  <a:pt x="7138" y="0"/>
                </a:moveTo>
                <a:lnTo>
                  <a:pt x="7252" y="0"/>
                </a:lnTo>
                <a:lnTo>
                  <a:pt x="7252" y="22"/>
                </a:lnTo>
                <a:lnTo>
                  <a:pt x="7138" y="22"/>
                </a:lnTo>
                <a:lnTo>
                  <a:pt x="7138" y="0"/>
                </a:lnTo>
                <a:moveTo>
                  <a:pt x="7321" y="0"/>
                </a:moveTo>
                <a:lnTo>
                  <a:pt x="7435" y="0"/>
                </a:lnTo>
                <a:lnTo>
                  <a:pt x="7435" y="22"/>
                </a:lnTo>
                <a:lnTo>
                  <a:pt x="7321" y="22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2"/>
                </a:lnTo>
                <a:lnTo>
                  <a:pt x="7504" y="22"/>
                </a:lnTo>
                <a:lnTo>
                  <a:pt x="7504" y="0"/>
                </a:lnTo>
                <a:moveTo>
                  <a:pt x="7686" y="0"/>
                </a:moveTo>
                <a:lnTo>
                  <a:pt x="7743" y="0"/>
                </a:lnTo>
                <a:lnTo>
                  <a:pt x="7743" y="80"/>
                </a:lnTo>
                <a:lnTo>
                  <a:pt x="7721" y="80"/>
                </a:lnTo>
                <a:lnTo>
                  <a:pt x="7721" y="11"/>
                </a:lnTo>
                <a:lnTo>
                  <a:pt x="7732" y="11"/>
                </a:lnTo>
                <a:lnTo>
                  <a:pt x="7732" y="22"/>
                </a:lnTo>
                <a:lnTo>
                  <a:pt x="7686" y="22"/>
                </a:lnTo>
                <a:lnTo>
                  <a:pt x="7686" y="0"/>
                </a:lnTo>
                <a:moveTo>
                  <a:pt x="7743" y="148"/>
                </a:moveTo>
                <a:lnTo>
                  <a:pt x="7743" y="262"/>
                </a:lnTo>
                <a:lnTo>
                  <a:pt x="7721" y="262"/>
                </a:lnTo>
                <a:lnTo>
                  <a:pt x="7721" y="148"/>
                </a:lnTo>
                <a:lnTo>
                  <a:pt x="7743" y="148"/>
                </a:lnTo>
                <a:moveTo>
                  <a:pt x="7743" y="331"/>
                </a:moveTo>
                <a:lnTo>
                  <a:pt x="7743" y="445"/>
                </a:lnTo>
                <a:lnTo>
                  <a:pt x="7721" y="445"/>
                </a:lnTo>
                <a:lnTo>
                  <a:pt x="7721" y="331"/>
                </a:lnTo>
                <a:lnTo>
                  <a:pt x="7743" y="331"/>
                </a:lnTo>
                <a:moveTo>
                  <a:pt x="7743" y="513"/>
                </a:moveTo>
                <a:lnTo>
                  <a:pt x="7743" y="629"/>
                </a:lnTo>
                <a:lnTo>
                  <a:pt x="7721" y="629"/>
                </a:lnTo>
                <a:lnTo>
                  <a:pt x="7721" y="513"/>
                </a:lnTo>
                <a:lnTo>
                  <a:pt x="7743" y="513"/>
                </a:lnTo>
                <a:moveTo>
                  <a:pt x="7743" y="697"/>
                </a:moveTo>
                <a:lnTo>
                  <a:pt x="7743" y="811"/>
                </a:lnTo>
                <a:lnTo>
                  <a:pt x="7721" y="811"/>
                </a:lnTo>
                <a:lnTo>
                  <a:pt x="7721" y="697"/>
                </a:lnTo>
                <a:lnTo>
                  <a:pt x="7743" y="697"/>
                </a:lnTo>
                <a:moveTo>
                  <a:pt x="7743" y="880"/>
                </a:moveTo>
                <a:lnTo>
                  <a:pt x="7743" y="994"/>
                </a:lnTo>
                <a:lnTo>
                  <a:pt x="7721" y="994"/>
                </a:lnTo>
                <a:lnTo>
                  <a:pt x="7721" y="880"/>
                </a:lnTo>
                <a:lnTo>
                  <a:pt x="7743" y="880"/>
                </a:lnTo>
                <a:moveTo>
                  <a:pt x="7743" y="1063"/>
                </a:moveTo>
                <a:lnTo>
                  <a:pt x="7743" y="1177"/>
                </a:lnTo>
                <a:lnTo>
                  <a:pt x="7721" y="1177"/>
                </a:lnTo>
                <a:lnTo>
                  <a:pt x="7721" y="1063"/>
                </a:lnTo>
                <a:lnTo>
                  <a:pt x="7743" y="1063"/>
                </a:lnTo>
                <a:moveTo>
                  <a:pt x="7743" y="1245"/>
                </a:moveTo>
                <a:lnTo>
                  <a:pt x="7743" y="1359"/>
                </a:lnTo>
                <a:lnTo>
                  <a:pt x="7721" y="1359"/>
                </a:lnTo>
                <a:lnTo>
                  <a:pt x="7721" y="1245"/>
                </a:lnTo>
                <a:lnTo>
                  <a:pt x="7743" y="1245"/>
                </a:lnTo>
                <a:moveTo>
                  <a:pt x="7743" y="1428"/>
                </a:moveTo>
                <a:lnTo>
                  <a:pt x="7743" y="1508"/>
                </a:lnTo>
                <a:lnTo>
                  <a:pt x="7686" y="1508"/>
                </a:lnTo>
                <a:lnTo>
                  <a:pt x="7686" y="1485"/>
                </a:lnTo>
                <a:lnTo>
                  <a:pt x="7732" y="1485"/>
                </a:lnTo>
                <a:lnTo>
                  <a:pt x="7732" y="1496"/>
                </a:lnTo>
                <a:lnTo>
                  <a:pt x="7721" y="1496"/>
                </a:lnTo>
                <a:lnTo>
                  <a:pt x="7721" y="1428"/>
                </a:lnTo>
                <a:lnTo>
                  <a:pt x="7743" y="1428"/>
                </a:lnTo>
                <a:moveTo>
                  <a:pt x="7618" y="1508"/>
                </a:moveTo>
                <a:lnTo>
                  <a:pt x="7504" y="1508"/>
                </a:lnTo>
                <a:lnTo>
                  <a:pt x="7504" y="1485"/>
                </a:lnTo>
                <a:lnTo>
                  <a:pt x="7618" y="1485"/>
                </a:lnTo>
                <a:lnTo>
                  <a:pt x="7618" y="1508"/>
                </a:lnTo>
                <a:moveTo>
                  <a:pt x="7435" y="1508"/>
                </a:moveTo>
                <a:lnTo>
                  <a:pt x="7321" y="1508"/>
                </a:lnTo>
                <a:lnTo>
                  <a:pt x="7321" y="1485"/>
                </a:lnTo>
                <a:lnTo>
                  <a:pt x="7435" y="1485"/>
                </a:lnTo>
                <a:lnTo>
                  <a:pt x="7435" y="1508"/>
                </a:lnTo>
                <a:moveTo>
                  <a:pt x="7252" y="1508"/>
                </a:moveTo>
                <a:lnTo>
                  <a:pt x="7138" y="1508"/>
                </a:lnTo>
                <a:lnTo>
                  <a:pt x="7138" y="1485"/>
                </a:lnTo>
                <a:lnTo>
                  <a:pt x="7252" y="1485"/>
                </a:lnTo>
                <a:lnTo>
                  <a:pt x="7252" y="1508"/>
                </a:lnTo>
                <a:moveTo>
                  <a:pt x="7070" y="1508"/>
                </a:moveTo>
                <a:lnTo>
                  <a:pt x="6955" y="1508"/>
                </a:lnTo>
                <a:lnTo>
                  <a:pt x="6955" y="1485"/>
                </a:lnTo>
                <a:lnTo>
                  <a:pt x="7070" y="1485"/>
                </a:lnTo>
                <a:lnTo>
                  <a:pt x="7070" y="1508"/>
                </a:lnTo>
                <a:moveTo>
                  <a:pt x="6887" y="1508"/>
                </a:moveTo>
                <a:lnTo>
                  <a:pt x="6773" y="1508"/>
                </a:lnTo>
                <a:lnTo>
                  <a:pt x="6773" y="1485"/>
                </a:lnTo>
                <a:lnTo>
                  <a:pt x="6887" y="1485"/>
                </a:lnTo>
                <a:lnTo>
                  <a:pt x="6887" y="1508"/>
                </a:lnTo>
                <a:moveTo>
                  <a:pt x="6704" y="1508"/>
                </a:moveTo>
                <a:lnTo>
                  <a:pt x="6590" y="1508"/>
                </a:lnTo>
                <a:lnTo>
                  <a:pt x="6590" y="1485"/>
                </a:lnTo>
                <a:lnTo>
                  <a:pt x="6704" y="1485"/>
                </a:lnTo>
                <a:lnTo>
                  <a:pt x="6704" y="1508"/>
                </a:lnTo>
                <a:moveTo>
                  <a:pt x="6522" y="1508"/>
                </a:moveTo>
                <a:lnTo>
                  <a:pt x="6407" y="1508"/>
                </a:lnTo>
                <a:lnTo>
                  <a:pt x="6407" y="1485"/>
                </a:lnTo>
                <a:lnTo>
                  <a:pt x="6522" y="1485"/>
                </a:lnTo>
                <a:lnTo>
                  <a:pt x="6522" y="1508"/>
                </a:lnTo>
                <a:moveTo>
                  <a:pt x="6339" y="1508"/>
                </a:moveTo>
                <a:lnTo>
                  <a:pt x="6225" y="1508"/>
                </a:lnTo>
                <a:lnTo>
                  <a:pt x="6225" y="1485"/>
                </a:lnTo>
                <a:lnTo>
                  <a:pt x="6339" y="1485"/>
                </a:lnTo>
                <a:lnTo>
                  <a:pt x="6339" y="1508"/>
                </a:lnTo>
                <a:moveTo>
                  <a:pt x="6156" y="1508"/>
                </a:moveTo>
                <a:lnTo>
                  <a:pt x="6042" y="1508"/>
                </a:lnTo>
                <a:lnTo>
                  <a:pt x="6042" y="1485"/>
                </a:lnTo>
                <a:lnTo>
                  <a:pt x="6156" y="1485"/>
                </a:lnTo>
                <a:lnTo>
                  <a:pt x="6156" y="1508"/>
                </a:lnTo>
                <a:moveTo>
                  <a:pt x="5973" y="1508"/>
                </a:moveTo>
                <a:lnTo>
                  <a:pt x="5858" y="1508"/>
                </a:lnTo>
                <a:lnTo>
                  <a:pt x="5858" y="1485"/>
                </a:lnTo>
                <a:lnTo>
                  <a:pt x="5973" y="1485"/>
                </a:lnTo>
                <a:lnTo>
                  <a:pt x="5973" y="1508"/>
                </a:lnTo>
                <a:moveTo>
                  <a:pt x="5790" y="1508"/>
                </a:moveTo>
                <a:lnTo>
                  <a:pt x="5675" y="1508"/>
                </a:lnTo>
                <a:lnTo>
                  <a:pt x="5675" y="1485"/>
                </a:lnTo>
                <a:lnTo>
                  <a:pt x="5790" y="1485"/>
                </a:lnTo>
                <a:lnTo>
                  <a:pt x="5790" y="1508"/>
                </a:lnTo>
                <a:moveTo>
                  <a:pt x="5607" y="1508"/>
                </a:moveTo>
                <a:lnTo>
                  <a:pt x="5493" y="1508"/>
                </a:lnTo>
                <a:lnTo>
                  <a:pt x="5493" y="1485"/>
                </a:lnTo>
                <a:lnTo>
                  <a:pt x="5607" y="1485"/>
                </a:lnTo>
                <a:lnTo>
                  <a:pt x="5607" y="1508"/>
                </a:lnTo>
                <a:moveTo>
                  <a:pt x="5424" y="1508"/>
                </a:moveTo>
                <a:lnTo>
                  <a:pt x="5310" y="1508"/>
                </a:lnTo>
                <a:lnTo>
                  <a:pt x="5310" y="1485"/>
                </a:lnTo>
                <a:lnTo>
                  <a:pt x="5424" y="1485"/>
                </a:lnTo>
                <a:lnTo>
                  <a:pt x="5424" y="1508"/>
                </a:lnTo>
                <a:moveTo>
                  <a:pt x="5241" y="1508"/>
                </a:moveTo>
                <a:lnTo>
                  <a:pt x="5127" y="1508"/>
                </a:lnTo>
                <a:lnTo>
                  <a:pt x="5127" y="1485"/>
                </a:lnTo>
                <a:lnTo>
                  <a:pt x="5241" y="1485"/>
                </a:lnTo>
                <a:lnTo>
                  <a:pt x="5241" y="1508"/>
                </a:lnTo>
                <a:moveTo>
                  <a:pt x="5059" y="1508"/>
                </a:moveTo>
                <a:lnTo>
                  <a:pt x="4945" y="1508"/>
                </a:lnTo>
                <a:lnTo>
                  <a:pt x="4945" y="1485"/>
                </a:lnTo>
                <a:lnTo>
                  <a:pt x="5059" y="1485"/>
                </a:lnTo>
                <a:lnTo>
                  <a:pt x="5059" y="1508"/>
                </a:lnTo>
                <a:moveTo>
                  <a:pt x="4876" y="1508"/>
                </a:moveTo>
                <a:lnTo>
                  <a:pt x="4762" y="1508"/>
                </a:lnTo>
                <a:lnTo>
                  <a:pt x="4762" y="1485"/>
                </a:lnTo>
                <a:lnTo>
                  <a:pt x="4876" y="1485"/>
                </a:lnTo>
                <a:lnTo>
                  <a:pt x="4876" y="1508"/>
                </a:lnTo>
                <a:moveTo>
                  <a:pt x="4693" y="1508"/>
                </a:moveTo>
                <a:lnTo>
                  <a:pt x="4579" y="1508"/>
                </a:lnTo>
                <a:lnTo>
                  <a:pt x="4579" y="1485"/>
                </a:lnTo>
                <a:lnTo>
                  <a:pt x="4693" y="1485"/>
                </a:lnTo>
                <a:lnTo>
                  <a:pt x="4693" y="1508"/>
                </a:lnTo>
                <a:moveTo>
                  <a:pt x="4511" y="1508"/>
                </a:moveTo>
                <a:lnTo>
                  <a:pt x="4396" y="1508"/>
                </a:lnTo>
                <a:lnTo>
                  <a:pt x="4396" y="1485"/>
                </a:lnTo>
                <a:lnTo>
                  <a:pt x="4511" y="1485"/>
                </a:lnTo>
                <a:lnTo>
                  <a:pt x="4511" y="1508"/>
                </a:lnTo>
                <a:moveTo>
                  <a:pt x="4328" y="1508"/>
                </a:moveTo>
                <a:lnTo>
                  <a:pt x="4214" y="1508"/>
                </a:lnTo>
                <a:lnTo>
                  <a:pt x="4214" y="1485"/>
                </a:lnTo>
                <a:lnTo>
                  <a:pt x="4328" y="1485"/>
                </a:lnTo>
                <a:lnTo>
                  <a:pt x="4328" y="1508"/>
                </a:lnTo>
                <a:moveTo>
                  <a:pt x="4145" y="1508"/>
                </a:moveTo>
                <a:lnTo>
                  <a:pt x="4031" y="1508"/>
                </a:lnTo>
                <a:lnTo>
                  <a:pt x="4031" y="1485"/>
                </a:lnTo>
                <a:lnTo>
                  <a:pt x="4145" y="1485"/>
                </a:lnTo>
                <a:lnTo>
                  <a:pt x="4145" y="1508"/>
                </a:lnTo>
                <a:moveTo>
                  <a:pt x="3962" y="1508"/>
                </a:moveTo>
                <a:lnTo>
                  <a:pt x="3848" y="1508"/>
                </a:lnTo>
                <a:lnTo>
                  <a:pt x="3848" y="1485"/>
                </a:lnTo>
                <a:lnTo>
                  <a:pt x="3962" y="1485"/>
                </a:lnTo>
                <a:lnTo>
                  <a:pt x="3962" y="1508"/>
                </a:lnTo>
                <a:moveTo>
                  <a:pt x="3780" y="1508"/>
                </a:moveTo>
                <a:lnTo>
                  <a:pt x="3665" y="1508"/>
                </a:lnTo>
                <a:lnTo>
                  <a:pt x="3665" y="1485"/>
                </a:lnTo>
                <a:lnTo>
                  <a:pt x="3780" y="1485"/>
                </a:lnTo>
                <a:lnTo>
                  <a:pt x="3780" y="1508"/>
                </a:lnTo>
                <a:moveTo>
                  <a:pt x="3597" y="1508"/>
                </a:moveTo>
                <a:lnTo>
                  <a:pt x="3483" y="1508"/>
                </a:lnTo>
                <a:lnTo>
                  <a:pt x="3483" y="1485"/>
                </a:lnTo>
                <a:lnTo>
                  <a:pt x="3597" y="1485"/>
                </a:lnTo>
                <a:lnTo>
                  <a:pt x="3597" y="1508"/>
                </a:lnTo>
                <a:moveTo>
                  <a:pt x="3414" y="1508"/>
                </a:moveTo>
                <a:lnTo>
                  <a:pt x="3300" y="1508"/>
                </a:lnTo>
                <a:lnTo>
                  <a:pt x="3300" y="1485"/>
                </a:lnTo>
                <a:lnTo>
                  <a:pt x="3414" y="1485"/>
                </a:lnTo>
                <a:lnTo>
                  <a:pt x="3414" y="1508"/>
                </a:lnTo>
                <a:moveTo>
                  <a:pt x="3232" y="1508"/>
                </a:moveTo>
                <a:lnTo>
                  <a:pt x="3117" y="1508"/>
                </a:lnTo>
                <a:lnTo>
                  <a:pt x="3117" y="1485"/>
                </a:lnTo>
                <a:lnTo>
                  <a:pt x="3232" y="1485"/>
                </a:lnTo>
                <a:lnTo>
                  <a:pt x="3232" y="1508"/>
                </a:lnTo>
                <a:moveTo>
                  <a:pt x="3049" y="1508"/>
                </a:moveTo>
                <a:lnTo>
                  <a:pt x="2935" y="1508"/>
                </a:lnTo>
                <a:lnTo>
                  <a:pt x="2935" y="1485"/>
                </a:lnTo>
                <a:lnTo>
                  <a:pt x="3049" y="1485"/>
                </a:lnTo>
                <a:lnTo>
                  <a:pt x="3049" y="1508"/>
                </a:lnTo>
                <a:moveTo>
                  <a:pt x="2866" y="1508"/>
                </a:moveTo>
                <a:lnTo>
                  <a:pt x="2752" y="1508"/>
                </a:lnTo>
                <a:lnTo>
                  <a:pt x="2752" y="1485"/>
                </a:lnTo>
                <a:lnTo>
                  <a:pt x="2866" y="1485"/>
                </a:lnTo>
                <a:lnTo>
                  <a:pt x="2866" y="1508"/>
                </a:lnTo>
                <a:moveTo>
                  <a:pt x="2683" y="1508"/>
                </a:moveTo>
                <a:lnTo>
                  <a:pt x="2569" y="1508"/>
                </a:lnTo>
                <a:lnTo>
                  <a:pt x="2569" y="1485"/>
                </a:lnTo>
                <a:lnTo>
                  <a:pt x="2683" y="1485"/>
                </a:lnTo>
                <a:lnTo>
                  <a:pt x="2683" y="1508"/>
                </a:lnTo>
                <a:moveTo>
                  <a:pt x="2501" y="1508"/>
                </a:moveTo>
                <a:lnTo>
                  <a:pt x="2386" y="1508"/>
                </a:lnTo>
                <a:lnTo>
                  <a:pt x="2386" y="1485"/>
                </a:lnTo>
                <a:lnTo>
                  <a:pt x="2501" y="1485"/>
                </a:lnTo>
                <a:lnTo>
                  <a:pt x="2501" y="1508"/>
                </a:lnTo>
                <a:moveTo>
                  <a:pt x="2318" y="1508"/>
                </a:moveTo>
                <a:lnTo>
                  <a:pt x="2204" y="1508"/>
                </a:lnTo>
                <a:lnTo>
                  <a:pt x="2204" y="1485"/>
                </a:lnTo>
                <a:lnTo>
                  <a:pt x="2318" y="1485"/>
                </a:lnTo>
                <a:lnTo>
                  <a:pt x="2318" y="1508"/>
                </a:lnTo>
                <a:moveTo>
                  <a:pt x="2135" y="1508"/>
                </a:moveTo>
                <a:lnTo>
                  <a:pt x="2021" y="1508"/>
                </a:lnTo>
                <a:lnTo>
                  <a:pt x="2021" y="1485"/>
                </a:lnTo>
                <a:lnTo>
                  <a:pt x="2135" y="1485"/>
                </a:lnTo>
                <a:lnTo>
                  <a:pt x="2135" y="1508"/>
                </a:lnTo>
                <a:moveTo>
                  <a:pt x="1952" y="1508"/>
                </a:moveTo>
                <a:lnTo>
                  <a:pt x="1838" y="1508"/>
                </a:lnTo>
                <a:lnTo>
                  <a:pt x="1838" y="1485"/>
                </a:lnTo>
                <a:lnTo>
                  <a:pt x="1952" y="1485"/>
                </a:lnTo>
                <a:lnTo>
                  <a:pt x="1952" y="1508"/>
                </a:lnTo>
                <a:moveTo>
                  <a:pt x="1770" y="1508"/>
                </a:moveTo>
                <a:lnTo>
                  <a:pt x="1656" y="1508"/>
                </a:lnTo>
                <a:lnTo>
                  <a:pt x="1656" y="1485"/>
                </a:lnTo>
                <a:lnTo>
                  <a:pt x="1770" y="1485"/>
                </a:lnTo>
                <a:lnTo>
                  <a:pt x="1770" y="1508"/>
                </a:lnTo>
                <a:moveTo>
                  <a:pt x="1587" y="1508"/>
                </a:moveTo>
                <a:lnTo>
                  <a:pt x="1473" y="1508"/>
                </a:lnTo>
                <a:lnTo>
                  <a:pt x="1473" y="1485"/>
                </a:lnTo>
                <a:lnTo>
                  <a:pt x="1587" y="1485"/>
                </a:lnTo>
                <a:lnTo>
                  <a:pt x="1587" y="1508"/>
                </a:lnTo>
                <a:moveTo>
                  <a:pt x="1404" y="1508"/>
                </a:moveTo>
                <a:lnTo>
                  <a:pt x="1290" y="1508"/>
                </a:lnTo>
                <a:lnTo>
                  <a:pt x="1290" y="1485"/>
                </a:lnTo>
                <a:lnTo>
                  <a:pt x="1404" y="1485"/>
                </a:lnTo>
                <a:lnTo>
                  <a:pt x="1404" y="1508"/>
                </a:lnTo>
                <a:moveTo>
                  <a:pt x="1222" y="1508"/>
                </a:moveTo>
                <a:lnTo>
                  <a:pt x="1107" y="1508"/>
                </a:lnTo>
                <a:lnTo>
                  <a:pt x="1107" y="1485"/>
                </a:lnTo>
                <a:lnTo>
                  <a:pt x="1222" y="1485"/>
                </a:lnTo>
                <a:lnTo>
                  <a:pt x="1222" y="1508"/>
                </a:lnTo>
                <a:moveTo>
                  <a:pt x="1039" y="1508"/>
                </a:moveTo>
                <a:lnTo>
                  <a:pt x="925" y="1508"/>
                </a:lnTo>
                <a:lnTo>
                  <a:pt x="925" y="1485"/>
                </a:lnTo>
                <a:lnTo>
                  <a:pt x="1039" y="1485"/>
                </a:lnTo>
                <a:lnTo>
                  <a:pt x="1039" y="1508"/>
                </a:lnTo>
                <a:moveTo>
                  <a:pt x="856" y="1508"/>
                </a:moveTo>
                <a:lnTo>
                  <a:pt x="742" y="1508"/>
                </a:lnTo>
                <a:lnTo>
                  <a:pt x="742" y="1485"/>
                </a:lnTo>
                <a:lnTo>
                  <a:pt x="856" y="1485"/>
                </a:lnTo>
                <a:lnTo>
                  <a:pt x="856" y="1508"/>
                </a:lnTo>
                <a:moveTo>
                  <a:pt x="673" y="1508"/>
                </a:moveTo>
                <a:lnTo>
                  <a:pt x="559" y="1508"/>
                </a:lnTo>
                <a:lnTo>
                  <a:pt x="559" y="1485"/>
                </a:lnTo>
                <a:lnTo>
                  <a:pt x="673" y="1485"/>
                </a:lnTo>
                <a:lnTo>
                  <a:pt x="673" y="1508"/>
                </a:lnTo>
                <a:moveTo>
                  <a:pt x="491" y="1508"/>
                </a:moveTo>
                <a:lnTo>
                  <a:pt x="376" y="1508"/>
                </a:lnTo>
                <a:lnTo>
                  <a:pt x="376" y="1485"/>
                </a:lnTo>
                <a:lnTo>
                  <a:pt x="491" y="1485"/>
                </a:lnTo>
                <a:lnTo>
                  <a:pt x="491" y="1508"/>
                </a:lnTo>
                <a:moveTo>
                  <a:pt x="308" y="1508"/>
                </a:moveTo>
                <a:lnTo>
                  <a:pt x="194" y="1508"/>
                </a:lnTo>
                <a:lnTo>
                  <a:pt x="194" y="1485"/>
                </a:lnTo>
                <a:lnTo>
                  <a:pt x="308" y="1485"/>
                </a:lnTo>
                <a:lnTo>
                  <a:pt x="308" y="1508"/>
                </a:lnTo>
                <a:moveTo>
                  <a:pt x="125" y="1508"/>
                </a:moveTo>
                <a:lnTo>
                  <a:pt x="11" y="1508"/>
                </a:lnTo>
                <a:lnTo>
                  <a:pt x="11" y="1485"/>
                </a:lnTo>
                <a:lnTo>
                  <a:pt x="125" y="1485"/>
                </a:lnTo>
                <a:lnTo>
                  <a:pt x="125" y="1508"/>
                </a:lnTo>
                <a:moveTo>
                  <a:pt x="0" y="1428"/>
                </a:moveTo>
                <a:lnTo>
                  <a:pt x="0" y="1314"/>
                </a:lnTo>
                <a:lnTo>
                  <a:pt x="22" y="1314"/>
                </a:lnTo>
                <a:lnTo>
                  <a:pt x="22" y="1428"/>
                </a:lnTo>
                <a:lnTo>
                  <a:pt x="0" y="1428"/>
                </a:lnTo>
                <a:moveTo>
                  <a:pt x="0" y="1245"/>
                </a:moveTo>
                <a:lnTo>
                  <a:pt x="0" y="1131"/>
                </a:lnTo>
                <a:lnTo>
                  <a:pt x="22" y="1131"/>
                </a:lnTo>
                <a:lnTo>
                  <a:pt x="22" y="1245"/>
                </a:lnTo>
                <a:lnTo>
                  <a:pt x="0" y="1245"/>
                </a:lnTo>
                <a:moveTo>
                  <a:pt x="0" y="1063"/>
                </a:moveTo>
                <a:lnTo>
                  <a:pt x="0" y="948"/>
                </a:lnTo>
                <a:lnTo>
                  <a:pt x="22" y="948"/>
                </a:lnTo>
                <a:lnTo>
                  <a:pt x="22" y="1063"/>
                </a:lnTo>
                <a:lnTo>
                  <a:pt x="0" y="1063"/>
                </a:lnTo>
                <a:moveTo>
                  <a:pt x="0" y="880"/>
                </a:moveTo>
                <a:lnTo>
                  <a:pt x="0" y="766"/>
                </a:lnTo>
                <a:lnTo>
                  <a:pt x="22" y="766"/>
                </a:lnTo>
                <a:lnTo>
                  <a:pt x="22" y="880"/>
                </a:lnTo>
                <a:lnTo>
                  <a:pt x="0" y="880"/>
                </a:lnTo>
                <a:moveTo>
                  <a:pt x="0" y="697"/>
                </a:moveTo>
                <a:lnTo>
                  <a:pt x="0" y="583"/>
                </a:lnTo>
                <a:lnTo>
                  <a:pt x="22" y="583"/>
                </a:lnTo>
                <a:lnTo>
                  <a:pt x="22" y="697"/>
                </a:lnTo>
                <a:lnTo>
                  <a:pt x="0" y="697"/>
                </a:lnTo>
                <a:moveTo>
                  <a:pt x="0" y="513"/>
                </a:moveTo>
                <a:lnTo>
                  <a:pt x="0" y="399"/>
                </a:lnTo>
                <a:lnTo>
                  <a:pt x="22" y="399"/>
                </a:lnTo>
                <a:lnTo>
                  <a:pt x="22" y="513"/>
                </a:lnTo>
                <a:lnTo>
                  <a:pt x="0" y="513"/>
                </a:lnTo>
                <a:moveTo>
                  <a:pt x="0" y="331"/>
                </a:moveTo>
                <a:lnTo>
                  <a:pt x="0" y="217"/>
                </a:lnTo>
                <a:lnTo>
                  <a:pt x="22" y="217"/>
                </a:lnTo>
                <a:lnTo>
                  <a:pt x="22" y="331"/>
                </a:lnTo>
                <a:lnTo>
                  <a:pt x="0" y="331"/>
                </a:lnTo>
                <a:moveTo>
                  <a:pt x="0" y="148"/>
                </a:moveTo>
                <a:lnTo>
                  <a:pt x="0" y="34"/>
                </a:lnTo>
                <a:lnTo>
                  <a:pt x="22" y="34"/>
                </a:lnTo>
                <a:lnTo>
                  <a:pt x="22" y="148"/>
                </a:lnTo>
                <a:lnTo>
                  <a:pt x="0" y="148"/>
                </a:lnTo>
                <a:moveTo>
                  <a:pt x="11" y="0"/>
                </a:moveTo>
                <a:lnTo>
                  <a:pt x="125" y="0"/>
                </a:lnTo>
                <a:lnTo>
                  <a:pt x="125" y="22"/>
                </a:lnTo>
                <a:lnTo>
                  <a:pt x="11" y="22"/>
                </a:lnTo>
                <a:lnTo>
                  <a:pt x="11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8" name=""/>
          <p:cNvSpPr/>
          <p:nvPr/>
        </p:nvSpPr>
        <p:spPr>
          <a:xfrm>
            <a:off x="7437960" y="339804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9" name=""/>
          <p:cNvSpPr/>
          <p:nvPr/>
        </p:nvSpPr>
        <p:spPr>
          <a:xfrm>
            <a:off x="7437960" y="342684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0" name=""/>
          <p:cNvSpPr txBox="1"/>
          <p:nvPr/>
        </p:nvSpPr>
        <p:spPr>
          <a:xfrm>
            <a:off x="868320" y="3676320"/>
            <a:ext cx="16390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1" name=""/>
          <p:cNvSpPr txBox="1"/>
          <p:nvPr/>
        </p:nvSpPr>
        <p:spPr>
          <a:xfrm>
            <a:off x="4905720" y="3388680"/>
            <a:ext cx="802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Toetsinstrument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2" name=""/>
          <p:cNvSpPr txBox="1"/>
          <p:nvPr/>
        </p:nvSpPr>
        <p:spPr>
          <a:xfrm>
            <a:off x="4905720" y="3521520"/>
            <a:ext cx="2163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Beoordelingsformulier met rubric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3" name=""/>
          <p:cNvSpPr/>
          <p:nvPr/>
        </p:nvSpPr>
        <p:spPr>
          <a:xfrm>
            <a:off x="785880" y="4096800"/>
            <a:ext cx="3996720" cy="534600"/>
          </a:xfrm>
          <a:custGeom>
            <a:avLst/>
            <a:gdLst/>
            <a:ahLst/>
            <a:rect l="0" t="0" r="r" b="b"/>
            <a:pathLst>
              <a:path w="11102" h="1485">
                <a:moveTo>
                  <a:pt x="0" y="0"/>
                </a:moveTo>
                <a:lnTo>
                  <a:pt x="11102" y="0"/>
                </a:lnTo>
                <a:lnTo>
                  <a:pt x="11102" y="1485"/>
                </a:lnTo>
                <a:lnTo>
                  <a:pt x="0" y="1485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4" name=""/>
          <p:cNvSpPr/>
          <p:nvPr/>
        </p:nvSpPr>
        <p:spPr>
          <a:xfrm>
            <a:off x="781920" y="4092840"/>
            <a:ext cx="4004640" cy="542880"/>
          </a:xfrm>
          <a:custGeom>
            <a:avLst/>
            <a:gdLst/>
            <a:ahLst/>
            <a:rect l="0" t="0" r="r" b="b"/>
            <a:pathLst>
              <a:path w="11124" h="1508">
                <a:moveTo>
                  <a:pt x="194" y="0"/>
                </a:moveTo>
                <a:lnTo>
                  <a:pt x="308" y="0"/>
                </a:lnTo>
                <a:lnTo>
                  <a:pt x="308" y="22"/>
                </a:lnTo>
                <a:lnTo>
                  <a:pt x="194" y="22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2"/>
                </a:lnTo>
                <a:lnTo>
                  <a:pt x="377" y="22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2"/>
                </a:lnTo>
                <a:lnTo>
                  <a:pt x="560" y="22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2"/>
                </a:lnTo>
                <a:lnTo>
                  <a:pt x="742" y="22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2"/>
                </a:lnTo>
                <a:lnTo>
                  <a:pt x="925" y="22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2"/>
                </a:lnTo>
                <a:lnTo>
                  <a:pt x="1108" y="22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2"/>
                </a:lnTo>
                <a:lnTo>
                  <a:pt x="1291" y="22"/>
                </a:lnTo>
                <a:lnTo>
                  <a:pt x="1291" y="0"/>
                </a:lnTo>
                <a:moveTo>
                  <a:pt x="1473" y="0"/>
                </a:moveTo>
                <a:lnTo>
                  <a:pt x="1587" y="0"/>
                </a:lnTo>
                <a:lnTo>
                  <a:pt x="1587" y="22"/>
                </a:lnTo>
                <a:lnTo>
                  <a:pt x="1473" y="22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2"/>
                </a:lnTo>
                <a:lnTo>
                  <a:pt x="1656" y="22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2"/>
                </a:lnTo>
                <a:lnTo>
                  <a:pt x="1839" y="22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2"/>
                </a:lnTo>
                <a:lnTo>
                  <a:pt x="2021" y="22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2"/>
                </a:lnTo>
                <a:lnTo>
                  <a:pt x="2204" y="22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2"/>
                </a:lnTo>
                <a:lnTo>
                  <a:pt x="2387" y="22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2"/>
                </a:lnTo>
                <a:lnTo>
                  <a:pt x="2570" y="22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2"/>
                </a:lnTo>
                <a:lnTo>
                  <a:pt x="2752" y="22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2"/>
                </a:lnTo>
                <a:lnTo>
                  <a:pt x="2935" y="22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2"/>
                </a:lnTo>
                <a:lnTo>
                  <a:pt x="3118" y="22"/>
                </a:lnTo>
                <a:lnTo>
                  <a:pt x="3118" y="0"/>
                </a:lnTo>
                <a:moveTo>
                  <a:pt x="3300" y="0"/>
                </a:moveTo>
                <a:lnTo>
                  <a:pt x="3416" y="0"/>
                </a:lnTo>
                <a:lnTo>
                  <a:pt x="3416" y="22"/>
                </a:lnTo>
                <a:lnTo>
                  <a:pt x="3300" y="22"/>
                </a:lnTo>
                <a:lnTo>
                  <a:pt x="3300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2"/>
                </a:lnTo>
                <a:lnTo>
                  <a:pt x="3484" y="22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2"/>
                </a:lnTo>
                <a:lnTo>
                  <a:pt x="3667" y="22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2"/>
                </a:lnTo>
                <a:lnTo>
                  <a:pt x="3850" y="22"/>
                </a:lnTo>
                <a:lnTo>
                  <a:pt x="3850" y="0"/>
                </a:lnTo>
                <a:moveTo>
                  <a:pt x="4032" y="0"/>
                </a:moveTo>
                <a:lnTo>
                  <a:pt x="4147" y="0"/>
                </a:lnTo>
                <a:lnTo>
                  <a:pt x="4147" y="22"/>
                </a:lnTo>
                <a:lnTo>
                  <a:pt x="4032" y="22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2"/>
                </a:lnTo>
                <a:lnTo>
                  <a:pt x="4215" y="22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2"/>
                </a:lnTo>
                <a:lnTo>
                  <a:pt x="4398" y="22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2"/>
                </a:lnTo>
                <a:lnTo>
                  <a:pt x="4581" y="22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2"/>
                </a:lnTo>
                <a:lnTo>
                  <a:pt x="4763" y="22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2"/>
                </a:lnTo>
                <a:lnTo>
                  <a:pt x="4946" y="22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2"/>
                </a:lnTo>
                <a:lnTo>
                  <a:pt x="5129" y="22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2"/>
                </a:lnTo>
                <a:lnTo>
                  <a:pt x="5311" y="22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2"/>
                </a:lnTo>
                <a:lnTo>
                  <a:pt x="5494" y="22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2"/>
                </a:lnTo>
                <a:lnTo>
                  <a:pt x="5677" y="22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2"/>
                </a:lnTo>
                <a:lnTo>
                  <a:pt x="5860" y="22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2"/>
                </a:lnTo>
                <a:lnTo>
                  <a:pt x="6042" y="22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2"/>
                </a:lnTo>
                <a:lnTo>
                  <a:pt x="6225" y="22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2"/>
                </a:lnTo>
                <a:lnTo>
                  <a:pt x="6408" y="22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2"/>
                </a:lnTo>
                <a:lnTo>
                  <a:pt x="6590" y="22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2"/>
                </a:lnTo>
                <a:lnTo>
                  <a:pt x="6773" y="22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2"/>
                </a:lnTo>
                <a:lnTo>
                  <a:pt x="6956" y="22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2"/>
                </a:lnTo>
                <a:lnTo>
                  <a:pt x="7139" y="22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2"/>
                </a:lnTo>
                <a:lnTo>
                  <a:pt x="7321" y="22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2"/>
                </a:lnTo>
                <a:lnTo>
                  <a:pt x="7504" y="22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2"/>
                </a:lnTo>
                <a:lnTo>
                  <a:pt x="7687" y="22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2"/>
                </a:lnTo>
                <a:lnTo>
                  <a:pt x="7870" y="22"/>
                </a:lnTo>
                <a:lnTo>
                  <a:pt x="7870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2"/>
                </a:lnTo>
                <a:lnTo>
                  <a:pt x="8052" y="22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2"/>
                </a:lnTo>
                <a:lnTo>
                  <a:pt x="8235" y="22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2"/>
                </a:lnTo>
                <a:lnTo>
                  <a:pt x="8418" y="22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2"/>
                </a:lnTo>
                <a:lnTo>
                  <a:pt x="8600" y="22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2"/>
                </a:lnTo>
                <a:lnTo>
                  <a:pt x="8783" y="22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2"/>
                </a:lnTo>
                <a:lnTo>
                  <a:pt x="8966" y="22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2"/>
                </a:lnTo>
                <a:lnTo>
                  <a:pt x="9149" y="22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2"/>
                </a:lnTo>
                <a:lnTo>
                  <a:pt x="9331" y="22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2"/>
                </a:lnTo>
                <a:lnTo>
                  <a:pt x="9514" y="22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2"/>
                </a:lnTo>
                <a:lnTo>
                  <a:pt x="9697" y="22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2"/>
                </a:lnTo>
                <a:lnTo>
                  <a:pt x="9879" y="22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2"/>
                </a:lnTo>
                <a:lnTo>
                  <a:pt x="10062" y="22"/>
                </a:lnTo>
                <a:lnTo>
                  <a:pt x="10062" y="0"/>
                </a:lnTo>
                <a:moveTo>
                  <a:pt x="10245" y="0"/>
                </a:moveTo>
                <a:lnTo>
                  <a:pt x="10359" y="0"/>
                </a:lnTo>
                <a:lnTo>
                  <a:pt x="10359" y="22"/>
                </a:lnTo>
                <a:lnTo>
                  <a:pt x="10245" y="22"/>
                </a:lnTo>
                <a:lnTo>
                  <a:pt x="10245" y="0"/>
                </a:lnTo>
                <a:moveTo>
                  <a:pt x="10428" y="0"/>
                </a:moveTo>
                <a:lnTo>
                  <a:pt x="10542" y="0"/>
                </a:lnTo>
                <a:lnTo>
                  <a:pt x="10542" y="22"/>
                </a:lnTo>
                <a:lnTo>
                  <a:pt x="10428" y="22"/>
                </a:lnTo>
                <a:lnTo>
                  <a:pt x="10428" y="0"/>
                </a:lnTo>
                <a:moveTo>
                  <a:pt x="10610" y="0"/>
                </a:moveTo>
                <a:lnTo>
                  <a:pt x="10725" y="0"/>
                </a:lnTo>
                <a:lnTo>
                  <a:pt x="10725" y="22"/>
                </a:lnTo>
                <a:lnTo>
                  <a:pt x="10610" y="22"/>
                </a:lnTo>
                <a:lnTo>
                  <a:pt x="10610" y="0"/>
                </a:lnTo>
                <a:moveTo>
                  <a:pt x="10793" y="0"/>
                </a:moveTo>
                <a:lnTo>
                  <a:pt x="10907" y="0"/>
                </a:lnTo>
                <a:lnTo>
                  <a:pt x="10907" y="22"/>
                </a:lnTo>
                <a:lnTo>
                  <a:pt x="10793" y="22"/>
                </a:lnTo>
                <a:lnTo>
                  <a:pt x="10793" y="0"/>
                </a:lnTo>
                <a:moveTo>
                  <a:pt x="10976" y="0"/>
                </a:moveTo>
                <a:lnTo>
                  <a:pt x="11090" y="0"/>
                </a:lnTo>
                <a:lnTo>
                  <a:pt x="11090" y="22"/>
                </a:lnTo>
                <a:lnTo>
                  <a:pt x="10976" y="22"/>
                </a:lnTo>
                <a:lnTo>
                  <a:pt x="10976" y="0"/>
                </a:lnTo>
                <a:moveTo>
                  <a:pt x="11124" y="57"/>
                </a:moveTo>
                <a:lnTo>
                  <a:pt x="11124" y="171"/>
                </a:lnTo>
                <a:lnTo>
                  <a:pt x="11101" y="171"/>
                </a:lnTo>
                <a:lnTo>
                  <a:pt x="11101" y="57"/>
                </a:lnTo>
                <a:lnTo>
                  <a:pt x="11124" y="57"/>
                </a:lnTo>
                <a:moveTo>
                  <a:pt x="11124" y="239"/>
                </a:moveTo>
                <a:lnTo>
                  <a:pt x="11124" y="353"/>
                </a:lnTo>
                <a:lnTo>
                  <a:pt x="11101" y="353"/>
                </a:lnTo>
                <a:lnTo>
                  <a:pt x="11101" y="239"/>
                </a:lnTo>
                <a:lnTo>
                  <a:pt x="11124" y="239"/>
                </a:lnTo>
                <a:moveTo>
                  <a:pt x="11124" y="422"/>
                </a:moveTo>
                <a:lnTo>
                  <a:pt x="11124" y="536"/>
                </a:lnTo>
                <a:lnTo>
                  <a:pt x="11101" y="536"/>
                </a:lnTo>
                <a:lnTo>
                  <a:pt x="11101" y="422"/>
                </a:lnTo>
                <a:lnTo>
                  <a:pt x="11124" y="422"/>
                </a:lnTo>
                <a:moveTo>
                  <a:pt x="11124" y="605"/>
                </a:moveTo>
                <a:lnTo>
                  <a:pt x="11124" y="719"/>
                </a:lnTo>
                <a:lnTo>
                  <a:pt x="11101" y="719"/>
                </a:lnTo>
                <a:lnTo>
                  <a:pt x="11101" y="605"/>
                </a:lnTo>
                <a:lnTo>
                  <a:pt x="11124" y="605"/>
                </a:lnTo>
                <a:moveTo>
                  <a:pt x="11124" y="787"/>
                </a:moveTo>
                <a:lnTo>
                  <a:pt x="11124" y="902"/>
                </a:lnTo>
                <a:lnTo>
                  <a:pt x="11101" y="902"/>
                </a:lnTo>
                <a:lnTo>
                  <a:pt x="11101" y="787"/>
                </a:lnTo>
                <a:lnTo>
                  <a:pt x="11124" y="787"/>
                </a:lnTo>
                <a:moveTo>
                  <a:pt x="11124" y="970"/>
                </a:moveTo>
                <a:lnTo>
                  <a:pt x="11124" y="1084"/>
                </a:lnTo>
                <a:lnTo>
                  <a:pt x="11101" y="1084"/>
                </a:lnTo>
                <a:lnTo>
                  <a:pt x="11101" y="970"/>
                </a:lnTo>
                <a:lnTo>
                  <a:pt x="11124" y="970"/>
                </a:lnTo>
                <a:moveTo>
                  <a:pt x="11124" y="1153"/>
                </a:moveTo>
                <a:lnTo>
                  <a:pt x="11124" y="1267"/>
                </a:lnTo>
                <a:lnTo>
                  <a:pt x="11101" y="1267"/>
                </a:lnTo>
                <a:lnTo>
                  <a:pt x="11101" y="1153"/>
                </a:lnTo>
                <a:lnTo>
                  <a:pt x="11124" y="1153"/>
                </a:lnTo>
                <a:moveTo>
                  <a:pt x="11124" y="1336"/>
                </a:moveTo>
                <a:lnTo>
                  <a:pt x="11124" y="1451"/>
                </a:lnTo>
                <a:lnTo>
                  <a:pt x="11101" y="1451"/>
                </a:lnTo>
                <a:lnTo>
                  <a:pt x="11101" y="1336"/>
                </a:lnTo>
                <a:lnTo>
                  <a:pt x="11124" y="1336"/>
                </a:lnTo>
                <a:moveTo>
                  <a:pt x="11090" y="1508"/>
                </a:moveTo>
                <a:lnTo>
                  <a:pt x="10976" y="1508"/>
                </a:lnTo>
                <a:lnTo>
                  <a:pt x="10976" y="1485"/>
                </a:lnTo>
                <a:lnTo>
                  <a:pt x="11090" y="1485"/>
                </a:lnTo>
                <a:lnTo>
                  <a:pt x="11090" y="1508"/>
                </a:lnTo>
                <a:moveTo>
                  <a:pt x="10907" y="1508"/>
                </a:moveTo>
                <a:lnTo>
                  <a:pt x="10793" y="1508"/>
                </a:lnTo>
                <a:lnTo>
                  <a:pt x="10793" y="1485"/>
                </a:lnTo>
                <a:lnTo>
                  <a:pt x="10907" y="1485"/>
                </a:lnTo>
                <a:lnTo>
                  <a:pt x="10907" y="1508"/>
                </a:lnTo>
                <a:moveTo>
                  <a:pt x="10725" y="1508"/>
                </a:moveTo>
                <a:lnTo>
                  <a:pt x="10610" y="1508"/>
                </a:lnTo>
                <a:lnTo>
                  <a:pt x="10610" y="1485"/>
                </a:lnTo>
                <a:lnTo>
                  <a:pt x="10725" y="1485"/>
                </a:lnTo>
                <a:lnTo>
                  <a:pt x="10725" y="1508"/>
                </a:lnTo>
                <a:moveTo>
                  <a:pt x="10542" y="1508"/>
                </a:moveTo>
                <a:lnTo>
                  <a:pt x="10428" y="1508"/>
                </a:lnTo>
                <a:lnTo>
                  <a:pt x="10428" y="1485"/>
                </a:lnTo>
                <a:lnTo>
                  <a:pt x="10542" y="1485"/>
                </a:lnTo>
                <a:lnTo>
                  <a:pt x="10542" y="1508"/>
                </a:lnTo>
                <a:moveTo>
                  <a:pt x="10359" y="1508"/>
                </a:moveTo>
                <a:lnTo>
                  <a:pt x="10245" y="1508"/>
                </a:lnTo>
                <a:lnTo>
                  <a:pt x="10245" y="1485"/>
                </a:lnTo>
                <a:lnTo>
                  <a:pt x="10359" y="1485"/>
                </a:lnTo>
                <a:lnTo>
                  <a:pt x="10359" y="1508"/>
                </a:lnTo>
                <a:moveTo>
                  <a:pt x="10176" y="1508"/>
                </a:moveTo>
                <a:lnTo>
                  <a:pt x="10062" y="1508"/>
                </a:lnTo>
                <a:lnTo>
                  <a:pt x="10062" y="1485"/>
                </a:lnTo>
                <a:lnTo>
                  <a:pt x="10176" y="1485"/>
                </a:lnTo>
                <a:lnTo>
                  <a:pt x="10176" y="1508"/>
                </a:lnTo>
                <a:moveTo>
                  <a:pt x="9994" y="1508"/>
                </a:moveTo>
                <a:lnTo>
                  <a:pt x="9879" y="1508"/>
                </a:lnTo>
                <a:lnTo>
                  <a:pt x="9879" y="1485"/>
                </a:lnTo>
                <a:lnTo>
                  <a:pt x="9994" y="1485"/>
                </a:lnTo>
                <a:lnTo>
                  <a:pt x="9994" y="1508"/>
                </a:lnTo>
                <a:moveTo>
                  <a:pt x="9811" y="1508"/>
                </a:moveTo>
                <a:lnTo>
                  <a:pt x="9697" y="1508"/>
                </a:lnTo>
                <a:lnTo>
                  <a:pt x="9697" y="1485"/>
                </a:lnTo>
                <a:lnTo>
                  <a:pt x="9811" y="1485"/>
                </a:lnTo>
                <a:lnTo>
                  <a:pt x="9811" y="1508"/>
                </a:lnTo>
                <a:moveTo>
                  <a:pt x="9628" y="1508"/>
                </a:moveTo>
                <a:lnTo>
                  <a:pt x="9514" y="1508"/>
                </a:lnTo>
                <a:lnTo>
                  <a:pt x="9514" y="1485"/>
                </a:lnTo>
                <a:lnTo>
                  <a:pt x="9628" y="1485"/>
                </a:lnTo>
                <a:lnTo>
                  <a:pt x="9628" y="1508"/>
                </a:lnTo>
                <a:moveTo>
                  <a:pt x="9446" y="1508"/>
                </a:moveTo>
                <a:lnTo>
                  <a:pt x="9331" y="1508"/>
                </a:lnTo>
                <a:lnTo>
                  <a:pt x="9331" y="1485"/>
                </a:lnTo>
                <a:lnTo>
                  <a:pt x="9446" y="1485"/>
                </a:lnTo>
                <a:lnTo>
                  <a:pt x="9446" y="1508"/>
                </a:lnTo>
                <a:moveTo>
                  <a:pt x="9263" y="1508"/>
                </a:moveTo>
                <a:lnTo>
                  <a:pt x="9149" y="1508"/>
                </a:lnTo>
                <a:lnTo>
                  <a:pt x="9149" y="1485"/>
                </a:lnTo>
                <a:lnTo>
                  <a:pt x="9263" y="1485"/>
                </a:lnTo>
                <a:lnTo>
                  <a:pt x="9263" y="1508"/>
                </a:lnTo>
                <a:moveTo>
                  <a:pt x="9080" y="1508"/>
                </a:moveTo>
                <a:lnTo>
                  <a:pt x="8966" y="1508"/>
                </a:lnTo>
                <a:lnTo>
                  <a:pt x="8966" y="1485"/>
                </a:lnTo>
                <a:lnTo>
                  <a:pt x="9080" y="1485"/>
                </a:lnTo>
                <a:lnTo>
                  <a:pt x="9080" y="1508"/>
                </a:lnTo>
                <a:moveTo>
                  <a:pt x="8897" y="1508"/>
                </a:moveTo>
                <a:lnTo>
                  <a:pt x="8783" y="1508"/>
                </a:lnTo>
                <a:lnTo>
                  <a:pt x="8783" y="1485"/>
                </a:lnTo>
                <a:lnTo>
                  <a:pt x="8897" y="1485"/>
                </a:lnTo>
                <a:lnTo>
                  <a:pt x="8897" y="1508"/>
                </a:lnTo>
                <a:moveTo>
                  <a:pt x="8715" y="1508"/>
                </a:moveTo>
                <a:lnTo>
                  <a:pt x="8600" y="1508"/>
                </a:lnTo>
                <a:lnTo>
                  <a:pt x="8600" y="1485"/>
                </a:lnTo>
                <a:lnTo>
                  <a:pt x="8715" y="1485"/>
                </a:lnTo>
                <a:lnTo>
                  <a:pt x="8715" y="1508"/>
                </a:lnTo>
                <a:moveTo>
                  <a:pt x="8532" y="1508"/>
                </a:moveTo>
                <a:lnTo>
                  <a:pt x="8418" y="1508"/>
                </a:lnTo>
                <a:lnTo>
                  <a:pt x="8418" y="1485"/>
                </a:lnTo>
                <a:lnTo>
                  <a:pt x="8532" y="1485"/>
                </a:lnTo>
                <a:lnTo>
                  <a:pt x="8532" y="1508"/>
                </a:lnTo>
                <a:moveTo>
                  <a:pt x="8349" y="1508"/>
                </a:moveTo>
                <a:lnTo>
                  <a:pt x="8235" y="1508"/>
                </a:lnTo>
                <a:lnTo>
                  <a:pt x="8235" y="1485"/>
                </a:lnTo>
                <a:lnTo>
                  <a:pt x="8349" y="1485"/>
                </a:lnTo>
                <a:lnTo>
                  <a:pt x="8349" y="1508"/>
                </a:lnTo>
                <a:moveTo>
                  <a:pt x="8166" y="1508"/>
                </a:moveTo>
                <a:lnTo>
                  <a:pt x="8052" y="1508"/>
                </a:lnTo>
                <a:lnTo>
                  <a:pt x="8052" y="1485"/>
                </a:lnTo>
                <a:lnTo>
                  <a:pt x="8166" y="1485"/>
                </a:lnTo>
                <a:lnTo>
                  <a:pt x="8166" y="1508"/>
                </a:lnTo>
                <a:moveTo>
                  <a:pt x="7984" y="1508"/>
                </a:moveTo>
                <a:lnTo>
                  <a:pt x="7870" y="1508"/>
                </a:lnTo>
                <a:lnTo>
                  <a:pt x="7870" y="1485"/>
                </a:lnTo>
                <a:lnTo>
                  <a:pt x="7984" y="1485"/>
                </a:lnTo>
                <a:lnTo>
                  <a:pt x="7984" y="1508"/>
                </a:lnTo>
                <a:moveTo>
                  <a:pt x="7801" y="1508"/>
                </a:moveTo>
                <a:lnTo>
                  <a:pt x="7687" y="1508"/>
                </a:lnTo>
                <a:lnTo>
                  <a:pt x="7687" y="1485"/>
                </a:lnTo>
                <a:lnTo>
                  <a:pt x="7801" y="1485"/>
                </a:lnTo>
                <a:lnTo>
                  <a:pt x="7801" y="1508"/>
                </a:lnTo>
                <a:moveTo>
                  <a:pt x="7618" y="1508"/>
                </a:moveTo>
                <a:lnTo>
                  <a:pt x="7504" y="1508"/>
                </a:lnTo>
                <a:lnTo>
                  <a:pt x="7504" y="1485"/>
                </a:lnTo>
                <a:lnTo>
                  <a:pt x="7618" y="1485"/>
                </a:lnTo>
                <a:lnTo>
                  <a:pt x="7618" y="1508"/>
                </a:lnTo>
                <a:moveTo>
                  <a:pt x="7436" y="1508"/>
                </a:moveTo>
                <a:lnTo>
                  <a:pt x="7321" y="1508"/>
                </a:lnTo>
                <a:lnTo>
                  <a:pt x="7321" y="1485"/>
                </a:lnTo>
                <a:lnTo>
                  <a:pt x="7436" y="1485"/>
                </a:lnTo>
                <a:lnTo>
                  <a:pt x="7436" y="1508"/>
                </a:lnTo>
                <a:moveTo>
                  <a:pt x="7253" y="1508"/>
                </a:moveTo>
                <a:lnTo>
                  <a:pt x="7139" y="1508"/>
                </a:lnTo>
                <a:lnTo>
                  <a:pt x="7139" y="1485"/>
                </a:lnTo>
                <a:lnTo>
                  <a:pt x="7253" y="1485"/>
                </a:lnTo>
                <a:lnTo>
                  <a:pt x="7253" y="1508"/>
                </a:lnTo>
                <a:moveTo>
                  <a:pt x="7070" y="1508"/>
                </a:moveTo>
                <a:lnTo>
                  <a:pt x="6956" y="1508"/>
                </a:lnTo>
                <a:lnTo>
                  <a:pt x="6956" y="1485"/>
                </a:lnTo>
                <a:lnTo>
                  <a:pt x="7070" y="1485"/>
                </a:lnTo>
                <a:lnTo>
                  <a:pt x="7070" y="1508"/>
                </a:lnTo>
                <a:moveTo>
                  <a:pt x="6887" y="1508"/>
                </a:moveTo>
                <a:lnTo>
                  <a:pt x="6773" y="1508"/>
                </a:lnTo>
                <a:lnTo>
                  <a:pt x="6773" y="1485"/>
                </a:lnTo>
                <a:lnTo>
                  <a:pt x="6887" y="1485"/>
                </a:lnTo>
                <a:lnTo>
                  <a:pt x="6887" y="1508"/>
                </a:lnTo>
                <a:moveTo>
                  <a:pt x="6705" y="1508"/>
                </a:moveTo>
                <a:lnTo>
                  <a:pt x="6590" y="1508"/>
                </a:lnTo>
                <a:lnTo>
                  <a:pt x="6590" y="1485"/>
                </a:lnTo>
                <a:lnTo>
                  <a:pt x="6705" y="1485"/>
                </a:lnTo>
                <a:lnTo>
                  <a:pt x="6705" y="1508"/>
                </a:lnTo>
                <a:moveTo>
                  <a:pt x="6522" y="1508"/>
                </a:moveTo>
                <a:lnTo>
                  <a:pt x="6408" y="1508"/>
                </a:lnTo>
                <a:lnTo>
                  <a:pt x="6408" y="1485"/>
                </a:lnTo>
                <a:lnTo>
                  <a:pt x="6522" y="1485"/>
                </a:lnTo>
                <a:lnTo>
                  <a:pt x="6522" y="1508"/>
                </a:lnTo>
                <a:moveTo>
                  <a:pt x="6339" y="1508"/>
                </a:moveTo>
                <a:lnTo>
                  <a:pt x="6225" y="1508"/>
                </a:lnTo>
                <a:lnTo>
                  <a:pt x="6225" y="1485"/>
                </a:lnTo>
                <a:lnTo>
                  <a:pt x="6339" y="1485"/>
                </a:lnTo>
                <a:lnTo>
                  <a:pt x="6339" y="1508"/>
                </a:lnTo>
                <a:moveTo>
                  <a:pt x="6157" y="1508"/>
                </a:moveTo>
                <a:lnTo>
                  <a:pt x="6042" y="1508"/>
                </a:lnTo>
                <a:lnTo>
                  <a:pt x="6042" y="1485"/>
                </a:lnTo>
                <a:lnTo>
                  <a:pt x="6157" y="1485"/>
                </a:lnTo>
                <a:lnTo>
                  <a:pt x="6157" y="1508"/>
                </a:lnTo>
                <a:moveTo>
                  <a:pt x="5974" y="1508"/>
                </a:moveTo>
                <a:lnTo>
                  <a:pt x="5860" y="1508"/>
                </a:lnTo>
                <a:lnTo>
                  <a:pt x="5860" y="1485"/>
                </a:lnTo>
                <a:lnTo>
                  <a:pt x="5974" y="1485"/>
                </a:lnTo>
                <a:lnTo>
                  <a:pt x="5974" y="1508"/>
                </a:lnTo>
                <a:moveTo>
                  <a:pt x="5791" y="1508"/>
                </a:moveTo>
                <a:lnTo>
                  <a:pt x="5677" y="1508"/>
                </a:lnTo>
                <a:lnTo>
                  <a:pt x="5677" y="1485"/>
                </a:lnTo>
                <a:lnTo>
                  <a:pt x="5791" y="1485"/>
                </a:lnTo>
                <a:lnTo>
                  <a:pt x="5791" y="1508"/>
                </a:lnTo>
                <a:moveTo>
                  <a:pt x="5608" y="1508"/>
                </a:moveTo>
                <a:lnTo>
                  <a:pt x="5494" y="1508"/>
                </a:lnTo>
                <a:lnTo>
                  <a:pt x="5494" y="1485"/>
                </a:lnTo>
                <a:lnTo>
                  <a:pt x="5608" y="1485"/>
                </a:lnTo>
                <a:lnTo>
                  <a:pt x="5608" y="1508"/>
                </a:lnTo>
                <a:moveTo>
                  <a:pt x="5426" y="1508"/>
                </a:moveTo>
                <a:lnTo>
                  <a:pt x="5311" y="1508"/>
                </a:lnTo>
                <a:lnTo>
                  <a:pt x="5311" y="1485"/>
                </a:lnTo>
                <a:lnTo>
                  <a:pt x="5426" y="1485"/>
                </a:lnTo>
                <a:lnTo>
                  <a:pt x="5426" y="1508"/>
                </a:lnTo>
                <a:moveTo>
                  <a:pt x="5243" y="1508"/>
                </a:moveTo>
                <a:lnTo>
                  <a:pt x="5129" y="1508"/>
                </a:lnTo>
                <a:lnTo>
                  <a:pt x="5129" y="1485"/>
                </a:lnTo>
                <a:lnTo>
                  <a:pt x="5243" y="1485"/>
                </a:lnTo>
                <a:lnTo>
                  <a:pt x="5243" y="1508"/>
                </a:lnTo>
                <a:moveTo>
                  <a:pt x="5060" y="1508"/>
                </a:moveTo>
                <a:lnTo>
                  <a:pt x="4946" y="1508"/>
                </a:lnTo>
                <a:lnTo>
                  <a:pt x="4946" y="1485"/>
                </a:lnTo>
                <a:lnTo>
                  <a:pt x="5060" y="1485"/>
                </a:lnTo>
                <a:lnTo>
                  <a:pt x="5060" y="1508"/>
                </a:lnTo>
                <a:moveTo>
                  <a:pt x="4877" y="1508"/>
                </a:moveTo>
                <a:lnTo>
                  <a:pt x="4763" y="1508"/>
                </a:lnTo>
                <a:lnTo>
                  <a:pt x="4763" y="1485"/>
                </a:lnTo>
                <a:lnTo>
                  <a:pt x="4877" y="1485"/>
                </a:lnTo>
                <a:lnTo>
                  <a:pt x="4877" y="1508"/>
                </a:lnTo>
                <a:moveTo>
                  <a:pt x="4695" y="1508"/>
                </a:moveTo>
                <a:lnTo>
                  <a:pt x="4581" y="1508"/>
                </a:lnTo>
                <a:lnTo>
                  <a:pt x="4581" y="1485"/>
                </a:lnTo>
                <a:lnTo>
                  <a:pt x="4695" y="1485"/>
                </a:lnTo>
                <a:lnTo>
                  <a:pt x="4695" y="1508"/>
                </a:lnTo>
                <a:moveTo>
                  <a:pt x="4512" y="1508"/>
                </a:moveTo>
                <a:lnTo>
                  <a:pt x="4398" y="1508"/>
                </a:lnTo>
                <a:lnTo>
                  <a:pt x="4398" y="1485"/>
                </a:lnTo>
                <a:lnTo>
                  <a:pt x="4512" y="1485"/>
                </a:lnTo>
                <a:lnTo>
                  <a:pt x="4512" y="1508"/>
                </a:lnTo>
                <a:moveTo>
                  <a:pt x="4329" y="1508"/>
                </a:moveTo>
                <a:lnTo>
                  <a:pt x="4215" y="1508"/>
                </a:lnTo>
                <a:lnTo>
                  <a:pt x="4215" y="1485"/>
                </a:lnTo>
                <a:lnTo>
                  <a:pt x="4329" y="1485"/>
                </a:lnTo>
                <a:lnTo>
                  <a:pt x="4329" y="1508"/>
                </a:lnTo>
                <a:moveTo>
                  <a:pt x="4147" y="1508"/>
                </a:moveTo>
                <a:lnTo>
                  <a:pt x="4032" y="1508"/>
                </a:lnTo>
                <a:lnTo>
                  <a:pt x="4032" y="1485"/>
                </a:lnTo>
                <a:lnTo>
                  <a:pt x="4147" y="1485"/>
                </a:lnTo>
                <a:lnTo>
                  <a:pt x="4147" y="1508"/>
                </a:lnTo>
                <a:moveTo>
                  <a:pt x="3964" y="1508"/>
                </a:moveTo>
                <a:lnTo>
                  <a:pt x="3850" y="1508"/>
                </a:lnTo>
                <a:lnTo>
                  <a:pt x="3850" y="1485"/>
                </a:lnTo>
                <a:lnTo>
                  <a:pt x="3964" y="1485"/>
                </a:lnTo>
                <a:lnTo>
                  <a:pt x="3964" y="1508"/>
                </a:lnTo>
                <a:moveTo>
                  <a:pt x="3781" y="1508"/>
                </a:moveTo>
                <a:lnTo>
                  <a:pt x="3667" y="1508"/>
                </a:lnTo>
                <a:lnTo>
                  <a:pt x="3667" y="1485"/>
                </a:lnTo>
                <a:lnTo>
                  <a:pt x="3781" y="1485"/>
                </a:lnTo>
                <a:lnTo>
                  <a:pt x="3781" y="1508"/>
                </a:lnTo>
                <a:moveTo>
                  <a:pt x="3598" y="1508"/>
                </a:moveTo>
                <a:lnTo>
                  <a:pt x="3484" y="1508"/>
                </a:lnTo>
                <a:lnTo>
                  <a:pt x="3484" y="1485"/>
                </a:lnTo>
                <a:lnTo>
                  <a:pt x="3598" y="1485"/>
                </a:lnTo>
                <a:lnTo>
                  <a:pt x="3598" y="1508"/>
                </a:lnTo>
                <a:moveTo>
                  <a:pt x="3416" y="1508"/>
                </a:moveTo>
                <a:lnTo>
                  <a:pt x="3300" y="1508"/>
                </a:lnTo>
                <a:lnTo>
                  <a:pt x="3300" y="1485"/>
                </a:lnTo>
                <a:lnTo>
                  <a:pt x="3416" y="1485"/>
                </a:lnTo>
                <a:lnTo>
                  <a:pt x="3416" y="1508"/>
                </a:lnTo>
                <a:moveTo>
                  <a:pt x="3232" y="1508"/>
                </a:moveTo>
                <a:lnTo>
                  <a:pt x="3118" y="1508"/>
                </a:lnTo>
                <a:lnTo>
                  <a:pt x="3118" y="1485"/>
                </a:lnTo>
                <a:lnTo>
                  <a:pt x="3232" y="1485"/>
                </a:lnTo>
                <a:lnTo>
                  <a:pt x="3232" y="1508"/>
                </a:lnTo>
                <a:moveTo>
                  <a:pt x="3049" y="1508"/>
                </a:moveTo>
                <a:lnTo>
                  <a:pt x="2935" y="1508"/>
                </a:lnTo>
                <a:lnTo>
                  <a:pt x="2935" y="1485"/>
                </a:lnTo>
                <a:lnTo>
                  <a:pt x="3049" y="1485"/>
                </a:lnTo>
                <a:lnTo>
                  <a:pt x="3049" y="1508"/>
                </a:lnTo>
                <a:moveTo>
                  <a:pt x="2867" y="1508"/>
                </a:moveTo>
                <a:lnTo>
                  <a:pt x="2752" y="1508"/>
                </a:lnTo>
                <a:lnTo>
                  <a:pt x="2752" y="1485"/>
                </a:lnTo>
                <a:lnTo>
                  <a:pt x="2867" y="1485"/>
                </a:lnTo>
                <a:lnTo>
                  <a:pt x="2867" y="1508"/>
                </a:lnTo>
                <a:moveTo>
                  <a:pt x="2684" y="1508"/>
                </a:moveTo>
                <a:lnTo>
                  <a:pt x="2570" y="1508"/>
                </a:lnTo>
                <a:lnTo>
                  <a:pt x="2570" y="1485"/>
                </a:lnTo>
                <a:lnTo>
                  <a:pt x="2684" y="1485"/>
                </a:lnTo>
                <a:lnTo>
                  <a:pt x="2684" y="1508"/>
                </a:lnTo>
                <a:moveTo>
                  <a:pt x="2501" y="1508"/>
                </a:moveTo>
                <a:lnTo>
                  <a:pt x="2387" y="1508"/>
                </a:lnTo>
                <a:lnTo>
                  <a:pt x="2387" y="1485"/>
                </a:lnTo>
                <a:lnTo>
                  <a:pt x="2501" y="1485"/>
                </a:lnTo>
                <a:lnTo>
                  <a:pt x="2501" y="1508"/>
                </a:lnTo>
                <a:moveTo>
                  <a:pt x="2318" y="1508"/>
                </a:moveTo>
                <a:lnTo>
                  <a:pt x="2204" y="1508"/>
                </a:lnTo>
                <a:lnTo>
                  <a:pt x="2204" y="1485"/>
                </a:lnTo>
                <a:lnTo>
                  <a:pt x="2318" y="1485"/>
                </a:lnTo>
                <a:lnTo>
                  <a:pt x="2318" y="1508"/>
                </a:lnTo>
                <a:moveTo>
                  <a:pt x="2136" y="1508"/>
                </a:moveTo>
                <a:lnTo>
                  <a:pt x="2021" y="1508"/>
                </a:lnTo>
                <a:lnTo>
                  <a:pt x="2021" y="1485"/>
                </a:lnTo>
                <a:lnTo>
                  <a:pt x="2136" y="1485"/>
                </a:lnTo>
                <a:lnTo>
                  <a:pt x="2136" y="1508"/>
                </a:lnTo>
                <a:moveTo>
                  <a:pt x="1953" y="1508"/>
                </a:moveTo>
                <a:lnTo>
                  <a:pt x="1839" y="1508"/>
                </a:lnTo>
                <a:lnTo>
                  <a:pt x="1839" y="1485"/>
                </a:lnTo>
                <a:lnTo>
                  <a:pt x="1953" y="1485"/>
                </a:lnTo>
                <a:lnTo>
                  <a:pt x="1953" y="1508"/>
                </a:lnTo>
                <a:moveTo>
                  <a:pt x="1770" y="1508"/>
                </a:moveTo>
                <a:lnTo>
                  <a:pt x="1656" y="1508"/>
                </a:lnTo>
                <a:lnTo>
                  <a:pt x="1656" y="1485"/>
                </a:lnTo>
                <a:lnTo>
                  <a:pt x="1770" y="1485"/>
                </a:lnTo>
                <a:lnTo>
                  <a:pt x="1770" y="1508"/>
                </a:lnTo>
                <a:moveTo>
                  <a:pt x="1587" y="1508"/>
                </a:moveTo>
                <a:lnTo>
                  <a:pt x="1473" y="1508"/>
                </a:lnTo>
                <a:lnTo>
                  <a:pt x="1473" y="1485"/>
                </a:lnTo>
                <a:lnTo>
                  <a:pt x="1587" y="1485"/>
                </a:lnTo>
                <a:lnTo>
                  <a:pt x="1587" y="1508"/>
                </a:lnTo>
                <a:moveTo>
                  <a:pt x="1405" y="1508"/>
                </a:moveTo>
                <a:lnTo>
                  <a:pt x="1291" y="1508"/>
                </a:lnTo>
                <a:lnTo>
                  <a:pt x="1291" y="1485"/>
                </a:lnTo>
                <a:lnTo>
                  <a:pt x="1405" y="1485"/>
                </a:lnTo>
                <a:lnTo>
                  <a:pt x="1405" y="1508"/>
                </a:lnTo>
                <a:moveTo>
                  <a:pt x="1222" y="1508"/>
                </a:moveTo>
                <a:lnTo>
                  <a:pt x="1108" y="1508"/>
                </a:lnTo>
                <a:lnTo>
                  <a:pt x="1108" y="1485"/>
                </a:lnTo>
                <a:lnTo>
                  <a:pt x="1222" y="1485"/>
                </a:lnTo>
                <a:lnTo>
                  <a:pt x="1222" y="1508"/>
                </a:lnTo>
                <a:moveTo>
                  <a:pt x="1039" y="1508"/>
                </a:moveTo>
                <a:lnTo>
                  <a:pt x="925" y="1508"/>
                </a:lnTo>
                <a:lnTo>
                  <a:pt x="925" y="1485"/>
                </a:lnTo>
                <a:lnTo>
                  <a:pt x="1039" y="1485"/>
                </a:lnTo>
                <a:lnTo>
                  <a:pt x="1039" y="1508"/>
                </a:lnTo>
                <a:moveTo>
                  <a:pt x="857" y="1508"/>
                </a:moveTo>
                <a:lnTo>
                  <a:pt x="742" y="1508"/>
                </a:lnTo>
                <a:lnTo>
                  <a:pt x="742" y="1485"/>
                </a:lnTo>
                <a:lnTo>
                  <a:pt x="857" y="1485"/>
                </a:lnTo>
                <a:lnTo>
                  <a:pt x="857" y="1508"/>
                </a:lnTo>
                <a:moveTo>
                  <a:pt x="674" y="1508"/>
                </a:moveTo>
                <a:lnTo>
                  <a:pt x="560" y="1508"/>
                </a:lnTo>
                <a:lnTo>
                  <a:pt x="560" y="1485"/>
                </a:lnTo>
                <a:lnTo>
                  <a:pt x="674" y="1485"/>
                </a:lnTo>
                <a:lnTo>
                  <a:pt x="674" y="1508"/>
                </a:lnTo>
                <a:moveTo>
                  <a:pt x="491" y="1508"/>
                </a:moveTo>
                <a:lnTo>
                  <a:pt x="377" y="1508"/>
                </a:lnTo>
                <a:lnTo>
                  <a:pt x="377" y="1485"/>
                </a:lnTo>
                <a:lnTo>
                  <a:pt x="491" y="1485"/>
                </a:lnTo>
                <a:lnTo>
                  <a:pt x="491" y="1508"/>
                </a:lnTo>
                <a:moveTo>
                  <a:pt x="308" y="1508"/>
                </a:moveTo>
                <a:lnTo>
                  <a:pt x="194" y="1508"/>
                </a:lnTo>
                <a:lnTo>
                  <a:pt x="194" y="1485"/>
                </a:lnTo>
                <a:lnTo>
                  <a:pt x="308" y="1485"/>
                </a:lnTo>
                <a:lnTo>
                  <a:pt x="308" y="1508"/>
                </a:lnTo>
                <a:moveTo>
                  <a:pt x="126" y="1508"/>
                </a:moveTo>
                <a:lnTo>
                  <a:pt x="11" y="1508"/>
                </a:lnTo>
                <a:lnTo>
                  <a:pt x="11" y="1485"/>
                </a:lnTo>
                <a:lnTo>
                  <a:pt x="126" y="1485"/>
                </a:lnTo>
                <a:lnTo>
                  <a:pt x="126" y="1508"/>
                </a:lnTo>
                <a:moveTo>
                  <a:pt x="0" y="1427"/>
                </a:moveTo>
                <a:lnTo>
                  <a:pt x="0" y="1313"/>
                </a:lnTo>
                <a:lnTo>
                  <a:pt x="23" y="1313"/>
                </a:lnTo>
                <a:lnTo>
                  <a:pt x="23" y="1427"/>
                </a:lnTo>
                <a:lnTo>
                  <a:pt x="0" y="1427"/>
                </a:lnTo>
                <a:moveTo>
                  <a:pt x="0" y="1244"/>
                </a:moveTo>
                <a:lnTo>
                  <a:pt x="0" y="1130"/>
                </a:lnTo>
                <a:lnTo>
                  <a:pt x="23" y="1130"/>
                </a:lnTo>
                <a:lnTo>
                  <a:pt x="23" y="1244"/>
                </a:lnTo>
                <a:lnTo>
                  <a:pt x="0" y="1244"/>
                </a:lnTo>
                <a:moveTo>
                  <a:pt x="0" y="1061"/>
                </a:moveTo>
                <a:lnTo>
                  <a:pt x="0" y="947"/>
                </a:lnTo>
                <a:lnTo>
                  <a:pt x="23" y="947"/>
                </a:lnTo>
                <a:lnTo>
                  <a:pt x="23" y="1061"/>
                </a:lnTo>
                <a:lnTo>
                  <a:pt x="0" y="1061"/>
                </a:lnTo>
                <a:moveTo>
                  <a:pt x="0" y="879"/>
                </a:moveTo>
                <a:lnTo>
                  <a:pt x="0" y="765"/>
                </a:lnTo>
                <a:lnTo>
                  <a:pt x="23" y="765"/>
                </a:lnTo>
                <a:lnTo>
                  <a:pt x="23" y="879"/>
                </a:lnTo>
                <a:lnTo>
                  <a:pt x="0" y="879"/>
                </a:lnTo>
                <a:moveTo>
                  <a:pt x="0" y="696"/>
                </a:moveTo>
                <a:lnTo>
                  <a:pt x="0" y="582"/>
                </a:lnTo>
                <a:lnTo>
                  <a:pt x="23" y="582"/>
                </a:lnTo>
                <a:lnTo>
                  <a:pt x="23" y="696"/>
                </a:lnTo>
                <a:lnTo>
                  <a:pt x="0" y="696"/>
                </a:lnTo>
                <a:moveTo>
                  <a:pt x="0" y="513"/>
                </a:moveTo>
                <a:lnTo>
                  <a:pt x="0" y="399"/>
                </a:lnTo>
                <a:lnTo>
                  <a:pt x="23" y="399"/>
                </a:lnTo>
                <a:lnTo>
                  <a:pt x="23" y="513"/>
                </a:lnTo>
                <a:lnTo>
                  <a:pt x="0" y="513"/>
                </a:lnTo>
                <a:moveTo>
                  <a:pt x="0" y="331"/>
                </a:moveTo>
                <a:lnTo>
                  <a:pt x="0" y="216"/>
                </a:lnTo>
                <a:lnTo>
                  <a:pt x="23" y="216"/>
                </a:lnTo>
                <a:lnTo>
                  <a:pt x="23" y="331"/>
                </a:lnTo>
                <a:lnTo>
                  <a:pt x="0" y="331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1" y="0"/>
                </a:moveTo>
                <a:lnTo>
                  <a:pt x="126" y="0"/>
                </a:lnTo>
                <a:lnTo>
                  <a:pt x="126" y="22"/>
                </a:lnTo>
                <a:lnTo>
                  <a:pt x="11" y="22"/>
                </a:lnTo>
                <a:lnTo>
                  <a:pt x="11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5" name=""/>
          <p:cNvSpPr/>
          <p:nvPr/>
        </p:nvSpPr>
        <p:spPr>
          <a:xfrm>
            <a:off x="4617720" y="416268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6" name=""/>
          <p:cNvSpPr/>
          <p:nvPr/>
        </p:nvSpPr>
        <p:spPr>
          <a:xfrm>
            <a:off x="4617720" y="419148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7" name=""/>
          <p:cNvSpPr txBox="1"/>
          <p:nvPr/>
        </p:nvSpPr>
        <p:spPr>
          <a:xfrm>
            <a:off x="4905720" y="3676320"/>
            <a:ext cx="1934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is een Collectie van Leermiddelgroepen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8" name=""/>
          <p:cNvSpPr txBox="1"/>
          <p:nvPr/>
        </p:nvSpPr>
        <p:spPr>
          <a:xfrm>
            <a:off x="868320" y="4153320"/>
            <a:ext cx="20199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 medewerker competentieproﬁel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9" name=""/>
          <p:cNvSpPr txBox="1"/>
          <p:nvPr/>
        </p:nvSpPr>
        <p:spPr>
          <a:xfrm>
            <a:off x="868320" y="4286160"/>
            <a:ext cx="33566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Examinator met baliepraktijk en toetsbekwaamheid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1" name=""/>
          <p:cNvSpPr txBox="1"/>
          <p:nvPr/>
        </p:nvSpPr>
        <p:spPr>
          <a:xfrm>
            <a:off x="868320" y="4440960"/>
            <a:ext cx="1598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Toetsvormspeciﬁcatie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7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17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179" name=""/>
          <p:cNvSpPr/>
          <p:nvPr/>
        </p:nvSpPr>
        <p:spPr>
          <a:xfrm>
            <a:off x="461520" y="-2292840"/>
            <a:ext cx="8411760" cy="5946480"/>
          </a:xfrm>
          <a:custGeom>
            <a:avLst/>
            <a:gdLst/>
            <a:ahLst/>
            <a:rect l="0" t="0" r="r" b="b"/>
            <a:pathLst>
              <a:path w="23366" h="16518">
                <a:moveTo>
                  <a:pt x="228" y="0"/>
                </a:moveTo>
                <a:lnTo>
                  <a:pt x="23137" y="0"/>
                </a:lnTo>
                <a:cubicBezTo>
                  <a:pt x="23152" y="0"/>
                  <a:pt x="23167" y="1"/>
                  <a:pt x="23182" y="4"/>
                </a:cubicBezTo>
                <a:cubicBezTo>
                  <a:pt x="23196" y="7"/>
                  <a:pt x="23211" y="11"/>
                  <a:pt x="23225" y="17"/>
                </a:cubicBezTo>
                <a:cubicBezTo>
                  <a:pt x="23238" y="23"/>
                  <a:pt x="23252" y="30"/>
                  <a:pt x="23264" y="38"/>
                </a:cubicBezTo>
                <a:cubicBezTo>
                  <a:pt x="23277" y="47"/>
                  <a:pt x="23288" y="56"/>
                  <a:pt x="23299" y="67"/>
                </a:cubicBezTo>
                <a:cubicBezTo>
                  <a:pt x="23309" y="77"/>
                  <a:pt x="23319" y="89"/>
                  <a:pt x="23327" y="101"/>
                </a:cubicBezTo>
                <a:cubicBezTo>
                  <a:pt x="23335" y="114"/>
                  <a:pt x="23342" y="127"/>
                  <a:pt x="23348" y="141"/>
                </a:cubicBezTo>
                <a:cubicBezTo>
                  <a:pt x="23354" y="155"/>
                  <a:pt x="23358" y="169"/>
                  <a:pt x="23361" y="184"/>
                </a:cubicBezTo>
                <a:cubicBezTo>
                  <a:pt x="23364" y="198"/>
                  <a:pt x="23366" y="213"/>
                  <a:pt x="23366" y="228"/>
                </a:cubicBezTo>
                <a:lnTo>
                  <a:pt x="23366" y="16290"/>
                </a:lnTo>
                <a:cubicBezTo>
                  <a:pt x="23366" y="16305"/>
                  <a:pt x="23364" y="16319"/>
                  <a:pt x="23361" y="16334"/>
                </a:cubicBezTo>
                <a:cubicBezTo>
                  <a:pt x="23358" y="16349"/>
                  <a:pt x="23354" y="16363"/>
                  <a:pt x="23348" y="16377"/>
                </a:cubicBezTo>
                <a:cubicBezTo>
                  <a:pt x="23342" y="16391"/>
                  <a:pt x="23335" y="16404"/>
                  <a:pt x="23327" y="16417"/>
                </a:cubicBezTo>
                <a:cubicBezTo>
                  <a:pt x="23319" y="16429"/>
                  <a:pt x="23309" y="16441"/>
                  <a:pt x="23299" y="16451"/>
                </a:cubicBezTo>
                <a:cubicBezTo>
                  <a:pt x="23288" y="16462"/>
                  <a:pt x="23277" y="16471"/>
                  <a:pt x="23264" y="16480"/>
                </a:cubicBezTo>
                <a:cubicBezTo>
                  <a:pt x="23252" y="16488"/>
                  <a:pt x="23238" y="16495"/>
                  <a:pt x="23225" y="16501"/>
                </a:cubicBezTo>
                <a:cubicBezTo>
                  <a:pt x="23211" y="16506"/>
                  <a:pt x="23196" y="16511"/>
                  <a:pt x="23182" y="16514"/>
                </a:cubicBezTo>
                <a:cubicBezTo>
                  <a:pt x="23167" y="16517"/>
                  <a:pt x="23152" y="16518"/>
                  <a:pt x="23137" y="16518"/>
                </a:cubicBezTo>
                <a:lnTo>
                  <a:pt x="228" y="16518"/>
                </a:lnTo>
                <a:cubicBezTo>
                  <a:pt x="213" y="16518"/>
                  <a:pt x="198" y="16517"/>
                  <a:pt x="183" y="16514"/>
                </a:cubicBezTo>
                <a:cubicBezTo>
                  <a:pt x="169" y="16511"/>
                  <a:pt x="154" y="16506"/>
                  <a:pt x="141" y="16501"/>
                </a:cubicBezTo>
                <a:cubicBezTo>
                  <a:pt x="127" y="16495"/>
                  <a:pt x="114" y="16488"/>
                  <a:pt x="101" y="16480"/>
                </a:cubicBezTo>
                <a:cubicBezTo>
                  <a:pt x="89" y="16471"/>
                  <a:pt x="77" y="16462"/>
                  <a:pt x="66" y="16451"/>
                </a:cubicBezTo>
                <a:cubicBezTo>
                  <a:pt x="56" y="16441"/>
                  <a:pt x="46" y="16429"/>
                  <a:pt x="38" y="16417"/>
                </a:cubicBezTo>
                <a:cubicBezTo>
                  <a:pt x="30" y="16404"/>
                  <a:pt x="23" y="16391"/>
                  <a:pt x="17" y="16377"/>
                </a:cubicBezTo>
                <a:cubicBezTo>
                  <a:pt x="11" y="16363"/>
                  <a:pt x="7" y="16349"/>
                  <a:pt x="4" y="16334"/>
                </a:cubicBezTo>
                <a:cubicBezTo>
                  <a:pt x="1" y="16319"/>
                  <a:pt x="0" y="16305"/>
                  <a:pt x="0" y="16290"/>
                </a:cubicBezTo>
                <a:lnTo>
                  <a:pt x="0" y="228"/>
                </a:lnTo>
                <a:cubicBezTo>
                  <a:pt x="0" y="213"/>
                  <a:pt x="1" y="198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4" y="11"/>
                  <a:pt x="169" y="7"/>
                  <a:pt x="183" y="4"/>
                </a:cubicBezTo>
                <a:cubicBezTo>
                  <a:pt x="198" y="1"/>
                  <a:pt x="213" y="0"/>
                  <a:pt x="2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0" name=""/>
          <p:cNvSpPr/>
          <p:nvPr/>
        </p:nvSpPr>
        <p:spPr>
          <a:xfrm>
            <a:off x="461520" y="-2292840"/>
            <a:ext cx="8411760" cy="5946480"/>
          </a:xfrm>
          <a:custGeom>
            <a:avLst/>
            <a:gdLst/>
            <a:ahLst/>
            <a:rect l="0" t="0" r="r" b="b"/>
            <a:pathLst>
              <a:path w="23366" h="16518">
                <a:moveTo>
                  <a:pt x="228" y="0"/>
                </a:moveTo>
                <a:lnTo>
                  <a:pt x="23137" y="0"/>
                </a:lnTo>
                <a:cubicBezTo>
                  <a:pt x="23152" y="0"/>
                  <a:pt x="23167" y="1"/>
                  <a:pt x="23182" y="4"/>
                </a:cubicBezTo>
                <a:cubicBezTo>
                  <a:pt x="23196" y="7"/>
                  <a:pt x="23211" y="11"/>
                  <a:pt x="23225" y="17"/>
                </a:cubicBezTo>
                <a:cubicBezTo>
                  <a:pt x="23238" y="23"/>
                  <a:pt x="23252" y="30"/>
                  <a:pt x="23264" y="38"/>
                </a:cubicBezTo>
                <a:cubicBezTo>
                  <a:pt x="23277" y="47"/>
                  <a:pt x="23288" y="56"/>
                  <a:pt x="23299" y="67"/>
                </a:cubicBezTo>
                <a:cubicBezTo>
                  <a:pt x="23309" y="77"/>
                  <a:pt x="23319" y="89"/>
                  <a:pt x="23327" y="101"/>
                </a:cubicBezTo>
                <a:cubicBezTo>
                  <a:pt x="23335" y="114"/>
                  <a:pt x="23342" y="127"/>
                  <a:pt x="23348" y="141"/>
                </a:cubicBezTo>
                <a:cubicBezTo>
                  <a:pt x="23354" y="155"/>
                  <a:pt x="23358" y="169"/>
                  <a:pt x="23361" y="184"/>
                </a:cubicBezTo>
                <a:cubicBezTo>
                  <a:pt x="23364" y="198"/>
                  <a:pt x="23366" y="213"/>
                  <a:pt x="23366" y="228"/>
                </a:cubicBezTo>
                <a:lnTo>
                  <a:pt x="23366" y="16290"/>
                </a:lnTo>
                <a:cubicBezTo>
                  <a:pt x="23366" y="16305"/>
                  <a:pt x="23364" y="16319"/>
                  <a:pt x="23361" y="16334"/>
                </a:cubicBezTo>
                <a:cubicBezTo>
                  <a:pt x="23358" y="16349"/>
                  <a:pt x="23354" y="16363"/>
                  <a:pt x="23348" y="16377"/>
                </a:cubicBezTo>
                <a:cubicBezTo>
                  <a:pt x="23342" y="16391"/>
                  <a:pt x="23335" y="16404"/>
                  <a:pt x="23327" y="16417"/>
                </a:cubicBezTo>
                <a:cubicBezTo>
                  <a:pt x="23319" y="16429"/>
                  <a:pt x="23309" y="16441"/>
                  <a:pt x="23299" y="16451"/>
                </a:cubicBezTo>
                <a:cubicBezTo>
                  <a:pt x="23288" y="16462"/>
                  <a:pt x="23277" y="16471"/>
                  <a:pt x="23264" y="16480"/>
                </a:cubicBezTo>
                <a:cubicBezTo>
                  <a:pt x="23252" y="16488"/>
                  <a:pt x="23238" y="16495"/>
                  <a:pt x="23225" y="16501"/>
                </a:cubicBezTo>
                <a:cubicBezTo>
                  <a:pt x="23211" y="16506"/>
                  <a:pt x="23196" y="16511"/>
                  <a:pt x="23182" y="16514"/>
                </a:cubicBezTo>
                <a:cubicBezTo>
                  <a:pt x="23167" y="16517"/>
                  <a:pt x="23152" y="16518"/>
                  <a:pt x="23137" y="16518"/>
                </a:cubicBezTo>
                <a:lnTo>
                  <a:pt x="228" y="16518"/>
                </a:lnTo>
                <a:cubicBezTo>
                  <a:pt x="213" y="16518"/>
                  <a:pt x="198" y="16517"/>
                  <a:pt x="183" y="16514"/>
                </a:cubicBezTo>
                <a:cubicBezTo>
                  <a:pt x="169" y="16511"/>
                  <a:pt x="154" y="16506"/>
                  <a:pt x="141" y="16501"/>
                </a:cubicBezTo>
                <a:cubicBezTo>
                  <a:pt x="127" y="16495"/>
                  <a:pt x="114" y="16488"/>
                  <a:pt x="101" y="16480"/>
                </a:cubicBezTo>
                <a:cubicBezTo>
                  <a:pt x="89" y="16471"/>
                  <a:pt x="77" y="16462"/>
                  <a:pt x="66" y="16451"/>
                </a:cubicBezTo>
                <a:cubicBezTo>
                  <a:pt x="56" y="16441"/>
                  <a:pt x="46" y="16429"/>
                  <a:pt x="38" y="16417"/>
                </a:cubicBezTo>
                <a:cubicBezTo>
                  <a:pt x="30" y="16404"/>
                  <a:pt x="23" y="16391"/>
                  <a:pt x="17" y="16377"/>
                </a:cubicBezTo>
                <a:cubicBezTo>
                  <a:pt x="11" y="16363"/>
                  <a:pt x="7" y="16349"/>
                  <a:pt x="4" y="16334"/>
                </a:cubicBezTo>
                <a:cubicBezTo>
                  <a:pt x="1" y="16319"/>
                  <a:pt x="0" y="16305"/>
                  <a:pt x="0" y="16290"/>
                </a:cubicBezTo>
                <a:lnTo>
                  <a:pt x="0" y="228"/>
                </a:lnTo>
                <a:cubicBezTo>
                  <a:pt x="0" y="213"/>
                  <a:pt x="1" y="198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4" y="11"/>
                  <a:pt x="169" y="7"/>
                  <a:pt x="183" y="4"/>
                </a:cubicBezTo>
                <a:cubicBezTo>
                  <a:pt x="198" y="1"/>
                  <a:pt x="213" y="0"/>
                  <a:pt x="228" y="0"/>
                </a:cubicBezTo>
                <a:close/>
              </a:path>
            </a:pathLst>
          </a:custGeom>
          <a:noFill/>
          <a:ln w="7920">
            <a:solidFill>
              <a:srgbClr val="d8ddd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1" name=""/>
          <p:cNvSpPr/>
          <p:nvPr/>
        </p:nvSpPr>
        <p:spPr>
          <a:xfrm>
            <a:off x="457200" y="-2297160"/>
            <a:ext cx="33480" cy="5955120"/>
          </a:xfrm>
          <a:custGeom>
            <a:avLst/>
            <a:gdLst/>
            <a:ahLst/>
            <a:rect l="0" t="0" r="r" b="b"/>
            <a:pathLst>
              <a:path w="93" h="16542">
                <a:moveTo>
                  <a:pt x="0" y="0"/>
                </a:moveTo>
                <a:lnTo>
                  <a:pt x="93" y="0"/>
                </a:lnTo>
                <a:lnTo>
                  <a:pt x="93" y="16542"/>
                </a:lnTo>
                <a:lnTo>
                  <a:pt x="0" y="16542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2" name=""/>
          <p:cNvSpPr/>
          <p:nvPr/>
        </p:nvSpPr>
        <p:spPr>
          <a:xfrm>
            <a:off x="977400" y="-1293840"/>
            <a:ext cx="12600" cy="3027240"/>
          </a:xfrm>
          <a:custGeom>
            <a:avLst/>
            <a:gdLst/>
            <a:ahLst/>
            <a:rect l="0" t="0" r="r" b="b"/>
            <a:pathLst>
              <a:path w="35" h="8409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8"/>
                </a:moveTo>
                <a:lnTo>
                  <a:pt x="35" y="206"/>
                </a:lnTo>
                <a:lnTo>
                  <a:pt x="0" y="206"/>
                </a:lnTo>
                <a:lnTo>
                  <a:pt x="0" y="138"/>
                </a:lnTo>
                <a:lnTo>
                  <a:pt x="35" y="138"/>
                </a:lnTo>
                <a:moveTo>
                  <a:pt x="35" y="275"/>
                </a:moveTo>
                <a:lnTo>
                  <a:pt x="35" y="343"/>
                </a:lnTo>
                <a:lnTo>
                  <a:pt x="0" y="343"/>
                </a:lnTo>
                <a:lnTo>
                  <a:pt x="0" y="275"/>
                </a:lnTo>
                <a:lnTo>
                  <a:pt x="35" y="275"/>
                </a:lnTo>
                <a:moveTo>
                  <a:pt x="35" y="412"/>
                </a:moveTo>
                <a:lnTo>
                  <a:pt x="35" y="480"/>
                </a:lnTo>
                <a:lnTo>
                  <a:pt x="0" y="480"/>
                </a:lnTo>
                <a:lnTo>
                  <a:pt x="0" y="412"/>
                </a:lnTo>
                <a:lnTo>
                  <a:pt x="35" y="412"/>
                </a:lnTo>
                <a:moveTo>
                  <a:pt x="35" y="549"/>
                </a:moveTo>
                <a:lnTo>
                  <a:pt x="35" y="617"/>
                </a:lnTo>
                <a:lnTo>
                  <a:pt x="0" y="617"/>
                </a:lnTo>
                <a:lnTo>
                  <a:pt x="0" y="549"/>
                </a:lnTo>
                <a:lnTo>
                  <a:pt x="35" y="549"/>
                </a:lnTo>
                <a:moveTo>
                  <a:pt x="35" y="686"/>
                </a:moveTo>
                <a:lnTo>
                  <a:pt x="35" y="754"/>
                </a:lnTo>
                <a:lnTo>
                  <a:pt x="0" y="754"/>
                </a:lnTo>
                <a:lnTo>
                  <a:pt x="0" y="686"/>
                </a:lnTo>
                <a:lnTo>
                  <a:pt x="35" y="686"/>
                </a:lnTo>
                <a:moveTo>
                  <a:pt x="35" y="823"/>
                </a:moveTo>
                <a:lnTo>
                  <a:pt x="35" y="891"/>
                </a:lnTo>
                <a:lnTo>
                  <a:pt x="0" y="891"/>
                </a:lnTo>
                <a:lnTo>
                  <a:pt x="0" y="823"/>
                </a:lnTo>
                <a:lnTo>
                  <a:pt x="35" y="823"/>
                </a:lnTo>
                <a:moveTo>
                  <a:pt x="35" y="960"/>
                </a:moveTo>
                <a:lnTo>
                  <a:pt x="35" y="1029"/>
                </a:lnTo>
                <a:lnTo>
                  <a:pt x="0" y="1029"/>
                </a:lnTo>
                <a:lnTo>
                  <a:pt x="0" y="960"/>
                </a:lnTo>
                <a:lnTo>
                  <a:pt x="35" y="960"/>
                </a:lnTo>
                <a:moveTo>
                  <a:pt x="35" y="1097"/>
                </a:moveTo>
                <a:lnTo>
                  <a:pt x="35" y="1166"/>
                </a:lnTo>
                <a:lnTo>
                  <a:pt x="0" y="1166"/>
                </a:lnTo>
                <a:lnTo>
                  <a:pt x="0" y="1097"/>
                </a:lnTo>
                <a:lnTo>
                  <a:pt x="35" y="1097"/>
                </a:lnTo>
                <a:moveTo>
                  <a:pt x="35" y="1234"/>
                </a:moveTo>
                <a:lnTo>
                  <a:pt x="35" y="1303"/>
                </a:lnTo>
                <a:lnTo>
                  <a:pt x="0" y="1303"/>
                </a:lnTo>
                <a:lnTo>
                  <a:pt x="0" y="1234"/>
                </a:lnTo>
                <a:lnTo>
                  <a:pt x="35" y="1234"/>
                </a:lnTo>
                <a:moveTo>
                  <a:pt x="35" y="1371"/>
                </a:moveTo>
                <a:lnTo>
                  <a:pt x="35" y="1440"/>
                </a:lnTo>
                <a:lnTo>
                  <a:pt x="0" y="1440"/>
                </a:lnTo>
                <a:lnTo>
                  <a:pt x="0" y="1371"/>
                </a:lnTo>
                <a:lnTo>
                  <a:pt x="35" y="1371"/>
                </a:lnTo>
                <a:moveTo>
                  <a:pt x="35" y="1508"/>
                </a:moveTo>
                <a:lnTo>
                  <a:pt x="35" y="1577"/>
                </a:lnTo>
                <a:lnTo>
                  <a:pt x="0" y="1577"/>
                </a:lnTo>
                <a:lnTo>
                  <a:pt x="0" y="1508"/>
                </a:lnTo>
                <a:lnTo>
                  <a:pt x="35" y="1508"/>
                </a:lnTo>
                <a:moveTo>
                  <a:pt x="35" y="1645"/>
                </a:moveTo>
                <a:lnTo>
                  <a:pt x="35" y="1714"/>
                </a:lnTo>
                <a:lnTo>
                  <a:pt x="0" y="1714"/>
                </a:lnTo>
                <a:lnTo>
                  <a:pt x="0" y="1645"/>
                </a:lnTo>
                <a:lnTo>
                  <a:pt x="35" y="1645"/>
                </a:lnTo>
                <a:moveTo>
                  <a:pt x="35" y="1782"/>
                </a:moveTo>
                <a:lnTo>
                  <a:pt x="35" y="1851"/>
                </a:lnTo>
                <a:lnTo>
                  <a:pt x="0" y="1851"/>
                </a:lnTo>
                <a:lnTo>
                  <a:pt x="0" y="1782"/>
                </a:lnTo>
                <a:lnTo>
                  <a:pt x="35" y="1782"/>
                </a:lnTo>
                <a:moveTo>
                  <a:pt x="35" y="1920"/>
                </a:moveTo>
                <a:lnTo>
                  <a:pt x="35" y="1988"/>
                </a:lnTo>
                <a:lnTo>
                  <a:pt x="0" y="1988"/>
                </a:lnTo>
                <a:lnTo>
                  <a:pt x="0" y="1920"/>
                </a:lnTo>
                <a:lnTo>
                  <a:pt x="35" y="1920"/>
                </a:lnTo>
                <a:moveTo>
                  <a:pt x="35" y="2057"/>
                </a:moveTo>
                <a:lnTo>
                  <a:pt x="35" y="2125"/>
                </a:lnTo>
                <a:lnTo>
                  <a:pt x="0" y="2125"/>
                </a:lnTo>
                <a:lnTo>
                  <a:pt x="0" y="2057"/>
                </a:lnTo>
                <a:lnTo>
                  <a:pt x="35" y="2057"/>
                </a:lnTo>
                <a:moveTo>
                  <a:pt x="35" y="2194"/>
                </a:moveTo>
                <a:lnTo>
                  <a:pt x="35" y="2262"/>
                </a:lnTo>
                <a:lnTo>
                  <a:pt x="0" y="2262"/>
                </a:lnTo>
                <a:lnTo>
                  <a:pt x="0" y="2194"/>
                </a:lnTo>
                <a:lnTo>
                  <a:pt x="35" y="2194"/>
                </a:lnTo>
                <a:moveTo>
                  <a:pt x="35" y="2331"/>
                </a:moveTo>
                <a:lnTo>
                  <a:pt x="35" y="2399"/>
                </a:lnTo>
                <a:lnTo>
                  <a:pt x="0" y="2399"/>
                </a:lnTo>
                <a:lnTo>
                  <a:pt x="0" y="2331"/>
                </a:lnTo>
                <a:lnTo>
                  <a:pt x="35" y="2331"/>
                </a:lnTo>
                <a:moveTo>
                  <a:pt x="35" y="2468"/>
                </a:moveTo>
                <a:lnTo>
                  <a:pt x="35" y="2536"/>
                </a:lnTo>
                <a:lnTo>
                  <a:pt x="0" y="2536"/>
                </a:lnTo>
                <a:lnTo>
                  <a:pt x="0" y="2468"/>
                </a:lnTo>
                <a:lnTo>
                  <a:pt x="35" y="2468"/>
                </a:lnTo>
                <a:moveTo>
                  <a:pt x="35" y="2605"/>
                </a:moveTo>
                <a:lnTo>
                  <a:pt x="35" y="2673"/>
                </a:lnTo>
                <a:lnTo>
                  <a:pt x="0" y="2673"/>
                </a:lnTo>
                <a:lnTo>
                  <a:pt x="0" y="2605"/>
                </a:lnTo>
                <a:lnTo>
                  <a:pt x="35" y="2605"/>
                </a:lnTo>
                <a:moveTo>
                  <a:pt x="35" y="2742"/>
                </a:moveTo>
                <a:lnTo>
                  <a:pt x="35" y="2810"/>
                </a:lnTo>
                <a:lnTo>
                  <a:pt x="0" y="2810"/>
                </a:lnTo>
                <a:lnTo>
                  <a:pt x="0" y="2742"/>
                </a:lnTo>
                <a:lnTo>
                  <a:pt x="35" y="2742"/>
                </a:lnTo>
                <a:moveTo>
                  <a:pt x="35" y="2879"/>
                </a:moveTo>
                <a:lnTo>
                  <a:pt x="35" y="2948"/>
                </a:lnTo>
                <a:lnTo>
                  <a:pt x="0" y="2948"/>
                </a:lnTo>
                <a:lnTo>
                  <a:pt x="0" y="2879"/>
                </a:lnTo>
                <a:lnTo>
                  <a:pt x="35" y="2879"/>
                </a:lnTo>
                <a:moveTo>
                  <a:pt x="35" y="3016"/>
                </a:moveTo>
                <a:lnTo>
                  <a:pt x="35" y="3085"/>
                </a:lnTo>
                <a:lnTo>
                  <a:pt x="0" y="3085"/>
                </a:lnTo>
                <a:lnTo>
                  <a:pt x="0" y="3016"/>
                </a:lnTo>
                <a:lnTo>
                  <a:pt x="35" y="3016"/>
                </a:lnTo>
                <a:moveTo>
                  <a:pt x="35" y="3153"/>
                </a:moveTo>
                <a:lnTo>
                  <a:pt x="35" y="3222"/>
                </a:lnTo>
                <a:lnTo>
                  <a:pt x="0" y="3222"/>
                </a:lnTo>
                <a:lnTo>
                  <a:pt x="0" y="3153"/>
                </a:lnTo>
                <a:lnTo>
                  <a:pt x="35" y="3153"/>
                </a:lnTo>
                <a:moveTo>
                  <a:pt x="35" y="3290"/>
                </a:moveTo>
                <a:lnTo>
                  <a:pt x="35" y="3359"/>
                </a:lnTo>
                <a:lnTo>
                  <a:pt x="0" y="3359"/>
                </a:lnTo>
                <a:lnTo>
                  <a:pt x="0" y="3290"/>
                </a:lnTo>
                <a:lnTo>
                  <a:pt x="35" y="3290"/>
                </a:lnTo>
                <a:moveTo>
                  <a:pt x="35" y="3427"/>
                </a:moveTo>
                <a:lnTo>
                  <a:pt x="35" y="3496"/>
                </a:lnTo>
                <a:lnTo>
                  <a:pt x="0" y="3496"/>
                </a:lnTo>
                <a:lnTo>
                  <a:pt x="0" y="3427"/>
                </a:lnTo>
                <a:lnTo>
                  <a:pt x="35" y="3427"/>
                </a:lnTo>
                <a:moveTo>
                  <a:pt x="35" y="3564"/>
                </a:moveTo>
                <a:lnTo>
                  <a:pt x="35" y="3633"/>
                </a:lnTo>
                <a:lnTo>
                  <a:pt x="0" y="3633"/>
                </a:lnTo>
                <a:lnTo>
                  <a:pt x="0" y="3564"/>
                </a:lnTo>
                <a:lnTo>
                  <a:pt x="35" y="3564"/>
                </a:lnTo>
                <a:moveTo>
                  <a:pt x="35" y="3701"/>
                </a:moveTo>
                <a:lnTo>
                  <a:pt x="35" y="3770"/>
                </a:lnTo>
                <a:lnTo>
                  <a:pt x="0" y="3770"/>
                </a:lnTo>
                <a:lnTo>
                  <a:pt x="0" y="3701"/>
                </a:lnTo>
                <a:lnTo>
                  <a:pt x="35" y="3701"/>
                </a:lnTo>
                <a:moveTo>
                  <a:pt x="35" y="3839"/>
                </a:moveTo>
                <a:lnTo>
                  <a:pt x="35" y="3907"/>
                </a:lnTo>
                <a:lnTo>
                  <a:pt x="0" y="3907"/>
                </a:lnTo>
                <a:lnTo>
                  <a:pt x="0" y="3839"/>
                </a:lnTo>
                <a:lnTo>
                  <a:pt x="35" y="3839"/>
                </a:lnTo>
                <a:moveTo>
                  <a:pt x="35" y="3976"/>
                </a:moveTo>
                <a:lnTo>
                  <a:pt x="35" y="4044"/>
                </a:lnTo>
                <a:lnTo>
                  <a:pt x="0" y="4044"/>
                </a:lnTo>
                <a:lnTo>
                  <a:pt x="0" y="3976"/>
                </a:lnTo>
                <a:lnTo>
                  <a:pt x="35" y="3976"/>
                </a:lnTo>
                <a:moveTo>
                  <a:pt x="35" y="4113"/>
                </a:moveTo>
                <a:lnTo>
                  <a:pt x="35" y="4181"/>
                </a:lnTo>
                <a:lnTo>
                  <a:pt x="0" y="4181"/>
                </a:lnTo>
                <a:lnTo>
                  <a:pt x="0" y="4113"/>
                </a:lnTo>
                <a:lnTo>
                  <a:pt x="35" y="4113"/>
                </a:lnTo>
                <a:moveTo>
                  <a:pt x="35" y="4250"/>
                </a:moveTo>
                <a:lnTo>
                  <a:pt x="35" y="4318"/>
                </a:lnTo>
                <a:lnTo>
                  <a:pt x="0" y="4318"/>
                </a:lnTo>
                <a:lnTo>
                  <a:pt x="0" y="4250"/>
                </a:lnTo>
                <a:lnTo>
                  <a:pt x="35" y="4250"/>
                </a:lnTo>
                <a:moveTo>
                  <a:pt x="35" y="4387"/>
                </a:moveTo>
                <a:lnTo>
                  <a:pt x="35" y="4455"/>
                </a:lnTo>
                <a:lnTo>
                  <a:pt x="0" y="4455"/>
                </a:lnTo>
                <a:lnTo>
                  <a:pt x="0" y="4387"/>
                </a:lnTo>
                <a:lnTo>
                  <a:pt x="35" y="4387"/>
                </a:lnTo>
                <a:moveTo>
                  <a:pt x="35" y="4524"/>
                </a:moveTo>
                <a:lnTo>
                  <a:pt x="35" y="4592"/>
                </a:lnTo>
                <a:lnTo>
                  <a:pt x="0" y="4592"/>
                </a:lnTo>
                <a:lnTo>
                  <a:pt x="0" y="4524"/>
                </a:lnTo>
                <a:lnTo>
                  <a:pt x="35" y="4524"/>
                </a:lnTo>
                <a:moveTo>
                  <a:pt x="35" y="4661"/>
                </a:moveTo>
                <a:lnTo>
                  <a:pt x="35" y="4730"/>
                </a:lnTo>
                <a:lnTo>
                  <a:pt x="0" y="4730"/>
                </a:lnTo>
                <a:lnTo>
                  <a:pt x="0" y="4661"/>
                </a:lnTo>
                <a:lnTo>
                  <a:pt x="35" y="4661"/>
                </a:lnTo>
                <a:moveTo>
                  <a:pt x="35" y="4798"/>
                </a:moveTo>
                <a:lnTo>
                  <a:pt x="35" y="4867"/>
                </a:lnTo>
                <a:lnTo>
                  <a:pt x="0" y="4867"/>
                </a:lnTo>
                <a:lnTo>
                  <a:pt x="0" y="4798"/>
                </a:lnTo>
                <a:lnTo>
                  <a:pt x="35" y="4798"/>
                </a:lnTo>
                <a:moveTo>
                  <a:pt x="35" y="4935"/>
                </a:moveTo>
                <a:lnTo>
                  <a:pt x="35" y="5004"/>
                </a:lnTo>
                <a:lnTo>
                  <a:pt x="0" y="5004"/>
                </a:lnTo>
                <a:lnTo>
                  <a:pt x="0" y="4935"/>
                </a:lnTo>
                <a:lnTo>
                  <a:pt x="35" y="4935"/>
                </a:lnTo>
                <a:moveTo>
                  <a:pt x="35" y="5072"/>
                </a:moveTo>
                <a:lnTo>
                  <a:pt x="35" y="5141"/>
                </a:lnTo>
                <a:lnTo>
                  <a:pt x="0" y="5141"/>
                </a:lnTo>
                <a:lnTo>
                  <a:pt x="0" y="5072"/>
                </a:lnTo>
                <a:lnTo>
                  <a:pt x="35" y="5072"/>
                </a:lnTo>
                <a:moveTo>
                  <a:pt x="35" y="5209"/>
                </a:moveTo>
                <a:lnTo>
                  <a:pt x="35" y="5278"/>
                </a:lnTo>
                <a:lnTo>
                  <a:pt x="0" y="5278"/>
                </a:lnTo>
                <a:lnTo>
                  <a:pt x="0" y="5209"/>
                </a:lnTo>
                <a:lnTo>
                  <a:pt x="35" y="5209"/>
                </a:lnTo>
                <a:moveTo>
                  <a:pt x="35" y="5346"/>
                </a:moveTo>
                <a:lnTo>
                  <a:pt x="35" y="5415"/>
                </a:lnTo>
                <a:lnTo>
                  <a:pt x="0" y="5415"/>
                </a:lnTo>
                <a:lnTo>
                  <a:pt x="0" y="5346"/>
                </a:lnTo>
                <a:lnTo>
                  <a:pt x="35" y="5346"/>
                </a:lnTo>
                <a:moveTo>
                  <a:pt x="35" y="5483"/>
                </a:moveTo>
                <a:lnTo>
                  <a:pt x="35" y="5552"/>
                </a:lnTo>
                <a:lnTo>
                  <a:pt x="0" y="5552"/>
                </a:lnTo>
                <a:lnTo>
                  <a:pt x="0" y="5483"/>
                </a:lnTo>
                <a:lnTo>
                  <a:pt x="35" y="5483"/>
                </a:lnTo>
                <a:moveTo>
                  <a:pt x="35" y="5620"/>
                </a:moveTo>
                <a:lnTo>
                  <a:pt x="35" y="5689"/>
                </a:lnTo>
                <a:lnTo>
                  <a:pt x="0" y="5689"/>
                </a:lnTo>
                <a:lnTo>
                  <a:pt x="0" y="5620"/>
                </a:lnTo>
                <a:lnTo>
                  <a:pt x="35" y="5620"/>
                </a:lnTo>
                <a:moveTo>
                  <a:pt x="35" y="5758"/>
                </a:moveTo>
                <a:lnTo>
                  <a:pt x="35" y="5826"/>
                </a:lnTo>
                <a:lnTo>
                  <a:pt x="0" y="5826"/>
                </a:lnTo>
                <a:lnTo>
                  <a:pt x="0" y="5758"/>
                </a:lnTo>
                <a:lnTo>
                  <a:pt x="35" y="5758"/>
                </a:lnTo>
                <a:moveTo>
                  <a:pt x="35" y="5895"/>
                </a:moveTo>
                <a:lnTo>
                  <a:pt x="35" y="5963"/>
                </a:lnTo>
                <a:lnTo>
                  <a:pt x="0" y="5963"/>
                </a:lnTo>
                <a:lnTo>
                  <a:pt x="0" y="5895"/>
                </a:lnTo>
                <a:lnTo>
                  <a:pt x="35" y="5895"/>
                </a:lnTo>
                <a:moveTo>
                  <a:pt x="35" y="6032"/>
                </a:moveTo>
                <a:lnTo>
                  <a:pt x="35" y="6100"/>
                </a:lnTo>
                <a:lnTo>
                  <a:pt x="0" y="6100"/>
                </a:lnTo>
                <a:lnTo>
                  <a:pt x="0" y="6032"/>
                </a:lnTo>
                <a:lnTo>
                  <a:pt x="35" y="6032"/>
                </a:lnTo>
                <a:moveTo>
                  <a:pt x="35" y="6169"/>
                </a:moveTo>
                <a:lnTo>
                  <a:pt x="35" y="6237"/>
                </a:lnTo>
                <a:lnTo>
                  <a:pt x="0" y="6237"/>
                </a:lnTo>
                <a:lnTo>
                  <a:pt x="0" y="6169"/>
                </a:lnTo>
                <a:lnTo>
                  <a:pt x="35" y="6169"/>
                </a:lnTo>
                <a:moveTo>
                  <a:pt x="35" y="6306"/>
                </a:moveTo>
                <a:lnTo>
                  <a:pt x="35" y="6374"/>
                </a:lnTo>
                <a:lnTo>
                  <a:pt x="0" y="6374"/>
                </a:lnTo>
                <a:lnTo>
                  <a:pt x="0" y="6306"/>
                </a:lnTo>
                <a:lnTo>
                  <a:pt x="35" y="6306"/>
                </a:lnTo>
                <a:moveTo>
                  <a:pt x="35" y="6443"/>
                </a:moveTo>
                <a:lnTo>
                  <a:pt x="35" y="6511"/>
                </a:lnTo>
                <a:lnTo>
                  <a:pt x="0" y="6511"/>
                </a:lnTo>
                <a:lnTo>
                  <a:pt x="0" y="6443"/>
                </a:lnTo>
                <a:lnTo>
                  <a:pt x="35" y="6443"/>
                </a:lnTo>
                <a:moveTo>
                  <a:pt x="35" y="6580"/>
                </a:moveTo>
                <a:lnTo>
                  <a:pt x="35" y="6649"/>
                </a:lnTo>
                <a:lnTo>
                  <a:pt x="0" y="6649"/>
                </a:lnTo>
                <a:lnTo>
                  <a:pt x="0" y="6580"/>
                </a:lnTo>
                <a:lnTo>
                  <a:pt x="35" y="6580"/>
                </a:lnTo>
                <a:moveTo>
                  <a:pt x="35" y="6717"/>
                </a:moveTo>
                <a:lnTo>
                  <a:pt x="35" y="6786"/>
                </a:lnTo>
                <a:lnTo>
                  <a:pt x="0" y="6786"/>
                </a:lnTo>
                <a:lnTo>
                  <a:pt x="0" y="6717"/>
                </a:lnTo>
                <a:lnTo>
                  <a:pt x="35" y="6717"/>
                </a:lnTo>
                <a:moveTo>
                  <a:pt x="35" y="6854"/>
                </a:moveTo>
                <a:lnTo>
                  <a:pt x="35" y="6923"/>
                </a:lnTo>
                <a:lnTo>
                  <a:pt x="0" y="6923"/>
                </a:lnTo>
                <a:lnTo>
                  <a:pt x="0" y="6854"/>
                </a:lnTo>
                <a:lnTo>
                  <a:pt x="35" y="6854"/>
                </a:lnTo>
                <a:moveTo>
                  <a:pt x="35" y="6991"/>
                </a:moveTo>
                <a:lnTo>
                  <a:pt x="35" y="7060"/>
                </a:lnTo>
                <a:lnTo>
                  <a:pt x="0" y="7060"/>
                </a:lnTo>
                <a:lnTo>
                  <a:pt x="0" y="6991"/>
                </a:lnTo>
                <a:lnTo>
                  <a:pt x="35" y="6991"/>
                </a:lnTo>
                <a:moveTo>
                  <a:pt x="35" y="7128"/>
                </a:moveTo>
                <a:lnTo>
                  <a:pt x="35" y="7197"/>
                </a:lnTo>
                <a:lnTo>
                  <a:pt x="0" y="7197"/>
                </a:lnTo>
                <a:lnTo>
                  <a:pt x="0" y="7128"/>
                </a:lnTo>
                <a:lnTo>
                  <a:pt x="35" y="7128"/>
                </a:lnTo>
                <a:moveTo>
                  <a:pt x="35" y="7265"/>
                </a:moveTo>
                <a:lnTo>
                  <a:pt x="35" y="7334"/>
                </a:lnTo>
                <a:lnTo>
                  <a:pt x="0" y="7334"/>
                </a:lnTo>
                <a:lnTo>
                  <a:pt x="0" y="7265"/>
                </a:lnTo>
                <a:lnTo>
                  <a:pt x="35" y="7265"/>
                </a:lnTo>
                <a:moveTo>
                  <a:pt x="35" y="7402"/>
                </a:moveTo>
                <a:lnTo>
                  <a:pt x="35" y="7471"/>
                </a:lnTo>
                <a:lnTo>
                  <a:pt x="0" y="7471"/>
                </a:lnTo>
                <a:lnTo>
                  <a:pt x="0" y="7402"/>
                </a:lnTo>
                <a:lnTo>
                  <a:pt x="35" y="7402"/>
                </a:lnTo>
                <a:moveTo>
                  <a:pt x="35" y="7540"/>
                </a:moveTo>
                <a:lnTo>
                  <a:pt x="35" y="7608"/>
                </a:lnTo>
                <a:lnTo>
                  <a:pt x="0" y="7608"/>
                </a:lnTo>
                <a:lnTo>
                  <a:pt x="0" y="7540"/>
                </a:lnTo>
                <a:lnTo>
                  <a:pt x="35" y="7540"/>
                </a:lnTo>
                <a:moveTo>
                  <a:pt x="35" y="7677"/>
                </a:moveTo>
                <a:lnTo>
                  <a:pt x="35" y="7745"/>
                </a:lnTo>
                <a:lnTo>
                  <a:pt x="0" y="7745"/>
                </a:lnTo>
                <a:lnTo>
                  <a:pt x="0" y="7677"/>
                </a:lnTo>
                <a:lnTo>
                  <a:pt x="35" y="7677"/>
                </a:lnTo>
                <a:moveTo>
                  <a:pt x="35" y="7815"/>
                </a:moveTo>
                <a:lnTo>
                  <a:pt x="35" y="7883"/>
                </a:lnTo>
                <a:lnTo>
                  <a:pt x="0" y="7883"/>
                </a:lnTo>
                <a:lnTo>
                  <a:pt x="0" y="7815"/>
                </a:lnTo>
                <a:lnTo>
                  <a:pt x="35" y="7815"/>
                </a:lnTo>
                <a:moveTo>
                  <a:pt x="35" y="7952"/>
                </a:moveTo>
                <a:lnTo>
                  <a:pt x="35" y="8020"/>
                </a:lnTo>
                <a:lnTo>
                  <a:pt x="0" y="8020"/>
                </a:lnTo>
                <a:lnTo>
                  <a:pt x="0" y="7952"/>
                </a:lnTo>
                <a:lnTo>
                  <a:pt x="35" y="7952"/>
                </a:lnTo>
                <a:moveTo>
                  <a:pt x="35" y="8089"/>
                </a:moveTo>
                <a:lnTo>
                  <a:pt x="35" y="8157"/>
                </a:lnTo>
                <a:lnTo>
                  <a:pt x="0" y="8157"/>
                </a:lnTo>
                <a:lnTo>
                  <a:pt x="0" y="8089"/>
                </a:lnTo>
                <a:lnTo>
                  <a:pt x="35" y="8089"/>
                </a:lnTo>
                <a:moveTo>
                  <a:pt x="35" y="8226"/>
                </a:moveTo>
                <a:lnTo>
                  <a:pt x="35" y="8294"/>
                </a:lnTo>
                <a:lnTo>
                  <a:pt x="0" y="8294"/>
                </a:lnTo>
                <a:lnTo>
                  <a:pt x="0" y="8226"/>
                </a:lnTo>
                <a:lnTo>
                  <a:pt x="35" y="8226"/>
                </a:lnTo>
                <a:moveTo>
                  <a:pt x="35" y="8363"/>
                </a:moveTo>
                <a:lnTo>
                  <a:pt x="35" y="8409"/>
                </a:lnTo>
                <a:lnTo>
                  <a:pt x="0" y="8409"/>
                </a:lnTo>
                <a:lnTo>
                  <a:pt x="0" y="8363"/>
                </a:lnTo>
                <a:lnTo>
                  <a:pt x="35" y="8363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3" name=""/>
          <p:cNvSpPr/>
          <p:nvPr/>
        </p:nvSpPr>
        <p:spPr>
          <a:xfrm>
            <a:off x="977400" y="-1293840"/>
            <a:ext cx="12600" cy="3775680"/>
          </a:xfrm>
          <a:custGeom>
            <a:avLst/>
            <a:gdLst/>
            <a:ahLst/>
            <a:rect l="0" t="0" r="r" b="b"/>
            <a:pathLst>
              <a:path w="35" h="10488">
                <a:moveTo>
                  <a:pt x="35" y="0"/>
                </a:moveTo>
                <a:lnTo>
                  <a:pt x="35" y="69"/>
                </a:lnTo>
                <a:lnTo>
                  <a:pt x="0" y="69"/>
                </a:lnTo>
                <a:lnTo>
                  <a:pt x="0" y="0"/>
                </a:lnTo>
                <a:lnTo>
                  <a:pt x="35" y="0"/>
                </a:lnTo>
                <a:moveTo>
                  <a:pt x="35" y="138"/>
                </a:moveTo>
                <a:lnTo>
                  <a:pt x="35" y="206"/>
                </a:lnTo>
                <a:lnTo>
                  <a:pt x="0" y="206"/>
                </a:lnTo>
                <a:lnTo>
                  <a:pt x="0" y="138"/>
                </a:lnTo>
                <a:lnTo>
                  <a:pt x="35" y="138"/>
                </a:lnTo>
                <a:moveTo>
                  <a:pt x="35" y="275"/>
                </a:moveTo>
                <a:lnTo>
                  <a:pt x="35" y="343"/>
                </a:lnTo>
                <a:lnTo>
                  <a:pt x="0" y="343"/>
                </a:lnTo>
                <a:lnTo>
                  <a:pt x="0" y="275"/>
                </a:lnTo>
                <a:lnTo>
                  <a:pt x="35" y="275"/>
                </a:lnTo>
                <a:moveTo>
                  <a:pt x="35" y="412"/>
                </a:moveTo>
                <a:lnTo>
                  <a:pt x="35" y="480"/>
                </a:lnTo>
                <a:lnTo>
                  <a:pt x="0" y="480"/>
                </a:lnTo>
                <a:lnTo>
                  <a:pt x="0" y="412"/>
                </a:lnTo>
                <a:lnTo>
                  <a:pt x="35" y="412"/>
                </a:lnTo>
                <a:moveTo>
                  <a:pt x="35" y="549"/>
                </a:moveTo>
                <a:lnTo>
                  <a:pt x="35" y="617"/>
                </a:lnTo>
                <a:lnTo>
                  <a:pt x="0" y="617"/>
                </a:lnTo>
                <a:lnTo>
                  <a:pt x="0" y="549"/>
                </a:lnTo>
                <a:lnTo>
                  <a:pt x="35" y="549"/>
                </a:lnTo>
                <a:moveTo>
                  <a:pt x="35" y="686"/>
                </a:moveTo>
                <a:lnTo>
                  <a:pt x="35" y="754"/>
                </a:lnTo>
                <a:lnTo>
                  <a:pt x="0" y="754"/>
                </a:lnTo>
                <a:lnTo>
                  <a:pt x="0" y="686"/>
                </a:lnTo>
                <a:lnTo>
                  <a:pt x="35" y="686"/>
                </a:lnTo>
                <a:moveTo>
                  <a:pt x="35" y="823"/>
                </a:moveTo>
                <a:lnTo>
                  <a:pt x="35" y="891"/>
                </a:lnTo>
                <a:lnTo>
                  <a:pt x="0" y="891"/>
                </a:lnTo>
                <a:lnTo>
                  <a:pt x="0" y="823"/>
                </a:lnTo>
                <a:lnTo>
                  <a:pt x="35" y="823"/>
                </a:lnTo>
                <a:moveTo>
                  <a:pt x="35" y="960"/>
                </a:moveTo>
                <a:lnTo>
                  <a:pt x="35" y="1029"/>
                </a:lnTo>
                <a:lnTo>
                  <a:pt x="0" y="1029"/>
                </a:lnTo>
                <a:lnTo>
                  <a:pt x="0" y="960"/>
                </a:lnTo>
                <a:lnTo>
                  <a:pt x="35" y="960"/>
                </a:lnTo>
                <a:moveTo>
                  <a:pt x="35" y="1097"/>
                </a:moveTo>
                <a:lnTo>
                  <a:pt x="35" y="1166"/>
                </a:lnTo>
                <a:lnTo>
                  <a:pt x="0" y="1166"/>
                </a:lnTo>
                <a:lnTo>
                  <a:pt x="0" y="1097"/>
                </a:lnTo>
                <a:lnTo>
                  <a:pt x="35" y="1097"/>
                </a:lnTo>
                <a:moveTo>
                  <a:pt x="35" y="1234"/>
                </a:moveTo>
                <a:lnTo>
                  <a:pt x="35" y="1303"/>
                </a:lnTo>
                <a:lnTo>
                  <a:pt x="0" y="1303"/>
                </a:lnTo>
                <a:lnTo>
                  <a:pt x="0" y="1234"/>
                </a:lnTo>
                <a:lnTo>
                  <a:pt x="35" y="1234"/>
                </a:lnTo>
                <a:moveTo>
                  <a:pt x="35" y="1371"/>
                </a:moveTo>
                <a:lnTo>
                  <a:pt x="35" y="1440"/>
                </a:lnTo>
                <a:lnTo>
                  <a:pt x="0" y="1440"/>
                </a:lnTo>
                <a:lnTo>
                  <a:pt x="0" y="1371"/>
                </a:lnTo>
                <a:lnTo>
                  <a:pt x="35" y="1371"/>
                </a:lnTo>
                <a:moveTo>
                  <a:pt x="35" y="1508"/>
                </a:moveTo>
                <a:lnTo>
                  <a:pt x="35" y="1577"/>
                </a:lnTo>
                <a:lnTo>
                  <a:pt x="0" y="1577"/>
                </a:lnTo>
                <a:lnTo>
                  <a:pt x="0" y="1508"/>
                </a:lnTo>
                <a:lnTo>
                  <a:pt x="35" y="1508"/>
                </a:lnTo>
                <a:moveTo>
                  <a:pt x="35" y="1645"/>
                </a:moveTo>
                <a:lnTo>
                  <a:pt x="35" y="1714"/>
                </a:lnTo>
                <a:lnTo>
                  <a:pt x="0" y="1714"/>
                </a:lnTo>
                <a:lnTo>
                  <a:pt x="0" y="1645"/>
                </a:lnTo>
                <a:lnTo>
                  <a:pt x="35" y="1645"/>
                </a:lnTo>
                <a:moveTo>
                  <a:pt x="35" y="1782"/>
                </a:moveTo>
                <a:lnTo>
                  <a:pt x="35" y="1851"/>
                </a:lnTo>
                <a:lnTo>
                  <a:pt x="0" y="1851"/>
                </a:lnTo>
                <a:lnTo>
                  <a:pt x="0" y="1782"/>
                </a:lnTo>
                <a:lnTo>
                  <a:pt x="35" y="1782"/>
                </a:lnTo>
                <a:moveTo>
                  <a:pt x="35" y="1920"/>
                </a:moveTo>
                <a:lnTo>
                  <a:pt x="35" y="1988"/>
                </a:lnTo>
                <a:lnTo>
                  <a:pt x="0" y="1988"/>
                </a:lnTo>
                <a:lnTo>
                  <a:pt x="0" y="1920"/>
                </a:lnTo>
                <a:lnTo>
                  <a:pt x="35" y="1920"/>
                </a:lnTo>
                <a:moveTo>
                  <a:pt x="35" y="2057"/>
                </a:moveTo>
                <a:lnTo>
                  <a:pt x="35" y="2125"/>
                </a:lnTo>
                <a:lnTo>
                  <a:pt x="0" y="2125"/>
                </a:lnTo>
                <a:lnTo>
                  <a:pt x="0" y="2057"/>
                </a:lnTo>
                <a:lnTo>
                  <a:pt x="35" y="2057"/>
                </a:lnTo>
                <a:moveTo>
                  <a:pt x="35" y="2194"/>
                </a:moveTo>
                <a:lnTo>
                  <a:pt x="35" y="2262"/>
                </a:lnTo>
                <a:lnTo>
                  <a:pt x="0" y="2262"/>
                </a:lnTo>
                <a:lnTo>
                  <a:pt x="0" y="2194"/>
                </a:lnTo>
                <a:lnTo>
                  <a:pt x="35" y="2194"/>
                </a:lnTo>
                <a:moveTo>
                  <a:pt x="35" y="2331"/>
                </a:moveTo>
                <a:lnTo>
                  <a:pt x="35" y="2399"/>
                </a:lnTo>
                <a:lnTo>
                  <a:pt x="0" y="2399"/>
                </a:lnTo>
                <a:lnTo>
                  <a:pt x="0" y="2331"/>
                </a:lnTo>
                <a:lnTo>
                  <a:pt x="35" y="2331"/>
                </a:lnTo>
                <a:moveTo>
                  <a:pt x="35" y="2468"/>
                </a:moveTo>
                <a:lnTo>
                  <a:pt x="35" y="2536"/>
                </a:lnTo>
                <a:lnTo>
                  <a:pt x="0" y="2536"/>
                </a:lnTo>
                <a:lnTo>
                  <a:pt x="0" y="2468"/>
                </a:lnTo>
                <a:lnTo>
                  <a:pt x="35" y="2468"/>
                </a:lnTo>
                <a:moveTo>
                  <a:pt x="35" y="2605"/>
                </a:moveTo>
                <a:lnTo>
                  <a:pt x="35" y="2673"/>
                </a:lnTo>
                <a:lnTo>
                  <a:pt x="0" y="2673"/>
                </a:lnTo>
                <a:lnTo>
                  <a:pt x="0" y="2605"/>
                </a:lnTo>
                <a:lnTo>
                  <a:pt x="35" y="2605"/>
                </a:lnTo>
                <a:moveTo>
                  <a:pt x="35" y="2742"/>
                </a:moveTo>
                <a:lnTo>
                  <a:pt x="35" y="2810"/>
                </a:lnTo>
                <a:lnTo>
                  <a:pt x="0" y="2810"/>
                </a:lnTo>
                <a:lnTo>
                  <a:pt x="0" y="2742"/>
                </a:lnTo>
                <a:lnTo>
                  <a:pt x="35" y="2742"/>
                </a:lnTo>
                <a:moveTo>
                  <a:pt x="35" y="2879"/>
                </a:moveTo>
                <a:lnTo>
                  <a:pt x="35" y="2948"/>
                </a:lnTo>
                <a:lnTo>
                  <a:pt x="0" y="2948"/>
                </a:lnTo>
                <a:lnTo>
                  <a:pt x="0" y="2879"/>
                </a:lnTo>
                <a:lnTo>
                  <a:pt x="35" y="2879"/>
                </a:lnTo>
                <a:moveTo>
                  <a:pt x="35" y="3016"/>
                </a:moveTo>
                <a:lnTo>
                  <a:pt x="35" y="3085"/>
                </a:lnTo>
                <a:lnTo>
                  <a:pt x="0" y="3085"/>
                </a:lnTo>
                <a:lnTo>
                  <a:pt x="0" y="3016"/>
                </a:lnTo>
                <a:lnTo>
                  <a:pt x="35" y="3016"/>
                </a:lnTo>
                <a:moveTo>
                  <a:pt x="35" y="3153"/>
                </a:moveTo>
                <a:lnTo>
                  <a:pt x="35" y="3222"/>
                </a:lnTo>
                <a:lnTo>
                  <a:pt x="0" y="3222"/>
                </a:lnTo>
                <a:lnTo>
                  <a:pt x="0" y="3153"/>
                </a:lnTo>
                <a:lnTo>
                  <a:pt x="35" y="3153"/>
                </a:lnTo>
                <a:moveTo>
                  <a:pt x="35" y="3290"/>
                </a:moveTo>
                <a:lnTo>
                  <a:pt x="35" y="3359"/>
                </a:lnTo>
                <a:lnTo>
                  <a:pt x="0" y="3359"/>
                </a:lnTo>
                <a:lnTo>
                  <a:pt x="0" y="3290"/>
                </a:lnTo>
                <a:lnTo>
                  <a:pt x="35" y="3290"/>
                </a:lnTo>
                <a:moveTo>
                  <a:pt x="35" y="3427"/>
                </a:moveTo>
                <a:lnTo>
                  <a:pt x="35" y="3496"/>
                </a:lnTo>
                <a:lnTo>
                  <a:pt x="0" y="3496"/>
                </a:lnTo>
                <a:lnTo>
                  <a:pt x="0" y="3427"/>
                </a:lnTo>
                <a:lnTo>
                  <a:pt x="35" y="3427"/>
                </a:lnTo>
                <a:moveTo>
                  <a:pt x="35" y="3564"/>
                </a:moveTo>
                <a:lnTo>
                  <a:pt x="35" y="3633"/>
                </a:lnTo>
                <a:lnTo>
                  <a:pt x="0" y="3633"/>
                </a:lnTo>
                <a:lnTo>
                  <a:pt x="0" y="3564"/>
                </a:lnTo>
                <a:lnTo>
                  <a:pt x="35" y="3564"/>
                </a:lnTo>
                <a:moveTo>
                  <a:pt x="35" y="3701"/>
                </a:moveTo>
                <a:lnTo>
                  <a:pt x="35" y="3770"/>
                </a:lnTo>
                <a:lnTo>
                  <a:pt x="0" y="3770"/>
                </a:lnTo>
                <a:lnTo>
                  <a:pt x="0" y="3701"/>
                </a:lnTo>
                <a:lnTo>
                  <a:pt x="35" y="3701"/>
                </a:lnTo>
                <a:moveTo>
                  <a:pt x="35" y="3839"/>
                </a:moveTo>
                <a:lnTo>
                  <a:pt x="35" y="3907"/>
                </a:lnTo>
                <a:lnTo>
                  <a:pt x="0" y="3907"/>
                </a:lnTo>
                <a:lnTo>
                  <a:pt x="0" y="3839"/>
                </a:lnTo>
                <a:lnTo>
                  <a:pt x="35" y="3839"/>
                </a:lnTo>
                <a:moveTo>
                  <a:pt x="35" y="3976"/>
                </a:moveTo>
                <a:lnTo>
                  <a:pt x="35" y="4044"/>
                </a:lnTo>
                <a:lnTo>
                  <a:pt x="0" y="4044"/>
                </a:lnTo>
                <a:lnTo>
                  <a:pt x="0" y="3976"/>
                </a:lnTo>
                <a:lnTo>
                  <a:pt x="35" y="3976"/>
                </a:lnTo>
                <a:moveTo>
                  <a:pt x="35" y="4113"/>
                </a:moveTo>
                <a:lnTo>
                  <a:pt x="35" y="4181"/>
                </a:lnTo>
                <a:lnTo>
                  <a:pt x="0" y="4181"/>
                </a:lnTo>
                <a:lnTo>
                  <a:pt x="0" y="4113"/>
                </a:lnTo>
                <a:lnTo>
                  <a:pt x="35" y="4113"/>
                </a:lnTo>
                <a:moveTo>
                  <a:pt x="35" y="4250"/>
                </a:moveTo>
                <a:lnTo>
                  <a:pt x="35" y="4318"/>
                </a:lnTo>
                <a:lnTo>
                  <a:pt x="0" y="4318"/>
                </a:lnTo>
                <a:lnTo>
                  <a:pt x="0" y="4250"/>
                </a:lnTo>
                <a:lnTo>
                  <a:pt x="35" y="4250"/>
                </a:lnTo>
                <a:moveTo>
                  <a:pt x="35" y="4387"/>
                </a:moveTo>
                <a:lnTo>
                  <a:pt x="35" y="4455"/>
                </a:lnTo>
                <a:lnTo>
                  <a:pt x="0" y="4455"/>
                </a:lnTo>
                <a:lnTo>
                  <a:pt x="0" y="4387"/>
                </a:lnTo>
                <a:lnTo>
                  <a:pt x="35" y="4387"/>
                </a:lnTo>
                <a:moveTo>
                  <a:pt x="35" y="4524"/>
                </a:moveTo>
                <a:lnTo>
                  <a:pt x="35" y="4592"/>
                </a:lnTo>
                <a:lnTo>
                  <a:pt x="0" y="4592"/>
                </a:lnTo>
                <a:lnTo>
                  <a:pt x="0" y="4524"/>
                </a:lnTo>
                <a:lnTo>
                  <a:pt x="35" y="4524"/>
                </a:lnTo>
                <a:moveTo>
                  <a:pt x="35" y="4661"/>
                </a:moveTo>
                <a:lnTo>
                  <a:pt x="35" y="4730"/>
                </a:lnTo>
                <a:lnTo>
                  <a:pt x="0" y="4730"/>
                </a:lnTo>
                <a:lnTo>
                  <a:pt x="0" y="4661"/>
                </a:lnTo>
                <a:lnTo>
                  <a:pt x="35" y="4661"/>
                </a:lnTo>
                <a:moveTo>
                  <a:pt x="35" y="4798"/>
                </a:moveTo>
                <a:lnTo>
                  <a:pt x="35" y="4867"/>
                </a:lnTo>
                <a:lnTo>
                  <a:pt x="0" y="4867"/>
                </a:lnTo>
                <a:lnTo>
                  <a:pt x="0" y="4798"/>
                </a:lnTo>
                <a:lnTo>
                  <a:pt x="35" y="4798"/>
                </a:lnTo>
                <a:moveTo>
                  <a:pt x="35" y="4935"/>
                </a:moveTo>
                <a:lnTo>
                  <a:pt x="35" y="5004"/>
                </a:lnTo>
                <a:lnTo>
                  <a:pt x="0" y="5004"/>
                </a:lnTo>
                <a:lnTo>
                  <a:pt x="0" y="4935"/>
                </a:lnTo>
                <a:lnTo>
                  <a:pt x="35" y="4935"/>
                </a:lnTo>
                <a:moveTo>
                  <a:pt x="35" y="5072"/>
                </a:moveTo>
                <a:lnTo>
                  <a:pt x="35" y="5141"/>
                </a:lnTo>
                <a:lnTo>
                  <a:pt x="0" y="5141"/>
                </a:lnTo>
                <a:lnTo>
                  <a:pt x="0" y="5072"/>
                </a:lnTo>
                <a:lnTo>
                  <a:pt x="35" y="5072"/>
                </a:lnTo>
                <a:moveTo>
                  <a:pt x="35" y="5209"/>
                </a:moveTo>
                <a:lnTo>
                  <a:pt x="35" y="5278"/>
                </a:lnTo>
                <a:lnTo>
                  <a:pt x="0" y="5278"/>
                </a:lnTo>
                <a:lnTo>
                  <a:pt x="0" y="5209"/>
                </a:lnTo>
                <a:lnTo>
                  <a:pt x="35" y="5209"/>
                </a:lnTo>
                <a:moveTo>
                  <a:pt x="35" y="5346"/>
                </a:moveTo>
                <a:lnTo>
                  <a:pt x="35" y="5415"/>
                </a:lnTo>
                <a:lnTo>
                  <a:pt x="0" y="5415"/>
                </a:lnTo>
                <a:lnTo>
                  <a:pt x="0" y="5346"/>
                </a:lnTo>
                <a:lnTo>
                  <a:pt x="35" y="5346"/>
                </a:lnTo>
                <a:moveTo>
                  <a:pt x="35" y="5483"/>
                </a:moveTo>
                <a:lnTo>
                  <a:pt x="35" y="5552"/>
                </a:lnTo>
                <a:lnTo>
                  <a:pt x="0" y="5552"/>
                </a:lnTo>
                <a:lnTo>
                  <a:pt x="0" y="5483"/>
                </a:lnTo>
                <a:lnTo>
                  <a:pt x="35" y="5483"/>
                </a:lnTo>
                <a:moveTo>
                  <a:pt x="35" y="5620"/>
                </a:moveTo>
                <a:lnTo>
                  <a:pt x="35" y="5689"/>
                </a:lnTo>
                <a:lnTo>
                  <a:pt x="0" y="5689"/>
                </a:lnTo>
                <a:lnTo>
                  <a:pt x="0" y="5620"/>
                </a:lnTo>
                <a:lnTo>
                  <a:pt x="35" y="5620"/>
                </a:lnTo>
                <a:moveTo>
                  <a:pt x="35" y="5758"/>
                </a:moveTo>
                <a:lnTo>
                  <a:pt x="35" y="5826"/>
                </a:lnTo>
                <a:lnTo>
                  <a:pt x="0" y="5826"/>
                </a:lnTo>
                <a:lnTo>
                  <a:pt x="0" y="5758"/>
                </a:lnTo>
                <a:lnTo>
                  <a:pt x="35" y="5758"/>
                </a:lnTo>
                <a:moveTo>
                  <a:pt x="35" y="5895"/>
                </a:moveTo>
                <a:lnTo>
                  <a:pt x="35" y="5963"/>
                </a:lnTo>
                <a:lnTo>
                  <a:pt x="0" y="5963"/>
                </a:lnTo>
                <a:lnTo>
                  <a:pt x="0" y="5895"/>
                </a:lnTo>
                <a:lnTo>
                  <a:pt x="35" y="5895"/>
                </a:lnTo>
                <a:moveTo>
                  <a:pt x="35" y="6032"/>
                </a:moveTo>
                <a:lnTo>
                  <a:pt x="35" y="6100"/>
                </a:lnTo>
                <a:lnTo>
                  <a:pt x="0" y="6100"/>
                </a:lnTo>
                <a:lnTo>
                  <a:pt x="0" y="6032"/>
                </a:lnTo>
                <a:lnTo>
                  <a:pt x="35" y="6032"/>
                </a:lnTo>
                <a:moveTo>
                  <a:pt x="35" y="6169"/>
                </a:moveTo>
                <a:lnTo>
                  <a:pt x="35" y="6237"/>
                </a:lnTo>
                <a:lnTo>
                  <a:pt x="0" y="6237"/>
                </a:lnTo>
                <a:lnTo>
                  <a:pt x="0" y="6169"/>
                </a:lnTo>
                <a:lnTo>
                  <a:pt x="35" y="6169"/>
                </a:lnTo>
                <a:moveTo>
                  <a:pt x="35" y="6306"/>
                </a:moveTo>
                <a:lnTo>
                  <a:pt x="35" y="6374"/>
                </a:lnTo>
                <a:lnTo>
                  <a:pt x="0" y="6374"/>
                </a:lnTo>
                <a:lnTo>
                  <a:pt x="0" y="6306"/>
                </a:lnTo>
                <a:lnTo>
                  <a:pt x="35" y="6306"/>
                </a:lnTo>
                <a:moveTo>
                  <a:pt x="35" y="6443"/>
                </a:moveTo>
                <a:lnTo>
                  <a:pt x="35" y="6511"/>
                </a:lnTo>
                <a:lnTo>
                  <a:pt x="0" y="6511"/>
                </a:lnTo>
                <a:lnTo>
                  <a:pt x="0" y="6443"/>
                </a:lnTo>
                <a:lnTo>
                  <a:pt x="35" y="6443"/>
                </a:lnTo>
                <a:moveTo>
                  <a:pt x="35" y="6580"/>
                </a:moveTo>
                <a:lnTo>
                  <a:pt x="35" y="6649"/>
                </a:lnTo>
                <a:lnTo>
                  <a:pt x="0" y="6649"/>
                </a:lnTo>
                <a:lnTo>
                  <a:pt x="0" y="6580"/>
                </a:lnTo>
                <a:lnTo>
                  <a:pt x="35" y="6580"/>
                </a:lnTo>
                <a:moveTo>
                  <a:pt x="35" y="6717"/>
                </a:moveTo>
                <a:lnTo>
                  <a:pt x="35" y="6786"/>
                </a:lnTo>
                <a:lnTo>
                  <a:pt x="0" y="6786"/>
                </a:lnTo>
                <a:lnTo>
                  <a:pt x="0" y="6717"/>
                </a:lnTo>
                <a:lnTo>
                  <a:pt x="35" y="6717"/>
                </a:lnTo>
                <a:moveTo>
                  <a:pt x="35" y="6854"/>
                </a:moveTo>
                <a:lnTo>
                  <a:pt x="35" y="6923"/>
                </a:lnTo>
                <a:lnTo>
                  <a:pt x="0" y="6923"/>
                </a:lnTo>
                <a:lnTo>
                  <a:pt x="0" y="6854"/>
                </a:lnTo>
                <a:lnTo>
                  <a:pt x="35" y="6854"/>
                </a:lnTo>
                <a:moveTo>
                  <a:pt x="35" y="6991"/>
                </a:moveTo>
                <a:lnTo>
                  <a:pt x="35" y="7060"/>
                </a:lnTo>
                <a:lnTo>
                  <a:pt x="0" y="7060"/>
                </a:lnTo>
                <a:lnTo>
                  <a:pt x="0" y="6991"/>
                </a:lnTo>
                <a:lnTo>
                  <a:pt x="35" y="6991"/>
                </a:lnTo>
                <a:moveTo>
                  <a:pt x="35" y="7128"/>
                </a:moveTo>
                <a:lnTo>
                  <a:pt x="35" y="7197"/>
                </a:lnTo>
                <a:lnTo>
                  <a:pt x="0" y="7197"/>
                </a:lnTo>
                <a:lnTo>
                  <a:pt x="0" y="7128"/>
                </a:lnTo>
                <a:lnTo>
                  <a:pt x="35" y="7128"/>
                </a:lnTo>
                <a:moveTo>
                  <a:pt x="35" y="7265"/>
                </a:moveTo>
                <a:lnTo>
                  <a:pt x="35" y="7334"/>
                </a:lnTo>
                <a:lnTo>
                  <a:pt x="0" y="7334"/>
                </a:lnTo>
                <a:lnTo>
                  <a:pt x="0" y="7265"/>
                </a:lnTo>
                <a:lnTo>
                  <a:pt x="35" y="7265"/>
                </a:lnTo>
                <a:moveTo>
                  <a:pt x="35" y="7402"/>
                </a:moveTo>
                <a:lnTo>
                  <a:pt x="35" y="7471"/>
                </a:lnTo>
                <a:lnTo>
                  <a:pt x="0" y="7471"/>
                </a:lnTo>
                <a:lnTo>
                  <a:pt x="0" y="7402"/>
                </a:lnTo>
                <a:lnTo>
                  <a:pt x="35" y="7402"/>
                </a:lnTo>
                <a:moveTo>
                  <a:pt x="35" y="7540"/>
                </a:moveTo>
                <a:lnTo>
                  <a:pt x="35" y="7608"/>
                </a:lnTo>
                <a:lnTo>
                  <a:pt x="0" y="7608"/>
                </a:lnTo>
                <a:lnTo>
                  <a:pt x="0" y="7540"/>
                </a:lnTo>
                <a:lnTo>
                  <a:pt x="35" y="7540"/>
                </a:lnTo>
                <a:moveTo>
                  <a:pt x="35" y="7677"/>
                </a:moveTo>
                <a:lnTo>
                  <a:pt x="35" y="7745"/>
                </a:lnTo>
                <a:lnTo>
                  <a:pt x="0" y="7745"/>
                </a:lnTo>
                <a:lnTo>
                  <a:pt x="0" y="7677"/>
                </a:lnTo>
                <a:lnTo>
                  <a:pt x="35" y="7677"/>
                </a:lnTo>
                <a:moveTo>
                  <a:pt x="35" y="7814"/>
                </a:moveTo>
                <a:lnTo>
                  <a:pt x="35" y="7882"/>
                </a:lnTo>
                <a:lnTo>
                  <a:pt x="0" y="7882"/>
                </a:lnTo>
                <a:lnTo>
                  <a:pt x="0" y="7814"/>
                </a:lnTo>
                <a:lnTo>
                  <a:pt x="35" y="7814"/>
                </a:lnTo>
                <a:moveTo>
                  <a:pt x="35" y="7951"/>
                </a:moveTo>
                <a:lnTo>
                  <a:pt x="35" y="8019"/>
                </a:lnTo>
                <a:lnTo>
                  <a:pt x="0" y="8019"/>
                </a:lnTo>
                <a:lnTo>
                  <a:pt x="0" y="7951"/>
                </a:lnTo>
                <a:lnTo>
                  <a:pt x="35" y="7951"/>
                </a:lnTo>
                <a:moveTo>
                  <a:pt x="35" y="8088"/>
                </a:moveTo>
                <a:lnTo>
                  <a:pt x="35" y="8156"/>
                </a:lnTo>
                <a:lnTo>
                  <a:pt x="0" y="8156"/>
                </a:lnTo>
                <a:lnTo>
                  <a:pt x="0" y="8088"/>
                </a:lnTo>
                <a:lnTo>
                  <a:pt x="35" y="8088"/>
                </a:lnTo>
                <a:moveTo>
                  <a:pt x="35" y="8225"/>
                </a:moveTo>
                <a:lnTo>
                  <a:pt x="35" y="8293"/>
                </a:lnTo>
                <a:lnTo>
                  <a:pt x="0" y="8293"/>
                </a:lnTo>
                <a:lnTo>
                  <a:pt x="0" y="8225"/>
                </a:lnTo>
                <a:lnTo>
                  <a:pt x="35" y="8225"/>
                </a:lnTo>
                <a:moveTo>
                  <a:pt x="35" y="8362"/>
                </a:moveTo>
                <a:lnTo>
                  <a:pt x="35" y="8430"/>
                </a:lnTo>
                <a:lnTo>
                  <a:pt x="0" y="8430"/>
                </a:lnTo>
                <a:lnTo>
                  <a:pt x="0" y="8362"/>
                </a:lnTo>
                <a:lnTo>
                  <a:pt x="35" y="8362"/>
                </a:lnTo>
                <a:moveTo>
                  <a:pt x="35" y="8499"/>
                </a:moveTo>
                <a:lnTo>
                  <a:pt x="35" y="8568"/>
                </a:lnTo>
                <a:lnTo>
                  <a:pt x="0" y="8568"/>
                </a:lnTo>
                <a:lnTo>
                  <a:pt x="0" y="8499"/>
                </a:lnTo>
                <a:lnTo>
                  <a:pt x="35" y="8499"/>
                </a:lnTo>
                <a:moveTo>
                  <a:pt x="35" y="8636"/>
                </a:moveTo>
                <a:lnTo>
                  <a:pt x="35" y="8705"/>
                </a:lnTo>
                <a:lnTo>
                  <a:pt x="0" y="8705"/>
                </a:lnTo>
                <a:lnTo>
                  <a:pt x="0" y="8636"/>
                </a:lnTo>
                <a:lnTo>
                  <a:pt x="35" y="8636"/>
                </a:lnTo>
                <a:moveTo>
                  <a:pt x="35" y="8773"/>
                </a:moveTo>
                <a:lnTo>
                  <a:pt x="35" y="8843"/>
                </a:lnTo>
                <a:lnTo>
                  <a:pt x="0" y="8843"/>
                </a:lnTo>
                <a:lnTo>
                  <a:pt x="0" y="8773"/>
                </a:lnTo>
                <a:lnTo>
                  <a:pt x="35" y="8773"/>
                </a:lnTo>
                <a:moveTo>
                  <a:pt x="35" y="8911"/>
                </a:moveTo>
                <a:lnTo>
                  <a:pt x="35" y="8980"/>
                </a:lnTo>
                <a:lnTo>
                  <a:pt x="0" y="8980"/>
                </a:lnTo>
                <a:lnTo>
                  <a:pt x="0" y="8911"/>
                </a:lnTo>
                <a:lnTo>
                  <a:pt x="35" y="8911"/>
                </a:lnTo>
                <a:moveTo>
                  <a:pt x="35" y="9048"/>
                </a:moveTo>
                <a:lnTo>
                  <a:pt x="35" y="9117"/>
                </a:lnTo>
                <a:lnTo>
                  <a:pt x="0" y="9117"/>
                </a:lnTo>
                <a:lnTo>
                  <a:pt x="0" y="9048"/>
                </a:lnTo>
                <a:lnTo>
                  <a:pt x="35" y="9048"/>
                </a:lnTo>
                <a:moveTo>
                  <a:pt x="35" y="9185"/>
                </a:moveTo>
                <a:lnTo>
                  <a:pt x="35" y="9254"/>
                </a:lnTo>
                <a:lnTo>
                  <a:pt x="0" y="9254"/>
                </a:lnTo>
                <a:lnTo>
                  <a:pt x="0" y="9185"/>
                </a:lnTo>
                <a:lnTo>
                  <a:pt x="35" y="9185"/>
                </a:lnTo>
                <a:moveTo>
                  <a:pt x="35" y="9322"/>
                </a:moveTo>
                <a:lnTo>
                  <a:pt x="35" y="9391"/>
                </a:lnTo>
                <a:lnTo>
                  <a:pt x="0" y="9391"/>
                </a:lnTo>
                <a:lnTo>
                  <a:pt x="0" y="9322"/>
                </a:lnTo>
                <a:lnTo>
                  <a:pt x="35" y="9322"/>
                </a:lnTo>
                <a:moveTo>
                  <a:pt x="35" y="9460"/>
                </a:moveTo>
                <a:lnTo>
                  <a:pt x="35" y="9528"/>
                </a:lnTo>
                <a:lnTo>
                  <a:pt x="0" y="9528"/>
                </a:lnTo>
                <a:lnTo>
                  <a:pt x="0" y="9460"/>
                </a:lnTo>
                <a:lnTo>
                  <a:pt x="35" y="9460"/>
                </a:lnTo>
                <a:moveTo>
                  <a:pt x="35" y="9597"/>
                </a:moveTo>
                <a:lnTo>
                  <a:pt x="35" y="9665"/>
                </a:lnTo>
                <a:lnTo>
                  <a:pt x="0" y="9665"/>
                </a:lnTo>
                <a:lnTo>
                  <a:pt x="0" y="9597"/>
                </a:lnTo>
                <a:lnTo>
                  <a:pt x="35" y="9597"/>
                </a:lnTo>
                <a:moveTo>
                  <a:pt x="35" y="9734"/>
                </a:moveTo>
                <a:lnTo>
                  <a:pt x="35" y="9802"/>
                </a:lnTo>
                <a:lnTo>
                  <a:pt x="0" y="9802"/>
                </a:lnTo>
                <a:lnTo>
                  <a:pt x="0" y="9734"/>
                </a:lnTo>
                <a:lnTo>
                  <a:pt x="35" y="9734"/>
                </a:lnTo>
                <a:moveTo>
                  <a:pt x="35" y="9871"/>
                </a:moveTo>
                <a:lnTo>
                  <a:pt x="35" y="9939"/>
                </a:lnTo>
                <a:lnTo>
                  <a:pt x="0" y="9939"/>
                </a:lnTo>
                <a:lnTo>
                  <a:pt x="0" y="9871"/>
                </a:lnTo>
                <a:lnTo>
                  <a:pt x="35" y="9871"/>
                </a:lnTo>
                <a:moveTo>
                  <a:pt x="35" y="10008"/>
                </a:moveTo>
                <a:lnTo>
                  <a:pt x="35" y="10076"/>
                </a:lnTo>
                <a:lnTo>
                  <a:pt x="0" y="10076"/>
                </a:lnTo>
                <a:lnTo>
                  <a:pt x="0" y="10008"/>
                </a:lnTo>
                <a:lnTo>
                  <a:pt x="35" y="10008"/>
                </a:lnTo>
                <a:moveTo>
                  <a:pt x="35" y="10145"/>
                </a:moveTo>
                <a:lnTo>
                  <a:pt x="35" y="10213"/>
                </a:lnTo>
                <a:lnTo>
                  <a:pt x="0" y="10213"/>
                </a:lnTo>
                <a:lnTo>
                  <a:pt x="0" y="10145"/>
                </a:lnTo>
                <a:lnTo>
                  <a:pt x="35" y="10145"/>
                </a:lnTo>
                <a:moveTo>
                  <a:pt x="35" y="10282"/>
                </a:moveTo>
                <a:lnTo>
                  <a:pt x="35" y="10351"/>
                </a:lnTo>
                <a:lnTo>
                  <a:pt x="0" y="10351"/>
                </a:lnTo>
                <a:lnTo>
                  <a:pt x="0" y="10282"/>
                </a:lnTo>
                <a:lnTo>
                  <a:pt x="35" y="10282"/>
                </a:lnTo>
                <a:moveTo>
                  <a:pt x="35" y="10419"/>
                </a:moveTo>
                <a:lnTo>
                  <a:pt x="35" y="10488"/>
                </a:lnTo>
                <a:lnTo>
                  <a:pt x="0" y="10488"/>
                </a:lnTo>
                <a:lnTo>
                  <a:pt x="0" y="10419"/>
                </a:lnTo>
                <a:lnTo>
                  <a:pt x="35" y="10419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4" name=""/>
          <p:cNvSpPr/>
          <p:nvPr/>
        </p:nvSpPr>
        <p:spPr>
          <a:xfrm>
            <a:off x="786240" y="1765800"/>
            <a:ext cx="4785480" cy="534960"/>
          </a:xfrm>
          <a:custGeom>
            <a:avLst/>
            <a:gdLst/>
            <a:ahLst/>
            <a:rect l="0" t="0" r="r" b="b"/>
            <a:pathLst>
              <a:path w="13293" h="1486">
                <a:moveTo>
                  <a:pt x="0" y="0"/>
                </a:moveTo>
                <a:lnTo>
                  <a:pt x="13293" y="0"/>
                </a:lnTo>
                <a:lnTo>
                  <a:pt x="13293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5" name=""/>
          <p:cNvSpPr/>
          <p:nvPr/>
        </p:nvSpPr>
        <p:spPr>
          <a:xfrm>
            <a:off x="781920" y="1761840"/>
            <a:ext cx="4794120" cy="542880"/>
          </a:xfrm>
          <a:custGeom>
            <a:avLst/>
            <a:gdLst/>
            <a:ahLst/>
            <a:rect l="0" t="0" r="r" b="b"/>
            <a:pathLst>
              <a:path w="13317" h="1508">
                <a:moveTo>
                  <a:pt x="194" y="0"/>
                </a:moveTo>
                <a:lnTo>
                  <a:pt x="309" y="0"/>
                </a:lnTo>
                <a:lnTo>
                  <a:pt x="309" y="22"/>
                </a:lnTo>
                <a:lnTo>
                  <a:pt x="194" y="22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2"/>
                </a:lnTo>
                <a:lnTo>
                  <a:pt x="377" y="22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2"/>
                </a:lnTo>
                <a:lnTo>
                  <a:pt x="560" y="22"/>
                </a:lnTo>
                <a:lnTo>
                  <a:pt x="560" y="0"/>
                </a:lnTo>
                <a:moveTo>
                  <a:pt x="743" y="0"/>
                </a:moveTo>
                <a:lnTo>
                  <a:pt x="857" y="0"/>
                </a:lnTo>
                <a:lnTo>
                  <a:pt x="857" y="22"/>
                </a:lnTo>
                <a:lnTo>
                  <a:pt x="743" y="22"/>
                </a:lnTo>
                <a:lnTo>
                  <a:pt x="743" y="0"/>
                </a:lnTo>
                <a:moveTo>
                  <a:pt x="925" y="0"/>
                </a:moveTo>
                <a:lnTo>
                  <a:pt x="1040" y="0"/>
                </a:lnTo>
                <a:lnTo>
                  <a:pt x="1040" y="22"/>
                </a:lnTo>
                <a:lnTo>
                  <a:pt x="925" y="22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2"/>
                </a:lnTo>
                <a:lnTo>
                  <a:pt x="1108" y="22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2"/>
                </a:lnTo>
                <a:lnTo>
                  <a:pt x="1291" y="22"/>
                </a:lnTo>
                <a:lnTo>
                  <a:pt x="1291" y="0"/>
                </a:lnTo>
                <a:moveTo>
                  <a:pt x="1473" y="0"/>
                </a:moveTo>
                <a:lnTo>
                  <a:pt x="1588" y="0"/>
                </a:lnTo>
                <a:lnTo>
                  <a:pt x="1588" y="22"/>
                </a:lnTo>
                <a:lnTo>
                  <a:pt x="1473" y="22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2"/>
                </a:lnTo>
                <a:lnTo>
                  <a:pt x="1656" y="22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2"/>
                </a:lnTo>
                <a:lnTo>
                  <a:pt x="1839" y="22"/>
                </a:lnTo>
                <a:lnTo>
                  <a:pt x="1839" y="0"/>
                </a:lnTo>
                <a:moveTo>
                  <a:pt x="2022" y="0"/>
                </a:moveTo>
                <a:lnTo>
                  <a:pt x="2136" y="0"/>
                </a:lnTo>
                <a:lnTo>
                  <a:pt x="2136" y="22"/>
                </a:lnTo>
                <a:lnTo>
                  <a:pt x="2022" y="22"/>
                </a:lnTo>
                <a:lnTo>
                  <a:pt x="2022" y="0"/>
                </a:lnTo>
                <a:moveTo>
                  <a:pt x="2204" y="0"/>
                </a:moveTo>
                <a:lnTo>
                  <a:pt x="2319" y="0"/>
                </a:lnTo>
                <a:lnTo>
                  <a:pt x="2319" y="22"/>
                </a:lnTo>
                <a:lnTo>
                  <a:pt x="2204" y="22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2"/>
                </a:lnTo>
                <a:lnTo>
                  <a:pt x="2387" y="22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2"/>
                </a:lnTo>
                <a:lnTo>
                  <a:pt x="2570" y="22"/>
                </a:lnTo>
                <a:lnTo>
                  <a:pt x="2570" y="0"/>
                </a:lnTo>
                <a:moveTo>
                  <a:pt x="2753" y="0"/>
                </a:moveTo>
                <a:lnTo>
                  <a:pt x="2867" y="0"/>
                </a:lnTo>
                <a:lnTo>
                  <a:pt x="2867" y="22"/>
                </a:lnTo>
                <a:lnTo>
                  <a:pt x="2753" y="22"/>
                </a:lnTo>
                <a:lnTo>
                  <a:pt x="2753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2"/>
                </a:lnTo>
                <a:lnTo>
                  <a:pt x="2935" y="22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2"/>
                </a:lnTo>
                <a:lnTo>
                  <a:pt x="3118" y="22"/>
                </a:lnTo>
                <a:lnTo>
                  <a:pt x="3118" y="0"/>
                </a:lnTo>
                <a:moveTo>
                  <a:pt x="3301" y="0"/>
                </a:moveTo>
                <a:lnTo>
                  <a:pt x="3415" y="0"/>
                </a:lnTo>
                <a:lnTo>
                  <a:pt x="3415" y="22"/>
                </a:lnTo>
                <a:lnTo>
                  <a:pt x="3301" y="22"/>
                </a:lnTo>
                <a:lnTo>
                  <a:pt x="3301" y="0"/>
                </a:lnTo>
                <a:moveTo>
                  <a:pt x="3483" y="0"/>
                </a:moveTo>
                <a:lnTo>
                  <a:pt x="3598" y="0"/>
                </a:lnTo>
                <a:lnTo>
                  <a:pt x="3598" y="22"/>
                </a:lnTo>
                <a:lnTo>
                  <a:pt x="3483" y="22"/>
                </a:lnTo>
                <a:lnTo>
                  <a:pt x="3483" y="0"/>
                </a:lnTo>
                <a:moveTo>
                  <a:pt x="3666" y="0"/>
                </a:moveTo>
                <a:lnTo>
                  <a:pt x="3780" y="0"/>
                </a:lnTo>
                <a:lnTo>
                  <a:pt x="3780" y="22"/>
                </a:lnTo>
                <a:lnTo>
                  <a:pt x="3666" y="22"/>
                </a:lnTo>
                <a:lnTo>
                  <a:pt x="3666" y="0"/>
                </a:lnTo>
                <a:moveTo>
                  <a:pt x="3849" y="0"/>
                </a:moveTo>
                <a:lnTo>
                  <a:pt x="3963" y="0"/>
                </a:lnTo>
                <a:lnTo>
                  <a:pt x="3963" y="22"/>
                </a:lnTo>
                <a:lnTo>
                  <a:pt x="3849" y="22"/>
                </a:lnTo>
                <a:lnTo>
                  <a:pt x="3849" y="0"/>
                </a:lnTo>
                <a:moveTo>
                  <a:pt x="4032" y="0"/>
                </a:moveTo>
                <a:lnTo>
                  <a:pt x="4146" y="0"/>
                </a:lnTo>
                <a:lnTo>
                  <a:pt x="4146" y="22"/>
                </a:lnTo>
                <a:lnTo>
                  <a:pt x="4032" y="22"/>
                </a:lnTo>
                <a:lnTo>
                  <a:pt x="4032" y="0"/>
                </a:lnTo>
                <a:moveTo>
                  <a:pt x="4214" y="0"/>
                </a:moveTo>
                <a:lnTo>
                  <a:pt x="4328" y="0"/>
                </a:lnTo>
                <a:lnTo>
                  <a:pt x="4328" y="22"/>
                </a:lnTo>
                <a:lnTo>
                  <a:pt x="4214" y="22"/>
                </a:lnTo>
                <a:lnTo>
                  <a:pt x="4214" y="0"/>
                </a:lnTo>
                <a:moveTo>
                  <a:pt x="4397" y="0"/>
                </a:moveTo>
                <a:lnTo>
                  <a:pt x="4512" y="0"/>
                </a:lnTo>
                <a:lnTo>
                  <a:pt x="4512" y="22"/>
                </a:lnTo>
                <a:lnTo>
                  <a:pt x="4397" y="22"/>
                </a:lnTo>
                <a:lnTo>
                  <a:pt x="4397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2"/>
                </a:lnTo>
                <a:lnTo>
                  <a:pt x="4581" y="22"/>
                </a:lnTo>
                <a:lnTo>
                  <a:pt x="4581" y="0"/>
                </a:lnTo>
                <a:moveTo>
                  <a:pt x="4763" y="0"/>
                </a:moveTo>
                <a:lnTo>
                  <a:pt x="4878" y="0"/>
                </a:lnTo>
                <a:lnTo>
                  <a:pt x="4878" y="22"/>
                </a:lnTo>
                <a:lnTo>
                  <a:pt x="4763" y="22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2"/>
                </a:lnTo>
                <a:lnTo>
                  <a:pt x="4946" y="22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2"/>
                </a:lnTo>
                <a:lnTo>
                  <a:pt x="5129" y="22"/>
                </a:lnTo>
                <a:lnTo>
                  <a:pt x="5129" y="0"/>
                </a:lnTo>
                <a:moveTo>
                  <a:pt x="5312" y="0"/>
                </a:moveTo>
                <a:lnTo>
                  <a:pt x="5426" y="0"/>
                </a:lnTo>
                <a:lnTo>
                  <a:pt x="5426" y="22"/>
                </a:lnTo>
                <a:lnTo>
                  <a:pt x="5312" y="22"/>
                </a:lnTo>
                <a:lnTo>
                  <a:pt x="5312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2"/>
                </a:lnTo>
                <a:lnTo>
                  <a:pt x="5494" y="22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2"/>
                </a:lnTo>
                <a:lnTo>
                  <a:pt x="5677" y="22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2"/>
                </a:lnTo>
                <a:lnTo>
                  <a:pt x="5860" y="22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2"/>
                </a:lnTo>
                <a:lnTo>
                  <a:pt x="6042" y="22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2"/>
                </a:lnTo>
                <a:lnTo>
                  <a:pt x="6225" y="22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2"/>
                </a:lnTo>
                <a:lnTo>
                  <a:pt x="6408" y="22"/>
                </a:lnTo>
                <a:lnTo>
                  <a:pt x="6408" y="0"/>
                </a:lnTo>
                <a:moveTo>
                  <a:pt x="6591" y="0"/>
                </a:moveTo>
                <a:lnTo>
                  <a:pt x="6705" y="0"/>
                </a:lnTo>
                <a:lnTo>
                  <a:pt x="6705" y="22"/>
                </a:lnTo>
                <a:lnTo>
                  <a:pt x="6591" y="22"/>
                </a:lnTo>
                <a:lnTo>
                  <a:pt x="6591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2"/>
                </a:lnTo>
                <a:lnTo>
                  <a:pt x="6773" y="22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2"/>
                </a:lnTo>
                <a:lnTo>
                  <a:pt x="6956" y="22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2"/>
                </a:lnTo>
                <a:lnTo>
                  <a:pt x="7139" y="22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2"/>
                </a:lnTo>
                <a:lnTo>
                  <a:pt x="7321" y="22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2"/>
                </a:lnTo>
                <a:lnTo>
                  <a:pt x="7504" y="22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2"/>
                </a:lnTo>
                <a:lnTo>
                  <a:pt x="7687" y="22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2"/>
                </a:lnTo>
                <a:lnTo>
                  <a:pt x="7870" y="22"/>
                </a:lnTo>
                <a:lnTo>
                  <a:pt x="7870" y="0"/>
                </a:lnTo>
                <a:moveTo>
                  <a:pt x="8052" y="0"/>
                </a:moveTo>
                <a:lnTo>
                  <a:pt x="8167" y="0"/>
                </a:lnTo>
                <a:lnTo>
                  <a:pt x="8167" y="22"/>
                </a:lnTo>
                <a:lnTo>
                  <a:pt x="8052" y="22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2"/>
                </a:lnTo>
                <a:lnTo>
                  <a:pt x="8235" y="22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2"/>
                </a:lnTo>
                <a:lnTo>
                  <a:pt x="8418" y="22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2"/>
                </a:lnTo>
                <a:lnTo>
                  <a:pt x="8600" y="22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2"/>
                </a:lnTo>
                <a:lnTo>
                  <a:pt x="8783" y="22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2"/>
                </a:lnTo>
                <a:lnTo>
                  <a:pt x="8966" y="22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2"/>
                </a:lnTo>
                <a:lnTo>
                  <a:pt x="9149" y="22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2"/>
                </a:lnTo>
                <a:lnTo>
                  <a:pt x="9331" y="22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2"/>
                </a:lnTo>
                <a:lnTo>
                  <a:pt x="9514" y="22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2"/>
                </a:lnTo>
                <a:lnTo>
                  <a:pt x="9697" y="22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2"/>
                </a:lnTo>
                <a:lnTo>
                  <a:pt x="9879" y="22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2"/>
                </a:lnTo>
                <a:lnTo>
                  <a:pt x="10062" y="22"/>
                </a:lnTo>
                <a:lnTo>
                  <a:pt x="10062" y="0"/>
                </a:lnTo>
                <a:moveTo>
                  <a:pt x="10245" y="0"/>
                </a:moveTo>
                <a:lnTo>
                  <a:pt x="10359" y="0"/>
                </a:lnTo>
                <a:lnTo>
                  <a:pt x="10359" y="22"/>
                </a:lnTo>
                <a:lnTo>
                  <a:pt x="10245" y="22"/>
                </a:lnTo>
                <a:lnTo>
                  <a:pt x="10245" y="0"/>
                </a:lnTo>
                <a:moveTo>
                  <a:pt x="10428" y="0"/>
                </a:moveTo>
                <a:lnTo>
                  <a:pt x="10542" y="0"/>
                </a:lnTo>
                <a:lnTo>
                  <a:pt x="10542" y="22"/>
                </a:lnTo>
                <a:lnTo>
                  <a:pt x="10428" y="22"/>
                </a:lnTo>
                <a:lnTo>
                  <a:pt x="10428" y="0"/>
                </a:lnTo>
                <a:moveTo>
                  <a:pt x="10610" y="0"/>
                </a:moveTo>
                <a:lnTo>
                  <a:pt x="10725" y="0"/>
                </a:lnTo>
                <a:lnTo>
                  <a:pt x="10725" y="22"/>
                </a:lnTo>
                <a:lnTo>
                  <a:pt x="10610" y="22"/>
                </a:lnTo>
                <a:lnTo>
                  <a:pt x="10610" y="0"/>
                </a:lnTo>
                <a:moveTo>
                  <a:pt x="10793" y="0"/>
                </a:moveTo>
                <a:lnTo>
                  <a:pt x="10907" y="0"/>
                </a:lnTo>
                <a:lnTo>
                  <a:pt x="10907" y="22"/>
                </a:lnTo>
                <a:lnTo>
                  <a:pt x="10793" y="22"/>
                </a:lnTo>
                <a:lnTo>
                  <a:pt x="10793" y="0"/>
                </a:lnTo>
                <a:moveTo>
                  <a:pt x="10976" y="0"/>
                </a:moveTo>
                <a:lnTo>
                  <a:pt x="11090" y="0"/>
                </a:lnTo>
                <a:lnTo>
                  <a:pt x="11090" y="22"/>
                </a:lnTo>
                <a:lnTo>
                  <a:pt x="10976" y="22"/>
                </a:lnTo>
                <a:lnTo>
                  <a:pt x="10976" y="0"/>
                </a:lnTo>
                <a:moveTo>
                  <a:pt x="11159" y="0"/>
                </a:moveTo>
                <a:lnTo>
                  <a:pt x="11273" y="0"/>
                </a:lnTo>
                <a:lnTo>
                  <a:pt x="11273" y="22"/>
                </a:lnTo>
                <a:lnTo>
                  <a:pt x="11159" y="22"/>
                </a:lnTo>
                <a:lnTo>
                  <a:pt x="11159" y="0"/>
                </a:lnTo>
                <a:moveTo>
                  <a:pt x="11341" y="0"/>
                </a:moveTo>
                <a:lnTo>
                  <a:pt x="11455" y="0"/>
                </a:lnTo>
                <a:lnTo>
                  <a:pt x="11455" y="22"/>
                </a:lnTo>
                <a:lnTo>
                  <a:pt x="11341" y="22"/>
                </a:lnTo>
                <a:lnTo>
                  <a:pt x="11341" y="0"/>
                </a:lnTo>
                <a:moveTo>
                  <a:pt x="11524" y="0"/>
                </a:moveTo>
                <a:lnTo>
                  <a:pt x="11638" y="0"/>
                </a:lnTo>
                <a:lnTo>
                  <a:pt x="11638" y="22"/>
                </a:lnTo>
                <a:lnTo>
                  <a:pt x="11524" y="22"/>
                </a:lnTo>
                <a:lnTo>
                  <a:pt x="11524" y="0"/>
                </a:lnTo>
                <a:moveTo>
                  <a:pt x="11707" y="0"/>
                </a:moveTo>
                <a:lnTo>
                  <a:pt x="11821" y="0"/>
                </a:lnTo>
                <a:lnTo>
                  <a:pt x="11821" y="22"/>
                </a:lnTo>
                <a:lnTo>
                  <a:pt x="11707" y="22"/>
                </a:lnTo>
                <a:lnTo>
                  <a:pt x="11707" y="0"/>
                </a:lnTo>
                <a:moveTo>
                  <a:pt x="11889" y="0"/>
                </a:moveTo>
                <a:lnTo>
                  <a:pt x="12004" y="0"/>
                </a:lnTo>
                <a:lnTo>
                  <a:pt x="12004" y="22"/>
                </a:lnTo>
                <a:lnTo>
                  <a:pt x="11889" y="22"/>
                </a:lnTo>
                <a:lnTo>
                  <a:pt x="11889" y="0"/>
                </a:lnTo>
                <a:moveTo>
                  <a:pt x="12072" y="0"/>
                </a:moveTo>
                <a:lnTo>
                  <a:pt x="12186" y="0"/>
                </a:lnTo>
                <a:lnTo>
                  <a:pt x="12186" y="22"/>
                </a:lnTo>
                <a:lnTo>
                  <a:pt x="12072" y="22"/>
                </a:lnTo>
                <a:lnTo>
                  <a:pt x="12072" y="0"/>
                </a:lnTo>
                <a:moveTo>
                  <a:pt x="12255" y="0"/>
                </a:moveTo>
                <a:lnTo>
                  <a:pt x="12369" y="0"/>
                </a:lnTo>
                <a:lnTo>
                  <a:pt x="12369" y="22"/>
                </a:lnTo>
                <a:lnTo>
                  <a:pt x="12255" y="22"/>
                </a:lnTo>
                <a:lnTo>
                  <a:pt x="12255" y="0"/>
                </a:lnTo>
                <a:moveTo>
                  <a:pt x="12438" y="0"/>
                </a:moveTo>
                <a:lnTo>
                  <a:pt x="12552" y="0"/>
                </a:lnTo>
                <a:lnTo>
                  <a:pt x="12552" y="22"/>
                </a:lnTo>
                <a:lnTo>
                  <a:pt x="12438" y="22"/>
                </a:lnTo>
                <a:lnTo>
                  <a:pt x="12438" y="0"/>
                </a:lnTo>
                <a:moveTo>
                  <a:pt x="12620" y="0"/>
                </a:moveTo>
                <a:lnTo>
                  <a:pt x="12734" y="0"/>
                </a:lnTo>
                <a:lnTo>
                  <a:pt x="12734" y="22"/>
                </a:lnTo>
                <a:lnTo>
                  <a:pt x="12620" y="22"/>
                </a:lnTo>
                <a:lnTo>
                  <a:pt x="12620" y="0"/>
                </a:lnTo>
                <a:moveTo>
                  <a:pt x="12803" y="0"/>
                </a:moveTo>
                <a:lnTo>
                  <a:pt x="12917" y="0"/>
                </a:lnTo>
                <a:lnTo>
                  <a:pt x="12917" y="22"/>
                </a:lnTo>
                <a:lnTo>
                  <a:pt x="12803" y="22"/>
                </a:lnTo>
                <a:lnTo>
                  <a:pt x="12803" y="0"/>
                </a:lnTo>
                <a:moveTo>
                  <a:pt x="12986" y="0"/>
                </a:moveTo>
                <a:lnTo>
                  <a:pt x="13100" y="0"/>
                </a:lnTo>
                <a:lnTo>
                  <a:pt x="13100" y="22"/>
                </a:lnTo>
                <a:lnTo>
                  <a:pt x="12986" y="22"/>
                </a:lnTo>
                <a:lnTo>
                  <a:pt x="12986" y="0"/>
                </a:lnTo>
                <a:moveTo>
                  <a:pt x="13168" y="0"/>
                </a:moveTo>
                <a:lnTo>
                  <a:pt x="13283" y="0"/>
                </a:lnTo>
                <a:lnTo>
                  <a:pt x="13283" y="22"/>
                </a:lnTo>
                <a:lnTo>
                  <a:pt x="13168" y="22"/>
                </a:lnTo>
                <a:lnTo>
                  <a:pt x="13168" y="0"/>
                </a:lnTo>
                <a:moveTo>
                  <a:pt x="13317" y="57"/>
                </a:moveTo>
                <a:lnTo>
                  <a:pt x="13317" y="171"/>
                </a:lnTo>
                <a:lnTo>
                  <a:pt x="13294" y="171"/>
                </a:lnTo>
                <a:lnTo>
                  <a:pt x="13294" y="57"/>
                </a:lnTo>
                <a:lnTo>
                  <a:pt x="13317" y="57"/>
                </a:lnTo>
                <a:moveTo>
                  <a:pt x="13317" y="239"/>
                </a:moveTo>
                <a:lnTo>
                  <a:pt x="13317" y="354"/>
                </a:lnTo>
                <a:lnTo>
                  <a:pt x="13294" y="354"/>
                </a:lnTo>
                <a:lnTo>
                  <a:pt x="13294" y="239"/>
                </a:lnTo>
                <a:lnTo>
                  <a:pt x="13317" y="239"/>
                </a:lnTo>
                <a:moveTo>
                  <a:pt x="13317" y="423"/>
                </a:moveTo>
                <a:lnTo>
                  <a:pt x="13317" y="537"/>
                </a:lnTo>
                <a:lnTo>
                  <a:pt x="13294" y="537"/>
                </a:lnTo>
                <a:lnTo>
                  <a:pt x="13294" y="423"/>
                </a:lnTo>
                <a:lnTo>
                  <a:pt x="13317" y="423"/>
                </a:lnTo>
                <a:moveTo>
                  <a:pt x="13317" y="606"/>
                </a:moveTo>
                <a:lnTo>
                  <a:pt x="13317" y="720"/>
                </a:lnTo>
                <a:lnTo>
                  <a:pt x="13294" y="720"/>
                </a:lnTo>
                <a:lnTo>
                  <a:pt x="13294" y="606"/>
                </a:lnTo>
                <a:lnTo>
                  <a:pt x="13317" y="606"/>
                </a:lnTo>
                <a:moveTo>
                  <a:pt x="13317" y="789"/>
                </a:moveTo>
                <a:lnTo>
                  <a:pt x="13317" y="903"/>
                </a:lnTo>
                <a:lnTo>
                  <a:pt x="13294" y="903"/>
                </a:lnTo>
                <a:lnTo>
                  <a:pt x="13294" y="789"/>
                </a:lnTo>
                <a:lnTo>
                  <a:pt x="13317" y="789"/>
                </a:lnTo>
                <a:moveTo>
                  <a:pt x="13317" y="972"/>
                </a:moveTo>
                <a:lnTo>
                  <a:pt x="13317" y="1086"/>
                </a:lnTo>
                <a:lnTo>
                  <a:pt x="13294" y="1086"/>
                </a:lnTo>
                <a:lnTo>
                  <a:pt x="13294" y="972"/>
                </a:lnTo>
                <a:lnTo>
                  <a:pt x="13317" y="972"/>
                </a:lnTo>
                <a:moveTo>
                  <a:pt x="13317" y="1154"/>
                </a:moveTo>
                <a:lnTo>
                  <a:pt x="13317" y="1269"/>
                </a:lnTo>
                <a:lnTo>
                  <a:pt x="13294" y="1269"/>
                </a:lnTo>
                <a:lnTo>
                  <a:pt x="13294" y="1154"/>
                </a:lnTo>
                <a:lnTo>
                  <a:pt x="13317" y="1154"/>
                </a:lnTo>
                <a:moveTo>
                  <a:pt x="13317" y="1337"/>
                </a:moveTo>
                <a:lnTo>
                  <a:pt x="13317" y="1451"/>
                </a:lnTo>
                <a:lnTo>
                  <a:pt x="13294" y="1451"/>
                </a:lnTo>
                <a:lnTo>
                  <a:pt x="13294" y="1337"/>
                </a:lnTo>
                <a:lnTo>
                  <a:pt x="13317" y="1337"/>
                </a:lnTo>
                <a:moveTo>
                  <a:pt x="13283" y="1508"/>
                </a:moveTo>
                <a:lnTo>
                  <a:pt x="13168" y="1508"/>
                </a:lnTo>
                <a:lnTo>
                  <a:pt x="13168" y="1486"/>
                </a:lnTo>
                <a:lnTo>
                  <a:pt x="13283" y="1486"/>
                </a:lnTo>
                <a:lnTo>
                  <a:pt x="13283" y="1508"/>
                </a:lnTo>
                <a:moveTo>
                  <a:pt x="13100" y="1508"/>
                </a:moveTo>
                <a:lnTo>
                  <a:pt x="12986" y="1508"/>
                </a:lnTo>
                <a:lnTo>
                  <a:pt x="12986" y="1486"/>
                </a:lnTo>
                <a:lnTo>
                  <a:pt x="13100" y="1486"/>
                </a:lnTo>
                <a:lnTo>
                  <a:pt x="13100" y="1508"/>
                </a:lnTo>
                <a:moveTo>
                  <a:pt x="12917" y="1508"/>
                </a:moveTo>
                <a:lnTo>
                  <a:pt x="12803" y="1508"/>
                </a:lnTo>
                <a:lnTo>
                  <a:pt x="12803" y="1486"/>
                </a:lnTo>
                <a:lnTo>
                  <a:pt x="12917" y="1486"/>
                </a:lnTo>
                <a:lnTo>
                  <a:pt x="12917" y="1508"/>
                </a:lnTo>
                <a:moveTo>
                  <a:pt x="12734" y="1508"/>
                </a:moveTo>
                <a:lnTo>
                  <a:pt x="12620" y="1508"/>
                </a:lnTo>
                <a:lnTo>
                  <a:pt x="12620" y="1486"/>
                </a:lnTo>
                <a:lnTo>
                  <a:pt x="12734" y="1486"/>
                </a:lnTo>
                <a:lnTo>
                  <a:pt x="12734" y="1508"/>
                </a:lnTo>
                <a:moveTo>
                  <a:pt x="12552" y="1508"/>
                </a:moveTo>
                <a:lnTo>
                  <a:pt x="12438" y="1508"/>
                </a:lnTo>
                <a:lnTo>
                  <a:pt x="12438" y="1486"/>
                </a:lnTo>
                <a:lnTo>
                  <a:pt x="12552" y="1486"/>
                </a:lnTo>
                <a:lnTo>
                  <a:pt x="12552" y="1508"/>
                </a:lnTo>
                <a:moveTo>
                  <a:pt x="12369" y="1508"/>
                </a:moveTo>
                <a:lnTo>
                  <a:pt x="12255" y="1508"/>
                </a:lnTo>
                <a:lnTo>
                  <a:pt x="12255" y="1486"/>
                </a:lnTo>
                <a:lnTo>
                  <a:pt x="12369" y="1486"/>
                </a:lnTo>
                <a:lnTo>
                  <a:pt x="12369" y="1508"/>
                </a:lnTo>
                <a:moveTo>
                  <a:pt x="12186" y="1508"/>
                </a:moveTo>
                <a:lnTo>
                  <a:pt x="12072" y="1508"/>
                </a:lnTo>
                <a:lnTo>
                  <a:pt x="12072" y="1486"/>
                </a:lnTo>
                <a:lnTo>
                  <a:pt x="12186" y="1486"/>
                </a:lnTo>
                <a:lnTo>
                  <a:pt x="12186" y="1508"/>
                </a:lnTo>
                <a:moveTo>
                  <a:pt x="12004" y="1508"/>
                </a:moveTo>
                <a:lnTo>
                  <a:pt x="11889" y="1508"/>
                </a:lnTo>
                <a:lnTo>
                  <a:pt x="11889" y="1486"/>
                </a:lnTo>
                <a:lnTo>
                  <a:pt x="12004" y="1486"/>
                </a:lnTo>
                <a:lnTo>
                  <a:pt x="12004" y="1508"/>
                </a:lnTo>
                <a:moveTo>
                  <a:pt x="11821" y="1508"/>
                </a:moveTo>
                <a:lnTo>
                  <a:pt x="11707" y="1508"/>
                </a:lnTo>
                <a:lnTo>
                  <a:pt x="11707" y="1486"/>
                </a:lnTo>
                <a:lnTo>
                  <a:pt x="11821" y="1486"/>
                </a:lnTo>
                <a:lnTo>
                  <a:pt x="11821" y="1508"/>
                </a:lnTo>
                <a:moveTo>
                  <a:pt x="11638" y="1508"/>
                </a:moveTo>
                <a:lnTo>
                  <a:pt x="11524" y="1508"/>
                </a:lnTo>
                <a:lnTo>
                  <a:pt x="11524" y="1486"/>
                </a:lnTo>
                <a:lnTo>
                  <a:pt x="11638" y="1486"/>
                </a:lnTo>
                <a:lnTo>
                  <a:pt x="11638" y="1508"/>
                </a:lnTo>
                <a:moveTo>
                  <a:pt x="11455" y="1508"/>
                </a:moveTo>
                <a:lnTo>
                  <a:pt x="11341" y="1508"/>
                </a:lnTo>
                <a:lnTo>
                  <a:pt x="11341" y="1486"/>
                </a:lnTo>
                <a:lnTo>
                  <a:pt x="11455" y="1486"/>
                </a:lnTo>
                <a:lnTo>
                  <a:pt x="11455" y="1508"/>
                </a:lnTo>
                <a:moveTo>
                  <a:pt x="11273" y="1508"/>
                </a:moveTo>
                <a:lnTo>
                  <a:pt x="11159" y="1508"/>
                </a:lnTo>
                <a:lnTo>
                  <a:pt x="11159" y="1486"/>
                </a:lnTo>
                <a:lnTo>
                  <a:pt x="11273" y="1486"/>
                </a:lnTo>
                <a:lnTo>
                  <a:pt x="11273" y="1508"/>
                </a:lnTo>
                <a:moveTo>
                  <a:pt x="11090" y="1508"/>
                </a:moveTo>
                <a:lnTo>
                  <a:pt x="10976" y="1508"/>
                </a:lnTo>
                <a:lnTo>
                  <a:pt x="10976" y="1486"/>
                </a:lnTo>
                <a:lnTo>
                  <a:pt x="11090" y="1486"/>
                </a:lnTo>
                <a:lnTo>
                  <a:pt x="11090" y="1508"/>
                </a:lnTo>
                <a:moveTo>
                  <a:pt x="10907" y="1508"/>
                </a:moveTo>
                <a:lnTo>
                  <a:pt x="10793" y="1508"/>
                </a:lnTo>
                <a:lnTo>
                  <a:pt x="10793" y="1486"/>
                </a:lnTo>
                <a:lnTo>
                  <a:pt x="10907" y="1486"/>
                </a:lnTo>
                <a:lnTo>
                  <a:pt x="10907" y="1508"/>
                </a:lnTo>
                <a:moveTo>
                  <a:pt x="10725" y="1508"/>
                </a:moveTo>
                <a:lnTo>
                  <a:pt x="10610" y="1508"/>
                </a:lnTo>
                <a:lnTo>
                  <a:pt x="10610" y="1486"/>
                </a:lnTo>
                <a:lnTo>
                  <a:pt x="10725" y="1486"/>
                </a:lnTo>
                <a:lnTo>
                  <a:pt x="10725" y="1508"/>
                </a:lnTo>
                <a:moveTo>
                  <a:pt x="10542" y="1508"/>
                </a:moveTo>
                <a:lnTo>
                  <a:pt x="10428" y="1508"/>
                </a:lnTo>
                <a:lnTo>
                  <a:pt x="10428" y="1486"/>
                </a:lnTo>
                <a:lnTo>
                  <a:pt x="10542" y="1486"/>
                </a:lnTo>
                <a:lnTo>
                  <a:pt x="10542" y="1508"/>
                </a:lnTo>
                <a:moveTo>
                  <a:pt x="10359" y="1508"/>
                </a:moveTo>
                <a:lnTo>
                  <a:pt x="10245" y="1508"/>
                </a:lnTo>
                <a:lnTo>
                  <a:pt x="10245" y="1486"/>
                </a:lnTo>
                <a:lnTo>
                  <a:pt x="10359" y="1486"/>
                </a:lnTo>
                <a:lnTo>
                  <a:pt x="10359" y="1508"/>
                </a:lnTo>
                <a:moveTo>
                  <a:pt x="10176" y="1508"/>
                </a:moveTo>
                <a:lnTo>
                  <a:pt x="10062" y="1508"/>
                </a:lnTo>
                <a:lnTo>
                  <a:pt x="10062" y="1486"/>
                </a:lnTo>
                <a:lnTo>
                  <a:pt x="10176" y="1486"/>
                </a:lnTo>
                <a:lnTo>
                  <a:pt x="10176" y="1508"/>
                </a:lnTo>
                <a:moveTo>
                  <a:pt x="9994" y="1508"/>
                </a:moveTo>
                <a:lnTo>
                  <a:pt x="9879" y="1508"/>
                </a:lnTo>
                <a:lnTo>
                  <a:pt x="9879" y="1486"/>
                </a:lnTo>
                <a:lnTo>
                  <a:pt x="9994" y="1486"/>
                </a:lnTo>
                <a:lnTo>
                  <a:pt x="9994" y="1508"/>
                </a:lnTo>
                <a:moveTo>
                  <a:pt x="9811" y="1508"/>
                </a:moveTo>
                <a:lnTo>
                  <a:pt x="9697" y="1508"/>
                </a:lnTo>
                <a:lnTo>
                  <a:pt x="9697" y="1486"/>
                </a:lnTo>
                <a:lnTo>
                  <a:pt x="9811" y="1486"/>
                </a:lnTo>
                <a:lnTo>
                  <a:pt x="9811" y="1508"/>
                </a:lnTo>
                <a:moveTo>
                  <a:pt x="9628" y="1508"/>
                </a:moveTo>
                <a:lnTo>
                  <a:pt x="9514" y="1508"/>
                </a:lnTo>
                <a:lnTo>
                  <a:pt x="9514" y="1486"/>
                </a:lnTo>
                <a:lnTo>
                  <a:pt x="9628" y="1486"/>
                </a:lnTo>
                <a:lnTo>
                  <a:pt x="9628" y="1508"/>
                </a:lnTo>
                <a:moveTo>
                  <a:pt x="9446" y="1508"/>
                </a:moveTo>
                <a:lnTo>
                  <a:pt x="9331" y="1508"/>
                </a:lnTo>
                <a:lnTo>
                  <a:pt x="9331" y="1486"/>
                </a:lnTo>
                <a:lnTo>
                  <a:pt x="9446" y="1486"/>
                </a:lnTo>
                <a:lnTo>
                  <a:pt x="9446" y="1508"/>
                </a:lnTo>
                <a:moveTo>
                  <a:pt x="9263" y="1508"/>
                </a:moveTo>
                <a:lnTo>
                  <a:pt x="9149" y="1508"/>
                </a:lnTo>
                <a:lnTo>
                  <a:pt x="9149" y="1486"/>
                </a:lnTo>
                <a:lnTo>
                  <a:pt x="9263" y="1486"/>
                </a:lnTo>
                <a:lnTo>
                  <a:pt x="9263" y="1508"/>
                </a:lnTo>
                <a:moveTo>
                  <a:pt x="9080" y="1508"/>
                </a:moveTo>
                <a:lnTo>
                  <a:pt x="8966" y="1508"/>
                </a:lnTo>
                <a:lnTo>
                  <a:pt x="8966" y="1486"/>
                </a:lnTo>
                <a:lnTo>
                  <a:pt x="9080" y="1486"/>
                </a:lnTo>
                <a:lnTo>
                  <a:pt x="9080" y="1508"/>
                </a:lnTo>
                <a:moveTo>
                  <a:pt x="8897" y="1508"/>
                </a:moveTo>
                <a:lnTo>
                  <a:pt x="8783" y="1508"/>
                </a:lnTo>
                <a:lnTo>
                  <a:pt x="8783" y="1486"/>
                </a:lnTo>
                <a:lnTo>
                  <a:pt x="8897" y="1486"/>
                </a:lnTo>
                <a:lnTo>
                  <a:pt x="8897" y="1508"/>
                </a:lnTo>
                <a:moveTo>
                  <a:pt x="8715" y="1508"/>
                </a:moveTo>
                <a:lnTo>
                  <a:pt x="8600" y="1508"/>
                </a:lnTo>
                <a:lnTo>
                  <a:pt x="8600" y="1486"/>
                </a:lnTo>
                <a:lnTo>
                  <a:pt x="8715" y="1486"/>
                </a:lnTo>
                <a:lnTo>
                  <a:pt x="8715" y="1508"/>
                </a:lnTo>
                <a:moveTo>
                  <a:pt x="8532" y="1508"/>
                </a:moveTo>
                <a:lnTo>
                  <a:pt x="8418" y="1508"/>
                </a:lnTo>
                <a:lnTo>
                  <a:pt x="8418" y="1486"/>
                </a:lnTo>
                <a:lnTo>
                  <a:pt x="8532" y="1486"/>
                </a:lnTo>
                <a:lnTo>
                  <a:pt x="8532" y="1508"/>
                </a:lnTo>
                <a:moveTo>
                  <a:pt x="8349" y="1508"/>
                </a:moveTo>
                <a:lnTo>
                  <a:pt x="8235" y="1508"/>
                </a:lnTo>
                <a:lnTo>
                  <a:pt x="8235" y="1486"/>
                </a:lnTo>
                <a:lnTo>
                  <a:pt x="8349" y="1486"/>
                </a:lnTo>
                <a:lnTo>
                  <a:pt x="8349" y="1508"/>
                </a:lnTo>
                <a:moveTo>
                  <a:pt x="8167" y="1508"/>
                </a:moveTo>
                <a:lnTo>
                  <a:pt x="8052" y="1508"/>
                </a:lnTo>
                <a:lnTo>
                  <a:pt x="8052" y="1486"/>
                </a:lnTo>
                <a:lnTo>
                  <a:pt x="8167" y="1486"/>
                </a:lnTo>
                <a:lnTo>
                  <a:pt x="8167" y="1508"/>
                </a:lnTo>
                <a:moveTo>
                  <a:pt x="7984" y="1508"/>
                </a:moveTo>
                <a:lnTo>
                  <a:pt x="7870" y="1508"/>
                </a:lnTo>
                <a:lnTo>
                  <a:pt x="7870" y="1486"/>
                </a:lnTo>
                <a:lnTo>
                  <a:pt x="7984" y="1486"/>
                </a:lnTo>
                <a:lnTo>
                  <a:pt x="7984" y="1508"/>
                </a:lnTo>
                <a:moveTo>
                  <a:pt x="7801" y="1508"/>
                </a:moveTo>
                <a:lnTo>
                  <a:pt x="7687" y="1508"/>
                </a:lnTo>
                <a:lnTo>
                  <a:pt x="7687" y="1486"/>
                </a:lnTo>
                <a:lnTo>
                  <a:pt x="7801" y="1486"/>
                </a:lnTo>
                <a:lnTo>
                  <a:pt x="7801" y="1508"/>
                </a:lnTo>
                <a:moveTo>
                  <a:pt x="7618" y="1508"/>
                </a:moveTo>
                <a:lnTo>
                  <a:pt x="7504" y="1508"/>
                </a:lnTo>
                <a:lnTo>
                  <a:pt x="7504" y="1486"/>
                </a:lnTo>
                <a:lnTo>
                  <a:pt x="7618" y="1486"/>
                </a:lnTo>
                <a:lnTo>
                  <a:pt x="7618" y="1508"/>
                </a:lnTo>
                <a:moveTo>
                  <a:pt x="7436" y="1508"/>
                </a:moveTo>
                <a:lnTo>
                  <a:pt x="7321" y="1508"/>
                </a:lnTo>
                <a:lnTo>
                  <a:pt x="7321" y="1486"/>
                </a:lnTo>
                <a:lnTo>
                  <a:pt x="7436" y="1486"/>
                </a:lnTo>
                <a:lnTo>
                  <a:pt x="7436" y="1508"/>
                </a:lnTo>
                <a:moveTo>
                  <a:pt x="7253" y="1508"/>
                </a:moveTo>
                <a:lnTo>
                  <a:pt x="7139" y="1508"/>
                </a:lnTo>
                <a:lnTo>
                  <a:pt x="7139" y="1486"/>
                </a:lnTo>
                <a:lnTo>
                  <a:pt x="7253" y="1486"/>
                </a:lnTo>
                <a:lnTo>
                  <a:pt x="7253" y="1508"/>
                </a:lnTo>
                <a:moveTo>
                  <a:pt x="7070" y="1508"/>
                </a:moveTo>
                <a:lnTo>
                  <a:pt x="6956" y="1508"/>
                </a:lnTo>
                <a:lnTo>
                  <a:pt x="6956" y="1486"/>
                </a:lnTo>
                <a:lnTo>
                  <a:pt x="7070" y="1486"/>
                </a:lnTo>
                <a:lnTo>
                  <a:pt x="7070" y="1508"/>
                </a:lnTo>
                <a:moveTo>
                  <a:pt x="6887" y="1508"/>
                </a:moveTo>
                <a:lnTo>
                  <a:pt x="6773" y="1508"/>
                </a:lnTo>
                <a:lnTo>
                  <a:pt x="6773" y="1486"/>
                </a:lnTo>
                <a:lnTo>
                  <a:pt x="6887" y="1486"/>
                </a:lnTo>
                <a:lnTo>
                  <a:pt x="6887" y="1508"/>
                </a:lnTo>
                <a:moveTo>
                  <a:pt x="6705" y="1508"/>
                </a:moveTo>
                <a:lnTo>
                  <a:pt x="6591" y="1508"/>
                </a:lnTo>
                <a:lnTo>
                  <a:pt x="6591" y="1486"/>
                </a:lnTo>
                <a:lnTo>
                  <a:pt x="6705" y="1486"/>
                </a:lnTo>
                <a:lnTo>
                  <a:pt x="6705" y="1508"/>
                </a:lnTo>
                <a:moveTo>
                  <a:pt x="6522" y="1508"/>
                </a:moveTo>
                <a:lnTo>
                  <a:pt x="6408" y="1508"/>
                </a:lnTo>
                <a:lnTo>
                  <a:pt x="6408" y="1486"/>
                </a:lnTo>
                <a:lnTo>
                  <a:pt x="6522" y="1486"/>
                </a:lnTo>
                <a:lnTo>
                  <a:pt x="6522" y="1508"/>
                </a:lnTo>
                <a:moveTo>
                  <a:pt x="6339" y="1508"/>
                </a:moveTo>
                <a:lnTo>
                  <a:pt x="6225" y="1508"/>
                </a:lnTo>
                <a:lnTo>
                  <a:pt x="6225" y="1486"/>
                </a:lnTo>
                <a:lnTo>
                  <a:pt x="6339" y="1486"/>
                </a:lnTo>
                <a:lnTo>
                  <a:pt x="6339" y="1508"/>
                </a:lnTo>
                <a:moveTo>
                  <a:pt x="6157" y="1508"/>
                </a:moveTo>
                <a:lnTo>
                  <a:pt x="6042" y="1508"/>
                </a:lnTo>
                <a:lnTo>
                  <a:pt x="6042" y="1486"/>
                </a:lnTo>
                <a:lnTo>
                  <a:pt x="6157" y="1486"/>
                </a:lnTo>
                <a:lnTo>
                  <a:pt x="6157" y="1508"/>
                </a:lnTo>
                <a:moveTo>
                  <a:pt x="5974" y="1508"/>
                </a:moveTo>
                <a:lnTo>
                  <a:pt x="5860" y="1508"/>
                </a:lnTo>
                <a:lnTo>
                  <a:pt x="5860" y="1486"/>
                </a:lnTo>
                <a:lnTo>
                  <a:pt x="5974" y="1486"/>
                </a:lnTo>
                <a:lnTo>
                  <a:pt x="5974" y="1508"/>
                </a:lnTo>
                <a:moveTo>
                  <a:pt x="5791" y="1508"/>
                </a:moveTo>
                <a:lnTo>
                  <a:pt x="5677" y="1508"/>
                </a:lnTo>
                <a:lnTo>
                  <a:pt x="5677" y="1486"/>
                </a:lnTo>
                <a:lnTo>
                  <a:pt x="5791" y="1486"/>
                </a:lnTo>
                <a:lnTo>
                  <a:pt x="5791" y="1508"/>
                </a:lnTo>
                <a:moveTo>
                  <a:pt x="5608" y="1508"/>
                </a:moveTo>
                <a:lnTo>
                  <a:pt x="5494" y="1508"/>
                </a:lnTo>
                <a:lnTo>
                  <a:pt x="5494" y="1486"/>
                </a:lnTo>
                <a:lnTo>
                  <a:pt x="5608" y="1486"/>
                </a:lnTo>
                <a:lnTo>
                  <a:pt x="5608" y="1508"/>
                </a:lnTo>
                <a:moveTo>
                  <a:pt x="5426" y="1508"/>
                </a:moveTo>
                <a:lnTo>
                  <a:pt x="5312" y="1508"/>
                </a:lnTo>
                <a:lnTo>
                  <a:pt x="5312" y="1486"/>
                </a:lnTo>
                <a:lnTo>
                  <a:pt x="5426" y="1486"/>
                </a:lnTo>
                <a:lnTo>
                  <a:pt x="5426" y="1508"/>
                </a:lnTo>
                <a:moveTo>
                  <a:pt x="5243" y="1508"/>
                </a:moveTo>
                <a:lnTo>
                  <a:pt x="5129" y="1508"/>
                </a:lnTo>
                <a:lnTo>
                  <a:pt x="5129" y="1486"/>
                </a:lnTo>
                <a:lnTo>
                  <a:pt x="5243" y="1486"/>
                </a:lnTo>
                <a:lnTo>
                  <a:pt x="5243" y="1508"/>
                </a:lnTo>
                <a:moveTo>
                  <a:pt x="5060" y="1508"/>
                </a:moveTo>
                <a:lnTo>
                  <a:pt x="4946" y="1508"/>
                </a:lnTo>
                <a:lnTo>
                  <a:pt x="4946" y="1486"/>
                </a:lnTo>
                <a:lnTo>
                  <a:pt x="5060" y="1486"/>
                </a:lnTo>
                <a:lnTo>
                  <a:pt x="5060" y="1508"/>
                </a:lnTo>
                <a:moveTo>
                  <a:pt x="4878" y="1508"/>
                </a:moveTo>
                <a:lnTo>
                  <a:pt x="4763" y="1508"/>
                </a:lnTo>
                <a:lnTo>
                  <a:pt x="4763" y="1486"/>
                </a:lnTo>
                <a:lnTo>
                  <a:pt x="4878" y="1486"/>
                </a:lnTo>
                <a:lnTo>
                  <a:pt x="4878" y="1508"/>
                </a:lnTo>
                <a:moveTo>
                  <a:pt x="4695" y="1508"/>
                </a:moveTo>
                <a:lnTo>
                  <a:pt x="4581" y="1508"/>
                </a:lnTo>
                <a:lnTo>
                  <a:pt x="4581" y="1486"/>
                </a:lnTo>
                <a:lnTo>
                  <a:pt x="4695" y="1486"/>
                </a:lnTo>
                <a:lnTo>
                  <a:pt x="4695" y="1508"/>
                </a:lnTo>
                <a:moveTo>
                  <a:pt x="4512" y="1508"/>
                </a:moveTo>
                <a:lnTo>
                  <a:pt x="4397" y="1508"/>
                </a:lnTo>
                <a:lnTo>
                  <a:pt x="4397" y="1486"/>
                </a:lnTo>
                <a:lnTo>
                  <a:pt x="4512" y="1486"/>
                </a:lnTo>
                <a:lnTo>
                  <a:pt x="4512" y="1508"/>
                </a:lnTo>
                <a:moveTo>
                  <a:pt x="4328" y="1508"/>
                </a:moveTo>
                <a:lnTo>
                  <a:pt x="4214" y="1508"/>
                </a:lnTo>
                <a:lnTo>
                  <a:pt x="4214" y="1486"/>
                </a:lnTo>
                <a:lnTo>
                  <a:pt x="4328" y="1486"/>
                </a:lnTo>
                <a:lnTo>
                  <a:pt x="4328" y="1508"/>
                </a:lnTo>
                <a:moveTo>
                  <a:pt x="4146" y="1508"/>
                </a:moveTo>
                <a:lnTo>
                  <a:pt x="4032" y="1508"/>
                </a:lnTo>
                <a:lnTo>
                  <a:pt x="4032" y="1486"/>
                </a:lnTo>
                <a:lnTo>
                  <a:pt x="4146" y="1486"/>
                </a:lnTo>
                <a:lnTo>
                  <a:pt x="4146" y="1508"/>
                </a:lnTo>
                <a:moveTo>
                  <a:pt x="3963" y="1508"/>
                </a:moveTo>
                <a:lnTo>
                  <a:pt x="3849" y="1508"/>
                </a:lnTo>
                <a:lnTo>
                  <a:pt x="3849" y="1486"/>
                </a:lnTo>
                <a:lnTo>
                  <a:pt x="3963" y="1486"/>
                </a:lnTo>
                <a:lnTo>
                  <a:pt x="3963" y="1508"/>
                </a:lnTo>
                <a:moveTo>
                  <a:pt x="3780" y="1508"/>
                </a:moveTo>
                <a:lnTo>
                  <a:pt x="3666" y="1508"/>
                </a:lnTo>
                <a:lnTo>
                  <a:pt x="3666" y="1486"/>
                </a:lnTo>
                <a:lnTo>
                  <a:pt x="3780" y="1486"/>
                </a:lnTo>
                <a:lnTo>
                  <a:pt x="3780" y="1508"/>
                </a:lnTo>
                <a:moveTo>
                  <a:pt x="3598" y="1508"/>
                </a:moveTo>
                <a:lnTo>
                  <a:pt x="3483" y="1508"/>
                </a:lnTo>
                <a:lnTo>
                  <a:pt x="3483" y="1486"/>
                </a:lnTo>
                <a:lnTo>
                  <a:pt x="3598" y="1486"/>
                </a:lnTo>
                <a:lnTo>
                  <a:pt x="3598" y="1508"/>
                </a:lnTo>
                <a:moveTo>
                  <a:pt x="3415" y="1508"/>
                </a:moveTo>
                <a:lnTo>
                  <a:pt x="3301" y="1508"/>
                </a:lnTo>
                <a:lnTo>
                  <a:pt x="3301" y="1486"/>
                </a:lnTo>
                <a:lnTo>
                  <a:pt x="3415" y="1486"/>
                </a:lnTo>
                <a:lnTo>
                  <a:pt x="3415" y="1508"/>
                </a:lnTo>
                <a:moveTo>
                  <a:pt x="3232" y="1508"/>
                </a:moveTo>
                <a:lnTo>
                  <a:pt x="3118" y="1508"/>
                </a:lnTo>
                <a:lnTo>
                  <a:pt x="3118" y="1486"/>
                </a:lnTo>
                <a:lnTo>
                  <a:pt x="3232" y="1486"/>
                </a:lnTo>
                <a:lnTo>
                  <a:pt x="3232" y="1508"/>
                </a:lnTo>
                <a:moveTo>
                  <a:pt x="3049" y="1508"/>
                </a:moveTo>
                <a:lnTo>
                  <a:pt x="2935" y="1508"/>
                </a:lnTo>
                <a:lnTo>
                  <a:pt x="2935" y="1486"/>
                </a:lnTo>
                <a:lnTo>
                  <a:pt x="3049" y="1486"/>
                </a:lnTo>
                <a:lnTo>
                  <a:pt x="3049" y="1508"/>
                </a:lnTo>
                <a:moveTo>
                  <a:pt x="2867" y="1508"/>
                </a:moveTo>
                <a:lnTo>
                  <a:pt x="2753" y="1508"/>
                </a:lnTo>
                <a:lnTo>
                  <a:pt x="2753" y="1486"/>
                </a:lnTo>
                <a:lnTo>
                  <a:pt x="2867" y="1486"/>
                </a:lnTo>
                <a:lnTo>
                  <a:pt x="2867" y="1508"/>
                </a:lnTo>
                <a:moveTo>
                  <a:pt x="2684" y="1508"/>
                </a:moveTo>
                <a:lnTo>
                  <a:pt x="2570" y="1508"/>
                </a:lnTo>
                <a:lnTo>
                  <a:pt x="2570" y="1486"/>
                </a:lnTo>
                <a:lnTo>
                  <a:pt x="2684" y="1486"/>
                </a:lnTo>
                <a:lnTo>
                  <a:pt x="2684" y="1508"/>
                </a:lnTo>
                <a:moveTo>
                  <a:pt x="2501" y="1508"/>
                </a:moveTo>
                <a:lnTo>
                  <a:pt x="2387" y="1508"/>
                </a:lnTo>
                <a:lnTo>
                  <a:pt x="2387" y="1486"/>
                </a:lnTo>
                <a:lnTo>
                  <a:pt x="2501" y="1486"/>
                </a:lnTo>
                <a:lnTo>
                  <a:pt x="2501" y="1508"/>
                </a:lnTo>
                <a:moveTo>
                  <a:pt x="2319" y="1508"/>
                </a:moveTo>
                <a:lnTo>
                  <a:pt x="2204" y="1508"/>
                </a:lnTo>
                <a:lnTo>
                  <a:pt x="2204" y="1486"/>
                </a:lnTo>
                <a:lnTo>
                  <a:pt x="2319" y="1486"/>
                </a:lnTo>
                <a:lnTo>
                  <a:pt x="2319" y="1508"/>
                </a:lnTo>
                <a:moveTo>
                  <a:pt x="2136" y="1508"/>
                </a:moveTo>
                <a:lnTo>
                  <a:pt x="2022" y="1508"/>
                </a:lnTo>
                <a:lnTo>
                  <a:pt x="2022" y="1486"/>
                </a:lnTo>
                <a:lnTo>
                  <a:pt x="2136" y="1486"/>
                </a:lnTo>
                <a:lnTo>
                  <a:pt x="2136" y="1508"/>
                </a:lnTo>
                <a:moveTo>
                  <a:pt x="1953" y="1508"/>
                </a:moveTo>
                <a:lnTo>
                  <a:pt x="1839" y="1508"/>
                </a:lnTo>
                <a:lnTo>
                  <a:pt x="1839" y="1486"/>
                </a:lnTo>
                <a:lnTo>
                  <a:pt x="1953" y="1486"/>
                </a:lnTo>
                <a:lnTo>
                  <a:pt x="1953" y="1508"/>
                </a:lnTo>
                <a:moveTo>
                  <a:pt x="1770" y="1508"/>
                </a:moveTo>
                <a:lnTo>
                  <a:pt x="1656" y="1508"/>
                </a:lnTo>
                <a:lnTo>
                  <a:pt x="1656" y="1486"/>
                </a:lnTo>
                <a:lnTo>
                  <a:pt x="1770" y="1486"/>
                </a:lnTo>
                <a:lnTo>
                  <a:pt x="1770" y="1508"/>
                </a:lnTo>
                <a:moveTo>
                  <a:pt x="1588" y="1508"/>
                </a:moveTo>
                <a:lnTo>
                  <a:pt x="1473" y="1508"/>
                </a:lnTo>
                <a:lnTo>
                  <a:pt x="1473" y="1486"/>
                </a:lnTo>
                <a:lnTo>
                  <a:pt x="1588" y="1486"/>
                </a:lnTo>
                <a:lnTo>
                  <a:pt x="1588" y="1508"/>
                </a:lnTo>
                <a:moveTo>
                  <a:pt x="1405" y="1508"/>
                </a:moveTo>
                <a:lnTo>
                  <a:pt x="1291" y="1508"/>
                </a:lnTo>
                <a:lnTo>
                  <a:pt x="1291" y="1486"/>
                </a:lnTo>
                <a:lnTo>
                  <a:pt x="1405" y="1486"/>
                </a:lnTo>
                <a:lnTo>
                  <a:pt x="1405" y="1508"/>
                </a:lnTo>
                <a:moveTo>
                  <a:pt x="1222" y="1508"/>
                </a:moveTo>
                <a:lnTo>
                  <a:pt x="1108" y="1508"/>
                </a:lnTo>
                <a:lnTo>
                  <a:pt x="1108" y="1486"/>
                </a:lnTo>
                <a:lnTo>
                  <a:pt x="1222" y="1486"/>
                </a:lnTo>
                <a:lnTo>
                  <a:pt x="1222" y="1508"/>
                </a:lnTo>
                <a:moveTo>
                  <a:pt x="1040" y="1508"/>
                </a:moveTo>
                <a:lnTo>
                  <a:pt x="925" y="1508"/>
                </a:lnTo>
                <a:lnTo>
                  <a:pt x="925" y="1486"/>
                </a:lnTo>
                <a:lnTo>
                  <a:pt x="1040" y="1486"/>
                </a:lnTo>
                <a:lnTo>
                  <a:pt x="1040" y="1508"/>
                </a:lnTo>
                <a:moveTo>
                  <a:pt x="857" y="1508"/>
                </a:moveTo>
                <a:lnTo>
                  <a:pt x="743" y="1508"/>
                </a:lnTo>
                <a:lnTo>
                  <a:pt x="743" y="1486"/>
                </a:lnTo>
                <a:lnTo>
                  <a:pt x="857" y="1486"/>
                </a:lnTo>
                <a:lnTo>
                  <a:pt x="857" y="1508"/>
                </a:lnTo>
                <a:moveTo>
                  <a:pt x="674" y="1508"/>
                </a:moveTo>
                <a:lnTo>
                  <a:pt x="560" y="1508"/>
                </a:lnTo>
                <a:lnTo>
                  <a:pt x="560" y="1486"/>
                </a:lnTo>
                <a:lnTo>
                  <a:pt x="674" y="1486"/>
                </a:lnTo>
                <a:lnTo>
                  <a:pt x="674" y="1508"/>
                </a:lnTo>
                <a:moveTo>
                  <a:pt x="491" y="1508"/>
                </a:moveTo>
                <a:lnTo>
                  <a:pt x="377" y="1508"/>
                </a:lnTo>
                <a:lnTo>
                  <a:pt x="377" y="1486"/>
                </a:lnTo>
                <a:lnTo>
                  <a:pt x="491" y="1486"/>
                </a:lnTo>
                <a:lnTo>
                  <a:pt x="491" y="1508"/>
                </a:lnTo>
                <a:moveTo>
                  <a:pt x="309" y="1508"/>
                </a:moveTo>
                <a:lnTo>
                  <a:pt x="194" y="1508"/>
                </a:lnTo>
                <a:lnTo>
                  <a:pt x="194" y="1486"/>
                </a:lnTo>
                <a:lnTo>
                  <a:pt x="309" y="1486"/>
                </a:lnTo>
                <a:lnTo>
                  <a:pt x="309" y="1508"/>
                </a:lnTo>
                <a:moveTo>
                  <a:pt x="126" y="1508"/>
                </a:moveTo>
                <a:lnTo>
                  <a:pt x="12" y="1508"/>
                </a:lnTo>
                <a:lnTo>
                  <a:pt x="12" y="1486"/>
                </a:lnTo>
                <a:lnTo>
                  <a:pt x="126" y="1486"/>
                </a:lnTo>
                <a:lnTo>
                  <a:pt x="126" y="1508"/>
                </a:lnTo>
                <a:moveTo>
                  <a:pt x="0" y="1428"/>
                </a:moveTo>
                <a:lnTo>
                  <a:pt x="0" y="1314"/>
                </a:lnTo>
                <a:lnTo>
                  <a:pt x="23" y="1314"/>
                </a:lnTo>
                <a:lnTo>
                  <a:pt x="23" y="1428"/>
                </a:lnTo>
                <a:lnTo>
                  <a:pt x="0" y="1428"/>
                </a:lnTo>
                <a:moveTo>
                  <a:pt x="0" y="1246"/>
                </a:moveTo>
                <a:lnTo>
                  <a:pt x="0" y="1131"/>
                </a:lnTo>
                <a:lnTo>
                  <a:pt x="23" y="1131"/>
                </a:lnTo>
                <a:lnTo>
                  <a:pt x="23" y="1246"/>
                </a:lnTo>
                <a:lnTo>
                  <a:pt x="0" y="1246"/>
                </a:lnTo>
                <a:moveTo>
                  <a:pt x="0" y="1063"/>
                </a:moveTo>
                <a:lnTo>
                  <a:pt x="0" y="949"/>
                </a:lnTo>
                <a:lnTo>
                  <a:pt x="23" y="949"/>
                </a:lnTo>
                <a:lnTo>
                  <a:pt x="23" y="1063"/>
                </a:lnTo>
                <a:lnTo>
                  <a:pt x="0" y="1063"/>
                </a:lnTo>
                <a:moveTo>
                  <a:pt x="0" y="880"/>
                </a:moveTo>
                <a:lnTo>
                  <a:pt x="0" y="766"/>
                </a:lnTo>
                <a:lnTo>
                  <a:pt x="23" y="766"/>
                </a:lnTo>
                <a:lnTo>
                  <a:pt x="23" y="880"/>
                </a:lnTo>
                <a:lnTo>
                  <a:pt x="0" y="880"/>
                </a:lnTo>
                <a:moveTo>
                  <a:pt x="0" y="697"/>
                </a:moveTo>
                <a:lnTo>
                  <a:pt x="0" y="583"/>
                </a:lnTo>
                <a:lnTo>
                  <a:pt x="23" y="583"/>
                </a:lnTo>
                <a:lnTo>
                  <a:pt x="23" y="697"/>
                </a:lnTo>
                <a:lnTo>
                  <a:pt x="0" y="697"/>
                </a:lnTo>
                <a:moveTo>
                  <a:pt x="0" y="515"/>
                </a:moveTo>
                <a:lnTo>
                  <a:pt x="0" y="400"/>
                </a:lnTo>
                <a:lnTo>
                  <a:pt x="23" y="400"/>
                </a:lnTo>
                <a:lnTo>
                  <a:pt x="23" y="515"/>
                </a:lnTo>
                <a:lnTo>
                  <a:pt x="0" y="515"/>
                </a:lnTo>
                <a:moveTo>
                  <a:pt x="0" y="331"/>
                </a:moveTo>
                <a:lnTo>
                  <a:pt x="0" y="217"/>
                </a:lnTo>
                <a:lnTo>
                  <a:pt x="23" y="217"/>
                </a:lnTo>
                <a:lnTo>
                  <a:pt x="23" y="331"/>
                </a:lnTo>
                <a:lnTo>
                  <a:pt x="0" y="331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2" y="0"/>
                </a:moveTo>
                <a:lnTo>
                  <a:pt x="126" y="0"/>
                </a:lnTo>
                <a:lnTo>
                  <a:pt x="126" y="22"/>
                </a:lnTo>
                <a:lnTo>
                  <a:pt x="12" y="22"/>
                </a:lnTo>
                <a:lnTo>
                  <a:pt x="12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6" name=""/>
          <p:cNvSpPr/>
          <p:nvPr/>
        </p:nvSpPr>
        <p:spPr>
          <a:xfrm>
            <a:off x="5407200" y="183168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7" name=""/>
          <p:cNvSpPr/>
          <p:nvPr/>
        </p:nvSpPr>
        <p:spPr>
          <a:xfrm>
            <a:off x="5407200" y="186048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8" name=""/>
          <p:cNvSpPr txBox="1"/>
          <p:nvPr/>
        </p:nvSpPr>
        <p:spPr>
          <a:xfrm>
            <a:off x="457200" y="1379880"/>
            <a:ext cx="7372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F1 -1 2  ·  DEEL  2  VAN  2  ·  H ET  O NDER WIJS -  EN  EX AM ENO NTWER P  M EE  NAAR   DE  CATALO G US   ( CO NCEPTPLAAT)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9" name=""/>
          <p:cNvSpPr txBox="1"/>
          <p:nvPr/>
        </p:nvSpPr>
        <p:spPr>
          <a:xfrm>
            <a:off x="868680" y="1822320"/>
            <a:ext cx="1319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0" name=""/>
          <p:cNvSpPr txBox="1"/>
          <p:nvPr/>
        </p:nvSpPr>
        <p:spPr>
          <a:xfrm>
            <a:off x="868680" y="1955160"/>
            <a:ext cx="34372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Simulatie in de leerapotheek, theorie ondersteunend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1" name=""/>
          <p:cNvSpPr/>
          <p:nvPr/>
        </p:nvSpPr>
        <p:spPr>
          <a:xfrm>
            <a:off x="5769000" y="1765800"/>
            <a:ext cx="2779200" cy="534960"/>
          </a:xfrm>
          <a:custGeom>
            <a:avLst/>
            <a:gdLst/>
            <a:ahLst/>
            <a:rect l="0" t="0" r="r" b="b"/>
            <a:pathLst>
              <a:path w="7720" h="1486">
                <a:moveTo>
                  <a:pt x="0" y="0"/>
                </a:moveTo>
                <a:lnTo>
                  <a:pt x="7720" y="0"/>
                </a:lnTo>
                <a:lnTo>
                  <a:pt x="7720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2" name=""/>
          <p:cNvSpPr/>
          <p:nvPr/>
        </p:nvSpPr>
        <p:spPr>
          <a:xfrm>
            <a:off x="5764680" y="1761840"/>
            <a:ext cx="2787840" cy="542880"/>
          </a:xfrm>
          <a:custGeom>
            <a:avLst/>
            <a:gdLst/>
            <a:ahLst/>
            <a:rect l="0" t="0" r="r" b="b"/>
            <a:pathLst>
              <a:path w="7744" h="1508">
                <a:moveTo>
                  <a:pt x="194" y="0"/>
                </a:moveTo>
                <a:lnTo>
                  <a:pt x="309" y="0"/>
                </a:lnTo>
                <a:lnTo>
                  <a:pt x="309" y="22"/>
                </a:lnTo>
                <a:lnTo>
                  <a:pt x="194" y="22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2"/>
                </a:lnTo>
                <a:lnTo>
                  <a:pt x="377" y="22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2"/>
                </a:lnTo>
                <a:lnTo>
                  <a:pt x="560" y="22"/>
                </a:lnTo>
                <a:lnTo>
                  <a:pt x="560" y="0"/>
                </a:lnTo>
                <a:moveTo>
                  <a:pt x="742" y="0"/>
                </a:moveTo>
                <a:lnTo>
                  <a:pt x="857" y="0"/>
                </a:lnTo>
                <a:lnTo>
                  <a:pt x="857" y="22"/>
                </a:lnTo>
                <a:lnTo>
                  <a:pt x="742" y="22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2"/>
                </a:lnTo>
                <a:lnTo>
                  <a:pt x="925" y="22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2"/>
                </a:lnTo>
                <a:lnTo>
                  <a:pt x="1108" y="22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2"/>
                </a:lnTo>
                <a:lnTo>
                  <a:pt x="1291" y="22"/>
                </a:lnTo>
                <a:lnTo>
                  <a:pt x="1291" y="0"/>
                </a:lnTo>
                <a:moveTo>
                  <a:pt x="1473" y="0"/>
                </a:moveTo>
                <a:lnTo>
                  <a:pt x="1588" y="0"/>
                </a:lnTo>
                <a:lnTo>
                  <a:pt x="1588" y="22"/>
                </a:lnTo>
                <a:lnTo>
                  <a:pt x="1473" y="22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2"/>
                </a:lnTo>
                <a:lnTo>
                  <a:pt x="1656" y="22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2"/>
                </a:lnTo>
                <a:lnTo>
                  <a:pt x="1839" y="22"/>
                </a:lnTo>
                <a:lnTo>
                  <a:pt x="1839" y="0"/>
                </a:lnTo>
                <a:moveTo>
                  <a:pt x="2021" y="0"/>
                </a:moveTo>
                <a:lnTo>
                  <a:pt x="2136" y="0"/>
                </a:lnTo>
                <a:lnTo>
                  <a:pt x="2136" y="22"/>
                </a:lnTo>
                <a:lnTo>
                  <a:pt x="2021" y="22"/>
                </a:lnTo>
                <a:lnTo>
                  <a:pt x="2021" y="0"/>
                </a:lnTo>
                <a:moveTo>
                  <a:pt x="2204" y="0"/>
                </a:moveTo>
                <a:lnTo>
                  <a:pt x="2318" y="0"/>
                </a:lnTo>
                <a:lnTo>
                  <a:pt x="2318" y="22"/>
                </a:lnTo>
                <a:lnTo>
                  <a:pt x="2204" y="22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2"/>
                </a:lnTo>
                <a:lnTo>
                  <a:pt x="2387" y="22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2"/>
                </a:lnTo>
                <a:lnTo>
                  <a:pt x="2570" y="22"/>
                </a:lnTo>
                <a:lnTo>
                  <a:pt x="2570" y="0"/>
                </a:lnTo>
                <a:moveTo>
                  <a:pt x="2752" y="0"/>
                </a:moveTo>
                <a:lnTo>
                  <a:pt x="2867" y="0"/>
                </a:lnTo>
                <a:lnTo>
                  <a:pt x="2867" y="22"/>
                </a:lnTo>
                <a:lnTo>
                  <a:pt x="2752" y="22"/>
                </a:lnTo>
                <a:lnTo>
                  <a:pt x="2752" y="0"/>
                </a:lnTo>
                <a:moveTo>
                  <a:pt x="2935" y="0"/>
                </a:moveTo>
                <a:lnTo>
                  <a:pt x="3049" y="0"/>
                </a:lnTo>
                <a:lnTo>
                  <a:pt x="3049" y="22"/>
                </a:lnTo>
                <a:lnTo>
                  <a:pt x="2935" y="22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2"/>
                </a:lnTo>
                <a:lnTo>
                  <a:pt x="3118" y="22"/>
                </a:lnTo>
                <a:lnTo>
                  <a:pt x="3118" y="0"/>
                </a:lnTo>
                <a:moveTo>
                  <a:pt x="3301" y="0"/>
                </a:moveTo>
                <a:lnTo>
                  <a:pt x="3416" y="0"/>
                </a:lnTo>
                <a:lnTo>
                  <a:pt x="3416" y="22"/>
                </a:lnTo>
                <a:lnTo>
                  <a:pt x="3301" y="22"/>
                </a:lnTo>
                <a:lnTo>
                  <a:pt x="3301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2"/>
                </a:lnTo>
                <a:lnTo>
                  <a:pt x="3484" y="22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2"/>
                </a:lnTo>
                <a:lnTo>
                  <a:pt x="3667" y="22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2"/>
                </a:lnTo>
                <a:lnTo>
                  <a:pt x="3850" y="22"/>
                </a:lnTo>
                <a:lnTo>
                  <a:pt x="3850" y="0"/>
                </a:lnTo>
                <a:moveTo>
                  <a:pt x="4032" y="0"/>
                </a:moveTo>
                <a:lnTo>
                  <a:pt x="4147" y="0"/>
                </a:lnTo>
                <a:lnTo>
                  <a:pt x="4147" y="22"/>
                </a:lnTo>
                <a:lnTo>
                  <a:pt x="4032" y="22"/>
                </a:lnTo>
                <a:lnTo>
                  <a:pt x="4032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2"/>
                </a:lnTo>
                <a:lnTo>
                  <a:pt x="4215" y="22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2"/>
                </a:lnTo>
                <a:lnTo>
                  <a:pt x="4398" y="22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2"/>
                </a:lnTo>
                <a:lnTo>
                  <a:pt x="4581" y="22"/>
                </a:lnTo>
                <a:lnTo>
                  <a:pt x="4581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2"/>
                </a:lnTo>
                <a:lnTo>
                  <a:pt x="4763" y="22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2"/>
                </a:lnTo>
                <a:lnTo>
                  <a:pt x="4946" y="22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2"/>
                </a:lnTo>
                <a:lnTo>
                  <a:pt x="5129" y="22"/>
                </a:lnTo>
                <a:lnTo>
                  <a:pt x="5129" y="0"/>
                </a:lnTo>
                <a:moveTo>
                  <a:pt x="5311" y="0"/>
                </a:moveTo>
                <a:lnTo>
                  <a:pt x="5426" y="0"/>
                </a:lnTo>
                <a:lnTo>
                  <a:pt x="5426" y="22"/>
                </a:lnTo>
                <a:lnTo>
                  <a:pt x="5311" y="22"/>
                </a:lnTo>
                <a:lnTo>
                  <a:pt x="5311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2"/>
                </a:lnTo>
                <a:lnTo>
                  <a:pt x="5494" y="22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2"/>
                </a:lnTo>
                <a:lnTo>
                  <a:pt x="5677" y="22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2"/>
                </a:lnTo>
                <a:lnTo>
                  <a:pt x="5860" y="22"/>
                </a:lnTo>
                <a:lnTo>
                  <a:pt x="5860" y="0"/>
                </a:lnTo>
                <a:moveTo>
                  <a:pt x="6042" y="0"/>
                </a:moveTo>
                <a:lnTo>
                  <a:pt x="6156" y="0"/>
                </a:lnTo>
                <a:lnTo>
                  <a:pt x="6156" y="22"/>
                </a:lnTo>
                <a:lnTo>
                  <a:pt x="6042" y="22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2"/>
                </a:lnTo>
                <a:lnTo>
                  <a:pt x="6225" y="22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2"/>
                </a:lnTo>
                <a:lnTo>
                  <a:pt x="6408" y="22"/>
                </a:lnTo>
                <a:lnTo>
                  <a:pt x="6408" y="0"/>
                </a:lnTo>
                <a:moveTo>
                  <a:pt x="6590" y="0"/>
                </a:moveTo>
                <a:lnTo>
                  <a:pt x="6705" y="0"/>
                </a:lnTo>
                <a:lnTo>
                  <a:pt x="6705" y="22"/>
                </a:lnTo>
                <a:lnTo>
                  <a:pt x="6590" y="22"/>
                </a:lnTo>
                <a:lnTo>
                  <a:pt x="6590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2"/>
                </a:lnTo>
                <a:lnTo>
                  <a:pt x="6773" y="22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2"/>
                </a:lnTo>
                <a:lnTo>
                  <a:pt x="6956" y="22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2"/>
                </a:lnTo>
                <a:lnTo>
                  <a:pt x="7139" y="22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2"/>
                </a:lnTo>
                <a:lnTo>
                  <a:pt x="7321" y="22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2"/>
                </a:lnTo>
                <a:lnTo>
                  <a:pt x="7504" y="22"/>
                </a:lnTo>
                <a:lnTo>
                  <a:pt x="7504" y="0"/>
                </a:lnTo>
                <a:moveTo>
                  <a:pt x="7687" y="0"/>
                </a:moveTo>
                <a:lnTo>
                  <a:pt x="7744" y="0"/>
                </a:lnTo>
                <a:lnTo>
                  <a:pt x="7744" y="80"/>
                </a:lnTo>
                <a:lnTo>
                  <a:pt x="7721" y="80"/>
                </a:lnTo>
                <a:lnTo>
                  <a:pt x="7721" y="11"/>
                </a:lnTo>
                <a:lnTo>
                  <a:pt x="7732" y="11"/>
                </a:lnTo>
                <a:lnTo>
                  <a:pt x="7732" y="22"/>
                </a:lnTo>
                <a:lnTo>
                  <a:pt x="7687" y="22"/>
                </a:lnTo>
                <a:lnTo>
                  <a:pt x="7687" y="0"/>
                </a:lnTo>
                <a:moveTo>
                  <a:pt x="7744" y="148"/>
                </a:moveTo>
                <a:lnTo>
                  <a:pt x="7744" y="262"/>
                </a:lnTo>
                <a:lnTo>
                  <a:pt x="7721" y="262"/>
                </a:lnTo>
                <a:lnTo>
                  <a:pt x="7721" y="148"/>
                </a:lnTo>
                <a:lnTo>
                  <a:pt x="7744" y="148"/>
                </a:lnTo>
                <a:moveTo>
                  <a:pt x="7744" y="331"/>
                </a:moveTo>
                <a:lnTo>
                  <a:pt x="7744" y="446"/>
                </a:lnTo>
                <a:lnTo>
                  <a:pt x="7721" y="446"/>
                </a:lnTo>
                <a:lnTo>
                  <a:pt x="7721" y="331"/>
                </a:lnTo>
                <a:lnTo>
                  <a:pt x="7744" y="331"/>
                </a:lnTo>
                <a:moveTo>
                  <a:pt x="7744" y="515"/>
                </a:moveTo>
                <a:lnTo>
                  <a:pt x="7744" y="629"/>
                </a:lnTo>
                <a:lnTo>
                  <a:pt x="7721" y="629"/>
                </a:lnTo>
                <a:lnTo>
                  <a:pt x="7721" y="515"/>
                </a:lnTo>
                <a:lnTo>
                  <a:pt x="7744" y="515"/>
                </a:lnTo>
                <a:moveTo>
                  <a:pt x="7744" y="697"/>
                </a:moveTo>
                <a:lnTo>
                  <a:pt x="7744" y="812"/>
                </a:lnTo>
                <a:lnTo>
                  <a:pt x="7721" y="812"/>
                </a:lnTo>
                <a:lnTo>
                  <a:pt x="7721" y="697"/>
                </a:lnTo>
                <a:lnTo>
                  <a:pt x="7744" y="697"/>
                </a:lnTo>
                <a:moveTo>
                  <a:pt x="7744" y="880"/>
                </a:moveTo>
                <a:lnTo>
                  <a:pt x="7744" y="994"/>
                </a:lnTo>
                <a:lnTo>
                  <a:pt x="7721" y="994"/>
                </a:lnTo>
                <a:lnTo>
                  <a:pt x="7721" y="880"/>
                </a:lnTo>
                <a:lnTo>
                  <a:pt x="7744" y="880"/>
                </a:lnTo>
                <a:moveTo>
                  <a:pt x="7744" y="1063"/>
                </a:moveTo>
                <a:lnTo>
                  <a:pt x="7744" y="1177"/>
                </a:lnTo>
                <a:lnTo>
                  <a:pt x="7721" y="1177"/>
                </a:lnTo>
                <a:lnTo>
                  <a:pt x="7721" y="1063"/>
                </a:lnTo>
                <a:lnTo>
                  <a:pt x="7744" y="1063"/>
                </a:lnTo>
                <a:moveTo>
                  <a:pt x="7744" y="1246"/>
                </a:moveTo>
                <a:lnTo>
                  <a:pt x="7744" y="1360"/>
                </a:lnTo>
                <a:lnTo>
                  <a:pt x="7721" y="1360"/>
                </a:lnTo>
                <a:lnTo>
                  <a:pt x="7721" y="1246"/>
                </a:lnTo>
                <a:lnTo>
                  <a:pt x="7744" y="1246"/>
                </a:lnTo>
                <a:moveTo>
                  <a:pt x="7744" y="1428"/>
                </a:moveTo>
                <a:lnTo>
                  <a:pt x="7744" y="1508"/>
                </a:lnTo>
                <a:lnTo>
                  <a:pt x="7687" y="1508"/>
                </a:lnTo>
                <a:lnTo>
                  <a:pt x="7687" y="1486"/>
                </a:lnTo>
                <a:lnTo>
                  <a:pt x="7732" y="1486"/>
                </a:lnTo>
                <a:lnTo>
                  <a:pt x="7732" y="1497"/>
                </a:lnTo>
                <a:lnTo>
                  <a:pt x="7721" y="1497"/>
                </a:lnTo>
                <a:lnTo>
                  <a:pt x="7721" y="1428"/>
                </a:lnTo>
                <a:lnTo>
                  <a:pt x="7744" y="1428"/>
                </a:lnTo>
                <a:moveTo>
                  <a:pt x="7618" y="1508"/>
                </a:moveTo>
                <a:lnTo>
                  <a:pt x="7504" y="1508"/>
                </a:lnTo>
                <a:lnTo>
                  <a:pt x="7504" y="1486"/>
                </a:lnTo>
                <a:lnTo>
                  <a:pt x="7618" y="1486"/>
                </a:lnTo>
                <a:lnTo>
                  <a:pt x="7618" y="1508"/>
                </a:lnTo>
                <a:moveTo>
                  <a:pt x="7436" y="1508"/>
                </a:moveTo>
                <a:lnTo>
                  <a:pt x="7321" y="1508"/>
                </a:lnTo>
                <a:lnTo>
                  <a:pt x="7321" y="1486"/>
                </a:lnTo>
                <a:lnTo>
                  <a:pt x="7436" y="1486"/>
                </a:lnTo>
                <a:lnTo>
                  <a:pt x="7436" y="1508"/>
                </a:lnTo>
                <a:moveTo>
                  <a:pt x="7253" y="1508"/>
                </a:moveTo>
                <a:lnTo>
                  <a:pt x="7139" y="1508"/>
                </a:lnTo>
                <a:lnTo>
                  <a:pt x="7139" y="1486"/>
                </a:lnTo>
                <a:lnTo>
                  <a:pt x="7253" y="1486"/>
                </a:lnTo>
                <a:lnTo>
                  <a:pt x="7253" y="1508"/>
                </a:lnTo>
                <a:moveTo>
                  <a:pt x="7070" y="1508"/>
                </a:moveTo>
                <a:lnTo>
                  <a:pt x="6956" y="1508"/>
                </a:lnTo>
                <a:lnTo>
                  <a:pt x="6956" y="1486"/>
                </a:lnTo>
                <a:lnTo>
                  <a:pt x="7070" y="1486"/>
                </a:lnTo>
                <a:lnTo>
                  <a:pt x="7070" y="1508"/>
                </a:lnTo>
                <a:moveTo>
                  <a:pt x="6887" y="1508"/>
                </a:moveTo>
                <a:lnTo>
                  <a:pt x="6773" y="1508"/>
                </a:lnTo>
                <a:lnTo>
                  <a:pt x="6773" y="1486"/>
                </a:lnTo>
                <a:lnTo>
                  <a:pt x="6887" y="1486"/>
                </a:lnTo>
                <a:lnTo>
                  <a:pt x="6887" y="1508"/>
                </a:lnTo>
                <a:moveTo>
                  <a:pt x="6705" y="1508"/>
                </a:moveTo>
                <a:lnTo>
                  <a:pt x="6590" y="1508"/>
                </a:lnTo>
                <a:lnTo>
                  <a:pt x="6590" y="1486"/>
                </a:lnTo>
                <a:lnTo>
                  <a:pt x="6705" y="1486"/>
                </a:lnTo>
                <a:lnTo>
                  <a:pt x="6705" y="1508"/>
                </a:lnTo>
                <a:moveTo>
                  <a:pt x="6522" y="1508"/>
                </a:moveTo>
                <a:lnTo>
                  <a:pt x="6408" y="1508"/>
                </a:lnTo>
                <a:lnTo>
                  <a:pt x="6408" y="1486"/>
                </a:lnTo>
                <a:lnTo>
                  <a:pt x="6522" y="1486"/>
                </a:lnTo>
                <a:lnTo>
                  <a:pt x="6522" y="1508"/>
                </a:lnTo>
                <a:moveTo>
                  <a:pt x="6339" y="1508"/>
                </a:moveTo>
                <a:lnTo>
                  <a:pt x="6225" y="1508"/>
                </a:lnTo>
                <a:lnTo>
                  <a:pt x="6225" y="1486"/>
                </a:lnTo>
                <a:lnTo>
                  <a:pt x="6339" y="1486"/>
                </a:lnTo>
                <a:lnTo>
                  <a:pt x="6339" y="1508"/>
                </a:lnTo>
                <a:moveTo>
                  <a:pt x="6156" y="1508"/>
                </a:moveTo>
                <a:lnTo>
                  <a:pt x="6042" y="1508"/>
                </a:lnTo>
                <a:lnTo>
                  <a:pt x="6042" y="1486"/>
                </a:lnTo>
                <a:lnTo>
                  <a:pt x="6156" y="1486"/>
                </a:lnTo>
                <a:lnTo>
                  <a:pt x="6156" y="1508"/>
                </a:lnTo>
                <a:moveTo>
                  <a:pt x="5974" y="1508"/>
                </a:moveTo>
                <a:lnTo>
                  <a:pt x="5860" y="1508"/>
                </a:lnTo>
                <a:lnTo>
                  <a:pt x="5860" y="1486"/>
                </a:lnTo>
                <a:lnTo>
                  <a:pt x="5974" y="1486"/>
                </a:lnTo>
                <a:lnTo>
                  <a:pt x="5974" y="1508"/>
                </a:lnTo>
                <a:moveTo>
                  <a:pt x="5791" y="1508"/>
                </a:moveTo>
                <a:lnTo>
                  <a:pt x="5677" y="1508"/>
                </a:lnTo>
                <a:lnTo>
                  <a:pt x="5677" y="1486"/>
                </a:lnTo>
                <a:lnTo>
                  <a:pt x="5791" y="1486"/>
                </a:lnTo>
                <a:lnTo>
                  <a:pt x="5791" y="1508"/>
                </a:lnTo>
                <a:moveTo>
                  <a:pt x="5608" y="1508"/>
                </a:moveTo>
                <a:lnTo>
                  <a:pt x="5494" y="1508"/>
                </a:lnTo>
                <a:lnTo>
                  <a:pt x="5494" y="1486"/>
                </a:lnTo>
                <a:lnTo>
                  <a:pt x="5608" y="1486"/>
                </a:lnTo>
                <a:lnTo>
                  <a:pt x="5608" y="1508"/>
                </a:lnTo>
                <a:moveTo>
                  <a:pt x="5426" y="1508"/>
                </a:moveTo>
                <a:lnTo>
                  <a:pt x="5311" y="1508"/>
                </a:lnTo>
                <a:lnTo>
                  <a:pt x="5311" y="1486"/>
                </a:lnTo>
                <a:lnTo>
                  <a:pt x="5426" y="1486"/>
                </a:lnTo>
                <a:lnTo>
                  <a:pt x="5426" y="1508"/>
                </a:lnTo>
                <a:moveTo>
                  <a:pt x="5243" y="1508"/>
                </a:moveTo>
                <a:lnTo>
                  <a:pt x="5129" y="1508"/>
                </a:lnTo>
                <a:lnTo>
                  <a:pt x="5129" y="1486"/>
                </a:lnTo>
                <a:lnTo>
                  <a:pt x="5243" y="1486"/>
                </a:lnTo>
                <a:lnTo>
                  <a:pt x="5243" y="1508"/>
                </a:lnTo>
                <a:moveTo>
                  <a:pt x="5060" y="1508"/>
                </a:moveTo>
                <a:lnTo>
                  <a:pt x="4946" y="1508"/>
                </a:lnTo>
                <a:lnTo>
                  <a:pt x="4946" y="1486"/>
                </a:lnTo>
                <a:lnTo>
                  <a:pt x="5060" y="1486"/>
                </a:lnTo>
                <a:lnTo>
                  <a:pt x="5060" y="1508"/>
                </a:lnTo>
                <a:moveTo>
                  <a:pt x="4877" y="1508"/>
                </a:moveTo>
                <a:lnTo>
                  <a:pt x="4763" y="1508"/>
                </a:lnTo>
                <a:lnTo>
                  <a:pt x="4763" y="1486"/>
                </a:lnTo>
                <a:lnTo>
                  <a:pt x="4877" y="1486"/>
                </a:lnTo>
                <a:lnTo>
                  <a:pt x="4877" y="1508"/>
                </a:lnTo>
                <a:moveTo>
                  <a:pt x="4695" y="1508"/>
                </a:moveTo>
                <a:lnTo>
                  <a:pt x="4581" y="1508"/>
                </a:lnTo>
                <a:lnTo>
                  <a:pt x="4581" y="1486"/>
                </a:lnTo>
                <a:lnTo>
                  <a:pt x="4695" y="1486"/>
                </a:lnTo>
                <a:lnTo>
                  <a:pt x="4695" y="1508"/>
                </a:lnTo>
                <a:moveTo>
                  <a:pt x="4512" y="1508"/>
                </a:moveTo>
                <a:lnTo>
                  <a:pt x="4398" y="1508"/>
                </a:lnTo>
                <a:lnTo>
                  <a:pt x="4398" y="1486"/>
                </a:lnTo>
                <a:lnTo>
                  <a:pt x="4512" y="1486"/>
                </a:lnTo>
                <a:lnTo>
                  <a:pt x="4512" y="1508"/>
                </a:lnTo>
                <a:moveTo>
                  <a:pt x="4329" y="1508"/>
                </a:moveTo>
                <a:lnTo>
                  <a:pt x="4215" y="1508"/>
                </a:lnTo>
                <a:lnTo>
                  <a:pt x="4215" y="1486"/>
                </a:lnTo>
                <a:lnTo>
                  <a:pt x="4329" y="1486"/>
                </a:lnTo>
                <a:lnTo>
                  <a:pt x="4329" y="1508"/>
                </a:lnTo>
                <a:moveTo>
                  <a:pt x="4147" y="1508"/>
                </a:moveTo>
                <a:lnTo>
                  <a:pt x="4032" y="1508"/>
                </a:lnTo>
                <a:lnTo>
                  <a:pt x="4032" y="1486"/>
                </a:lnTo>
                <a:lnTo>
                  <a:pt x="4147" y="1486"/>
                </a:lnTo>
                <a:lnTo>
                  <a:pt x="4147" y="1508"/>
                </a:lnTo>
                <a:moveTo>
                  <a:pt x="3964" y="1508"/>
                </a:moveTo>
                <a:lnTo>
                  <a:pt x="3850" y="1508"/>
                </a:lnTo>
                <a:lnTo>
                  <a:pt x="3850" y="1486"/>
                </a:lnTo>
                <a:lnTo>
                  <a:pt x="3964" y="1486"/>
                </a:lnTo>
                <a:lnTo>
                  <a:pt x="3964" y="1508"/>
                </a:lnTo>
                <a:moveTo>
                  <a:pt x="3781" y="1508"/>
                </a:moveTo>
                <a:lnTo>
                  <a:pt x="3667" y="1508"/>
                </a:lnTo>
                <a:lnTo>
                  <a:pt x="3667" y="1486"/>
                </a:lnTo>
                <a:lnTo>
                  <a:pt x="3781" y="1486"/>
                </a:lnTo>
                <a:lnTo>
                  <a:pt x="3781" y="1508"/>
                </a:lnTo>
                <a:moveTo>
                  <a:pt x="3598" y="1508"/>
                </a:moveTo>
                <a:lnTo>
                  <a:pt x="3484" y="1508"/>
                </a:lnTo>
                <a:lnTo>
                  <a:pt x="3484" y="1486"/>
                </a:lnTo>
                <a:lnTo>
                  <a:pt x="3598" y="1486"/>
                </a:lnTo>
                <a:lnTo>
                  <a:pt x="3598" y="1508"/>
                </a:lnTo>
                <a:moveTo>
                  <a:pt x="3416" y="1508"/>
                </a:moveTo>
                <a:lnTo>
                  <a:pt x="3301" y="1508"/>
                </a:lnTo>
                <a:lnTo>
                  <a:pt x="3301" y="1486"/>
                </a:lnTo>
                <a:lnTo>
                  <a:pt x="3416" y="1486"/>
                </a:lnTo>
                <a:lnTo>
                  <a:pt x="3416" y="1508"/>
                </a:lnTo>
                <a:moveTo>
                  <a:pt x="3232" y="1508"/>
                </a:moveTo>
                <a:lnTo>
                  <a:pt x="3118" y="1508"/>
                </a:lnTo>
                <a:lnTo>
                  <a:pt x="3118" y="1486"/>
                </a:lnTo>
                <a:lnTo>
                  <a:pt x="3232" y="1486"/>
                </a:lnTo>
                <a:lnTo>
                  <a:pt x="3232" y="1508"/>
                </a:lnTo>
                <a:moveTo>
                  <a:pt x="3049" y="1508"/>
                </a:moveTo>
                <a:lnTo>
                  <a:pt x="2935" y="1508"/>
                </a:lnTo>
                <a:lnTo>
                  <a:pt x="2935" y="1486"/>
                </a:lnTo>
                <a:lnTo>
                  <a:pt x="3049" y="1486"/>
                </a:lnTo>
                <a:lnTo>
                  <a:pt x="3049" y="1508"/>
                </a:lnTo>
                <a:moveTo>
                  <a:pt x="2867" y="1508"/>
                </a:moveTo>
                <a:lnTo>
                  <a:pt x="2752" y="1508"/>
                </a:lnTo>
                <a:lnTo>
                  <a:pt x="2752" y="1486"/>
                </a:lnTo>
                <a:lnTo>
                  <a:pt x="2867" y="1486"/>
                </a:lnTo>
                <a:lnTo>
                  <a:pt x="2867" y="1508"/>
                </a:lnTo>
                <a:moveTo>
                  <a:pt x="2684" y="1508"/>
                </a:moveTo>
                <a:lnTo>
                  <a:pt x="2570" y="1508"/>
                </a:lnTo>
                <a:lnTo>
                  <a:pt x="2570" y="1486"/>
                </a:lnTo>
                <a:lnTo>
                  <a:pt x="2684" y="1486"/>
                </a:lnTo>
                <a:lnTo>
                  <a:pt x="2684" y="1508"/>
                </a:lnTo>
                <a:moveTo>
                  <a:pt x="2501" y="1508"/>
                </a:moveTo>
                <a:lnTo>
                  <a:pt x="2387" y="1508"/>
                </a:lnTo>
                <a:lnTo>
                  <a:pt x="2387" y="1486"/>
                </a:lnTo>
                <a:lnTo>
                  <a:pt x="2501" y="1486"/>
                </a:lnTo>
                <a:lnTo>
                  <a:pt x="2501" y="1508"/>
                </a:lnTo>
                <a:moveTo>
                  <a:pt x="2318" y="1508"/>
                </a:moveTo>
                <a:lnTo>
                  <a:pt x="2204" y="1508"/>
                </a:lnTo>
                <a:lnTo>
                  <a:pt x="2204" y="1486"/>
                </a:lnTo>
                <a:lnTo>
                  <a:pt x="2318" y="1486"/>
                </a:lnTo>
                <a:lnTo>
                  <a:pt x="2318" y="1508"/>
                </a:lnTo>
                <a:moveTo>
                  <a:pt x="2136" y="1508"/>
                </a:moveTo>
                <a:lnTo>
                  <a:pt x="2021" y="1508"/>
                </a:lnTo>
                <a:lnTo>
                  <a:pt x="2021" y="1486"/>
                </a:lnTo>
                <a:lnTo>
                  <a:pt x="2136" y="1486"/>
                </a:lnTo>
                <a:lnTo>
                  <a:pt x="2136" y="1508"/>
                </a:lnTo>
                <a:moveTo>
                  <a:pt x="1953" y="1508"/>
                </a:moveTo>
                <a:lnTo>
                  <a:pt x="1839" y="1508"/>
                </a:lnTo>
                <a:lnTo>
                  <a:pt x="1839" y="1486"/>
                </a:lnTo>
                <a:lnTo>
                  <a:pt x="1953" y="1486"/>
                </a:lnTo>
                <a:lnTo>
                  <a:pt x="1953" y="1508"/>
                </a:lnTo>
                <a:moveTo>
                  <a:pt x="1770" y="1508"/>
                </a:moveTo>
                <a:lnTo>
                  <a:pt x="1656" y="1508"/>
                </a:lnTo>
                <a:lnTo>
                  <a:pt x="1656" y="1486"/>
                </a:lnTo>
                <a:lnTo>
                  <a:pt x="1770" y="1486"/>
                </a:lnTo>
                <a:lnTo>
                  <a:pt x="1770" y="1508"/>
                </a:lnTo>
                <a:moveTo>
                  <a:pt x="1588" y="1508"/>
                </a:moveTo>
                <a:lnTo>
                  <a:pt x="1473" y="1508"/>
                </a:lnTo>
                <a:lnTo>
                  <a:pt x="1473" y="1486"/>
                </a:lnTo>
                <a:lnTo>
                  <a:pt x="1588" y="1486"/>
                </a:lnTo>
                <a:lnTo>
                  <a:pt x="1588" y="1508"/>
                </a:lnTo>
                <a:moveTo>
                  <a:pt x="1405" y="1508"/>
                </a:moveTo>
                <a:lnTo>
                  <a:pt x="1291" y="1508"/>
                </a:lnTo>
                <a:lnTo>
                  <a:pt x="1291" y="1486"/>
                </a:lnTo>
                <a:lnTo>
                  <a:pt x="1405" y="1486"/>
                </a:lnTo>
                <a:lnTo>
                  <a:pt x="1405" y="1508"/>
                </a:lnTo>
                <a:moveTo>
                  <a:pt x="1222" y="1508"/>
                </a:moveTo>
                <a:lnTo>
                  <a:pt x="1108" y="1508"/>
                </a:lnTo>
                <a:lnTo>
                  <a:pt x="1108" y="1486"/>
                </a:lnTo>
                <a:lnTo>
                  <a:pt x="1222" y="1486"/>
                </a:lnTo>
                <a:lnTo>
                  <a:pt x="1222" y="1508"/>
                </a:lnTo>
                <a:moveTo>
                  <a:pt x="1039" y="1508"/>
                </a:moveTo>
                <a:lnTo>
                  <a:pt x="925" y="1508"/>
                </a:lnTo>
                <a:lnTo>
                  <a:pt x="925" y="1486"/>
                </a:lnTo>
                <a:lnTo>
                  <a:pt x="1039" y="1486"/>
                </a:lnTo>
                <a:lnTo>
                  <a:pt x="1039" y="1508"/>
                </a:lnTo>
                <a:moveTo>
                  <a:pt x="857" y="1508"/>
                </a:moveTo>
                <a:lnTo>
                  <a:pt x="742" y="1508"/>
                </a:lnTo>
                <a:lnTo>
                  <a:pt x="742" y="1486"/>
                </a:lnTo>
                <a:lnTo>
                  <a:pt x="857" y="1486"/>
                </a:lnTo>
                <a:lnTo>
                  <a:pt x="857" y="1508"/>
                </a:lnTo>
                <a:moveTo>
                  <a:pt x="674" y="1508"/>
                </a:moveTo>
                <a:lnTo>
                  <a:pt x="560" y="1508"/>
                </a:lnTo>
                <a:lnTo>
                  <a:pt x="560" y="1486"/>
                </a:lnTo>
                <a:lnTo>
                  <a:pt x="674" y="1486"/>
                </a:lnTo>
                <a:lnTo>
                  <a:pt x="674" y="1508"/>
                </a:lnTo>
                <a:moveTo>
                  <a:pt x="491" y="1508"/>
                </a:moveTo>
                <a:lnTo>
                  <a:pt x="377" y="1508"/>
                </a:lnTo>
                <a:lnTo>
                  <a:pt x="377" y="1486"/>
                </a:lnTo>
                <a:lnTo>
                  <a:pt x="491" y="1486"/>
                </a:lnTo>
                <a:lnTo>
                  <a:pt x="491" y="1508"/>
                </a:lnTo>
                <a:moveTo>
                  <a:pt x="309" y="1508"/>
                </a:moveTo>
                <a:lnTo>
                  <a:pt x="194" y="1508"/>
                </a:lnTo>
                <a:lnTo>
                  <a:pt x="194" y="1486"/>
                </a:lnTo>
                <a:lnTo>
                  <a:pt x="309" y="1486"/>
                </a:lnTo>
                <a:lnTo>
                  <a:pt x="309" y="1508"/>
                </a:lnTo>
                <a:moveTo>
                  <a:pt x="126" y="1508"/>
                </a:moveTo>
                <a:lnTo>
                  <a:pt x="12" y="1508"/>
                </a:lnTo>
                <a:lnTo>
                  <a:pt x="12" y="1486"/>
                </a:lnTo>
                <a:lnTo>
                  <a:pt x="126" y="1486"/>
                </a:lnTo>
                <a:lnTo>
                  <a:pt x="126" y="1508"/>
                </a:lnTo>
                <a:moveTo>
                  <a:pt x="0" y="1428"/>
                </a:moveTo>
                <a:lnTo>
                  <a:pt x="0" y="1314"/>
                </a:lnTo>
                <a:lnTo>
                  <a:pt x="23" y="1314"/>
                </a:lnTo>
                <a:lnTo>
                  <a:pt x="23" y="1428"/>
                </a:lnTo>
                <a:lnTo>
                  <a:pt x="0" y="1428"/>
                </a:lnTo>
                <a:moveTo>
                  <a:pt x="0" y="1246"/>
                </a:moveTo>
                <a:lnTo>
                  <a:pt x="0" y="1131"/>
                </a:lnTo>
                <a:lnTo>
                  <a:pt x="23" y="1131"/>
                </a:lnTo>
                <a:lnTo>
                  <a:pt x="23" y="1246"/>
                </a:lnTo>
                <a:lnTo>
                  <a:pt x="0" y="1246"/>
                </a:lnTo>
                <a:moveTo>
                  <a:pt x="0" y="1063"/>
                </a:moveTo>
                <a:lnTo>
                  <a:pt x="0" y="949"/>
                </a:lnTo>
                <a:lnTo>
                  <a:pt x="23" y="949"/>
                </a:lnTo>
                <a:lnTo>
                  <a:pt x="23" y="1063"/>
                </a:lnTo>
                <a:lnTo>
                  <a:pt x="0" y="1063"/>
                </a:lnTo>
                <a:moveTo>
                  <a:pt x="0" y="880"/>
                </a:moveTo>
                <a:lnTo>
                  <a:pt x="0" y="766"/>
                </a:lnTo>
                <a:lnTo>
                  <a:pt x="23" y="766"/>
                </a:lnTo>
                <a:lnTo>
                  <a:pt x="23" y="880"/>
                </a:lnTo>
                <a:lnTo>
                  <a:pt x="0" y="880"/>
                </a:lnTo>
                <a:moveTo>
                  <a:pt x="0" y="697"/>
                </a:moveTo>
                <a:lnTo>
                  <a:pt x="0" y="583"/>
                </a:lnTo>
                <a:lnTo>
                  <a:pt x="23" y="583"/>
                </a:lnTo>
                <a:lnTo>
                  <a:pt x="23" y="697"/>
                </a:lnTo>
                <a:lnTo>
                  <a:pt x="0" y="697"/>
                </a:lnTo>
                <a:moveTo>
                  <a:pt x="0" y="515"/>
                </a:moveTo>
                <a:lnTo>
                  <a:pt x="0" y="400"/>
                </a:lnTo>
                <a:lnTo>
                  <a:pt x="23" y="400"/>
                </a:lnTo>
                <a:lnTo>
                  <a:pt x="23" y="515"/>
                </a:lnTo>
                <a:lnTo>
                  <a:pt x="0" y="515"/>
                </a:lnTo>
                <a:moveTo>
                  <a:pt x="0" y="331"/>
                </a:moveTo>
                <a:lnTo>
                  <a:pt x="0" y="217"/>
                </a:lnTo>
                <a:lnTo>
                  <a:pt x="23" y="217"/>
                </a:lnTo>
                <a:lnTo>
                  <a:pt x="23" y="331"/>
                </a:lnTo>
                <a:lnTo>
                  <a:pt x="0" y="331"/>
                </a:lnTo>
                <a:moveTo>
                  <a:pt x="0" y="148"/>
                </a:moveTo>
                <a:lnTo>
                  <a:pt x="0" y="34"/>
                </a:lnTo>
                <a:lnTo>
                  <a:pt x="23" y="34"/>
                </a:lnTo>
                <a:lnTo>
                  <a:pt x="23" y="148"/>
                </a:lnTo>
                <a:lnTo>
                  <a:pt x="0" y="148"/>
                </a:lnTo>
                <a:moveTo>
                  <a:pt x="12" y="0"/>
                </a:moveTo>
                <a:lnTo>
                  <a:pt x="126" y="0"/>
                </a:lnTo>
                <a:lnTo>
                  <a:pt x="126" y="22"/>
                </a:lnTo>
                <a:lnTo>
                  <a:pt x="12" y="22"/>
                </a:lnTo>
                <a:lnTo>
                  <a:pt x="12" y="0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3" name=""/>
          <p:cNvSpPr/>
          <p:nvPr/>
        </p:nvSpPr>
        <p:spPr>
          <a:xfrm>
            <a:off x="8383680" y="1831680"/>
            <a:ext cx="99000" cy="82440"/>
          </a:xfrm>
          <a:custGeom>
            <a:avLst/>
            <a:gdLst/>
            <a:ahLst/>
            <a:rect l="0" t="0" r="r" b="b"/>
            <a:pathLst>
              <a:path w="275" h="229">
                <a:moveTo>
                  <a:pt x="0" y="0"/>
                </a:moveTo>
                <a:lnTo>
                  <a:pt x="275" y="0"/>
                </a:lnTo>
                <a:lnTo>
                  <a:pt x="275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4" name=""/>
          <p:cNvSpPr/>
          <p:nvPr/>
        </p:nvSpPr>
        <p:spPr>
          <a:xfrm>
            <a:off x="8383680" y="186048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5" name=""/>
          <p:cNvSpPr txBox="1"/>
          <p:nvPr/>
        </p:nvSpPr>
        <p:spPr>
          <a:xfrm>
            <a:off x="868680" y="2110320"/>
            <a:ext cx="37756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Leeruitkomst hangt aan: Voert baliegesprek en triage uit (werkprocesniveau)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6" name=""/>
          <p:cNvSpPr txBox="1"/>
          <p:nvPr/>
        </p:nvSpPr>
        <p:spPr>
          <a:xfrm>
            <a:off x="5851080" y="1822320"/>
            <a:ext cx="2123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Gewenste Onderwijskundige Leeromgeving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7" name=""/>
          <p:cNvSpPr txBox="1"/>
          <p:nvPr/>
        </p:nvSpPr>
        <p:spPr>
          <a:xfrm>
            <a:off x="5851080" y="1955160"/>
            <a:ext cx="19515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Balie-simulatie in het skillslab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8" name=""/>
          <p:cNvSpPr/>
          <p:nvPr/>
        </p:nvSpPr>
        <p:spPr>
          <a:xfrm>
            <a:off x="786240" y="2530800"/>
            <a:ext cx="3692160" cy="534960"/>
          </a:xfrm>
          <a:custGeom>
            <a:avLst/>
            <a:gdLst/>
            <a:ahLst/>
            <a:rect l="0" t="0" r="r" b="b"/>
            <a:pathLst>
              <a:path w="10256" h="1486">
                <a:moveTo>
                  <a:pt x="0" y="0"/>
                </a:moveTo>
                <a:lnTo>
                  <a:pt x="10256" y="0"/>
                </a:lnTo>
                <a:lnTo>
                  <a:pt x="10256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9" name=""/>
          <p:cNvSpPr/>
          <p:nvPr/>
        </p:nvSpPr>
        <p:spPr>
          <a:xfrm>
            <a:off x="781920" y="2526480"/>
            <a:ext cx="3700440" cy="543240"/>
          </a:xfrm>
          <a:custGeom>
            <a:avLst/>
            <a:gdLst/>
            <a:ahLst/>
            <a:rect l="0" t="0" r="r" b="b"/>
            <a:pathLst>
              <a:path w="10279" h="1509">
                <a:moveTo>
                  <a:pt x="194" y="0"/>
                </a:moveTo>
                <a:lnTo>
                  <a:pt x="309" y="0"/>
                </a:lnTo>
                <a:lnTo>
                  <a:pt x="309" y="23"/>
                </a:lnTo>
                <a:lnTo>
                  <a:pt x="194" y="23"/>
                </a:lnTo>
                <a:lnTo>
                  <a:pt x="194" y="0"/>
                </a:lnTo>
                <a:moveTo>
                  <a:pt x="377" y="0"/>
                </a:moveTo>
                <a:lnTo>
                  <a:pt x="491" y="0"/>
                </a:lnTo>
                <a:lnTo>
                  <a:pt x="491" y="23"/>
                </a:lnTo>
                <a:lnTo>
                  <a:pt x="377" y="23"/>
                </a:lnTo>
                <a:lnTo>
                  <a:pt x="377" y="0"/>
                </a:lnTo>
                <a:moveTo>
                  <a:pt x="560" y="0"/>
                </a:moveTo>
                <a:lnTo>
                  <a:pt x="674" y="0"/>
                </a:lnTo>
                <a:lnTo>
                  <a:pt x="674" y="23"/>
                </a:lnTo>
                <a:lnTo>
                  <a:pt x="560" y="23"/>
                </a:lnTo>
                <a:lnTo>
                  <a:pt x="560" y="0"/>
                </a:lnTo>
                <a:moveTo>
                  <a:pt x="743" y="0"/>
                </a:moveTo>
                <a:lnTo>
                  <a:pt x="857" y="0"/>
                </a:lnTo>
                <a:lnTo>
                  <a:pt x="857" y="23"/>
                </a:lnTo>
                <a:lnTo>
                  <a:pt x="743" y="23"/>
                </a:lnTo>
                <a:lnTo>
                  <a:pt x="743" y="0"/>
                </a:lnTo>
                <a:moveTo>
                  <a:pt x="925" y="0"/>
                </a:moveTo>
                <a:lnTo>
                  <a:pt x="1040" y="0"/>
                </a:lnTo>
                <a:lnTo>
                  <a:pt x="1040" y="23"/>
                </a:lnTo>
                <a:lnTo>
                  <a:pt x="925" y="23"/>
                </a:lnTo>
                <a:lnTo>
                  <a:pt x="925" y="0"/>
                </a:lnTo>
                <a:moveTo>
                  <a:pt x="1108" y="0"/>
                </a:moveTo>
                <a:lnTo>
                  <a:pt x="1222" y="0"/>
                </a:lnTo>
                <a:lnTo>
                  <a:pt x="1222" y="23"/>
                </a:lnTo>
                <a:lnTo>
                  <a:pt x="1108" y="23"/>
                </a:lnTo>
                <a:lnTo>
                  <a:pt x="1108" y="0"/>
                </a:lnTo>
                <a:moveTo>
                  <a:pt x="1291" y="0"/>
                </a:moveTo>
                <a:lnTo>
                  <a:pt x="1405" y="0"/>
                </a:lnTo>
                <a:lnTo>
                  <a:pt x="1405" y="23"/>
                </a:lnTo>
                <a:lnTo>
                  <a:pt x="1291" y="23"/>
                </a:lnTo>
                <a:lnTo>
                  <a:pt x="1291" y="0"/>
                </a:lnTo>
                <a:moveTo>
                  <a:pt x="1473" y="0"/>
                </a:moveTo>
                <a:lnTo>
                  <a:pt x="1588" y="0"/>
                </a:lnTo>
                <a:lnTo>
                  <a:pt x="1588" y="23"/>
                </a:lnTo>
                <a:lnTo>
                  <a:pt x="1473" y="23"/>
                </a:lnTo>
                <a:lnTo>
                  <a:pt x="1473" y="0"/>
                </a:lnTo>
                <a:moveTo>
                  <a:pt x="1656" y="0"/>
                </a:moveTo>
                <a:lnTo>
                  <a:pt x="1770" y="0"/>
                </a:lnTo>
                <a:lnTo>
                  <a:pt x="1770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2" y="0"/>
                </a:moveTo>
                <a:lnTo>
                  <a:pt x="2136" y="0"/>
                </a:lnTo>
                <a:lnTo>
                  <a:pt x="2136" y="23"/>
                </a:lnTo>
                <a:lnTo>
                  <a:pt x="2022" y="23"/>
                </a:lnTo>
                <a:lnTo>
                  <a:pt x="2022" y="0"/>
                </a:lnTo>
                <a:moveTo>
                  <a:pt x="2204" y="0"/>
                </a:moveTo>
                <a:lnTo>
                  <a:pt x="2319" y="0"/>
                </a:lnTo>
                <a:lnTo>
                  <a:pt x="2319" y="23"/>
                </a:lnTo>
                <a:lnTo>
                  <a:pt x="2204" y="23"/>
                </a:lnTo>
                <a:lnTo>
                  <a:pt x="2204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3" y="0"/>
                </a:moveTo>
                <a:lnTo>
                  <a:pt x="2867" y="0"/>
                </a:lnTo>
                <a:lnTo>
                  <a:pt x="2867" y="23"/>
                </a:lnTo>
                <a:lnTo>
                  <a:pt x="2753" y="23"/>
                </a:lnTo>
                <a:lnTo>
                  <a:pt x="2753" y="0"/>
                </a:lnTo>
                <a:moveTo>
                  <a:pt x="2935" y="0"/>
                </a:moveTo>
                <a:lnTo>
                  <a:pt x="3050" y="0"/>
                </a:lnTo>
                <a:lnTo>
                  <a:pt x="3050" y="23"/>
                </a:lnTo>
                <a:lnTo>
                  <a:pt x="2935" y="23"/>
                </a:lnTo>
                <a:lnTo>
                  <a:pt x="2935" y="0"/>
                </a:lnTo>
                <a:moveTo>
                  <a:pt x="3119" y="0"/>
                </a:moveTo>
                <a:lnTo>
                  <a:pt x="3233" y="0"/>
                </a:lnTo>
                <a:lnTo>
                  <a:pt x="3233" y="23"/>
                </a:lnTo>
                <a:lnTo>
                  <a:pt x="3119" y="23"/>
                </a:lnTo>
                <a:lnTo>
                  <a:pt x="3119" y="0"/>
                </a:lnTo>
                <a:moveTo>
                  <a:pt x="3302" y="0"/>
                </a:moveTo>
                <a:lnTo>
                  <a:pt x="3416" y="0"/>
                </a:lnTo>
                <a:lnTo>
                  <a:pt x="3416" y="23"/>
                </a:lnTo>
                <a:lnTo>
                  <a:pt x="3302" y="23"/>
                </a:lnTo>
                <a:lnTo>
                  <a:pt x="3302" y="0"/>
                </a:lnTo>
                <a:moveTo>
                  <a:pt x="3484" y="0"/>
                </a:moveTo>
                <a:lnTo>
                  <a:pt x="3599" y="0"/>
                </a:lnTo>
                <a:lnTo>
                  <a:pt x="3599" y="23"/>
                </a:lnTo>
                <a:lnTo>
                  <a:pt x="3484" y="23"/>
                </a:lnTo>
                <a:lnTo>
                  <a:pt x="3484" y="0"/>
                </a:lnTo>
                <a:moveTo>
                  <a:pt x="3667" y="0"/>
                </a:moveTo>
                <a:lnTo>
                  <a:pt x="3781" y="0"/>
                </a:lnTo>
                <a:lnTo>
                  <a:pt x="3781" y="23"/>
                </a:lnTo>
                <a:lnTo>
                  <a:pt x="3667" y="23"/>
                </a:lnTo>
                <a:lnTo>
                  <a:pt x="3667" y="0"/>
                </a:lnTo>
                <a:moveTo>
                  <a:pt x="3850" y="0"/>
                </a:moveTo>
                <a:lnTo>
                  <a:pt x="3964" y="0"/>
                </a:lnTo>
                <a:lnTo>
                  <a:pt x="3964" y="23"/>
                </a:lnTo>
                <a:lnTo>
                  <a:pt x="3850" y="23"/>
                </a:lnTo>
                <a:lnTo>
                  <a:pt x="3850" y="0"/>
                </a:lnTo>
                <a:moveTo>
                  <a:pt x="4033" y="0"/>
                </a:moveTo>
                <a:lnTo>
                  <a:pt x="4147" y="0"/>
                </a:lnTo>
                <a:lnTo>
                  <a:pt x="4147" y="23"/>
                </a:lnTo>
                <a:lnTo>
                  <a:pt x="4033" y="23"/>
                </a:lnTo>
                <a:lnTo>
                  <a:pt x="4033" y="0"/>
                </a:lnTo>
                <a:moveTo>
                  <a:pt x="4215" y="0"/>
                </a:moveTo>
                <a:lnTo>
                  <a:pt x="4329" y="0"/>
                </a:lnTo>
                <a:lnTo>
                  <a:pt x="4329" y="23"/>
                </a:lnTo>
                <a:lnTo>
                  <a:pt x="4215" y="23"/>
                </a:lnTo>
                <a:lnTo>
                  <a:pt x="4215" y="0"/>
                </a:lnTo>
                <a:moveTo>
                  <a:pt x="4398" y="0"/>
                </a:moveTo>
                <a:lnTo>
                  <a:pt x="4512" y="0"/>
                </a:lnTo>
                <a:lnTo>
                  <a:pt x="4512" y="23"/>
                </a:lnTo>
                <a:lnTo>
                  <a:pt x="4398" y="23"/>
                </a:lnTo>
                <a:lnTo>
                  <a:pt x="4398" y="0"/>
                </a:lnTo>
                <a:moveTo>
                  <a:pt x="4581" y="0"/>
                </a:moveTo>
                <a:lnTo>
                  <a:pt x="4695" y="0"/>
                </a:lnTo>
                <a:lnTo>
                  <a:pt x="4695" y="23"/>
                </a:lnTo>
                <a:lnTo>
                  <a:pt x="4581" y="23"/>
                </a:lnTo>
                <a:lnTo>
                  <a:pt x="4581" y="0"/>
                </a:lnTo>
                <a:moveTo>
                  <a:pt x="4763" y="0"/>
                </a:moveTo>
                <a:lnTo>
                  <a:pt x="4878" y="0"/>
                </a:lnTo>
                <a:lnTo>
                  <a:pt x="4878" y="23"/>
                </a:lnTo>
                <a:lnTo>
                  <a:pt x="4763" y="23"/>
                </a:lnTo>
                <a:lnTo>
                  <a:pt x="4763" y="0"/>
                </a:lnTo>
                <a:moveTo>
                  <a:pt x="4946" y="0"/>
                </a:moveTo>
                <a:lnTo>
                  <a:pt x="5060" y="0"/>
                </a:lnTo>
                <a:lnTo>
                  <a:pt x="5060" y="23"/>
                </a:lnTo>
                <a:lnTo>
                  <a:pt x="4946" y="23"/>
                </a:lnTo>
                <a:lnTo>
                  <a:pt x="4946" y="0"/>
                </a:lnTo>
                <a:moveTo>
                  <a:pt x="5129" y="0"/>
                </a:moveTo>
                <a:lnTo>
                  <a:pt x="5243" y="0"/>
                </a:lnTo>
                <a:lnTo>
                  <a:pt x="5243" y="23"/>
                </a:lnTo>
                <a:lnTo>
                  <a:pt x="5129" y="23"/>
                </a:lnTo>
                <a:lnTo>
                  <a:pt x="5129" y="0"/>
                </a:lnTo>
                <a:moveTo>
                  <a:pt x="5312" y="0"/>
                </a:moveTo>
                <a:lnTo>
                  <a:pt x="5426" y="0"/>
                </a:lnTo>
                <a:lnTo>
                  <a:pt x="5426" y="23"/>
                </a:lnTo>
                <a:lnTo>
                  <a:pt x="5312" y="23"/>
                </a:lnTo>
                <a:lnTo>
                  <a:pt x="5312" y="0"/>
                </a:lnTo>
                <a:moveTo>
                  <a:pt x="5494" y="0"/>
                </a:moveTo>
                <a:lnTo>
                  <a:pt x="5608" y="0"/>
                </a:lnTo>
                <a:lnTo>
                  <a:pt x="5608" y="23"/>
                </a:lnTo>
                <a:lnTo>
                  <a:pt x="5494" y="23"/>
                </a:lnTo>
                <a:lnTo>
                  <a:pt x="5494" y="0"/>
                </a:lnTo>
                <a:moveTo>
                  <a:pt x="5677" y="0"/>
                </a:moveTo>
                <a:lnTo>
                  <a:pt x="5791" y="0"/>
                </a:lnTo>
                <a:lnTo>
                  <a:pt x="5791" y="23"/>
                </a:lnTo>
                <a:lnTo>
                  <a:pt x="5677" y="23"/>
                </a:lnTo>
                <a:lnTo>
                  <a:pt x="5677" y="0"/>
                </a:lnTo>
                <a:moveTo>
                  <a:pt x="5860" y="0"/>
                </a:moveTo>
                <a:lnTo>
                  <a:pt x="5974" y="0"/>
                </a:lnTo>
                <a:lnTo>
                  <a:pt x="5974" y="23"/>
                </a:lnTo>
                <a:lnTo>
                  <a:pt x="5860" y="23"/>
                </a:lnTo>
                <a:lnTo>
                  <a:pt x="5860" y="0"/>
                </a:lnTo>
                <a:moveTo>
                  <a:pt x="6042" y="0"/>
                </a:moveTo>
                <a:lnTo>
                  <a:pt x="6157" y="0"/>
                </a:lnTo>
                <a:lnTo>
                  <a:pt x="6157" y="23"/>
                </a:lnTo>
                <a:lnTo>
                  <a:pt x="6042" y="23"/>
                </a:lnTo>
                <a:lnTo>
                  <a:pt x="6042" y="0"/>
                </a:lnTo>
                <a:moveTo>
                  <a:pt x="6225" y="0"/>
                </a:moveTo>
                <a:lnTo>
                  <a:pt x="6339" y="0"/>
                </a:lnTo>
                <a:lnTo>
                  <a:pt x="6339" y="23"/>
                </a:lnTo>
                <a:lnTo>
                  <a:pt x="6225" y="23"/>
                </a:lnTo>
                <a:lnTo>
                  <a:pt x="6225" y="0"/>
                </a:lnTo>
                <a:moveTo>
                  <a:pt x="6408" y="0"/>
                </a:moveTo>
                <a:lnTo>
                  <a:pt x="6522" y="0"/>
                </a:lnTo>
                <a:lnTo>
                  <a:pt x="6522" y="23"/>
                </a:lnTo>
                <a:lnTo>
                  <a:pt x="6408" y="23"/>
                </a:lnTo>
                <a:lnTo>
                  <a:pt x="6408" y="0"/>
                </a:lnTo>
                <a:moveTo>
                  <a:pt x="6591" y="0"/>
                </a:moveTo>
                <a:lnTo>
                  <a:pt x="6705" y="0"/>
                </a:lnTo>
                <a:lnTo>
                  <a:pt x="6705" y="23"/>
                </a:lnTo>
                <a:lnTo>
                  <a:pt x="6591" y="23"/>
                </a:lnTo>
                <a:lnTo>
                  <a:pt x="6591" y="0"/>
                </a:lnTo>
                <a:moveTo>
                  <a:pt x="6773" y="0"/>
                </a:moveTo>
                <a:lnTo>
                  <a:pt x="6887" y="0"/>
                </a:lnTo>
                <a:lnTo>
                  <a:pt x="6887" y="23"/>
                </a:lnTo>
                <a:lnTo>
                  <a:pt x="6773" y="23"/>
                </a:lnTo>
                <a:lnTo>
                  <a:pt x="6773" y="0"/>
                </a:lnTo>
                <a:moveTo>
                  <a:pt x="6956" y="0"/>
                </a:moveTo>
                <a:lnTo>
                  <a:pt x="7070" y="0"/>
                </a:lnTo>
                <a:lnTo>
                  <a:pt x="7070" y="23"/>
                </a:lnTo>
                <a:lnTo>
                  <a:pt x="6956" y="23"/>
                </a:lnTo>
                <a:lnTo>
                  <a:pt x="6956" y="0"/>
                </a:lnTo>
                <a:moveTo>
                  <a:pt x="7139" y="0"/>
                </a:moveTo>
                <a:lnTo>
                  <a:pt x="7253" y="0"/>
                </a:lnTo>
                <a:lnTo>
                  <a:pt x="7253" y="23"/>
                </a:lnTo>
                <a:lnTo>
                  <a:pt x="7139" y="23"/>
                </a:lnTo>
                <a:lnTo>
                  <a:pt x="7139" y="0"/>
                </a:lnTo>
                <a:moveTo>
                  <a:pt x="7321" y="0"/>
                </a:moveTo>
                <a:lnTo>
                  <a:pt x="7436" y="0"/>
                </a:lnTo>
                <a:lnTo>
                  <a:pt x="7436" y="23"/>
                </a:lnTo>
                <a:lnTo>
                  <a:pt x="7321" y="23"/>
                </a:lnTo>
                <a:lnTo>
                  <a:pt x="7321" y="0"/>
                </a:lnTo>
                <a:moveTo>
                  <a:pt x="7504" y="0"/>
                </a:moveTo>
                <a:lnTo>
                  <a:pt x="7618" y="0"/>
                </a:lnTo>
                <a:lnTo>
                  <a:pt x="7618" y="23"/>
                </a:lnTo>
                <a:lnTo>
                  <a:pt x="7504" y="23"/>
                </a:lnTo>
                <a:lnTo>
                  <a:pt x="7504" y="0"/>
                </a:lnTo>
                <a:moveTo>
                  <a:pt x="7687" y="0"/>
                </a:moveTo>
                <a:lnTo>
                  <a:pt x="7801" y="0"/>
                </a:lnTo>
                <a:lnTo>
                  <a:pt x="7801" y="23"/>
                </a:lnTo>
                <a:lnTo>
                  <a:pt x="7687" y="23"/>
                </a:lnTo>
                <a:lnTo>
                  <a:pt x="7687" y="0"/>
                </a:lnTo>
                <a:moveTo>
                  <a:pt x="7870" y="0"/>
                </a:moveTo>
                <a:lnTo>
                  <a:pt x="7984" y="0"/>
                </a:lnTo>
                <a:lnTo>
                  <a:pt x="7984" y="23"/>
                </a:lnTo>
                <a:lnTo>
                  <a:pt x="7870" y="23"/>
                </a:lnTo>
                <a:lnTo>
                  <a:pt x="7870" y="0"/>
                </a:lnTo>
                <a:moveTo>
                  <a:pt x="8052" y="0"/>
                </a:moveTo>
                <a:lnTo>
                  <a:pt x="8167" y="0"/>
                </a:lnTo>
                <a:lnTo>
                  <a:pt x="8167" y="23"/>
                </a:lnTo>
                <a:lnTo>
                  <a:pt x="8052" y="23"/>
                </a:lnTo>
                <a:lnTo>
                  <a:pt x="8052" y="0"/>
                </a:lnTo>
                <a:moveTo>
                  <a:pt x="8235" y="0"/>
                </a:moveTo>
                <a:lnTo>
                  <a:pt x="8349" y="0"/>
                </a:lnTo>
                <a:lnTo>
                  <a:pt x="8349" y="23"/>
                </a:lnTo>
                <a:lnTo>
                  <a:pt x="8235" y="23"/>
                </a:lnTo>
                <a:lnTo>
                  <a:pt x="8235" y="0"/>
                </a:lnTo>
                <a:moveTo>
                  <a:pt x="8418" y="0"/>
                </a:moveTo>
                <a:lnTo>
                  <a:pt x="8532" y="0"/>
                </a:lnTo>
                <a:lnTo>
                  <a:pt x="8532" y="23"/>
                </a:lnTo>
                <a:lnTo>
                  <a:pt x="8418" y="23"/>
                </a:lnTo>
                <a:lnTo>
                  <a:pt x="8418" y="0"/>
                </a:lnTo>
                <a:moveTo>
                  <a:pt x="8600" y="0"/>
                </a:moveTo>
                <a:lnTo>
                  <a:pt x="8715" y="0"/>
                </a:lnTo>
                <a:lnTo>
                  <a:pt x="8715" y="23"/>
                </a:lnTo>
                <a:lnTo>
                  <a:pt x="8600" y="23"/>
                </a:lnTo>
                <a:lnTo>
                  <a:pt x="8600" y="0"/>
                </a:lnTo>
                <a:moveTo>
                  <a:pt x="8783" y="0"/>
                </a:moveTo>
                <a:lnTo>
                  <a:pt x="8897" y="0"/>
                </a:lnTo>
                <a:lnTo>
                  <a:pt x="8897" y="23"/>
                </a:lnTo>
                <a:lnTo>
                  <a:pt x="8783" y="23"/>
                </a:lnTo>
                <a:lnTo>
                  <a:pt x="8783" y="0"/>
                </a:lnTo>
                <a:moveTo>
                  <a:pt x="8966" y="0"/>
                </a:moveTo>
                <a:lnTo>
                  <a:pt x="9080" y="0"/>
                </a:lnTo>
                <a:lnTo>
                  <a:pt x="9080" y="23"/>
                </a:lnTo>
                <a:lnTo>
                  <a:pt x="8966" y="23"/>
                </a:lnTo>
                <a:lnTo>
                  <a:pt x="8966" y="0"/>
                </a:lnTo>
                <a:moveTo>
                  <a:pt x="9149" y="0"/>
                </a:moveTo>
                <a:lnTo>
                  <a:pt x="9263" y="0"/>
                </a:lnTo>
                <a:lnTo>
                  <a:pt x="9263" y="23"/>
                </a:lnTo>
                <a:lnTo>
                  <a:pt x="9149" y="23"/>
                </a:lnTo>
                <a:lnTo>
                  <a:pt x="9149" y="0"/>
                </a:lnTo>
                <a:moveTo>
                  <a:pt x="9331" y="0"/>
                </a:moveTo>
                <a:lnTo>
                  <a:pt x="9446" y="0"/>
                </a:lnTo>
                <a:lnTo>
                  <a:pt x="9446" y="23"/>
                </a:lnTo>
                <a:lnTo>
                  <a:pt x="9331" y="23"/>
                </a:lnTo>
                <a:lnTo>
                  <a:pt x="9331" y="0"/>
                </a:lnTo>
                <a:moveTo>
                  <a:pt x="9514" y="0"/>
                </a:moveTo>
                <a:lnTo>
                  <a:pt x="9628" y="0"/>
                </a:lnTo>
                <a:lnTo>
                  <a:pt x="9628" y="23"/>
                </a:lnTo>
                <a:lnTo>
                  <a:pt x="9514" y="23"/>
                </a:lnTo>
                <a:lnTo>
                  <a:pt x="9514" y="0"/>
                </a:lnTo>
                <a:moveTo>
                  <a:pt x="9697" y="0"/>
                </a:moveTo>
                <a:lnTo>
                  <a:pt x="9811" y="0"/>
                </a:lnTo>
                <a:lnTo>
                  <a:pt x="9811" y="23"/>
                </a:lnTo>
                <a:lnTo>
                  <a:pt x="9697" y="23"/>
                </a:lnTo>
                <a:lnTo>
                  <a:pt x="9697" y="0"/>
                </a:lnTo>
                <a:moveTo>
                  <a:pt x="9879" y="0"/>
                </a:moveTo>
                <a:lnTo>
                  <a:pt x="9994" y="0"/>
                </a:lnTo>
                <a:lnTo>
                  <a:pt x="9994" y="23"/>
                </a:lnTo>
                <a:lnTo>
                  <a:pt x="9879" y="23"/>
                </a:lnTo>
                <a:lnTo>
                  <a:pt x="9879" y="0"/>
                </a:lnTo>
                <a:moveTo>
                  <a:pt x="10062" y="0"/>
                </a:moveTo>
                <a:lnTo>
                  <a:pt x="10176" y="0"/>
                </a:lnTo>
                <a:lnTo>
                  <a:pt x="10176" y="23"/>
                </a:lnTo>
                <a:lnTo>
                  <a:pt x="10062" y="23"/>
                </a:lnTo>
                <a:lnTo>
                  <a:pt x="10062" y="0"/>
                </a:lnTo>
                <a:moveTo>
                  <a:pt x="10245" y="0"/>
                </a:moveTo>
                <a:lnTo>
                  <a:pt x="10279" y="0"/>
                </a:lnTo>
                <a:lnTo>
                  <a:pt x="10279" y="103"/>
                </a:lnTo>
                <a:lnTo>
                  <a:pt x="10256" y="103"/>
                </a:lnTo>
                <a:lnTo>
                  <a:pt x="10256" y="12"/>
                </a:lnTo>
                <a:lnTo>
                  <a:pt x="10268" y="12"/>
                </a:lnTo>
                <a:lnTo>
                  <a:pt x="10268" y="23"/>
                </a:lnTo>
                <a:lnTo>
                  <a:pt x="10245" y="23"/>
                </a:lnTo>
                <a:lnTo>
                  <a:pt x="10245" y="0"/>
                </a:lnTo>
                <a:moveTo>
                  <a:pt x="10279" y="172"/>
                </a:moveTo>
                <a:lnTo>
                  <a:pt x="10279" y="286"/>
                </a:lnTo>
                <a:lnTo>
                  <a:pt x="10256" y="286"/>
                </a:lnTo>
                <a:lnTo>
                  <a:pt x="10256" y="172"/>
                </a:lnTo>
                <a:lnTo>
                  <a:pt x="10279" y="172"/>
                </a:lnTo>
                <a:moveTo>
                  <a:pt x="10279" y="354"/>
                </a:moveTo>
                <a:lnTo>
                  <a:pt x="10279" y="469"/>
                </a:lnTo>
                <a:lnTo>
                  <a:pt x="10256" y="469"/>
                </a:lnTo>
                <a:lnTo>
                  <a:pt x="10256" y="354"/>
                </a:lnTo>
                <a:lnTo>
                  <a:pt x="10279" y="354"/>
                </a:lnTo>
                <a:moveTo>
                  <a:pt x="10279" y="537"/>
                </a:moveTo>
                <a:lnTo>
                  <a:pt x="10279" y="651"/>
                </a:lnTo>
                <a:lnTo>
                  <a:pt x="10256" y="651"/>
                </a:lnTo>
                <a:lnTo>
                  <a:pt x="10256" y="537"/>
                </a:lnTo>
                <a:lnTo>
                  <a:pt x="10279" y="537"/>
                </a:lnTo>
                <a:moveTo>
                  <a:pt x="10279" y="720"/>
                </a:moveTo>
                <a:lnTo>
                  <a:pt x="10279" y="834"/>
                </a:lnTo>
                <a:lnTo>
                  <a:pt x="10256" y="834"/>
                </a:lnTo>
                <a:lnTo>
                  <a:pt x="10256" y="720"/>
                </a:lnTo>
                <a:lnTo>
                  <a:pt x="10279" y="720"/>
                </a:lnTo>
                <a:moveTo>
                  <a:pt x="10279" y="903"/>
                </a:moveTo>
                <a:lnTo>
                  <a:pt x="10279" y="1017"/>
                </a:lnTo>
                <a:lnTo>
                  <a:pt x="10256" y="1017"/>
                </a:lnTo>
                <a:lnTo>
                  <a:pt x="10256" y="903"/>
                </a:lnTo>
                <a:lnTo>
                  <a:pt x="10279" y="903"/>
                </a:lnTo>
                <a:moveTo>
                  <a:pt x="10279" y="1085"/>
                </a:moveTo>
                <a:lnTo>
                  <a:pt x="10279" y="1200"/>
                </a:lnTo>
                <a:lnTo>
                  <a:pt x="10256" y="1200"/>
                </a:lnTo>
                <a:lnTo>
                  <a:pt x="10256" y="1085"/>
                </a:lnTo>
                <a:lnTo>
                  <a:pt x="10279" y="1085"/>
                </a:lnTo>
                <a:moveTo>
                  <a:pt x="10279" y="1268"/>
                </a:moveTo>
                <a:lnTo>
                  <a:pt x="10279" y="1383"/>
                </a:lnTo>
                <a:lnTo>
                  <a:pt x="10256" y="1383"/>
                </a:lnTo>
                <a:lnTo>
                  <a:pt x="10256" y="1268"/>
                </a:lnTo>
                <a:lnTo>
                  <a:pt x="10279" y="1268"/>
                </a:lnTo>
                <a:moveTo>
                  <a:pt x="10279" y="1452"/>
                </a:moveTo>
                <a:lnTo>
                  <a:pt x="10279" y="1509"/>
                </a:lnTo>
                <a:lnTo>
                  <a:pt x="10199" y="1509"/>
                </a:lnTo>
                <a:lnTo>
                  <a:pt x="10199" y="1486"/>
                </a:lnTo>
                <a:lnTo>
                  <a:pt x="10268" y="1486"/>
                </a:lnTo>
                <a:lnTo>
                  <a:pt x="10268" y="1498"/>
                </a:lnTo>
                <a:lnTo>
                  <a:pt x="10256" y="1498"/>
                </a:lnTo>
                <a:lnTo>
                  <a:pt x="10256" y="1452"/>
                </a:lnTo>
                <a:lnTo>
                  <a:pt x="10279" y="1452"/>
                </a:lnTo>
                <a:moveTo>
                  <a:pt x="10131" y="1509"/>
                </a:moveTo>
                <a:lnTo>
                  <a:pt x="10017" y="1509"/>
                </a:lnTo>
                <a:lnTo>
                  <a:pt x="10017" y="1486"/>
                </a:lnTo>
                <a:lnTo>
                  <a:pt x="10131" y="1486"/>
                </a:lnTo>
                <a:lnTo>
                  <a:pt x="10131" y="1509"/>
                </a:lnTo>
                <a:moveTo>
                  <a:pt x="9948" y="1509"/>
                </a:moveTo>
                <a:lnTo>
                  <a:pt x="9834" y="1509"/>
                </a:lnTo>
                <a:lnTo>
                  <a:pt x="9834" y="1486"/>
                </a:lnTo>
                <a:lnTo>
                  <a:pt x="9948" y="1486"/>
                </a:lnTo>
                <a:lnTo>
                  <a:pt x="9948" y="1509"/>
                </a:lnTo>
                <a:moveTo>
                  <a:pt x="9765" y="1509"/>
                </a:moveTo>
                <a:lnTo>
                  <a:pt x="9651" y="1509"/>
                </a:lnTo>
                <a:lnTo>
                  <a:pt x="9651" y="1486"/>
                </a:lnTo>
                <a:lnTo>
                  <a:pt x="9765" y="1486"/>
                </a:lnTo>
                <a:lnTo>
                  <a:pt x="9765" y="1509"/>
                </a:lnTo>
                <a:moveTo>
                  <a:pt x="9583" y="1509"/>
                </a:moveTo>
                <a:lnTo>
                  <a:pt x="9468" y="1509"/>
                </a:lnTo>
                <a:lnTo>
                  <a:pt x="9468" y="1486"/>
                </a:lnTo>
                <a:lnTo>
                  <a:pt x="9583" y="1486"/>
                </a:lnTo>
                <a:lnTo>
                  <a:pt x="9583" y="1509"/>
                </a:lnTo>
                <a:moveTo>
                  <a:pt x="9400" y="1509"/>
                </a:moveTo>
                <a:lnTo>
                  <a:pt x="9286" y="1509"/>
                </a:lnTo>
                <a:lnTo>
                  <a:pt x="9286" y="1486"/>
                </a:lnTo>
                <a:lnTo>
                  <a:pt x="9400" y="1486"/>
                </a:lnTo>
                <a:lnTo>
                  <a:pt x="9400" y="1509"/>
                </a:lnTo>
                <a:moveTo>
                  <a:pt x="9217" y="1509"/>
                </a:moveTo>
                <a:lnTo>
                  <a:pt x="9103" y="1509"/>
                </a:lnTo>
                <a:lnTo>
                  <a:pt x="9103" y="1486"/>
                </a:lnTo>
                <a:lnTo>
                  <a:pt x="9217" y="1486"/>
                </a:lnTo>
                <a:lnTo>
                  <a:pt x="9217" y="1509"/>
                </a:lnTo>
                <a:moveTo>
                  <a:pt x="9034" y="1509"/>
                </a:moveTo>
                <a:lnTo>
                  <a:pt x="8920" y="1509"/>
                </a:lnTo>
                <a:lnTo>
                  <a:pt x="8920" y="1486"/>
                </a:lnTo>
                <a:lnTo>
                  <a:pt x="9034" y="1486"/>
                </a:lnTo>
                <a:lnTo>
                  <a:pt x="9034" y="1509"/>
                </a:lnTo>
                <a:moveTo>
                  <a:pt x="8852" y="1509"/>
                </a:moveTo>
                <a:lnTo>
                  <a:pt x="8738" y="1509"/>
                </a:lnTo>
                <a:lnTo>
                  <a:pt x="8738" y="1486"/>
                </a:lnTo>
                <a:lnTo>
                  <a:pt x="8852" y="1486"/>
                </a:lnTo>
                <a:lnTo>
                  <a:pt x="8852" y="1509"/>
                </a:lnTo>
                <a:moveTo>
                  <a:pt x="8669" y="1509"/>
                </a:moveTo>
                <a:lnTo>
                  <a:pt x="8555" y="1509"/>
                </a:lnTo>
                <a:lnTo>
                  <a:pt x="8555" y="1486"/>
                </a:lnTo>
                <a:lnTo>
                  <a:pt x="8669" y="1486"/>
                </a:lnTo>
                <a:lnTo>
                  <a:pt x="8669" y="1509"/>
                </a:lnTo>
                <a:moveTo>
                  <a:pt x="8486" y="1509"/>
                </a:moveTo>
                <a:lnTo>
                  <a:pt x="8372" y="1509"/>
                </a:lnTo>
                <a:lnTo>
                  <a:pt x="8372" y="1486"/>
                </a:lnTo>
                <a:lnTo>
                  <a:pt x="8486" y="1486"/>
                </a:lnTo>
                <a:lnTo>
                  <a:pt x="8486" y="1509"/>
                </a:lnTo>
                <a:moveTo>
                  <a:pt x="8304" y="1509"/>
                </a:moveTo>
                <a:lnTo>
                  <a:pt x="8189" y="1509"/>
                </a:lnTo>
                <a:lnTo>
                  <a:pt x="8189" y="1486"/>
                </a:lnTo>
                <a:lnTo>
                  <a:pt x="8304" y="1486"/>
                </a:lnTo>
                <a:lnTo>
                  <a:pt x="8304" y="1509"/>
                </a:lnTo>
                <a:moveTo>
                  <a:pt x="8121" y="1509"/>
                </a:moveTo>
                <a:lnTo>
                  <a:pt x="8007" y="1509"/>
                </a:lnTo>
                <a:lnTo>
                  <a:pt x="8007" y="1486"/>
                </a:lnTo>
                <a:lnTo>
                  <a:pt x="8121" y="1486"/>
                </a:lnTo>
                <a:lnTo>
                  <a:pt x="8121" y="1509"/>
                </a:lnTo>
                <a:moveTo>
                  <a:pt x="7938" y="1509"/>
                </a:moveTo>
                <a:lnTo>
                  <a:pt x="7824" y="1509"/>
                </a:lnTo>
                <a:lnTo>
                  <a:pt x="7824" y="1486"/>
                </a:lnTo>
                <a:lnTo>
                  <a:pt x="7938" y="1486"/>
                </a:lnTo>
                <a:lnTo>
                  <a:pt x="7938" y="1509"/>
                </a:lnTo>
                <a:moveTo>
                  <a:pt x="7755" y="1509"/>
                </a:moveTo>
                <a:lnTo>
                  <a:pt x="7641" y="1509"/>
                </a:lnTo>
                <a:lnTo>
                  <a:pt x="7641" y="1486"/>
                </a:lnTo>
                <a:lnTo>
                  <a:pt x="7755" y="1486"/>
                </a:lnTo>
                <a:lnTo>
                  <a:pt x="7755" y="1509"/>
                </a:lnTo>
                <a:moveTo>
                  <a:pt x="7573" y="1509"/>
                </a:moveTo>
                <a:lnTo>
                  <a:pt x="7458" y="1509"/>
                </a:lnTo>
                <a:lnTo>
                  <a:pt x="7458" y="1486"/>
                </a:lnTo>
                <a:lnTo>
                  <a:pt x="7573" y="1486"/>
                </a:lnTo>
                <a:lnTo>
                  <a:pt x="7573" y="1509"/>
                </a:lnTo>
                <a:moveTo>
                  <a:pt x="7390" y="1509"/>
                </a:moveTo>
                <a:lnTo>
                  <a:pt x="7276" y="1509"/>
                </a:lnTo>
                <a:lnTo>
                  <a:pt x="7276" y="1486"/>
                </a:lnTo>
                <a:lnTo>
                  <a:pt x="7390" y="1486"/>
                </a:lnTo>
                <a:lnTo>
                  <a:pt x="7390" y="1509"/>
                </a:lnTo>
                <a:moveTo>
                  <a:pt x="7207" y="1509"/>
                </a:moveTo>
                <a:lnTo>
                  <a:pt x="7093" y="1509"/>
                </a:lnTo>
                <a:lnTo>
                  <a:pt x="7093" y="1486"/>
                </a:lnTo>
                <a:lnTo>
                  <a:pt x="7207" y="1486"/>
                </a:lnTo>
                <a:lnTo>
                  <a:pt x="7207" y="1509"/>
                </a:lnTo>
                <a:moveTo>
                  <a:pt x="7025" y="1509"/>
                </a:moveTo>
                <a:lnTo>
                  <a:pt x="6910" y="1509"/>
                </a:lnTo>
                <a:lnTo>
                  <a:pt x="6910" y="1486"/>
                </a:lnTo>
                <a:lnTo>
                  <a:pt x="7025" y="1486"/>
                </a:lnTo>
                <a:lnTo>
                  <a:pt x="7025" y="1509"/>
                </a:lnTo>
                <a:moveTo>
                  <a:pt x="6842" y="1509"/>
                </a:moveTo>
                <a:lnTo>
                  <a:pt x="6728" y="1509"/>
                </a:lnTo>
                <a:lnTo>
                  <a:pt x="6728" y="1486"/>
                </a:lnTo>
                <a:lnTo>
                  <a:pt x="6842" y="1486"/>
                </a:lnTo>
                <a:lnTo>
                  <a:pt x="6842" y="1509"/>
                </a:lnTo>
                <a:moveTo>
                  <a:pt x="6659" y="1509"/>
                </a:moveTo>
                <a:lnTo>
                  <a:pt x="6545" y="1509"/>
                </a:lnTo>
                <a:lnTo>
                  <a:pt x="6545" y="1486"/>
                </a:lnTo>
                <a:lnTo>
                  <a:pt x="6659" y="1486"/>
                </a:lnTo>
                <a:lnTo>
                  <a:pt x="6659" y="1509"/>
                </a:lnTo>
                <a:moveTo>
                  <a:pt x="6476" y="1509"/>
                </a:moveTo>
                <a:lnTo>
                  <a:pt x="6362" y="1509"/>
                </a:lnTo>
                <a:lnTo>
                  <a:pt x="6362" y="1486"/>
                </a:lnTo>
                <a:lnTo>
                  <a:pt x="6476" y="1486"/>
                </a:lnTo>
                <a:lnTo>
                  <a:pt x="6476" y="1509"/>
                </a:lnTo>
                <a:moveTo>
                  <a:pt x="6294" y="1509"/>
                </a:moveTo>
                <a:lnTo>
                  <a:pt x="6179" y="1509"/>
                </a:lnTo>
                <a:lnTo>
                  <a:pt x="6179" y="1486"/>
                </a:lnTo>
                <a:lnTo>
                  <a:pt x="6294" y="1486"/>
                </a:lnTo>
                <a:lnTo>
                  <a:pt x="6294" y="1509"/>
                </a:lnTo>
                <a:moveTo>
                  <a:pt x="6111" y="1509"/>
                </a:moveTo>
                <a:lnTo>
                  <a:pt x="5997" y="1509"/>
                </a:lnTo>
                <a:lnTo>
                  <a:pt x="5997" y="1486"/>
                </a:lnTo>
                <a:lnTo>
                  <a:pt x="6111" y="1486"/>
                </a:lnTo>
                <a:lnTo>
                  <a:pt x="6111" y="1509"/>
                </a:lnTo>
                <a:moveTo>
                  <a:pt x="5928" y="1509"/>
                </a:moveTo>
                <a:lnTo>
                  <a:pt x="5814" y="1509"/>
                </a:lnTo>
                <a:lnTo>
                  <a:pt x="5814" y="1486"/>
                </a:lnTo>
                <a:lnTo>
                  <a:pt x="5928" y="1486"/>
                </a:lnTo>
                <a:lnTo>
                  <a:pt x="5928" y="1509"/>
                </a:lnTo>
                <a:moveTo>
                  <a:pt x="5746" y="1509"/>
                </a:moveTo>
                <a:lnTo>
                  <a:pt x="5631" y="1509"/>
                </a:lnTo>
                <a:lnTo>
                  <a:pt x="5631" y="1486"/>
                </a:lnTo>
                <a:lnTo>
                  <a:pt x="5746" y="1486"/>
                </a:lnTo>
                <a:lnTo>
                  <a:pt x="5746" y="1509"/>
                </a:lnTo>
                <a:moveTo>
                  <a:pt x="5563" y="1509"/>
                </a:moveTo>
                <a:lnTo>
                  <a:pt x="5449" y="1509"/>
                </a:lnTo>
                <a:lnTo>
                  <a:pt x="5449" y="1486"/>
                </a:lnTo>
                <a:lnTo>
                  <a:pt x="5563" y="1486"/>
                </a:lnTo>
                <a:lnTo>
                  <a:pt x="5563" y="1509"/>
                </a:lnTo>
                <a:moveTo>
                  <a:pt x="5380" y="1509"/>
                </a:moveTo>
                <a:lnTo>
                  <a:pt x="5266" y="1509"/>
                </a:lnTo>
                <a:lnTo>
                  <a:pt x="5266" y="1486"/>
                </a:lnTo>
                <a:lnTo>
                  <a:pt x="5380" y="1486"/>
                </a:lnTo>
                <a:lnTo>
                  <a:pt x="5380" y="1509"/>
                </a:lnTo>
                <a:moveTo>
                  <a:pt x="5197" y="1509"/>
                </a:moveTo>
                <a:lnTo>
                  <a:pt x="5083" y="1509"/>
                </a:lnTo>
                <a:lnTo>
                  <a:pt x="5083" y="1486"/>
                </a:lnTo>
                <a:lnTo>
                  <a:pt x="5197" y="1486"/>
                </a:lnTo>
                <a:lnTo>
                  <a:pt x="5197" y="1509"/>
                </a:lnTo>
                <a:moveTo>
                  <a:pt x="5015" y="1509"/>
                </a:moveTo>
                <a:lnTo>
                  <a:pt x="4900" y="1509"/>
                </a:lnTo>
                <a:lnTo>
                  <a:pt x="4900" y="1486"/>
                </a:lnTo>
                <a:lnTo>
                  <a:pt x="5015" y="1486"/>
                </a:lnTo>
                <a:lnTo>
                  <a:pt x="5015" y="1509"/>
                </a:lnTo>
                <a:moveTo>
                  <a:pt x="4832" y="1509"/>
                </a:moveTo>
                <a:lnTo>
                  <a:pt x="4718" y="1509"/>
                </a:lnTo>
                <a:lnTo>
                  <a:pt x="4718" y="1486"/>
                </a:lnTo>
                <a:lnTo>
                  <a:pt x="4832" y="1486"/>
                </a:lnTo>
                <a:lnTo>
                  <a:pt x="4832" y="1509"/>
                </a:lnTo>
                <a:moveTo>
                  <a:pt x="4649" y="1509"/>
                </a:moveTo>
                <a:lnTo>
                  <a:pt x="4535" y="1509"/>
                </a:lnTo>
                <a:lnTo>
                  <a:pt x="4535" y="1486"/>
                </a:lnTo>
                <a:lnTo>
                  <a:pt x="4649" y="1486"/>
                </a:lnTo>
                <a:lnTo>
                  <a:pt x="4649" y="1509"/>
                </a:lnTo>
                <a:moveTo>
                  <a:pt x="4466" y="1509"/>
                </a:moveTo>
                <a:lnTo>
                  <a:pt x="4352" y="1509"/>
                </a:lnTo>
                <a:lnTo>
                  <a:pt x="4352" y="1486"/>
                </a:lnTo>
                <a:lnTo>
                  <a:pt x="4466" y="1486"/>
                </a:lnTo>
                <a:lnTo>
                  <a:pt x="4466" y="1509"/>
                </a:lnTo>
                <a:moveTo>
                  <a:pt x="4284" y="1509"/>
                </a:moveTo>
                <a:lnTo>
                  <a:pt x="4170" y="1509"/>
                </a:lnTo>
                <a:lnTo>
                  <a:pt x="4170" y="1486"/>
                </a:lnTo>
                <a:lnTo>
                  <a:pt x="4284" y="1486"/>
                </a:lnTo>
                <a:lnTo>
                  <a:pt x="4284" y="1509"/>
                </a:lnTo>
                <a:moveTo>
                  <a:pt x="4101" y="1509"/>
                </a:moveTo>
                <a:lnTo>
                  <a:pt x="3987" y="1509"/>
                </a:lnTo>
                <a:lnTo>
                  <a:pt x="3987" y="1486"/>
                </a:lnTo>
                <a:lnTo>
                  <a:pt x="4101" y="1486"/>
                </a:lnTo>
                <a:lnTo>
                  <a:pt x="4101" y="1509"/>
                </a:lnTo>
                <a:moveTo>
                  <a:pt x="3918" y="1509"/>
                </a:moveTo>
                <a:lnTo>
                  <a:pt x="3804" y="1509"/>
                </a:lnTo>
                <a:lnTo>
                  <a:pt x="3804" y="1486"/>
                </a:lnTo>
                <a:lnTo>
                  <a:pt x="3918" y="1486"/>
                </a:lnTo>
                <a:lnTo>
                  <a:pt x="3918" y="1509"/>
                </a:lnTo>
                <a:moveTo>
                  <a:pt x="3736" y="1509"/>
                </a:moveTo>
                <a:lnTo>
                  <a:pt x="3621" y="1509"/>
                </a:lnTo>
                <a:lnTo>
                  <a:pt x="3621" y="1486"/>
                </a:lnTo>
                <a:lnTo>
                  <a:pt x="3736" y="1486"/>
                </a:lnTo>
                <a:lnTo>
                  <a:pt x="3736" y="1509"/>
                </a:lnTo>
                <a:moveTo>
                  <a:pt x="3553" y="1509"/>
                </a:moveTo>
                <a:lnTo>
                  <a:pt x="3439" y="1509"/>
                </a:lnTo>
                <a:lnTo>
                  <a:pt x="3439" y="1486"/>
                </a:lnTo>
                <a:lnTo>
                  <a:pt x="3553" y="1486"/>
                </a:lnTo>
                <a:lnTo>
                  <a:pt x="3553" y="1509"/>
                </a:lnTo>
                <a:moveTo>
                  <a:pt x="3370" y="1509"/>
                </a:moveTo>
                <a:lnTo>
                  <a:pt x="3256" y="1509"/>
                </a:lnTo>
                <a:lnTo>
                  <a:pt x="3256" y="1486"/>
                </a:lnTo>
                <a:lnTo>
                  <a:pt x="3370" y="1486"/>
                </a:lnTo>
                <a:lnTo>
                  <a:pt x="3370" y="1509"/>
                </a:lnTo>
                <a:moveTo>
                  <a:pt x="3187" y="1509"/>
                </a:moveTo>
                <a:lnTo>
                  <a:pt x="3073" y="1509"/>
                </a:lnTo>
                <a:lnTo>
                  <a:pt x="3073" y="1486"/>
                </a:lnTo>
                <a:lnTo>
                  <a:pt x="3187" y="1486"/>
                </a:lnTo>
                <a:lnTo>
                  <a:pt x="3187" y="1509"/>
                </a:lnTo>
                <a:moveTo>
                  <a:pt x="3005" y="1509"/>
                </a:moveTo>
                <a:lnTo>
                  <a:pt x="2890" y="1509"/>
                </a:lnTo>
                <a:lnTo>
                  <a:pt x="2890" y="1486"/>
                </a:lnTo>
                <a:lnTo>
                  <a:pt x="3005" y="1486"/>
                </a:lnTo>
                <a:lnTo>
                  <a:pt x="3005" y="1509"/>
                </a:lnTo>
                <a:moveTo>
                  <a:pt x="2821" y="1509"/>
                </a:moveTo>
                <a:lnTo>
                  <a:pt x="2707" y="1509"/>
                </a:lnTo>
                <a:lnTo>
                  <a:pt x="2707" y="1486"/>
                </a:lnTo>
                <a:lnTo>
                  <a:pt x="2821" y="1486"/>
                </a:lnTo>
                <a:lnTo>
                  <a:pt x="2821" y="1509"/>
                </a:lnTo>
                <a:moveTo>
                  <a:pt x="2638" y="1509"/>
                </a:moveTo>
                <a:lnTo>
                  <a:pt x="2524" y="1509"/>
                </a:lnTo>
                <a:lnTo>
                  <a:pt x="2524" y="1486"/>
                </a:lnTo>
                <a:lnTo>
                  <a:pt x="2638" y="1486"/>
                </a:lnTo>
                <a:lnTo>
                  <a:pt x="2638" y="1509"/>
                </a:lnTo>
                <a:moveTo>
                  <a:pt x="2456" y="1509"/>
                </a:moveTo>
                <a:lnTo>
                  <a:pt x="2341" y="1509"/>
                </a:lnTo>
                <a:lnTo>
                  <a:pt x="2341" y="1486"/>
                </a:lnTo>
                <a:lnTo>
                  <a:pt x="2456" y="1486"/>
                </a:lnTo>
                <a:lnTo>
                  <a:pt x="2456" y="1509"/>
                </a:lnTo>
                <a:moveTo>
                  <a:pt x="2273" y="1509"/>
                </a:moveTo>
                <a:lnTo>
                  <a:pt x="2159" y="1509"/>
                </a:lnTo>
                <a:lnTo>
                  <a:pt x="2159" y="1486"/>
                </a:lnTo>
                <a:lnTo>
                  <a:pt x="2273" y="1486"/>
                </a:lnTo>
                <a:lnTo>
                  <a:pt x="2273" y="1509"/>
                </a:lnTo>
                <a:moveTo>
                  <a:pt x="2090" y="1509"/>
                </a:moveTo>
                <a:lnTo>
                  <a:pt x="1976" y="1509"/>
                </a:lnTo>
                <a:lnTo>
                  <a:pt x="1976" y="1486"/>
                </a:lnTo>
                <a:lnTo>
                  <a:pt x="2090" y="1486"/>
                </a:lnTo>
                <a:lnTo>
                  <a:pt x="2090" y="1509"/>
                </a:lnTo>
                <a:moveTo>
                  <a:pt x="1907" y="1509"/>
                </a:moveTo>
                <a:lnTo>
                  <a:pt x="1793" y="1509"/>
                </a:lnTo>
                <a:lnTo>
                  <a:pt x="1793" y="1486"/>
                </a:lnTo>
                <a:lnTo>
                  <a:pt x="1907" y="1486"/>
                </a:lnTo>
                <a:lnTo>
                  <a:pt x="1907" y="1509"/>
                </a:lnTo>
                <a:moveTo>
                  <a:pt x="1725" y="1509"/>
                </a:moveTo>
                <a:lnTo>
                  <a:pt x="1611" y="1509"/>
                </a:lnTo>
                <a:lnTo>
                  <a:pt x="1611" y="1486"/>
                </a:lnTo>
                <a:lnTo>
                  <a:pt x="1725" y="1486"/>
                </a:lnTo>
                <a:lnTo>
                  <a:pt x="1725" y="1509"/>
                </a:lnTo>
                <a:moveTo>
                  <a:pt x="1542" y="1509"/>
                </a:moveTo>
                <a:lnTo>
                  <a:pt x="1428" y="1509"/>
                </a:lnTo>
                <a:lnTo>
                  <a:pt x="1428" y="1486"/>
                </a:lnTo>
                <a:lnTo>
                  <a:pt x="1542" y="1486"/>
                </a:lnTo>
                <a:lnTo>
                  <a:pt x="1542" y="1509"/>
                </a:lnTo>
                <a:moveTo>
                  <a:pt x="1359" y="1509"/>
                </a:moveTo>
                <a:lnTo>
                  <a:pt x="1245" y="1509"/>
                </a:lnTo>
                <a:lnTo>
                  <a:pt x="1245" y="1486"/>
                </a:lnTo>
                <a:lnTo>
                  <a:pt x="1359" y="1486"/>
                </a:lnTo>
                <a:lnTo>
                  <a:pt x="1359" y="1509"/>
                </a:lnTo>
                <a:moveTo>
                  <a:pt x="1177" y="1509"/>
                </a:moveTo>
                <a:lnTo>
                  <a:pt x="1062" y="1509"/>
                </a:lnTo>
                <a:lnTo>
                  <a:pt x="1062" y="1486"/>
                </a:lnTo>
                <a:lnTo>
                  <a:pt x="1177" y="1486"/>
                </a:lnTo>
                <a:lnTo>
                  <a:pt x="1177" y="1509"/>
                </a:lnTo>
                <a:moveTo>
                  <a:pt x="994" y="1509"/>
                </a:moveTo>
                <a:lnTo>
                  <a:pt x="880" y="1509"/>
                </a:lnTo>
                <a:lnTo>
                  <a:pt x="880" y="1486"/>
                </a:lnTo>
                <a:lnTo>
                  <a:pt x="994" y="1486"/>
                </a:lnTo>
                <a:lnTo>
                  <a:pt x="994" y="1509"/>
                </a:lnTo>
                <a:moveTo>
                  <a:pt x="811" y="1509"/>
                </a:moveTo>
                <a:lnTo>
                  <a:pt x="697" y="1509"/>
                </a:lnTo>
                <a:lnTo>
                  <a:pt x="697" y="1486"/>
                </a:lnTo>
                <a:lnTo>
                  <a:pt x="811" y="1486"/>
                </a:lnTo>
                <a:lnTo>
                  <a:pt x="811" y="1509"/>
                </a:lnTo>
                <a:moveTo>
                  <a:pt x="628" y="1509"/>
                </a:moveTo>
                <a:lnTo>
                  <a:pt x="514" y="1509"/>
                </a:lnTo>
                <a:lnTo>
                  <a:pt x="514" y="1486"/>
                </a:lnTo>
                <a:lnTo>
                  <a:pt x="628" y="1486"/>
                </a:lnTo>
                <a:lnTo>
                  <a:pt x="628" y="1509"/>
                </a:lnTo>
                <a:moveTo>
                  <a:pt x="446" y="1509"/>
                </a:moveTo>
                <a:lnTo>
                  <a:pt x="331" y="1509"/>
                </a:lnTo>
                <a:lnTo>
                  <a:pt x="331" y="1486"/>
                </a:lnTo>
                <a:lnTo>
                  <a:pt x="446" y="1486"/>
                </a:lnTo>
                <a:lnTo>
                  <a:pt x="446" y="1509"/>
                </a:lnTo>
                <a:moveTo>
                  <a:pt x="263" y="1509"/>
                </a:moveTo>
                <a:lnTo>
                  <a:pt x="149" y="1509"/>
                </a:lnTo>
                <a:lnTo>
                  <a:pt x="149" y="1486"/>
                </a:lnTo>
                <a:lnTo>
                  <a:pt x="263" y="1486"/>
                </a:lnTo>
                <a:lnTo>
                  <a:pt x="263" y="1509"/>
                </a:lnTo>
                <a:moveTo>
                  <a:pt x="80" y="1509"/>
                </a:moveTo>
                <a:lnTo>
                  <a:pt x="0" y="1509"/>
                </a:lnTo>
                <a:lnTo>
                  <a:pt x="0" y="1452"/>
                </a:lnTo>
                <a:lnTo>
                  <a:pt x="23" y="1452"/>
                </a:lnTo>
                <a:lnTo>
                  <a:pt x="23" y="1498"/>
                </a:lnTo>
                <a:lnTo>
                  <a:pt x="12" y="1498"/>
                </a:lnTo>
                <a:lnTo>
                  <a:pt x="12" y="1486"/>
                </a:lnTo>
                <a:lnTo>
                  <a:pt x="80" y="1486"/>
                </a:lnTo>
                <a:lnTo>
                  <a:pt x="80" y="1509"/>
                </a:lnTo>
                <a:moveTo>
                  <a:pt x="0" y="1383"/>
                </a:moveTo>
                <a:lnTo>
                  <a:pt x="0" y="1268"/>
                </a:lnTo>
                <a:lnTo>
                  <a:pt x="23" y="1268"/>
                </a:lnTo>
                <a:lnTo>
                  <a:pt x="23" y="1383"/>
                </a:lnTo>
                <a:lnTo>
                  <a:pt x="0" y="1383"/>
                </a:lnTo>
                <a:moveTo>
                  <a:pt x="0" y="1200"/>
                </a:moveTo>
                <a:lnTo>
                  <a:pt x="0" y="1085"/>
                </a:lnTo>
                <a:lnTo>
                  <a:pt x="23" y="1085"/>
                </a:lnTo>
                <a:lnTo>
                  <a:pt x="23" y="1200"/>
                </a:lnTo>
                <a:lnTo>
                  <a:pt x="0" y="1200"/>
                </a:lnTo>
                <a:moveTo>
                  <a:pt x="0" y="1017"/>
                </a:moveTo>
                <a:lnTo>
                  <a:pt x="0" y="903"/>
                </a:lnTo>
                <a:lnTo>
                  <a:pt x="23" y="903"/>
                </a:lnTo>
                <a:lnTo>
                  <a:pt x="23" y="1017"/>
                </a:lnTo>
                <a:lnTo>
                  <a:pt x="0" y="1017"/>
                </a:lnTo>
                <a:moveTo>
                  <a:pt x="0" y="834"/>
                </a:moveTo>
                <a:lnTo>
                  <a:pt x="0" y="720"/>
                </a:lnTo>
                <a:lnTo>
                  <a:pt x="23" y="720"/>
                </a:lnTo>
                <a:lnTo>
                  <a:pt x="23" y="834"/>
                </a:lnTo>
                <a:lnTo>
                  <a:pt x="0" y="834"/>
                </a:lnTo>
                <a:moveTo>
                  <a:pt x="0" y="651"/>
                </a:moveTo>
                <a:lnTo>
                  <a:pt x="0" y="537"/>
                </a:lnTo>
                <a:lnTo>
                  <a:pt x="23" y="537"/>
                </a:lnTo>
                <a:lnTo>
                  <a:pt x="23" y="651"/>
                </a:lnTo>
                <a:lnTo>
                  <a:pt x="0" y="651"/>
                </a:lnTo>
                <a:moveTo>
                  <a:pt x="0" y="469"/>
                </a:moveTo>
                <a:lnTo>
                  <a:pt x="0" y="354"/>
                </a:lnTo>
                <a:lnTo>
                  <a:pt x="23" y="354"/>
                </a:lnTo>
                <a:lnTo>
                  <a:pt x="23" y="469"/>
                </a:lnTo>
                <a:lnTo>
                  <a:pt x="0" y="469"/>
                </a:lnTo>
                <a:moveTo>
                  <a:pt x="0" y="286"/>
                </a:moveTo>
                <a:lnTo>
                  <a:pt x="0" y="172"/>
                </a:lnTo>
                <a:lnTo>
                  <a:pt x="23" y="172"/>
                </a:lnTo>
                <a:lnTo>
                  <a:pt x="23" y="286"/>
                </a:lnTo>
                <a:lnTo>
                  <a:pt x="0" y="286"/>
                </a:lnTo>
                <a:moveTo>
                  <a:pt x="0" y="103"/>
                </a:moveTo>
                <a:lnTo>
                  <a:pt x="0" y="0"/>
                </a:lnTo>
                <a:lnTo>
                  <a:pt x="126" y="0"/>
                </a:lnTo>
                <a:lnTo>
                  <a:pt x="126" y="23"/>
                </a:lnTo>
                <a:lnTo>
                  <a:pt x="12" y="23"/>
                </a:lnTo>
                <a:lnTo>
                  <a:pt x="12" y="12"/>
                </a:lnTo>
                <a:lnTo>
                  <a:pt x="23" y="12"/>
                </a:lnTo>
                <a:lnTo>
                  <a:pt x="23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0" name=""/>
          <p:cNvSpPr/>
          <p:nvPr/>
        </p:nvSpPr>
        <p:spPr>
          <a:xfrm>
            <a:off x="4313520" y="2596320"/>
            <a:ext cx="99000" cy="82800"/>
          </a:xfrm>
          <a:custGeom>
            <a:avLst/>
            <a:gdLst/>
            <a:ahLst/>
            <a:rect l="0" t="0" r="r" b="b"/>
            <a:pathLst>
              <a:path w="275" h="230">
                <a:moveTo>
                  <a:pt x="0" y="0"/>
                </a:moveTo>
                <a:lnTo>
                  <a:pt x="275" y="0"/>
                </a:lnTo>
                <a:lnTo>
                  <a:pt x="275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1" name=""/>
          <p:cNvSpPr/>
          <p:nvPr/>
        </p:nvSpPr>
        <p:spPr>
          <a:xfrm>
            <a:off x="4313520" y="2625120"/>
            <a:ext cx="9864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2" name=""/>
          <p:cNvSpPr txBox="1"/>
          <p:nvPr/>
        </p:nvSpPr>
        <p:spPr>
          <a:xfrm>
            <a:off x="5851080" y="211032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Onderwijsvorm speciﬁcatie hangt aan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3" name=""/>
          <p:cNvSpPr txBox="1"/>
          <p:nvPr/>
        </p:nvSpPr>
        <p:spPr>
          <a:xfrm>
            <a:off x="868680" y="2587320"/>
            <a:ext cx="20199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Gewenst medewerker competentieproﬁel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4" name=""/>
          <p:cNvSpPr txBox="1"/>
          <p:nvPr/>
        </p:nvSpPr>
        <p:spPr>
          <a:xfrm>
            <a:off x="868680" y="2720160"/>
            <a:ext cx="2973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Apothekersassistent-docent met baliepraktijk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5" name=""/>
          <p:cNvSpPr/>
          <p:nvPr/>
        </p:nvSpPr>
        <p:spPr>
          <a:xfrm>
            <a:off x="4675320" y="2530800"/>
            <a:ext cx="3420720" cy="534960"/>
          </a:xfrm>
          <a:custGeom>
            <a:avLst/>
            <a:gdLst/>
            <a:ahLst/>
            <a:rect l="0" t="0" r="r" b="b"/>
            <a:pathLst>
              <a:path w="9502" h="1486">
                <a:moveTo>
                  <a:pt x="0" y="0"/>
                </a:moveTo>
                <a:lnTo>
                  <a:pt x="9502" y="0"/>
                </a:lnTo>
                <a:lnTo>
                  <a:pt x="9502" y="1486"/>
                </a:lnTo>
                <a:lnTo>
                  <a:pt x="0" y="1486"/>
                </a:lnTo>
                <a:lnTo>
                  <a:pt x="0" y="0"/>
                </a:lnTo>
                <a:close/>
              </a:path>
            </a:pathLst>
          </a:custGeom>
          <a:solidFill>
            <a:srgbClr val="efe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6" name=""/>
          <p:cNvSpPr/>
          <p:nvPr/>
        </p:nvSpPr>
        <p:spPr>
          <a:xfrm>
            <a:off x="4671360" y="2526480"/>
            <a:ext cx="3429000" cy="543240"/>
          </a:xfrm>
          <a:custGeom>
            <a:avLst/>
            <a:gdLst/>
            <a:ahLst/>
            <a:rect l="0" t="0" r="r" b="b"/>
            <a:pathLst>
              <a:path w="9525" h="1509">
                <a:moveTo>
                  <a:pt x="194" y="0"/>
                </a:moveTo>
                <a:lnTo>
                  <a:pt x="308" y="0"/>
                </a:lnTo>
                <a:lnTo>
                  <a:pt x="308" y="23"/>
                </a:lnTo>
                <a:lnTo>
                  <a:pt x="194" y="23"/>
                </a:lnTo>
                <a:lnTo>
                  <a:pt x="194" y="0"/>
                </a:lnTo>
                <a:moveTo>
                  <a:pt x="376" y="0"/>
                </a:moveTo>
                <a:lnTo>
                  <a:pt x="491" y="0"/>
                </a:lnTo>
                <a:lnTo>
                  <a:pt x="491" y="23"/>
                </a:lnTo>
                <a:lnTo>
                  <a:pt x="376" y="23"/>
                </a:lnTo>
                <a:lnTo>
                  <a:pt x="376" y="0"/>
                </a:lnTo>
                <a:moveTo>
                  <a:pt x="559" y="0"/>
                </a:moveTo>
                <a:lnTo>
                  <a:pt x="673" y="0"/>
                </a:lnTo>
                <a:lnTo>
                  <a:pt x="673" y="23"/>
                </a:lnTo>
                <a:lnTo>
                  <a:pt x="559" y="23"/>
                </a:lnTo>
                <a:lnTo>
                  <a:pt x="559" y="0"/>
                </a:lnTo>
                <a:moveTo>
                  <a:pt x="742" y="0"/>
                </a:moveTo>
                <a:lnTo>
                  <a:pt x="856" y="0"/>
                </a:lnTo>
                <a:lnTo>
                  <a:pt x="856" y="23"/>
                </a:lnTo>
                <a:lnTo>
                  <a:pt x="742" y="23"/>
                </a:lnTo>
                <a:lnTo>
                  <a:pt x="742" y="0"/>
                </a:lnTo>
                <a:moveTo>
                  <a:pt x="925" y="0"/>
                </a:moveTo>
                <a:lnTo>
                  <a:pt x="1039" y="0"/>
                </a:lnTo>
                <a:lnTo>
                  <a:pt x="1039" y="23"/>
                </a:lnTo>
                <a:lnTo>
                  <a:pt x="925" y="23"/>
                </a:lnTo>
                <a:lnTo>
                  <a:pt x="925" y="0"/>
                </a:lnTo>
                <a:moveTo>
                  <a:pt x="1107" y="0"/>
                </a:moveTo>
                <a:lnTo>
                  <a:pt x="1221" y="0"/>
                </a:lnTo>
                <a:lnTo>
                  <a:pt x="1221" y="23"/>
                </a:lnTo>
                <a:lnTo>
                  <a:pt x="1107" y="23"/>
                </a:lnTo>
                <a:lnTo>
                  <a:pt x="1107" y="0"/>
                </a:lnTo>
                <a:moveTo>
                  <a:pt x="1290" y="0"/>
                </a:moveTo>
                <a:lnTo>
                  <a:pt x="1405" y="0"/>
                </a:lnTo>
                <a:lnTo>
                  <a:pt x="1405" y="23"/>
                </a:lnTo>
                <a:lnTo>
                  <a:pt x="1290" y="23"/>
                </a:lnTo>
                <a:lnTo>
                  <a:pt x="1290" y="0"/>
                </a:lnTo>
                <a:moveTo>
                  <a:pt x="1474" y="0"/>
                </a:moveTo>
                <a:lnTo>
                  <a:pt x="1588" y="0"/>
                </a:lnTo>
                <a:lnTo>
                  <a:pt x="1588" y="23"/>
                </a:lnTo>
                <a:lnTo>
                  <a:pt x="1474" y="23"/>
                </a:lnTo>
                <a:lnTo>
                  <a:pt x="1474" y="0"/>
                </a:lnTo>
                <a:moveTo>
                  <a:pt x="1656" y="0"/>
                </a:moveTo>
                <a:lnTo>
                  <a:pt x="1771" y="0"/>
                </a:lnTo>
                <a:lnTo>
                  <a:pt x="1771" y="23"/>
                </a:lnTo>
                <a:lnTo>
                  <a:pt x="1656" y="23"/>
                </a:lnTo>
                <a:lnTo>
                  <a:pt x="1656" y="0"/>
                </a:lnTo>
                <a:moveTo>
                  <a:pt x="1839" y="0"/>
                </a:moveTo>
                <a:lnTo>
                  <a:pt x="1953" y="0"/>
                </a:lnTo>
                <a:lnTo>
                  <a:pt x="1953" y="23"/>
                </a:lnTo>
                <a:lnTo>
                  <a:pt x="1839" y="23"/>
                </a:lnTo>
                <a:lnTo>
                  <a:pt x="1839" y="0"/>
                </a:lnTo>
                <a:moveTo>
                  <a:pt x="2022" y="0"/>
                </a:moveTo>
                <a:lnTo>
                  <a:pt x="2136" y="0"/>
                </a:lnTo>
                <a:lnTo>
                  <a:pt x="2136" y="23"/>
                </a:lnTo>
                <a:lnTo>
                  <a:pt x="2022" y="23"/>
                </a:lnTo>
                <a:lnTo>
                  <a:pt x="2022" y="0"/>
                </a:lnTo>
                <a:moveTo>
                  <a:pt x="2205" y="0"/>
                </a:moveTo>
                <a:lnTo>
                  <a:pt x="2319" y="0"/>
                </a:lnTo>
                <a:lnTo>
                  <a:pt x="2319" y="23"/>
                </a:lnTo>
                <a:lnTo>
                  <a:pt x="2205" y="23"/>
                </a:lnTo>
                <a:lnTo>
                  <a:pt x="2205" y="0"/>
                </a:lnTo>
                <a:moveTo>
                  <a:pt x="2387" y="0"/>
                </a:moveTo>
                <a:lnTo>
                  <a:pt x="2501" y="0"/>
                </a:lnTo>
                <a:lnTo>
                  <a:pt x="2501" y="23"/>
                </a:lnTo>
                <a:lnTo>
                  <a:pt x="2387" y="23"/>
                </a:lnTo>
                <a:lnTo>
                  <a:pt x="2387" y="0"/>
                </a:lnTo>
                <a:moveTo>
                  <a:pt x="2570" y="0"/>
                </a:moveTo>
                <a:lnTo>
                  <a:pt x="2684" y="0"/>
                </a:lnTo>
                <a:lnTo>
                  <a:pt x="2684" y="23"/>
                </a:lnTo>
                <a:lnTo>
                  <a:pt x="2570" y="23"/>
                </a:lnTo>
                <a:lnTo>
                  <a:pt x="2570" y="0"/>
                </a:lnTo>
                <a:moveTo>
                  <a:pt x="2753" y="0"/>
                </a:moveTo>
                <a:lnTo>
                  <a:pt x="2867" y="0"/>
                </a:lnTo>
                <a:lnTo>
                  <a:pt x="2867" y="23"/>
                </a:lnTo>
                <a:lnTo>
                  <a:pt x="2753" y="23"/>
                </a:lnTo>
                <a:lnTo>
                  <a:pt x="2753" y="0"/>
                </a:lnTo>
                <a:moveTo>
                  <a:pt x="2935" y="0"/>
                </a:moveTo>
                <a:lnTo>
                  <a:pt x="3050" y="0"/>
                </a:lnTo>
                <a:lnTo>
                  <a:pt x="3050" y="23"/>
                </a:lnTo>
                <a:lnTo>
                  <a:pt x="2935" y="23"/>
                </a:lnTo>
                <a:lnTo>
                  <a:pt x="2935" y="0"/>
                </a:lnTo>
                <a:moveTo>
                  <a:pt x="3118" y="0"/>
                </a:moveTo>
                <a:lnTo>
                  <a:pt x="3232" y="0"/>
                </a:lnTo>
                <a:lnTo>
                  <a:pt x="3232" y="23"/>
                </a:lnTo>
                <a:lnTo>
                  <a:pt x="3118" y="23"/>
                </a:lnTo>
                <a:lnTo>
                  <a:pt x="3118" y="0"/>
                </a:lnTo>
                <a:moveTo>
                  <a:pt x="3301" y="0"/>
                </a:moveTo>
                <a:lnTo>
                  <a:pt x="3415" y="0"/>
                </a:lnTo>
                <a:lnTo>
                  <a:pt x="3415" y="23"/>
                </a:lnTo>
                <a:lnTo>
                  <a:pt x="3301" y="23"/>
                </a:lnTo>
                <a:lnTo>
                  <a:pt x="3301" y="0"/>
                </a:lnTo>
                <a:moveTo>
                  <a:pt x="3484" y="0"/>
                </a:moveTo>
                <a:lnTo>
                  <a:pt x="3598" y="0"/>
                </a:lnTo>
                <a:lnTo>
                  <a:pt x="3598" y="23"/>
                </a:lnTo>
                <a:lnTo>
                  <a:pt x="3484" y="23"/>
                </a:lnTo>
                <a:lnTo>
                  <a:pt x="3484" y="0"/>
                </a:lnTo>
                <a:moveTo>
                  <a:pt x="3666" y="0"/>
                </a:moveTo>
                <a:lnTo>
                  <a:pt x="3780" y="0"/>
                </a:lnTo>
                <a:lnTo>
                  <a:pt x="3780" y="23"/>
                </a:lnTo>
                <a:lnTo>
                  <a:pt x="3666" y="23"/>
                </a:lnTo>
                <a:lnTo>
                  <a:pt x="3666" y="0"/>
                </a:lnTo>
                <a:moveTo>
                  <a:pt x="3849" y="0"/>
                </a:moveTo>
                <a:lnTo>
                  <a:pt x="3963" y="0"/>
                </a:lnTo>
                <a:lnTo>
                  <a:pt x="3963" y="23"/>
                </a:lnTo>
                <a:lnTo>
                  <a:pt x="3849" y="23"/>
                </a:lnTo>
                <a:lnTo>
                  <a:pt x="3849" y="0"/>
                </a:lnTo>
                <a:moveTo>
                  <a:pt x="4032" y="0"/>
                </a:moveTo>
                <a:lnTo>
                  <a:pt x="4146" y="0"/>
                </a:lnTo>
                <a:lnTo>
                  <a:pt x="4146" y="23"/>
                </a:lnTo>
                <a:lnTo>
                  <a:pt x="4032" y="23"/>
                </a:lnTo>
                <a:lnTo>
                  <a:pt x="4032" y="0"/>
                </a:lnTo>
                <a:moveTo>
                  <a:pt x="4214" y="0"/>
                </a:moveTo>
                <a:lnTo>
                  <a:pt x="4329" y="0"/>
                </a:lnTo>
                <a:lnTo>
                  <a:pt x="4329" y="23"/>
                </a:lnTo>
                <a:lnTo>
                  <a:pt x="4214" y="23"/>
                </a:lnTo>
                <a:lnTo>
                  <a:pt x="4214" y="0"/>
                </a:lnTo>
                <a:moveTo>
                  <a:pt x="4397" y="0"/>
                </a:moveTo>
                <a:lnTo>
                  <a:pt x="4511" y="0"/>
                </a:lnTo>
                <a:lnTo>
                  <a:pt x="4511" y="23"/>
                </a:lnTo>
                <a:lnTo>
                  <a:pt x="4397" y="23"/>
                </a:lnTo>
                <a:lnTo>
                  <a:pt x="4397" y="0"/>
                </a:lnTo>
                <a:moveTo>
                  <a:pt x="4580" y="0"/>
                </a:moveTo>
                <a:lnTo>
                  <a:pt x="4694" y="0"/>
                </a:lnTo>
                <a:lnTo>
                  <a:pt x="4694" y="23"/>
                </a:lnTo>
                <a:lnTo>
                  <a:pt x="4580" y="23"/>
                </a:lnTo>
                <a:lnTo>
                  <a:pt x="4580" y="0"/>
                </a:lnTo>
                <a:moveTo>
                  <a:pt x="4763" y="0"/>
                </a:moveTo>
                <a:lnTo>
                  <a:pt x="4877" y="0"/>
                </a:lnTo>
                <a:lnTo>
                  <a:pt x="4877" y="23"/>
                </a:lnTo>
                <a:lnTo>
                  <a:pt x="4763" y="23"/>
                </a:lnTo>
                <a:lnTo>
                  <a:pt x="4763" y="0"/>
                </a:lnTo>
                <a:moveTo>
                  <a:pt x="4945" y="0"/>
                </a:moveTo>
                <a:lnTo>
                  <a:pt x="5059" y="0"/>
                </a:lnTo>
                <a:lnTo>
                  <a:pt x="5059" y="23"/>
                </a:lnTo>
                <a:lnTo>
                  <a:pt x="4945" y="23"/>
                </a:lnTo>
                <a:lnTo>
                  <a:pt x="4945" y="0"/>
                </a:lnTo>
                <a:moveTo>
                  <a:pt x="5128" y="0"/>
                </a:moveTo>
                <a:lnTo>
                  <a:pt x="5242" y="0"/>
                </a:lnTo>
                <a:lnTo>
                  <a:pt x="5242" y="23"/>
                </a:lnTo>
                <a:lnTo>
                  <a:pt x="5128" y="23"/>
                </a:lnTo>
                <a:lnTo>
                  <a:pt x="5128" y="0"/>
                </a:lnTo>
                <a:moveTo>
                  <a:pt x="5311" y="0"/>
                </a:moveTo>
                <a:lnTo>
                  <a:pt x="5425" y="0"/>
                </a:lnTo>
                <a:lnTo>
                  <a:pt x="5425" y="23"/>
                </a:lnTo>
                <a:lnTo>
                  <a:pt x="5311" y="23"/>
                </a:lnTo>
                <a:lnTo>
                  <a:pt x="5311" y="0"/>
                </a:lnTo>
                <a:moveTo>
                  <a:pt x="5493" y="0"/>
                </a:moveTo>
                <a:lnTo>
                  <a:pt x="5608" y="0"/>
                </a:lnTo>
                <a:lnTo>
                  <a:pt x="5608" y="23"/>
                </a:lnTo>
                <a:lnTo>
                  <a:pt x="5493" y="23"/>
                </a:lnTo>
                <a:lnTo>
                  <a:pt x="5493" y="0"/>
                </a:lnTo>
                <a:moveTo>
                  <a:pt x="5676" y="0"/>
                </a:moveTo>
                <a:lnTo>
                  <a:pt x="5790" y="0"/>
                </a:lnTo>
                <a:lnTo>
                  <a:pt x="5790" y="23"/>
                </a:lnTo>
                <a:lnTo>
                  <a:pt x="5676" y="23"/>
                </a:lnTo>
                <a:lnTo>
                  <a:pt x="5676" y="0"/>
                </a:lnTo>
                <a:moveTo>
                  <a:pt x="5859" y="0"/>
                </a:moveTo>
                <a:lnTo>
                  <a:pt x="5973" y="0"/>
                </a:lnTo>
                <a:lnTo>
                  <a:pt x="5973" y="23"/>
                </a:lnTo>
                <a:lnTo>
                  <a:pt x="5859" y="23"/>
                </a:lnTo>
                <a:lnTo>
                  <a:pt x="5859" y="0"/>
                </a:lnTo>
                <a:moveTo>
                  <a:pt x="6042" y="0"/>
                </a:moveTo>
                <a:lnTo>
                  <a:pt x="6156" y="0"/>
                </a:lnTo>
                <a:lnTo>
                  <a:pt x="6156" y="23"/>
                </a:lnTo>
                <a:lnTo>
                  <a:pt x="6042" y="23"/>
                </a:lnTo>
                <a:lnTo>
                  <a:pt x="6042" y="0"/>
                </a:lnTo>
                <a:moveTo>
                  <a:pt x="6224" y="0"/>
                </a:moveTo>
                <a:lnTo>
                  <a:pt x="6339" y="0"/>
                </a:lnTo>
                <a:lnTo>
                  <a:pt x="6339" y="23"/>
                </a:lnTo>
                <a:lnTo>
                  <a:pt x="6224" y="23"/>
                </a:lnTo>
                <a:lnTo>
                  <a:pt x="6224" y="0"/>
                </a:lnTo>
                <a:moveTo>
                  <a:pt x="6407" y="0"/>
                </a:moveTo>
                <a:lnTo>
                  <a:pt x="6521" y="0"/>
                </a:lnTo>
                <a:lnTo>
                  <a:pt x="6521" y="23"/>
                </a:lnTo>
                <a:lnTo>
                  <a:pt x="6407" y="23"/>
                </a:lnTo>
                <a:lnTo>
                  <a:pt x="6407" y="0"/>
                </a:lnTo>
                <a:moveTo>
                  <a:pt x="6590" y="0"/>
                </a:moveTo>
                <a:lnTo>
                  <a:pt x="6704" y="0"/>
                </a:lnTo>
                <a:lnTo>
                  <a:pt x="6704" y="23"/>
                </a:lnTo>
                <a:lnTo>
                  <a:pt x="6590" y="23"/>
                </a:lnTo>
                <a:lnTo>
                  <a:pt x="6590" y="0"/>
                </a:lnTo>
                <a:moveTo>
                  <a:pt x="6772" y="0"/>
                </a:moveTo>
                <a:lnTo>
                  <a:pt x="6887" y="0"/>
                </a:lnTo>
                <a:lnTo>
                  <a:pt x="6887" y="23"/>
                </a:lnTo>
                <a:lnTo>
                  <a:pt x="6772" y="23"/>
                </a:lnTo>
                <a:lnTo>
                  <a:pt x="6772" y="0"/>
                </a:lnTo>
                <a:moveTo>
                  <a:pt x="6955" y="0"/>
                </a:moveTo>
                <a:lnTo>
                  <a:pt x="7069" y="0"/>
                </a:lnTo>
                <a:lnTo>
                  <a:pt x="7069" y="23"/>
                </a:lnTo>
                <a:lnTo>
                  <a:pt x="6955" y="23"/>
                </a:lnTo>
                <a:lnTo>
                  <a:pt x="6955" y="0"/>
                </a:lnTo>
                <a:moveTo>
                  <a:pt x="7138" y="0"/>
                </a:moveTo>
                <a:lnTo>
                  <a:pt x="7252" y="0"/>
                </a:lnTo>
                <a:lnTo>
                  <a:pt x="7252" y="23"/>
                </a:lnTo>
                <a:lnTo>
                  <a:pt x="7138" y="23"/>
                </a:lnTo>
                <a:lnTo>
                  <a:pt x="7138" y="0"/>
                </a:lnTo>
                <a:moveTo>
                  <a:pt x="7321" y="0"/>
                </a:moveTo>
                <a:lnTo>
                  <a:pt x="7435" y="0"/>
                </a:lnTo>
                <a:lnTo>
                  <a:pt x="7435" y="23"/>
                </a:lnTo>
                <a:lnTo>
                  <a:pt x="7321" y="23"/>
                </a:lnTo>
                <a:lnTo>
                  <a:pt x="7321" y="0"/>
                </a:lnTo>
                <a:moveTo>
                  <a:pt x="7503" y="0"/>
                </a:moveTo>
                <a:lnTo>
                  <a:pt x="7618" y="0"/>
                </a:lnTo>
                <a:lnTo>
                  <a:pt x="7618" y="23"/>
                </a:lnTo>
                <a:lnTo>
                  <a:pt x="7503" y="23"/>
                </a:lnTo>
                <a:lnTo>
                  <a:pt x="7503" y="0"/>
                </a:lnTo>
                <a:moveTo>
                  <a:pt x="7686" y="0"/>
                </a:moveTo>
                <a:lnTo>
                  <a:pt x="7800" y="0"/>
                </a:lnTo>
                <a:lnTo>
                  <a:pt x="7800" y="23"/>
                </a:lnTo>
                <a:lnTo>
                  <a:pt x="7686" y="23"/>
                </a:lnTo>
                <a:lnTo>
                  <a:pt x="7686" y="0"/>
                </a:lnTo>
                <a:moveTo>
                  <a:pt x="7869" y="0"/>
                </a:moveTo>
                <a:lnTo>
                  <a:pt x="7983" y="0"/>
                </a:lnTo>
                <a:lnTo>
                  <a:pt x="7983" y="23"/>
                </a:lnTo>
                <a:lnTo>
                  <a:pt x="7869" y="23"/>
                </a:lnTo>
                <a:lnTo>
                  <a:pt x="7869" y="0"/>
                </a:lnTo>
                <a:moveTo>
                  <a:pt x="8052" y="0"/>
                </a:moveTo>
                <a:lnTo>
                  <a:pt x="8166" y="0"/>
                </a:lnTo>
                <a:lnTo>
                  <a:pt x="8166" y="23"/>
                </a:lnTo>
                <a:lnTo>
                  <a:pt x="8052" y="23"/>
                </a:lnTo>
                <a:lnTo>
                  <a:pt x="8052" y="0"/>
                </a:lnTo>
                <a:moveTo>
                  <a:pt x="8234" y="0"/>
                </a:moveTo>
                <a:lnTo>
                  <a:pt x="8348" y="0"/>
                </a:lnTo>
                <a:lnTo>
                  <a:pt x="8348" y="23"/>
                </a:lnTo>
                <a:lnTo>
                  <a:pt x="8234" y="23"/>
                </a:lnTo>
                <a:lnTo>
                  <a:pt x="8234" y="0"/>
                </a:lnTo>
                <a:moveTo>
                  <a:pt x="8417" y="0"/>
                </a:moveTo>
                <a:lnTo>
                  <a:pt x="8531" y="0"/>
                </a:lnTo>
                <a:lnTo>
                  <a:pt x="8531" y="23"/>
                </a:lnTo>
                <a:lnTo>
                  <a:pt x="8417" y="23"/>
                </a:lnTo>
                <a:lnTo>
                  <a:pt x="8417" y="0"/>
                </a:lnTo>
                <a:moveTo>
                  <a:pt x="8600" y="0"/>
                </a:moveTo>
                <a:lnTo>
                  <a:pt x="8714" y="0"/>
                </a:lnTo>
                <a:lnTo>
                  <a:pt x="8714" y="23"/>
                </a:lnTo>
                <a:lnTo>
                  <a:pt x="8600" y="23"/>
                </a:lnTo>
                <a:lnTo>
                  <a:pt x="8600" y="0"/>
                </a:lnTo>
                <a:moveTo>
                  <a:pt x="8782" y="0"/>
                </a:moveTo>
                <a:lnTo>
                  <a:pt x="8897" y="0"/>
                </a:lnTo>
                <a:lnTo>
                  <a:pt x="8897" y="23"/>
                </a:lnTo>
                <a:lnTo>
                  <a:pt x="8782" y="23"/>
                </a:lnTo>
                <a:lnTo>
                  <a:pt x="8782" y="0"/>
                </a:lnTo>
                <a:moveTo>
                  <a:pt x="8965" y="0"/>
                </a:moveTo>
                <a:lnTo>
                  <a:pt x="9079" y="0"/>
                </a:lnTo>
                <a:lnTo>
                  <a:pt x="9079" y="23"/>
                </a:lnTo>
                <a:lnTo>
                  <a:pt x="8965" y="23"/>
                </a:lnTo>
                <a:lnTo>
                  <a:pt x="8965" y="0"/>
                </a:lnTo>
                <a:moveTo>
                  <a:pt x="9148" y="0"/>
                </a:moveTo>
                <a:lnTo>
                  <a:pt x="9262" y="0"/>
                </a:lnTo>
                <a:lnTo>
                  <a:pt x="9262" y="23"/>
                </a:lnTo>
                <a:lnTo>
                  <a:pt x="9148" y="23"/>
                </a:lnTo>
                <a:lnTo>
                  <a:pt x="9148" y="0"/>
                </a:lnTo>
                <a:moveTo>
                  <a:pt x="9331" y="0"/>
                </a:moveTo>
                <a:lnTo>
                  <a:pt x="9445" y="0"/>
                </a:lnTo>
                <a:lnTo>
                  <a:pt x="9445" y="23"/>
                </a:lnTo>
                <a:lnTo>
                  <a:pt x="9331" y="23"/>
                </a:lnTo>
                <a:lnTo>
                  <a:pt x="9331" y="0"/>
                </a:lnTo>
                <a:moveTo>
                  <a:pt x="9525" y="12"/>
                </a:moveTo>
                <a:lnTo>
                  <a:pt x="9525" y="126"/>
                </a:lnTo>
                <a:lnTo>
                  <a:pt x="9502" y="126"/>
                </a:lnTo>
                <a:lnTo>
                  <a:pt x="9502" y="12"/>
                </a:lnTo>
                <a:lnTo>
                  <a:pt x="9525" y="12"/>
                </a:lnTo>
                <a:moveTo>
                  <a:pt x="9525" y="194"/>
                </a:moveTo>
                <a:lnTo>
                  <a:pt x="9525" y="309"/>
                </a:lnTo>
                <a:lnTo>
                  <a:pt x="9502" y="309"/>
                </a:lnTo>
                <a:lnTo>
                  <a:pt x="9502" y="194"/>
                </a:lnTo>
                <a:lnTo>
                  <a:pt x="9525" y="194"/>
                </a:lnTo>
                <a:moveTo>
                  <a:pt x="9525" y="377"/>
                </a:moveTo>
                <a:lnTo>
                  <a:pt x="9525" y="491"/>
                </a:lnTo>
                <a:lnTo>
                  <a:pt x="9502" y="491"/>
                </a:lnTo>
                <a:lnTo>
                  <a:pt x="9502" y="377"/>
                </a:lnTo>
                <a:lnTo>
                  <a:pt x="9525" y="377"/>
                </a:lnTo>
                <a:moveTo>
                  <a:pt x="9525" y="560"/>
                </a:moveTo>
                <a:lnTo>
                  <a:pt x="9525" y="674"/>
                </a:lnTo>
                <a:lnTo>
                  <a:pt x="9502" y="674"/>
                </a:lnTo>
                <a:lnTo>
                  <a:pt x="9502" y="560"/>
                </a:lnTo>
                <a:lnTo>
                  <a:pt x="9525" y="560"/>
                </a:lnTo>
                <a:moveTo>
                  <a:pt x="9525" y="743"/>
                </a:moveTo>
                <a:lnTo>
                  <a:pt x="9525" y="857"/>
                </a:lnTo>
                <a:lnTo>
                  <a:pt x="9502" y="857"/>
                </a:lnTo>
                <a:lnTo>
                  <a:pt x="9502" y="743"/>
                </a:lnTo>
                <a:lnTo>
                  <a:pt x="9525" y="743"/>
                </a:lnTo>
                <a:moveTo>
                  <a:pt x="9525" y="925"/>
                </a:moveTo>
                <a:lnTo>
                  <a:pt x="9525" y="1040"/>
                </a:lnTo>
                <a:lnTo>
                  <a:pt x="9502" y="1040"/>
                </a:lnTo>
                <a:lnTo>
                  <a:pt x="9502" y="925"/>
                </a:lnTo>
                <a:lnTo>
                  <a:pt x="9525" y="925"/>
                </a:lnTo>
                <a:moveTo>
                  <a:pt x="9525" y="1108"/>
                </a:moveTo>
                <a:lnTo>
                  <a:pt x="9525" y="1222"/>
                </a:lnTo>
                <a:lnTo>
                  <a:pt x="9502" y="1222"/>
                </a:lnTo>
                <a:lnTo>
                  <a:pt x="9502" y="1108"/>
                </a:lnTo>
                <a:lnTo>
                  <a:pt x="9525" y="1108"/>
                </a:lnTo>
                <a:moveTo>
                  <a:pt x="9525" y="1292"/>
                </a:moveTo>
                <a:lnTo>
                  <a:pt x="9525" y="1406"/>
                </a:lnTo>
                <a:lnTo>
                  <a:pt x="9502" y="1406"/>
                </a:lnTo>
                <a:lnTo>
                  <a:pt x="9502" y="1292"/>
                </a:lnTo>
                <a:lnTo>
                  <a:pt x="9525" y="1292"/>
                </a:lnTo>
                <a:moveTo>
                  <a:pt x="9525" y="1475"/>
                </a:moveTo>
                <a:lnTo>
                  <a:pt x="9525" y="1509"/>
                </a:lnTo>
                <a:lnTo>
                  <a:pt x="9422" y="1509"/>
                </a:lnTo>
                <a:lnTo>
                  <a:pt x="9422" y="1486"/>
                </a:lnTo>
                <a:lnTo>
                  <a:pt x="9513" y="1486"/>
                </a:lnTo>
                <a:lnTo>
                  <a:pt x="9513" y="1498"/>
                </a:lnTo>
                <a:lnTo>
                  <a:pt x="9502" y="1498"/>
                </a:lnTo>
                <a:lnTo>
                  <a:pt x="9502" y="1475"/>
                </a:lnTo>
                <a:lnTo>
                  <a:pt x="9525" y="1475"/>
                </a:lnTo>
                <a:moveTo>
                  <a:pt x="9353" y="1509"/>
                </a:moveTo>
                <a:lnTo>
                  <a:pt x="9239" y="1509"/>
                </a:lnTo>
                <a:lnTo>
                  <a:pt x="9239" y="1486"/>
                </a:lnTo>
                <a:lnTo>
                  <a:pt x="9353" y="1486"/>
                </a:lnTo>
                <a:lnTo>
                  <a:pt x="9353" y="1509"/>
                </a:lnTo>
                <a:moveTo>
                  <a:pt x="9171" y="1509"/>
                </a:moveTo>
                <a:lnTo>
                  <a:pt x="9056" y="1509"/>
                </a:lnTo>
                <a:lnTo>
                  <a:pt x="9056" y="1486"/>
                </a:lnTo>
                <a:lnTo>
                  <a:pt x="9171" y="1486"/>
                </a:lnTo>
                <a:lnTo>
                  <a:pt x="9171" y="1509"/>
                </a:lnTo>
                <a:moveTo>
                  <a:pt x="8988" y="1509"/>
                </a:moveTo>
                <a:lnTo>
                  <a:pt x="8874" y="1509"/>
                </a:lnTo>
                <a:lnTo>
                  <a:pt x="8874" y="1486"/>
                </a:lnTo>
                <a:lnTo>
                  <a:pt x="8988" y="1486"/>
                </a:lnTo>
                <a:lnTo>
                  <a:pt x="8988" y="1509"/>
                </a:lnTo>
                <a:moveTo>
                  <a:pt x="8805" y="1509"/>
                </a:moveTo>
                <a:lnTo>
                  <a:pt x="8691" y="1509"/>
                </a:lnTo>
                <a:lnTo>
                  <a:pt x="8691" y="1486"/>
                </a:lnTo>
                <a:lnTo>
                  <a:pt x="8805" y="1486"/>
                </a:lnTo>
                <a:lnTo>
                  <a:pt x="8805" y="1509"/>
                </a:lnTo>
                <a:moveTo>
                  <a:pt x="8622" y="1509"/>
                </a:moveTo>
                <a:lnTo>
                  <a:pt x="8508" y="1509"/>
                </a:lnTo>
                <a:lnTo>
                  <a:pt x="8508" y="1486"/>
                </a:lnTo>
                <a:lnTo>
                  <a:pt x="8622" y="1486"/>
                </a:lnTo>
                <a:lnTo>
                  <a:pt x="8622" y="1509"/>
                </a:lnTo>
                <a:moveTo>
                  <a:pt x="8440" y="1509"/>
                </a:moveTo>
                <a:lnTo>
                  <a:pt x="8326" y="1509"/>
                </a:lnTo>
                <a:lnTo>
                  <a:pt x="8326" y="1486"/>
                </a:lnTo>
                <a:lnTo>
                  <a:pt x="8440" y="1486"/>
                </a:lnTo>
                <a:lnTo>
                  <a:pt x="8440" y="1509"/>
                </a:lnTo>
                <a:moveTo>
                  <a:pt x="8257" y="1509"/>
                </a:moveTo>
                <a:lnTo>
                  <a:pt x="8143" y="1509"/>
                </a:lnTo>
                <a:lnTo>
                  <a:pt x="8143" y="1486"/>
                </a:lnTo>
                <a:lnTo>
                  <a:pt x="8257" y="1486"/>
                </a:lnTo>
                <a:lnTo>
                  <a:pt x="8257" y="1509"/>
                </a:lnTo>
                <a:moveTo>
                  <a:pt x="8074" y="1509"/>
                </a:moveTo>
                <a:lnTo>
                  <a:pt x="7960" y="1509"/>
                </a:lnTo>
                <a:lnTo>
                  <a:pt x="7960" y="1486"/>
                </a:lnTo>
                <a:lnTo>
                  <a:pt x="8074" y="1486"/>
                </a:lnTo>
                <a:lnTo>
                  <a:pt x="8074" y="1509"/>
                </a:lnTo>
                <a:moveTo>
                  <a:pt x="7892" y="1509"/>
                </a:moveTo>
                <a:lnTo>
                  <a:pt x="7777" y="1509"/>
                </a:lnTo>
                <a:lnTo>
                  <a:pt x="7777" y="1486"/>
                </a:lnTo>
                <a:lnTo>
                  <a:pt x="7892" y="1486"/>
                </a:lnTo>
                <a:lnTo>
                  <a:pt x="7892" y="1509"/>
                </a:lnTo>
                <a:moveTo>
                  <a:pt x="7709" y="1509"/>
                </a:moveTo>
                <a:lnTo>
                  <a:pt x="7595" y="1509"/>
                </a:lnTo>
                <a:lnTo>
                  <a:pt x="7595" y="1486"/>
                </a:lnTo>
                <a:lnTo>
                  <a:pt x="7709" y="1486"/>
                </a:lnTo>
                <a:lnTo>
                  <a:pt x="7709" y="1509"/>
                </a:lnTo>
                <a:moveTo>
                  <a:pt x="7526" y="1509"/>
                </a:moveTo>
                <a:lnTo>
                  <a:pt x="7412" y="1509"/>
                </a:lnTo>
                <a:lnTo>
                  <a:pt x="7412" y="1486"/>
                </a:lnTo>
                <a:lnTo>
                  <a:pt x="7526" y="1486"/>
                </a:lnTo>
                <a:lnTo>
                  <a:pt x="7526" y="1509"/>
                </a:lnTo>
                <a:moveTo>
                  <a:pt x="7343" y="1509"/>
                </a:moveTo>
                <a:lnTo>
                  <a:pt x="7229" y="1509"/>
                </a:lnTo>
                <a:lnTo>
                  <a:pt x="7229" y="1486"/>
                </a:lnTo>
                <a:lnTo>
                  <a:pt x="7343" y="1486"/>
                </a:lnTo>
                <a:lnTo>
                  <a:pt x="7343" y="1509"/>
                </a:lnTo>
                <a:moveTo>
                  <a:pt x="7161" y="1509"/>
                </a:moveTo>
                <a:lnTo>
                  <a:pt x="7047" y="1509"/>
                </a:lnTo>
                <a:lnTo>
                  <a:pt x="7047" y="1486"/>
                </a:lnTo>
                <a:lnTo>
                  <a:pt x="7161" y="1486"/>
                </a:lnTo>
                <a:lnTo>
                  <a:pt x="7161" y="1509"/>
                </a:lnTo>
                <a:moveTo>
                  <a:pt x="6978" y="1509"/>
                </a:moveTo>
                <a:lnTo>
                  <a:pt x="6864" y="1509"/>
                </a:lnTo>
                <a:lnTo>
                  <a:pt x="6864" y="1486"/>
                </a:lnTo>
                <a:lnTo>
                  <a:pt x="6978" y="1486"/>
                </a:lnTo>
                <a:lnTo>
                  <a:pt x="6978" y="1509"/>
                </a:lnTo>
                <a:moveTo>
                  <a:pt x="6795" y="1509"/>
                </a:moveTo>
                <a:lnTo>
                  <a:pt x="6681" y="1509"/>
                </a:lnTo>
                <a:lnTo>
                  <a:pt x="6681" y="1486"/>
                </a:lnTo>
                <a:lnTo>
                  <a:pt x="6795" y="1486"/>
                </a:lnTo>
                <a:lnTo>
                  <a:pt x="6795" y="1509"/>
                </a:lnTo>
                <a:moveTo>
                  <a:pt x="6613" y="1509"/>
                </a:moveTo>
                <a:lnTo>
                  <a:pt x="6498" y="1509"/>
                </a:lnTo>
                <a:lnTo>
                  <a:pt x="6498" y="1486"/>
                </a:lnTo>
                <a:lnTo>
                  <a:pt x="6613" y="1486"/>
                </a:lnTo>
                <a:lnTo>
                  <a:pt x="6613" y="1509"/>
                </a:lnTo>
                <a:moveTo>
                  <a:pt x="6430" y="1509"/>
                </a:moveTo>
                <a:lnTo>
                  <a:pt x="6316" y="1509"/>
                </a:lnTo>
                <a:lnTo>
                  <a:pt x="6316" y="1486"/>
                </a:lnTo>
                <a:lnTo>
                  <a:pt x="6430" y="1486"/>
                </a:lnTo>
                <a:lnTo>
                  <a:pt x="6430" y="1509"/>
                </a:lnTo>
                <a:moveTo>
                  <a:pt x="6247" y="1509"/>
                </a:moveTo>
                <a:lnTo>
                  <a:pt x="6133" y="1509"/>
                </a:lnTo>
                <a:lnTo>
                  <a:pt x="6133" y="1486"/>
                </a:lnTo>
                <a:lnTo>
                  <a:pt x="6247" y="1486"/>
                </a:lnTo>
                <a:lnTo>
                  <a:pt x="6247" y="1509"/>
                </a:lnTo>
                <a:moveTo>
                  <a:pt x="6064" y="1509"/>
                </a:moveTo>
                <a:lnTo>
                  <a:pt x="5950" y="1509"/>
                </a:lnTo>
                <a:lnTo>
                  <a:pt x="5950" y="1486"/>
                </a:lnTo>
                <a:lnTo>
                  <a:pt x="6064" y="1486"/>
                </a:lnTo>
                <a:lnTo>
                  <a:pt x="6064" y="1509"/>
                </a:lnTo>
                <a:moveTo>
                  <a:pt x="5882" y="1509"/>
                </a:moveTo>
                <a:lnTo>
                  <a:pt x="5768" y="1509"/>
                </a:lnTo>
                <a:lnTo>
                  <a:pt x="5768" y="1486"/>
                </a:lnTo>
                <a:lnTo>
                  <a:pt x="5882" y="1486"/>
                </a:lnTo>
                <a:lnTo>
                  <a:pt x="5882" y="1509"/>
                </a:lnTo>
                <a:moveTo>
                  <a:pt x="5699" y="1509"/>
                </a:moveTo>
                <a:lnTo>
                  <a:pt x="5585" y="1509"/>
                </a:lnTo>
                <a:lnTo>
                  <a:pt x="5585" y="1486"/>
                </a:lnTo>
                <a:lnTo>
                  <a:pt x="5699" y="1486"/>
                </a:lnTo>
                <a:lnTo>
                  <a:pt x="5699" y="1509"/>
                </a:lnTo>
                <a:moveTo>
                  <a:pt x="5516" y="1509"/>
                </a:moveTo>
                <a:lnTo>
                  <a:pt x="5402" y="1509"/>
                </a:lnTo>
                <a:lnTo>
                  <a:pt x="5402" y="1486"/>
                </a:lnTo>
                <a:lnTo>
                  <a:pt x="5516" y="1486"/>
                </a:lnTo>
                <a:lnTo>
                  <a:pt x="5516" y="1509"/>
                </a:lnTo>
                <a:moveTo>
                  <a:pt x="5334" y="1509"/>
                </a:moveTo>
                <a:lnTo>
                  <a:pt x="5219" y="1509"/>
                </a:lnTo>
                <a:lnTo>
                  <a:pt x="5219" y="1486"/>
                </a:lnTo>
                <a:lnTo>
                  <a:pt x="5334" y="1486"/>
                </a:lnTo>
                <a:lnTo>
                  <a:pt x="5334" y="1509"/>
                </a:lnTo>
                <a:moveTo>
                  <a:pt x="5151" y="1509"/>
                </a:moveTo>
                <a:lnTo>
                  <a:pt x="5037" y="1509"/>
                </a:lnTo>
                <a:lnTo>
                  <a:pt x="5037" y="1486"/>
                </a:lnTo>
                <a:lnTo>
                  <a:pt x="5151" y="1486"/>
                </a:lnTo>
                <a:lnTo>
                  <a:pt x="5151" y="1509"/>
                </a:lnTo>
                <a:moveTo>
                  <a:pt x="4968" y="1509"/>
                </a:moveTo>
                <a:lnTo>
                  <a:pt x="4854" y="1509"/>
                </a:lnTo>
                <a:lnTo>
                  <a:pt x="4854" y="1486"/>
                </a:lnTo>
                <a:lnTo>
                  <a:pt x="4968" y="1486"/>
                </a:lnTo>
                <a:lnTo>
                  <a:pt x="4968" y="1509"/>
                </a:lnTo>
                <a:moveTo>
                  <a:pt x="4785" y="1509"/>
                </a:moveTo>
                <a:lnTo>
                  <a:pt x="4671" y="1509"/>
                </a:lnTo>
                <a:lnTo>
                  <a:pt x="4671" y="1486"/>
                </a:lnTo>
                <a:lnTo>
                  <a:pt x="4785" y="1486"/>
                </a:lnTo>
                <a:lnTo>
                  <a:pt x="4785" y="1509"/>
                </a:lnTo>
                <a:moveTo>
                  <a:pt x="4603" y="1509"/>
                </a:moveTo>
                <a:lnTo>
                  <a:pt x="4489" y="1509"/>
                </a:lnTo>
                <a:lnTo>
                  <a:pt x="4489" y="1486"/>
                </a:lnTo>
                <a:lnTo>
                  <a:pt x="4603" y="1486"/>
                </a:lnTo>
                <a:lnTo>
                  <a:pt x="4603" y="1509"/>
                </a:lnTo>
                <a:moveTo>
                  <a:pt x="4420" y="1509"/>
                </a:moveTo>
                <a:lnTo>
                  <a:pt x="4306" y="1509"/>
                </a:lnTo>
                <a:lnTo>
                  <a:pt x="4306" y="1486"/>
                </a:lnTo>
                <a:lnTo>
                  <a:pt x="4420" y="1486"/>
                </a:lnTo>
                <a:lnTo>
                  <a:pt x="4420" y="1509"/>
                </a:lnTo>
                <a:moveTo>
                  <a:pt x="4237" y="1509"/>
                </a:moveTo>
                <a:lnTo>
                  <a:pt x="4123" y="1509"/>
                </a:lnTo>
                <a:lnTo>
                  <a:pt x="4123" y="1486"/>
                </a:lnTo>
                <a:lnTo>
                  <a:pt x="4237" y="1486"/>
                </a:lnTo>
                <a:lnTo>
                  <a:pt x="4237" y="1509"/>
                </a:lnTo>
                <a:moveTo>
                  <a:pt x="4055" y="1509"/>
                </a:moveTo>
                <a:lnTo>
                  <a:pt x="3940" y="1509"/>
                </a:lnTo>
                <a:lnTo>
                  <a:pt x="3940" y="1486"/>
                </a:lnTo>
                <a:lnTo>
                  <a:pt x="4055" y="1486"/>
                </a:lnTo>
                <a:lnTo>
                  <a:pt x="4055" y="1509"/>
                </a:lnTo>
                <a:moveTo>
                  <a:pt x="3872" y="1509"/>
                </a:moveTo>
                <a:lnTo>
                  <a:pt x="3758" y="1509"/>
                </a:lnTo>
                <a:lnTo>
                  <a:pt x="3758" y="1486"/>
                </a:lnTo>
                <a:lnTo>
                  <a:pt x="3872" y="1486"/>
                </a:lnTo>
                <a:lnTo>
                  <a:pt x="3872" y="1509"/>
                </a:lnTo>
                <a:moveTo>
                  <a:pt x="3689" y="1509"/>
                </a:moveTo>
                <a:lnTo>
                  <a:pt x="3575" y="1509"/>
                </a:lnTo>
                <a:lnTo>
                  <a:pt x="3575" y="1486"/>
                </a:lnTo>
                <a:lnTo>
                  <a:pt x="3689" y="1486"/>
                </a:lnTo>
                <a:lnTo>
                  <a:pt x="3689" y="1509"/>
                </a:lnTo>
                <a:moveTo>
                  <a:pt x="3506" y="1509"/>
                </a:moveTo>
                <a:lnTo>
                  <a:pt x="3392" y="1509"/>
                </a:lnTo>
                <a:lnTo>
                  <a:pt x="3392" y="1486"/>
                </a:lnTo>
                <a:lnTo>
                  <a:pt x="3506" y="1486"/>
                </a:lnTo>
                <a:lnTo>
                  <a:pt x="3506" y="1509"/>
                </a:lnTo>
                <a:moveTo>
                  <a:pt x="3324" y="1509"/>
                </a:moveTo>
                <a:lnTo>
                  <a:pt x="3209" y="1509"/>
                </a:lnTo>
                <a:lnTo>
                  <a:pt x="3209" y="1486"/>
                </a:lnTo>
                <a:lnTo>
                  <a:pt x="3324" y="1486"/>
                </a:lnTo>
                <a:lnTo>
                  <a:pt x="3324" y="1509"/>
                </a:lnTo>
                <a:moveTo>
                  <a:pt x="3141" y="1509"/>
                </a:moveTo>
                <a:lnTo>
                  <a:pt x="3027" y="1509"/>
                </a:lnTo>
                <a:lnTo>
                  <a:pt x="3027" y="1486"/>
                </a:lnTo>
                <a:lnTo>
                  <a:pt x="3141" y="1486"/>
                </a:lnTo>
                <a:lnTo>
                  <a:pt x="3141" y="1509"/>
                </a:lnTo>
                <a:moveTo>
                  <a:pt x="2958" y="1509"/>
                </a:moveTo>
                <a:lnTo>
                  <a:pt x="2844" y="1509"/>
                </a:lnTo>
                <a:lnTo>
                  <a:pt x="2844" y="1486"/>
                </a:lnTo>
                <a:lnTo>
                  <a:pt x="2958" y="1486"/>
                </a:lnTo>
                <a:lnTo>
                  <a:pt x="2958" y="1509"/>
                </a:lnTo>
                <a:moveTo>
                  <a:pt x="2776" y="1509"/>
                </a:moveTo>
                <a:lnTo>
                  <a:pt x="2661" y="1509"/>
                </a:lnTo>
                <a:lnTo>
                  <a:pt x="2661" y="1486"/>
                </a:lnTo>
                <a:lnTo>
                  <a:pt x="2776" y="1486"/>
                </a:lnTo>
                <a:lnTo>
                  <a:pt x="2776" y="1509"/>
                </a:lnTo>
                <a:moveTo>
                  <a:pt x="2593" y="1509"/>
                </a:moveTo>
                <a:lnTo>
                  <a:pt x="2479" y="1509"/>
                </a:lnTo>
                <a:lnTo>
                  <a:pt x="2479" y="1486"/>
                </a:lnTo>
                <a:lnTo>
                  <a:pt x="2593" y="1486"/>
                </a:lnTo>
                <a:lnTo>
                  <a:pt x="2593" y="1509"/>
                </a:lnTo>
                <a:moveTo>
                  <a:pt x="2410" y="1509"/>
                </a:moveTo>
                <a:lnTo>
                  <a:pt x="2296" y="1509"/>
                </a:lnTo>
                <a:lnTo>
                  <a:pt x="2296" y="1486"/>
                </a:lnTo>
                <a:lnTo>
                  <a:pt x="2410" y="1486"/>
                </a:lnTo>
                <a:lnTo>
                  <a:pt x="2410" y="1509"/>
                </a:lnTo>
                <a:moveTo>
                  <a:pt x="2227" y="1509"/>
                </a:moveTo>
                <a:lnTo>
                  <a:pt x="2113" y="1509"/>
                </a:lnTo>
                <a:lnTo>
                  <a:pt x="2113" y="1486"/>
                </a:lnTo>
                <a:lnTo>
                  <a:pt x="2227" y="1486"/>
                </a:lnTo>
                <a:lnTo>
                  <a:pt x="2227" y="1509"/>
                </a:lnTo>
                <a:moveTo>
                  <a:pt x="2045" y="1509"/>
                </a:moveTo>
                <a:lnTo>
                  <a:pt x="1930" y="1509"/>
                </a:lnTo>
                <a:lnTo>
                  <a:pt x="1930" y="1486"/>
                </a:lnTo>
                <a:lnTo>
                  <a:pt x="2045" y="1486"/>
                </a:lnTo>
                <a:lnTo>
                  <a:pt x="2045" y="1509"/>
                </a:lnTo>
                <a:moveTo>
                  <a:pt x="1862" y="1509"/>
                </a:moveTo>
                <a:lnTo>
                  <a:pt x="1748" y="1509"/>
                </a:lnTo>
                <a:lnTo>
                  <a:pt x="1748" y="1486"/>
                </a:lnTo>
                <a:lnTo>
                  <a:pt x="1862" y="1486"/>
                </a:lnTo>
                <a:lnTo>
                  <a:pt x="1862" y="1509"/>
                </a:lnTo>
                <a:moveTo>
                  <a:pt x="1679" y="1509"/>
                </a:moveTo>
                <a:lnTo>
                  <a:pt x="1565" y="1509"/>
                </a:lnTo>
                <a:lnTo>
                  <a:pt x="1565" y="1486"/>
                </a:lnTo>
                <a:lnTo>
                  <a:pt x="1679" y="1486"/>
                </a:lnTo>
                <a:lnTo>
                  <a:pt x="1679" y="1509"/>
                </a:lnTo>
                <a:moveTo>
                  <a:pt x="1497" y="1509"/>
                </a:moveTo>
                <a:lnTo>
                  <a:pt x="1382" y="1509"/>
                </a:lnTo>
                <a:lnTo>
                  <a:pt x="1382" y="1486"/>
                </a:lnTo>
                <a:lnTo>
                  <a:pt x="1497" y="1486"/>
                </a:lnTo>
                <a:lnTo>
                  <a:pt x="1497" y="1509"/>
                </a:lnTo>
                <a:moveTo>
                  <a:pt x="1314" y="1509"/>
                </a:moveTo>
                <a:lnTo>
                  <a:pt x="1199" y="1509"/>
                </a:lnTo>
                <a:lnTo>
                  <a:pt x="1199" y="1486"/>
                </a:lnTo>
                <a:lnTo>
                  <a:pt x="1314" y="1486"/>
                </a:lnTo>
                <a:lnTo>
                  <a:pt x="1314" y="1509"/>
                </a:lnTo>
                <a:moveTo>
                  <a:pt x="1130" y="1509"/>
                </a:moveTo>
                <a:lnTo>
                  <a:pt x="1016" y="1509"/>
                </a:lnTo>
                <a:lnTo>
                  <a:pt x="1016" y="1486"/>
                </a:lnTo>
                <a:lnTo>
                  <a:pt x="1130" y="1486"/>
                </a:lnTo>
                <a:lnTo>
                  <a:pt x="1130" y="1509"/>
                </a:lnTo>
                <a:moveTo>
                  <a:pt x="947" y="1509"/>
                </a:moveTo>
                <a:lnTo>
                  <a:pt x="833" y="1509"/>
                </a:lnTo>
                <a:lnTo>
                  <a:pt x="833" y="1486"/>
                </a:lnTo>
                <a:lnTo>
                  <a:pt x="947" y="1486"/>
                </a:lnTo>
                <a:lnTo>
                  <a:pt x="947" y="1509"/>
                </a:lnTo>
                <a:moveTo>
                  <a:pt x="765" y="1509"/>
                </a:moveTo>
                <a:lnTo>
                  <a:pt x="650" y="1509"/>
                </a:lnTo>
                <a:lnTo>
                  <a:pt x="650" y="1486"/>
                </a:lnTo>
                <a:lnTo>
                  <a:pt x="765" y="1486"/>
                </a:lnTo>
                <a:lnTo>
                  <a:pt x="765" y="1509"/>
                </a:lnTo>
                <a:moveTo>
                  <a:pt x="582" y="1509"/>
                </a:moveTo>
                <a:lnTo>
                  <a:pt x="468" y="1509"/>
                </a:lnTo>
                <a:lnTo>
                  <a:pt x="468" y="1486"/>
                </a:lnTo>
                <a:lnTo>
                  <a:pt x="582" y="1486"/>
                </a:lnTo>
                <a:lnTo>
                  <a:pt x="582" y="1509"/>
                </a:lnTo>
                <a:moveTo>
                  <a:pt x="399" y="1509"/>
                </a:moveTo>
                <a:lnTo>
                  <a:pt x="285" y="1509"/>
                </a:lnTo>
                <a:lnTo>
                  <a:pt x="285" y="1486"/>
                </a:lnTo>
                <a:lnTo>
                  <a:pt x="399" y="1486"/>
                </a:lnTo>
                <a:lnTo>
                  <a:pt x="399" y="1509"/>
                </a:lnTo>
                <a:moveTo>
                  <a:pt x="216" y="1509"/>
                </a:moveTo>
                <a:lnTo>
                  <a:pt x="102" y="1509"/>
                </a:lnTo>
                <a:lnTo>
                  <a:pt x="102" y="1486"/>
                </a:lnTo>
                <a:lnTo>
                  <a:pt x="216" y="1486"/>
                </a:lnTo>
                <a:lnTo>
                  <a:pt x="216" y="1509"/>
                </a:lnTo>
                <a:moveTo>
                  <a:pt x="34" y="1509"/>
                </a:moveTo>
                <a:lnTo>
                  <a:pt x="0" y="1509"/>
                </a:lnTo>
                <a:lnTo>
                  <a:pt x="0" y="1406"/>
                </a:lnTo>
                <a:lnTo>
                  <a:pt x="22" y="1406"/>
                </a:lnTo>
                <a:lnTo>
                  <a:pt x="22" y="1498"/>
                </a:lnTo>
                <a:lnTo>
                  <a:pt x="11" y="1498"/>
                </a:lnTo>
                <a:lnTo>
                  <a:pt x="11" y="1486"/>
                </a:lnTo>
                <a:lnTo>
                  <a:pt x="34" y="1486"/>
                </a:lnTo>
                <a:lnTo>
                  <a:pt x="34" y="1509"/>
                </a:lnTo>
                <a:moveTo>
                  <a:pt x="0" y="1338"/>
                </a:moveTo>
                <a:lnTo>
                  <a:pt x="0" y="1222"/>
                </a:lnTo>
                <a:lnTo>
                  <a:pt x="22" y="1222"/>
                </a:lnTo>
                <a:lnTo>
                  <a:pt x="22" y="1338"/>
                </a:lnTo>
                <a:lnTo>
                  <a:pt x="0" y="1338"/>
                </a:lnTo>
                <a:moveTo>
                  <a:pt x="0" y="1154"/>
                </a:moveTo>
                <a:lnTo>
                  <a:pt x="0" y="1040"/>
                </a:lnTo>
                <a:lnTo>
                  <a:pt x="22" y="1040"/>
                </a:lnTo>
                <a:lnTo>
                  <a:pt x="22" y="1154"/>
                </a:lnTo>
                <a:lnTo>
                  <a:pt x="0" y="1154"/>
                </a:lnTo>
                <a:moveTo>
                  <a:pt x="0" y="971"/>
                </a:moveTo>
                <a:lnTo>
                  <a:pt x="0" y="857"/>
                </a:lnTo>
                <a:lnTo>
                  <a:pt x="22" y="857"/>
                </a:lnTo>
                <a:lnTo>
                  <a:pt x="22" y="971"/>
                </a:lnTo>
                <a:lnTo>
                  <a:pt x="0" y="971"/>
                </a:lnTo>
                <a:moveTo>
                  <a:pt x="0" y="788"/>
                </a:moveTo>
                <a:lnTo>
                  <a:pt x="0" y="674"/>
                </a:lnTo>
                <a:lnTo>
                  <a:pt x="22" y="674"/>
                </a:lnTo>
                <a:lnTo>
                  <a:pt x="22" y="788"/>
                </a:lnTo>
                <a:lnTo>
                  <a:pt x="0" y="788"/>
                </a:lnTo>
                <a:moveTo>
                  <a:pt x="0" y="606"/>
                </a:moveTo>
                <a:lnTo>
                  <a:pt x="0" y="491"/>
                </a:lnTo>
                <a:lnTo>
                  <a:pt x="22" y="491"/>
                </a:lnTo>
                <a:lnTo>
                  <a:pt x="22" y="606"/>
                </a:lnTo>
                <a:lnTo>
                  <a:pt x="0" y="606"/>
                </a:lnTo>
                <a:moveTo>
                  <a:pt x="0" y="423"/>
                </a:moveTo>
                <a:lnTo>
                  <a:pt x="0" y="309"/>
                </a:lnTo>
                <a:lnTo>
                  <a:pt x="22" y="309"/>
                </a:lnTo>
                <a:lnTo>
                  <a:pt x="22" y="423"/>
                </a:lnTo>
                <a:lnTo>
                  <a:pt x="0" y="423"/>
                </a:lnTo>
                <a:moveTo>
                  <a:pt x="0" y="240"/>
                </a:moveTo>
                <a:lnTo>
                  <a:pt x="0" y="126"/>
                </a:lnTo>
                <a:lnTo>
                  <a:pt x="22" y="126"/>
                </a:lnTo>
                <a:lnTo>
                  <a:pt x="22" y="240"/>
                </a:lnTo>
                <a:lnTo>
                  <a:pt x="0" y="240"/>
                </a:lnTo>
                <a:moveTo>
                  <a:pt x="0" y="57"/>
                </a:moveTo>
                <a:lnTo>
                  <a:pt x="0" y="0"/>
                </a:lnTo>
                <a:lnTo>
                  <a:pt x="125" y="0"/>
                </a:lnTo>
                <a:lnTo>
                  <a:pt x="125" y="23"/>
                </a:lnTo>
                <a:lnTo>
                  <a:pt x="11" y="23"/>
                </a:lnTo>
                <a:lnTo>
                  <a:pt x="11" y="12"/>
                </a:lnTo>
                <a:lnTo>
                  <a:pt x="22" y="12"/>
                </a:lnTo>
                <a:lnTo>
                  <a:pt x="22" y="57"/>
                </a:lnTo>
                <a:lnTo>
                  <a:pt x="0" y="57"/>
                </a:lnTo>
                <a:close/>
              </a:path>
            </a:pathLst>
          </a:custGeom>
          <a:solidFill>
            <a:srgbClr val="9b86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7" name=""/>
          <p:cNvSpPr/>
          <p:nvPr/>
        </p:nvSpPr>
        <p:spPr>
          <a:xfrm>
            <a:off x="7931160" y="2596320"/>
            <a:ext cx="99360" cy="82800"/>
          </a:xfrm>
          <a:custGeom>
            <a:avLst/>
            <a:gdLst/>
            <a:ahLst/>
            <a:rect l="0" t="0" r="r" b="b"/>
            <a:pathLst>
              <a:path w="276" h="230">
                <a:moveTo>
                  <a:pt x="0" y="0"/>
                </a:moveTo>
                <a:lnTo>
                  <a:pt x="276" y="0"/>
                </a:lnTo>
                <a:lnTo>
                  <a:pt x="27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noFill/>
          <a:ln w="10440">
            <a:solidFill>
              <a:srgbClr val="444444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8" name=""/>
          <p:cNvSpPr/>
          <p:nvPr/>
        </p:nvSpPr>
        <p:spPr>
          <a:xfrm>
            <a:off x="7931160" y="2625120"/>
            <a:ext cx="99000" cy="0"/>
          </a:xfrm>
          <a:prstGeom prst="line">
            <a:avLst/>
          </a:prstGeom>
          <a:ln w="104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9" name=""/>
          <p:cNvSpPr txBox="1"/>
          <p:nvPr/>
        </p:nvSpPr>
        <p:spPr>
          <a:xfrm>
            <a:off x="868680" y="287496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0" name=""/>
          <p:cNvSpPr txBox="1"/>
          <p:nvPr/>
        </p:nvSpPr>
        <p:spPr>
          <a:xfrm>
            <a:off x="4757760" y="2587320"/>
            <a:ext cx="25275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3a78"/>
                </a:solidFill>
                <a:latin typeface="DejaVuSans"/>
                <a:ea typeface="DejaVuSans"/>
              </a:rPr>
              <a:t>Studiebelasting en begeleide onderwijstijd indicatie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1" name=""/>
          <p:cNvSpPr txBox="1"/>
          <p:nvPr/>
        </p:nvSpPr>
        <p:spPr>
          <a:xfrm>
            <a:off x="4757760" y="2720160"/>
            <a:ext cx="1353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c1c1c"/>
                </a:solidFill>
                <a:latin typeface="DejaVuSans"/>
                <a:ea typeface="DejaVuSans"/>
              </a:rPr>
              <a:t>BOT 50 / OOT 50 SBU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2" name=""/>
          <p:cNvSpPr txBox="1"/>
          <p:nvPr/>
        </p:nvSpPr>
        <p:spPr>
          <a:xfrm>
            <a:off x="4757760" y="2874960"/>
            <a:ext cx="1846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b6663"/>
                </a:solidFill>
                <a:latin typeface="DejaVuSans"/>
                <a:ea typeface="DejaVuSans"/>
              </a:rPr>
              <a:t>hangt aan Onderwijsvorm speciﬁcatie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3" name=""/>
          <p:cNvSpPr txBox="1"/>
          <p:nvPr/>
        </p:nvSpPr>
        <p:spPr>
          <a:xfrm>
            <a:off x="555840" y="3139560"/>
            <a:ext cx="71301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Het onderwijs- en examenontwerp van de conceptplaat gaat in dit voorbeeld mee naar de catalogus: de vorm, de gewenste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4" name=""/>
          <p:cNvSpPr txBox="1"/>
          <p:nvPr/>
        </p:nvSpPr>
        <p:spPr>
          <a:xfrm>
            <a:off x="555840" y="3295800"/>
            <a:ext cx="7059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leeromgeving, het docent- en examinatorproﬁel, de studiebelasting en de toetsvorm met haar instrument en materiaal. Of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5" name=""/>
          <p:cNvSpPr txBox="1"/>
          <p:nvPr/>
        </p:nvSpPr>
        <p:spPr>
          <a:xfrm>
            <a:off x="555840" y="3452040"/>
            <a:ext cx="63468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5b6663"/>
                </a:solidFill>
                <a:latin typeface="DejaVuSans"/>
                <a:ea typeface="DejaVuSans"/>
              </a:rPr>
              <a:t>die onderdelen in de uitwisseling horen, is de vraag die bij de eenheid- en examenonderdeelspeciﬁcatie staat.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7" name=""/>
          <p:cNvSpPr txBox="1"/>
          <p:nvPr/>
        </p:nvSpPr>
        <p:spPr>
          <a:xfrm>
            <a:off x="2400120" y="3737880"/>
            <a:ext cx="50817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Stroom: Curriculum ontwerptool naar Onderwijscatalogus, geen pijl op de hoofdplaat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2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22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225" name=""/>
          <p:cNvSpPr txBox="1"/>
          <p:nvPr/>
        </p:nvSpPr>
        <p:spPr>
          <a:xfrm>
            <a:off x="439920" y="605880"/>
            <a:ext cx="4424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beeld naar bericht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6" name=""/>
          <p:cNvSpPr/>
          <p:nvPr/>
        </p:nvSpPr>
        <p:spPr>
          <a:xfrm>
            <a:off x="456840" y="1466640"/>
            <a:ext cx="4229640" cy="2314800"/>
          </a:xfrm>
          <a:custGeom>
            <a:avLst/>
            <a:gdLst/>
            <a:ahLst/>
            <a:rect l="0" t="0" r="r" b="b"/>
            <a:pathLst>
              <a:path w="11749" h="6430">
                <a:moveTo>
                  <a:pt x="0" y="0"/>
                </a:moveTo>
                <a:lnTo>
                  <a:pt x="11749" y="0"/>
                </a:lnTo>
                <a:lnTo>
                  <a:pt x="11749" y="6430"/>
                </a:lnTo>
                <a:lnTo>
                  <a:pt x="0" y="6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7" name=""/>
          <p:cNvSpPr/>
          <p:nvPr/>
        </p:nvSpPr>
        <p:spPr>
          <a:xfrm>
            <a:off x="456840" y="1466640"/>
            <a:ext cx="4229640" cy="38520"/>
          </a:xfrm>
          <a:custGeom>
            <a:avLst/>
            <a:gdLst/>
            <a:ahLst/>
            <a:rect l="0" t="0" r="r" b="b"/>
            <a:pathLst>
              <a:path w="11749" h="107">
                <a:moveTo>
                  <a:pt x="0" y="0"/>
                </a:moveTo>
                <a:lnTo>
                  <a:pt x="11749" y="0"/>
                </a:lnTo>
                <a:lnTo>
                  <a:pt x="1174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8" name=""/>
          <p:cNvSpPr/>
          <p:nvPr/>
        </p:nvSpPr>
        <p:spPr>
          <a:xfrm>
            <a:off x="456840" y="3771720"/>
            <a:ext cx="4229640" cy="9720"/>
          </a:xfrm>
          <a:custGeom>
            <a:avLst/>
            <a:gdLst/>
            <a:ahLst/>
            <a:rect l="0" t="0" r="r" b="b"/>
            <a:pathLst>
              <a:path w="11749" h="27">
                <a:moveTo>
                  <a:pt x="0" y="0"/>
                </a:moveTo>
                <a:lnTo>
                  <a:pt x="11749" y="0"/>
                </a:lnTo>
                <a:lnTo>
                  <a:pt x="117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9" name=""/>
          <p:cNvSpPr/>
          <p:nvPr/>
        </p:nvSpPr>
        <p:spPr>
          <a:xfrm>
            <a:off x="4676760" y="1466640"/>
            <a:ext cx="9720" cy="2314800"/>
          </a:xfrm>
          <a:custGeom>
            <a:avLst/>
            <a:gdLst/>
            <a:ahLst/>
            <a:rect l="0" t="0" r="r" b="b"/>
            <a:pathLst>
              <a:path w="27" h="6430">
                <a:moveTo>
                  <a:pt x="0" y="106"/>
                </a:moveTo>
                <a:lnTo>
                  <a:pt x="0" y="6430"/>
                </a:lnTo>
                <a:lnTo>
                  <a:pt x="27" y="6430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0" name=""/>
          <p:cNvSpPr/>
          <p:nvPr/>
        </p:nvSpPr>
        <p:spPr>
          <a:xfrm>
            <a:off x="456840" y="1466640"/>
            <a:ext cx="10080" cy="2314800"/>
          </a:xfrm>
          <a:custGeom>
            <a:avLst/>
            <a:gdLst/>
            <a:ahLst/>
            <a:rect l="0" t="0" r="r" b="b"/>
            <a:pathLst>
              <a:path w="28" h="6430">
                <a:moveTo>
                  <a:pt x="0" y="0"/>
                </a:moveTo>
                <a:lnTo>
                  <a:pt x="0" y="6430"/>
                </a:lnTo>
                <a:lnTo>
                  <a:pt x="28" y="643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1" name=""/>
          <p:cNvSpPr/>
          <p:nvPr/>
        </p:nvSpPr>
        <p:spPr>
          <a:xfrm>
            <a:off x="456840" y="3895560"/>
            <a:ext cx="4229640" cy="438480"/>
          </a:xfrm>
          <a:custGeom>
            <a:avLst/>
            <a:gdLst/>
            <a:ahLst/>
            <a:rect l="0" t="0" r="r" b="b"/>
            <a:pathLst>
              <a:path w="11749" h="1218">
                <a:moveTo>
                  <a:pt x="0" y="0"/>
                </a:moveTo>
                <a:lnTo>
                  <a:pt x="11749" y="0"/>
                </a:lnTo>
                <a:lnTo>
                  <a:pt x="1174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2" name=""/>
          <p:cNvSpPr/>
          <p:nvPr/>
        </p:nvSpPr>
        <p:spPr>
          <a:xfrm>
            <a:off x="456840" y="3895560"/>
            <a:ext cx="4229640" cy="38520"/>
          </a:xfrm>
          <a:custGeom>
            <a:avLst/>
            <a:gdLst/>
            <a:ahLst/>
            <a:rect l="0" t="0" r="r" b="b"/>
            <a:pathLst>
              <a:path w="11749" h="107">
                <a:moveTo>
                  <a:pt x="0" y="0"/>
                </a:moveTo>
                <a:lnTo>
                  <a:pt x="11749" y="0"/>
                </a:lnTo>
                <a:lnTo>
                  <a:pt x="1174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3" name=""/>
          <p:cNvSpPr/>
          <p:nvPr/>
        </p:nvSpPr>
        <p:spPr>
          <a:xfrm>
            <a:off x="456840" y="4324320"/>
            <a:ext cx="4229640" cy="9720"/>
          </a:xfrm>
          <a:custGeom>
            <a:avLst/>
            <a:gdLst/>
            <a:ahLst/>
            <a:rect l="0" t="0" r="r" b="b"/>
            <a:pathLst>
              <a:path w="11749" h="27">
                <a:moveTo>
                  <a:pt x="0" y="0"/>
                </a:moveTo>
                <a:lnTo>
                  <a:pt x="11749" y="0"/>
                </a:lnTo>
                <a:lnTo>
                  <a:pt x="117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4" name=""/>
          <p:cNvSpPr/>
          <p:nvPr/>
        </p:nvSpPr>
        <p:spPr>
          <a:xfrm>
            <a:off x="4676760" y="38955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106"/>
                </a:moveTo>
                <a:lnTo>
                  <a:pt x="0" y="1218"/>
                </a:lnTo>
                <a:lnTo>
                  <a:pt x="27" y="121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5" name=""/>
          <p:cNvSpPr/>
          <p:nvPr/>
        </p:nvSpPr>
        <p:spPr>
          <a:xfrm>
            <a:off x="456840" y="38955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0" y="1218"/>
                </a:lnTo>
                <a:lnTo>
                  <a:pt x="28" y="121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6" name=""/>
          <p:cNvSpPr txBox="1"/>
          <p:nvPr/>
        </p:nvSpPr>
        <p:spPr>
          <a:xfrm>
            <a:off x="457200" y="1194120"/>
            <a:ext cx="183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Dezelfde stap, als koppeling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7" name=""/>
          <p:cNvSpPr/>
          <p:nvPr/>
        </p:nvSpPr>
        <p:spPr>
          <a:xfrm>
            <a:off x="3232080" y="325476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3"/>
                </a:cubicBezTo>
                <a:cubicBezTo>
                  <a:pt x="2796" y="6"/>
                  <a:pt x="2801" y="9"/>
                  <a:pt x="2806" y="14"/>
                </a:cubicBezTo>
                <a:cubicBezTo>
                  <a:pt x="2810" y="18"/>
                  <a:pt x="2814" y="23"/>
                  <a:pt x="2816" y="29"/>
                </a:cubicBezTo>
                <a:cubicBezTo>
                  <a:pt x="2819" y="35"/>
                  <a:pt x="2820" y="41"/>
                  <a:pt x="2820" y="47"/>
                </a:cubicBezTo>
                <a:lnTo>
                  <a:pt x="2820" y="988"/>
                </a:lnTo>
                <a:cubicBezTo>
                  <a:pt x="2820" y="995"/>
                  <a:pt x="2819" y="1001"/>
                  <a:pt x="2816" y="1007"/>
                </a:cubicBezTo>
                <a:cubicBezTo>
                  <a:pt x="2814" y="1012"/>
                  <a:pt x="2810" y="1018"/>
                  <a:pt x="2806" y="1022"/>
                </a:cubicBezTo>
                <a:cubicBezTo>
                  <a:pt x="2801" y="1026"/>
                  <a:pt x="2796" y="1030"/>
                  <a:pt x="2790" y="1032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8"/>
                  <a:pt x="6" y="1012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8" name=""/>
          <p:cNvSpPr/>
          <p:nvPr/>
        </p:nvSpPr>
        <p:spPr>
          <a:xfrm>
            <a:off x="3232080" y="325476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3"/>
                </a:cubicBezTo>
                <a:cubicBezTo>
                  <a:pt x="2796" y="6"/>
                  <a:pt x="2801" y="9"/>
                  <a:pt x="2806" y="14"/>
                </a:cubicBezTo>
                <a:cubicBezTo>
                  <a:pt x="2810" y="18"/>
                  <a:pt x="2814" y="23"/>
                  <a:pt x="2816" y="29"/>
                </a:cubicBezTo>
                <a:cubicBezTo>
                  <a:pt x="2819" y="35"/>
                  <a:pt x="2820" y="41"/>
                  <a:pt x="2820" y="47"/>
                </a:cubicBezTo>
                <a:lnTo>
                  <a:pt x="2820" y="988"/>
                </a:lnTo>
                <a:cubicBezTo>
                  <a:pt x="2820" y="995"/>
                  <a:pt x="2819" y="1001"/>
                  <a:pt x="2816" y="1007"/>
                </a:cubicBezTo>
                <a:cubicBezTo>
                  <a:pt x="2814" y="1012"/>
                  <a:pt x="2810" y="1018"/>
                  <a:pt x="2806" y="1022"/>
                </a:cubicBezTo>
                <a:cubicBezTo>
                  <a:pt x="2801" y="1026"/>
                  <a:pt x="2796" y="1030"/>
                  <a:pt x="2790" y="1032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8"/>
                  <a:pt x="6" y="1012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9" name=""/>
          <p:cNvSpPr txBox="1"/>
          <p:nvPr/>
        </p:nvSpPr>
        <p:spPr>
          <a:xfrm>
            <a:off x="603720" y="1641600"/>
            <a:ext cx="770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Interactie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0" name=""/>
          <p:cNvSpPr/>
          <p:nvPr/>
        </p:nvSpPr>
        <p:spPr>
          <a:xfrm>
            <a:off x="886680" y="325476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3"/>
                </a:cubicBezTo>
                <a:cubicBezTo>
                  <a:pt x="2605" y="6"/>
                  <a:pt x="2611" y="9"/>
                  <a:pt x="2615" y="14"/>
                </a:cubicBezTo>
                <a:cubicBezTo>
                  <a:pt x="2619" y="18"/>
                  <a:pt x="2623" y="23"/>
                  <a:pt x="2625" y="29"/>
                </a:cubicBezTo>
                <a:cubicBezTo>
                  <a:pt x="2628" y="35"/>
                  <a:pt x="2629" y="41"/>
                  <a:pt x="2629" y="47"/>
                </a:cubicBezTo>
                <a:lnTo>
                  <a:pt x="2629" y="988"/>
                </a:lnTo>
                <a:cubicBezTo>
                  <a:pt x="2629" y="995"/>
                  <a:pt x="2628" y="1001"/>
                  <a:pt x="2625" y="1007"/>
                </a:cubicBezTo>
                <a:cubicBezTo>
                  <a:pt x="2623" y="1012"/>
                  <a:pt x="2619" y="1018"/>
                  <a:pt x="2615" y="1022"/>
                </a:cubicBezTo>
                <a:cubicBezTo>
                  <a:pt x="2611" y="1026"/>
                  <a:pt x="2605" y="1030"/>
                  <a:pt x="2599" y="1032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8"/>
                  <a:pt x="6" y="1012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1" name=""/>
          <p:cNvSpPr/>
          <p:nvPr/>
        </p:nvSpPr>
        <p:spPr>
          <a:xfrm>
            <a:off x="886680" y="325476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3"/>
                </a:cubicBezTo>
                <a:cubicBezTo>
                  <a:pt x="2605" y="6"/>
                  <a:pt x="2611" y="9"/>
                  <a:pt x="2615" y="14"/>
                </a:cubicBezTo>
                <a:cubicBezTo>
                  <a:pt x="2619" y="18"/>
                  <a:pt x="2623" y="23"/>
                  <a:pt x="2625" y="29"/>
                </a:cubicBezTo>
                <a:cubicBezTo>
                  <a:pt x="2628" y="35"/>
                  <a:pt x="2629" y="41"/>
                  <a:pt x="2629" y="47"/>
                </a:cubicBezTo>
                <a:lnTo>
                  <a:pt x="2629" y="988"/>
                </a:lnTo>
                <a:cubicBezTo>
                  <a:pt x="2629" y="995"/>
                  <a:pt x="2628" y="1001"/>
                  <a:pt x="2625" y="1007"/>
                </a:cubicBezTo>
                <a:cubicBezTo>
                  <a:pt x="2623" y="1012"/>
                  <a:pt x="2619" y="1018"/>
                  <a:pt x="2615" y="1022"/>
                </a:cubicBezTo>
                <a:cubicBezTo>
                  <a:pt x="2611" y="1026"/>
                  <a:pt x="2605" y="1030"/>
                  <a:pt x="2599" y="1032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8"/>
                  <a:pt x="6" y="1012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2" name=""/>
          <p:cNvSpPr txBox="1"/>
          <p:nvPr/>
        </p:nvSpPr>
        <p:spPr>
          <a:xfrm>
            <a:off x="3330000" y="3394080"/>
            <a:ext cx="90144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Onderwijscatalogus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3" name=""/>
          <p:cNvSpPr/>
          <p:nvPr/>
        </p:nvSpPr>
        <p:spPr>
          <a:xfrm>
            <a:off x="3739320" y="2314080"/>
            <a:ext cx="0" cy="940680"/>
          </a:xfrm>
          <a:prstGeom prst="line">
            <a:avLst/>
          </a:prstGeom>
          <a:ln w="11160">
            <a:solidFill>
              <a:srgbClr val="3d68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4" name=""/>
          <p:cNvSpPr/>
          <p:nvPr/>
        </p:nvSpPr>
        <p:spPr>
          <a:xfrm>
            <a:off x="3232080" y="194148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4"/>
                </a:cubicBezTo>
                <a:cubicBezTo>
                  <a:pt x="2796" y="6"/>
                  <a:pt x="2801" y="10"/>
                  <a:pt x="2806" y="14"/>
                </a:cubicBezTo>
                <a:cubicBezTo>
                  <a:pt x="2810" y="19"/>
                  <a:pt x="2814" y="24"/>
                  <a:pt x="2816" y="30"/>
                </a:cubicBezTo>
                <a:cubicBezTo>
                  <a:pt x="2819" y="35"/>
                  <a:pt x="2820" y="42"/>
                  <a:pt x="2820" y="48"/>
                </a:cubicBezTo>
                <a:lnTo>
                  <a:pt x="2820" y="989"/>
                </a:lnTo>
                <a:cubicBezTo>
                  <a:pt x="2820" y="995"/>
                  <a:pt x="2819" y="1001"/>
                  <a:pt x="2816" y="1007"/>
                </a:cubicBezTo>
                <a:cubicBezTo>
                  <a:pt x="2814" y="1013"/>
                  <a:pt x="2810" y="1018"/>
                  <a:pt x="2806" y="1022"/>
                </a:cubicBezTo>
                <a:cubicBezTo>
                  <a:pt x="2801" y="1027"/>
                  <a:pt x="2796" y="1030"/>
                  <a:pt x="2790" y="1033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9"/>
                </a:cubicBezTo>
                <a:lnTo>
                  <a:pt x="0" y="48"/>
                </a:lnTo>
                <a:cubicBezTo>
                  <a:pt x="0" y="42"/>
                  <a:pt x="1" y="35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5" name=""/>
          <p:cNvSpPr/>
          <p:nvPr/>
        </p:nvSpPr>
        <p:spPr>
          <a:xfrm>
            <a:off x="3232080" y="194148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4"/>
                </a:cubicBezTo>
                <a:cubicBezTo>
                  <a:pt x="2796" y="6"/>
                  <a:pt x="2801" y="10"/>
                  <a:pt x="2806" y="14"/>
                </a:cubicBezTo>
                <a:cubicBezTo>
                  <a:pt x="2810" y="19"/>
                  <a:pt x="2814" y="24"/>
                  <a:pt x="2816" y="30"/>
                </a:cubicBezTo>
                <a:cubicBezTo>
                  <a:pt x="2819" y="35"/>
                  <a:pt x="2820" y="42"/>
                  <a:pt x="2820" y="48"/>
                </a:cubicBezTo>
                <a:lnTo>
                  <a:pt x="2820" y="989"/>
                </a:lnTo>
                <a:cubicBezTo>
                  <a:pt x="2820" y="995"/>
                  <a:pt x="2819" y="1001"/>
                  <a:pt x="2816" y="1007"/>
                </a:cubicBezTo>
                <a:cubicBezTo>
                  <a:pt x="2814" y="1013"/>
                  <a:pt x="2810" y="1018"/>
                  <a:pt x="2806" y="1022"/>
                </a:cubicBezTo>
                <a:cubicBezTo>
                  <a:pt x="2801" y="1027"/>
                  <a:pt x="2796" y="1030"/>
                  <a:pt x="2790" y="1033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9"/>
                </a:cubicBezTo>
                <a:lnTo>
                  <a:pt x="0" y="48"/>
                </a:lnTo>
                <a:cubicBezTo>
                  <a:pt x="0" y="42"/>
                  <a:pt x="1" y="35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6" name=""/>
          <p:cNvSpPr txBox="1"/>
          <p:nvPr/>
        </p:nvSpPr>
        <p:spPr>
          <a:xfrm>
            <a:off x="983520" y="3394080"/>
            <a:ext cx="82980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Planningssysteem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7" name=""/>
          <p:cNvSpPr/>
          <p:nvPr/>
        </p:nvSpPr>
        <p:spPr>
          <a:xfrm>
            <a:off x="1359720" y="2314080"/>
            <a:ext cx="0" cy="940680"/>
          </a:xfrm>
          <a:prstGeom prst="line">
            <a:avLst/>
          </a:prstGeom>
          <a:ln w="11160">
            <a:solidFill>
              <a:srgbClr val="3d68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8" name=""/>
          <p:cNvSpPr/>
          <p:nvPr/>
        </p:nvSpPr>
        <p:spPr>
          <a:xfrm>
            <a:off x="886680" y="194148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4"/>
                </a:cubicBezTo>
                <a:cubicBezTo>
                  <a:pt x="2605" y="6"/>
                  <a:pt x="2611" y="10"/>
                  <a:pt x="2615" y="14"/>
                </a:cubicBezTo>
                <a:cubicBezTo>
                  <a:pt x="2619" y="19"/>
                  <a:pt x="2623" y="24"/>
                  <a:pt x="2625" y="30"/>
                </a:cubicBezTo>
                <a:cubicBezTo>
                  <a:pt x="2628" y="35"/>
                  <a:pt x="2629" y="42"/>
                  <a:pt x="2629" y="48"/>
                </a:cubicBezTo>
                <a:lnTo>
                  <a:pt x="2629" y="989"/>
                </a:lnTo>
                <a:cubicBezTo>
                  <a:pt x="2629" y="995"/>
                  <a:pt x="2628" y="1001"/>
                  <a:pt x="2625" y="1007"/>
                </a:cubicBezTo>
                <a:cubicBezTo>
                  <a:pt x="2623" y="1013"/>
                  <a:pt x="2619" y="1018"/>
                  <a:pt x="2615" y="1022"/>
                </a:cubicBezTo>
                <a:cubicBezTo>
                  <a:pt x="2611" y="1027"/>
                  <a:pt x="2605" y="1030"/>
                  <a:pt x="2599" y="1033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9"/>
                </a:cubicBezTo>
                <a:lnTo>
                  <a:pt x="0" y="48"/>
                </a:lnTo>
                <a:cubicBezTo>
                  <a:pt x="0" y="42"/>
                  <a:pt x="1" y="35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9" name=""/>
          <p:cNvSpPr/>
          <p:nvPr/>
        </p:nvSpPr>
        <p:spPr>
          <a:xfrm>
            <a:off x="886680" y="194148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4"/>
                </a:cubicBezTo>
                <a:cubicBezTo>
                  <a:pt x="2605" y="6"/>
                  <a:pt x="2611" y="10"/>
                  <a:pt x="2615" y="14"/>
                </a:cubicBezTo>
                <a:cubicBezTo>
                  <a:pt x="2619" y="19"/>
                  <a:pt x="2623" y="24"/>
                  <a:pt x="2625" y="30"/>
                </a:cubicBezTo>
                <a:cubicBezTo>
                  <a:pt x="2628" y="35"/>
                  <a:pt x="2629" y="42"/>
                  <a:pt x="2629" y="48"/>
                </a:cubicBezTo>
                <a:lnTo>
                  <a:pt x="2629" y="989"/>
                </a:lnTo>
                <a:cubicBezTo>
                  <a:pt x="2629" y="995"/>
                  <a:pt x="2628" y="1001"/>
                  <a:pt x="2625" y="1007"/>
                </a:cubicBezTo>
                <a:cubicBezTo>
                  <a:pt x="2623" y="1013"/>
                  <a:pt x="2619" y="1018"/>
                  <a:pt x="2615" y="1022"/>
                </a:cubicBezTo>
                <a:cubicBezTo>
                  <a:pt x="2611" y="1027"/>
                  <a:pt x="2605" y="1030"/>
                  <a:pt x="2599" y="1033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9"/>
                </a:cubicBezTo>
                <a:lnTo>
                  <a:pt x="0" y="48"/>
                </a:lnTo>
                <a:cubicBezTo>
                  <a:pt x="0" y="42"/>
                  <a:pt x="1" y="35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0" name=""/>
          <p:cNvSpPr txBox="1"/>
          <p:nvPr/>
        </p:nvSpPr>
        <p:spPr>
          <a:xfrm>
            <a:off x="3330000" y="2081160"/>
            <a:ext cx="90144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Onderwijscatalogus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1" name=""/>
          <p:cNvSpPr txBox="1"/>
          <p:nvPr/>
        </p:nvSpPr>
        <p:spPr>
          <a:xfrm>
            <a:off x="983520" y="2081160"/>
            <a:ext cx="82980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Planningssysteem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2" name=""/>
          <p:cNvSpPr/>
          <p:nvPr/>
        </p:nvSpPr>
        <p:spPr>
          <a:xfrm>
            <a:off x="1365480" y="2589480"/>
            <a:ext cx="2350800" cy="0"/>
          </a:xfrm>
          <a:prstGeom prst="line">
            <a:avLst/>
          </a:prstGeom>
          <a:ln w="8280">
            <a:solidFill>
              <a:srgbClr val="1b2a6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3" name=""/>
          <p:cNvSpPr/>
          <p:nvPr/>
        </p:nvSpPr>
        <p:spPr>
          <a:xfrm>
            <a:off x="3665520" y="2560680"/>
            <a:ext cx="63360" cy="57960"/>
          </a:xfrm>
          <a:custGeom>
            <a:avLst/>
            <a:gdLst/>
            <a:ahLst/>
            <a:rect l="0" t="0" r="r" b="b"/>
            <a:pathLst>
              <a:path w="176" h="161">
                <a:moveTo>
                  <a:pt x="0" y="0"/>
                </a:moveTo>
                <a:lnTo>
                  <a:pt x="176" y="80"/>
                </a:lnTo>
                <a:lnTo>
                  <a:pt x="16" y="161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5400">
            <a:solidFill>
              <a:srgbClr val="1b2a6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54" name=""/>
          <p:cNvSpPr txBox="1"/>
          <p:nvPr/>
        </p:nvSpPr>
        <p:spPr>
          <a:xfrm>
            <a:off x="2024640" y="2431080"/>
            <a:ext cx="11725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melding: aanbod gepland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5" name=""/>
          <p:cNvSpPr/>
          <p:nvPr/>
        </p:nvSpPr>
        <p:spPr>
          <a:xfrm flipH="1">
            <a:off x="1382760" y="2864880"/>
            <a:ext cx="2350800" cy="0"/>
          </a:xfrm>
          <a:prstGeom prst="line">
            <a:avLst/>
          </a:prstGeom>
          <a:ln w="8280">
            <a:solidFill>
              <a:srgbClr val="1b2a6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6" name=""/>
          <p:cNvSpPr/>
          <p:nvPr/>
        </p:nvSpPr>
        <p:spPr>
          <a:xfrm>
            <a:off x="1370520" y="2836080"/>
            <a:ext cx="63360" cy="57600"/>
          </a:xfrm>
          <a:custGeom>
            <a:avLst/>
            <a:gdLst/>
            <a:ahLst/>
            <a:rect l="0" t="0" r="r" b="b"/>
            <a:pathLst>
              <a:path w="176" h="160">
                <a:moveTo>
                  <a:pt x="176" y="160"/>
                </a:moveTo>
                <a:lnTo>
                  <a:pt x="0" y="80"/>
                </a:lnTo>
                <a:lnTo>
                  <a:pt x="160" y="0"/>
                </a:lnTo>
                <a:lnTo>
                  <a:pt x="176" y="160"/>
                </a:lnTo>
                <a:close/>
              </a:path>
            </a:pathLst>
          </a:custGeom>
          <a:solidFill>
            <a:srgbClr val="1b2a6b"/>
          </a:solidFill>
          <a:ln w="5400">
            <a:solidFill>
              <a:srgbClr val="1b2a6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57" name=""/>
          <p:cNvSpPr txBox="1"/>
          <p:nvPr/>
        </p:nvSpPr>
        <p:spPr>
          <a:xfrm>
            <a:off x="2118240" y="2706480"/>
            <a:ext cx="99576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vraagt het aanbod op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8" name=""/>
          <p:cNvSpPr/>
          <p:nvPr/>
        </p:nvSpPr>
        <p:spPr>
          <a:xfrm>
            <a:off x="1365480" y="3135600"/>
            <a:ext cx="2351160" cy="9000"/>
          </a:xfrm>
          <a:custGeom>
            <a:avLst/>
            <a:gdLst/>
            <a:ahLst/>
            <a:rect l="0" t="0" r="r" b="b"/>
            <a:pathLst>
              <a:path w="6531" h="25">
                <a:moveTo>
                  <a:pt x="0" y="0"/>
                </a:moveTo>
                <a:lnTo>
                  <a:pt x="48" y="0"/>
                </a:lnTo>
                <a:lnTo>
                  <a:pt x="48" y="25"/>
                </a:lnTo>
                <a:lnTo>
                  <a:pt x="0" y="25"/>
                </a:lnTo>
                <a:lnTo>
                  <a:pt x="0" y="0"/>
                </a:lnTo>
                <a:moveTo>
                  <a:pt x="95" y="0"/>
                </a:moveTo>
                <a:lnTo>
                  <a:pt x="143" y="0"/>
                </a:lnTo>
                <a:lnTo>
                  <a:pt x="143" y="25"/>
                </a:lnTo>
                <a:lnTo>
                  <a:pt x="95" y="25"/>
                </a:lnTo>
                <a:lnTo>
                  <a:pt x="95" y="0"/>
                </a:lnTo>
                <a:moveTo>
                  <a:pt x="191" y="0"/>
                </a:moveTo>
                <a:lnTo>
                  <a:pt x="239" y="0"/>
                </a:lnTo>
                <a:lnTo>
                  <a:pt x="239" y="25"/>
                </a:lnTo>
                <a:lnTo>
                  <a:pt x="191" y="25"/>
                </a:lnTo>
                <a:lnTo>
                  <a:pt x="191" y="0"/>
                </a:lnTo>
                <a:moveTo>
                  <a:pt x="287" y="0"/>
                </a:moveTo>
                <a:lnTo>
                  <a:pt x="334" y="0"/>
                </a:lnTo>
                <a:lnTo>
                  <a:pt x="334" y="25"/>
                </a:lnTo>
                <a:lnTo>
                  <a:pt x="287" y="25"/>
                </a:lnTo>
                <a:lnTo>
                  <a:pt x="287" y="0"/>
                </a:lnTo>
                <a:moveTo>
                  <a:pt x="382" y="0"/>
                </a:moveTo>
                <a:lnTo>
                  <a:pt x="430" y="0"/>
                </a:lnTo>
                <a:lnTo>
                  <a:pt x="430" y="25"/>
                </a:lnTo>
                <a:lnTo>
                  <a:pt x="382" y="25"/>
                </a:lnTo>
                <a:lnTo>
                  <a:pt x="382" y="0"/>
                </a:lnTo>
                <a:moveTo>
                  <a:pt x="478" y="0"/>
                </a:moveTo>
                <a:lnTo>
                  <a:pt x="525" y="0"/>
                </a:lnTo>
                <a:lnTo>
                  <a:pt x="525" y="25"/>
                </a:lnTo>
                <a:lnTo>
                  <a:pt x="478" y="25"/>
                </a:lnTo>
                <a:lnTo>
                  <a:pt x="478" y="0"/>
                </a:lnTo>
                <a:moveTo>
                  <a:pt x="573" y="0"/>
                </a:moveTo>
                <a:lnTo>
                  <a:pt x="621" y="0"/>
                </a:lnTo>
                <a:lnTo>
                  <a:pt x="621" y="25"/>
                </a:lnTo>
                <a:lnTo>
                  <a:pt x="573" y="25"/>
                </a:lnTo>
                <a:lnTo>
                  <a:pt x="573" y="0"/>
                </a:lnTo>
                <a:moveTo>
                  <a:pt x="669" y="0"/>
                </a:moveTo>
                <a:lnTo>
                  <a:pt x="717" y="0"/>
                </a:lnTo>
                <a:lnTo>
                  <a:pt x="717" y="25"/>
                </a:lnTo>
                <a:lnTo>
                  <a:pt x="669" y="25"/>
                </a:lnTo>
                <a:lnTo>
                  <a:pt x="669" y="0"/>
                </a:lnTo>
                <a:moveTo>
                  <a:pt x="764" y="0"/>
                </a:moveTo>
                <a:lnTo>
                  <a:pt x="812" y="0"/>
                </a:lnTo>
                <a:lnTo>
                  <a:pt x="812" y="25"/>
                </a:lnTo>
                <a:lnTo>
                  <a:pt x="764" y="25"/>
                </a:lnTo>
                <a:lnTo>
                  <a:pt x="764" y="0"/>
                </a:lnTo>
                <a:moveTo>
                  <a:pt x="860" y="0"/>
                </a:moveTo>
                <a:lnTo>
                  <a:pt x="908" y="0"/>
                </a:lnTo>
                <a:lnTo>
                  <a:pt x="908" y="25"/>
                </a:lnTo>
                <a:lnTo>
                  <a:pt x="860" y="25"/>
                </a:lnTo>
                <a:lnTo>
                  <a:pt x="860" y="0"/>
                </a:lnTo>
                <a:moveTo>
                  <a:pt x="956" y="0"/>
                </a:moveTo>
                <a:lnTo>
                  <a:pt x="1003" y="0"/>
                </a:lnTo>
                <a:lnTo>
                  <a:pt x="1003" y="25"/>
                </a:lnTo>
                <a:lnTo>
                  <a:pt x="956" y="25"/>
                </a:lnTo>
                <a:lnTo>
                  <a:pt x="956" y="0"/>
                </a:lnTo>
                <a:moveTo>
                  <a:pt x="1051" y="0"/>
                </a:moveTo>
                <a:lnTo>
                  <a:pt x="1099" y="0"/>
                </a:lnTo>
                <a:lnTo>
                  <a:pt x="1099" y="25"/>
                </a:lnTo>
                <a:lnTo>
                  <a:pt x="1051" y="25"/>
                </a:lnTo>
                <a:lnTo>
                  <a:pt x="1051" y="0"/>
                </a:lnTo>
                <a:moveTo>
                  <a:pt x="1147" y="0"/>
                </a:moveTo>
                <a:lnTo>
                  <a:pt x="1194" y="0"/>
                </a:lnTo>
                <a:lnTo>
                  <a:pt x="1194" y="25"/>
                </a:lnTo>
                <a:lnTo>
                  <a:pt x="1147" y="25"/>
                </a:lnTo>
                <a:lnTo>
                  <a:pt x="1147" y="0"/>
                </a:lnTo>
                <a:moveTo>
                  <a:pt x="1242" y="0"/>
                </a:moveTo>
                <a:lnTo>
                  <a:pt x="1290" y="0"/>
                </a:lnTo>
                <a:lnTo>
                  <a:pt x="1290" y="25"/>
                </a:lnTo>
                <a:lnTo>
                  <a:pt x="1242" y="25"/>
                </a:lnTo>
                <a:lnTo>
                  <a:pt x="1242" y="0"/>
                </a:lnTo>
                <a:moveTo>
                  <a:pt x="1338" y="0"/>
                </a:moveTo>
                <a:lnTo>
                  <a:pt x="1386" y="0"/>
                </a:lnTo>
                <a:lnTo>
                  <a:pt x="1386" y="25"/>
                </a:lnTo>
                <a:lnTo>
                  <a:pt x="1338" y="25"/>
                </a:lnTo>
                <a:lnTo>
                  <a:pt x="1338" y="0"/>
                </a:lnTo>
                <a:moveTo>
                  <a:pt x="1433" y="0"/>
                </a:moveTo>
                <a:lnTo>
                  <a:pt x="1481" y="0"/>
                </a:lnTo>
                <a:lnTo>
                  <a:pt x="1481" y="25"/>
                </a:lnTo>
                <a:lnTo>
                  <a:pt x="1433" y="25"/>
                </a:lnTo>
                <a:lnTo>
                  <a:pt x="1433" y="0"/>
                </a:lnTo>
                <a:moveTo>
                  <a:pt x="1529" y="0"/>
                </a:moveTo>
                <a:lnTo>
                  <a:pt x="1577" y="0"/>
                </a:lnTo>
                <a:lnTo>
                  <a:pt x="1577" y="25"/>
                </a:lnTo>
                <a:lnTo>
                  <a:pt x="1529" y="25"/>
                </a:lnTo>
                <a:lnTo>
                  <a:pt x="1529" y="0"/>
                </a:lnTo>
                <a:moveTo>
                  <a:pt x="1625" y="0"/>
                </a:moveTo>
                <a:lnTo>
                  <a:pt x="1672" y="0"/>
                </a:lnTo>
                <a:lnTo>
                  <a:pt x="1672" y="25"/>
                </a:lnTo>
                <a:lnTo>
                  <a:pt x="1625" y="25"/>
                </a:lnTo>
                <a:lnTo>
                  <a:pt x="1625" y="0"/>
                </a:lnTo>
                <a:moveTo>
                  <a:pt x="1720" y="0"/>
                </a:moveTo>
                <a:lnTo>
                  <a:pt x="1768" y="0"/>
                </a:lnTo>
                <a:lnTo>
                  <a:pt x="1768" y="25"/>
                </a:lnTo>
                <a:lnTo>
                  <a:pt x="1720" y="25"/>
                </a:lnTo>
                <a:lnTo>
                  <a:pt x="1720" y="0"/>
                </a:lnTo>
                <a:moveTo>
                  <a:pt x="1816" y="0"/>
                </a:moveTo>
                <a:lnTo>
                  <a:pt x="1863" y="0"/>
                </a:lnTo>
                <a:lnTo>
                  <a:pt x="1863" y="25"/>
                </a:lnTo>
                <a:lnTo>
                  <a:pt x="1816" y="25"/>
                </a:lnTo>
                <a:lnTo>
                  <a:pt x="1816" y="0"/>
                </a:lnTo>
                <a:moveTo>
                  <a:pt x="1911" y="0"/>
                </a:moveTo>
                <a:lnTo>
                  <a:pt x="1959" y="0"/>
                </a:lnTo>
                <a:lnTo>
                  <a:pt x="1959" y="25"/>
                </a:lnTo>
                <a:lnTo>
                  <a:pt x="1911" y="25"/>
                </a:lnTo>
                <a:lnTo>
                  <a:pt x="1911" y="0"/>
                </a:lnTo>
                <a:moveTo>
                  <a:pt x="2007" y="0"/>
                </a:moveTo>
                <a:lnTo>
                  <a:pt x="2055" y="0"/>
                </a:lnTo>
                <a:lnTo>
                  <a:pt x="2055" y="25"/>
                </a:lnTo>
                <a:lnTo>
                  <a:pt x="2007" y="25"/>
                </a:lnTo>
                <a:lnTo>
                  <a:pt x="2007" y="0"/>
                </a:lnTo>
                <a:moveTo>
                  <a:pt x="2102" y="0"/>
                </a:moveTo>
                <a:lnTo>
                  <a:pt x="2150" y="0"/>
                </a:lnTo>
                <a:lnTo>
                  <a:pt x="2150" y="25"/>
                </a:lnTo>
                <a:lnTo>
                  <a:pt x="2102" y="25"/>
                </a:lnTo>
                <a:lnTo>
                  <a:pt x="2102" y="0"/>
                </a:lnTo>
                <a:moveTo>
                  <a:pt x="2198" y="0"/>
                </a:moveTo>
                <a:lnTo>
                  <a:pt x="2246" y="0"/>
                </a:lnTo>
                <a:lnTo>
                  <a:pt x="2246" y="25"/>
                </a:lnTo>
                <a:lnTo>
                  <a:pt x="2198" y="25"/>
                </a:lnTo>
                <a:lnTo>
                  <a:pt x="2198" y="0"/>
                </a:lnTo>
                <a:moveTo>
                  <a:pt x="2294" y="0"/>
                </a:moveTo>
                <a:lnTo>
                  <a:pt x="2341" y="0"/>
                </a:lnTo>
                <a:lnTo>
                  <a:pt x="2341" y="25"/>
                </a:lnTo>
                <a:lnTo>
                  <a:pt x="2294" y="25"/>
                </a:lnTo>
                <a:lnTo>
                  <a:pt x="2294" y="0"/>
                </a:lnTo>
                <a:moveTo>
                  <a:pt x="2389" y="0"/>
                </a:moveTo>
                <a:lnTo>
                  <a:pt x="2437" y="0"/>
                </a:lnTo>
                <a:lnTo>
                  <a:pt x="2437" y="25"/>
                </a:lnTo>
                <a:lnTo>
                  <a:pt x="2389" y="25"/>
                </a:lnTo>
                <a:lnTo>
                  <a:pt x="2389" y="0"/>
                </a:lnTo>
                <a:moveTo>
                  <a:pt x="2485" y="0"/>
                </a:moveTo>
                <a:lnTo>
                  <a:pt x="2532" y="0"/>
                </a:lnTo>
                <a:lnTo>
                  <a:pt x="2532" y="25"/>
                </a:lnTo>
                <a:lnTo>
                  <a:pt x="2485" y="25"/>
                </a:lnTo>
                <a:lnTo>
                  <a:pt x="2485" y="0"/>
                </a:lnTo>
                <a:moveTo>
                  <a:pt x="2580" y="0"/>
                </a:moveTo>
                <a:lnTo>
                  <a:pt x="2628" y="0"/>
                </a:lnTo>
                <a:lnTo>
                  <a:pt x="2628" y="25"/>
                </a:lnTo>
                <a:lnTo>
                  <a:pt x="2580" y="25"/>
                </a:lnTo>
                <a:lnTo>
                  <a:pt x="2580" y="0"/>
                </a:lnTo>
                <a:moveTo>
                  <a:pt x="2676" y="0"/>
                </a:moveTo>
                <a:lnTo>
                  <a:pt x="2724" y="0"/>
                </a:lnTo>
                <a:lnTo>
                  <a:pt x="2724" y="25"/>
                </a:lnTo>
                <a:lnTo>
                  <a:pt x="2676" y="25"/>
                </a:lnTo>
                <a:lnTo>
                  <a:pt x="2676" y="0"/>
                </a:lnTo>
                <a:moveTo>
                  <a:pt x="2771" y="0"/>
                </a:moveTo>
                <a:lnTo>
                  <a:pt x="2819" y="0"/>
                </a:lnTo>
                <a:lnTo>
                  <a:pt x="2819" y="25"/>
                </a:lnTo>
                <a:lnTo>
                  <a:pt x="2771" y="25"/>
                </a:lnTo>
                <a:lnTo>
                  <a:pt x="2771" y="0"/>
                </a:lnTo>
                <a:moveTo>
                  <a:pt x="2867" y="0"/>
                </a:moveTo>
                <a:lnTo>
                  <a:pt x="2915" y="0"/>
                </a:lnTo>
                <a:lnTo>
                  <a:pt x="2915" y="25"/>
                </a:lnTo>
                <a:lnTo>
                  <a:pt x="2867" y="25"/>
                </a:lnTo>
                <a:lnTo>
                  <a:pt x="2867" y="0"/>
                </a:lnTo>
                <a:moveTo>
                  <a:pt x="2962" y="0"/>
                </a:moveTo>
                <a:lnTo>
                  <a:pt x="3010" y="0"/>
                </a:lnTo>
                <a:lnTo>
                  <a:pt x="3010" y="25"/>
                </a:lnTo>
                <a:lnTo>
                  <a:pt x="2962" y="25"/>
                </a:lnTo>
                <a:lnTo>
                  <a:pt x="2962" y="0"/>
                </a:lnTo>
                <a:moveTo>
                  <a:pt x="3058" y="0"/>
                </a:moveTo>
                <a:lnTo>
                  <a:pt x="3106" y="0"/>
                </a:lnTo>
                <a:lnTo>
                  <a:pt x="3106" y="25"/>
                </a:lnTo>
                <a:lnTo>
                  <a:pt x="3058" y="25"/>
                </a:lnTo>
                <a:lnTo>
                  <a:pt x="3058" y="0"/>
                </a:lnTo>
                <a:moveTo>
                  <a:pt x="3154" y="0"/>
                </a:moveTo>
                <a:lnTo>
                  <a:pt x="3201" y="0"/>
                </a:lnTo>
                <a:lnTo>
                  <a:pt x="3201" y="25"/>
                </a:lnTo>
                <a:lnTo>
                  <a:pt x="3154" y="25"/>
                </a:lnTo>
                <a:lnTo>
                  <a:pt x="3154" y="0"/>
                </a:lnTo>
                <a:moveTo>
                  <a:pt x="3249" y="0"/>
                </a:moveTo>
                <a:lnTo>
                  <a:pt x="3297" y="0"/>
                </a:lnTo>
                <a:lnTo>
                  <a:pt x="3297" y="25"/>
                </a:lnTo>
                <a:lnTo>
                  <a:pt x="3249" y="25"/>
                </a:lnTo>
                <a:lnTo>
                  <a:pt x="3249" y="0"/>
                </a:lnTo>
                <a:moveTo>
                  <a:pt x="3345" y="0"/>
                </a:moveTo>
                <a:lnTo>
                  <a:pt x="3393" y="0"/>
                </a:lnTo>
                <a:lnTo>
                  <a:pt x="3393" y="25"/>
                </a:lnTo>
                <a:lnTo>
                  <a:pt x="3345" y="25"/>
                </a:lnTo>
                <a:lnTo>
                  <a:pt x="3345" y="0"/>
                </a:lnTo>
                <a:moveTo>
                  <a:pt x="3440" y="0"/>
                </a:moveTo>
                <a:lnTo>
                  <a:pt x="3488" y="0"/>
                </a:lnTo>
                <a:lnTo>
                  <a:pt x="3488" y="25"/>
                </a:lnTo>
                <a:lnTo>
                  <a:pt x="3440" y="25"/>
                </a:lnTo>
                <a:lnTo>
                  <a:pt x="3440" y="0"/>
                </a:lnTo>
                <a:moveTo>
                  <a:pt x="3536" y="0"/>
                </a:moveTo>
                <a:lnTo>
                  <a:pt x="3584" y="0"/>
                </a:lnTo>
                <a:lnTo>
                  <a:pt x="3584" y="25"/>
                </a:lnTo>
                <a:lnTo>
                  <a:pt x="3536" y="25"/>
                </a:lnTo>
                <a:lnTo>
                  <a:pt x="3536" y="0"/>
                </a:lnTo>
                <a:moveTo>
                  <a:pt x="3631" y="0"/>
                </a:moveTo>
                <a:lnTo>
                  <a:pt x="3679" y="0"/>
                </a:lnTo>
                <a:lnTo>
                  <a:pt x="3679" y="25"/>
                </a:lnTo>
                <a:lnTo>
                  <a:pt x="3631" y="25"/>
                </a:lnTo>
                <a:lnTo>
                  <a:pt x="3631" y="0"/>
                </a:lnTo>
                <a:moveTo>
                  <a:pt x="3727" y="0"/>
                </a:moveTo>
                <a:lnTo>
                  <a:pt x="3775" y="0"/>
                </a:lnTo>
                <a:lnTo>
                  <a:pt x="3775" y="25"/>
                </a:lnTo>
                <a:lnTo>
                  <a:pt x="3727" y="25"/>
                </a:lnTo>
                <a:lnTo>
                  <a:pt x="3727" y="0"/>
                </a:lnTo>
                <a:moveTo>
                  <a:pt x="3823" y="0"/>
                </a:moveTo>
                <a:lnTo>
                  <a:pt x="3870" y="0"/>
                </a:lnTo>
                <a:lnTo>
                  <a:pt x="3870" y="25"/>
                </a:lnTo>
                <a:lnTo>
                  <a:pt x="3823" y="25"/>
                </a:lnTo>
                <a:lnTo>
                  <a:pt x="3823" y="0"/>
                </a:lnTo>
                <a:moveTo>
                  <a:pt x="3918" y="0"/>
                </a:moveTo>
                <a:lnTo>
                  <a:pt x="3966" y="0"/>
                </a:lnTo>
                <a:lnTo>
                  <a:pt x="3966" y="25"/>
                </a:lnTo>
                <a:lnTo>
                  <a:pt x="3918" y="25"/>
                </a:lnTo>
                <a:lnTo>
                  <a:pt x="3918" y="0"/>
                </a:lnTo>
                <a:moveTo>
                  <a:pt x="4014" y="0"/>
                </a:moveTo>
                <a:lnTo>
                  <a:pt x="4062" y="0"/>
                </a:lnTo>
                <a:lnTo>
                  <a:pt x="4062" y="25"/>
                </a:lnTo>
                <a:lnTo>
                  <a:pt x="4014" y="25"/>
                </a:lnTo>
                <a:lnTo>
                  <a:pt x="4014" y="0"/>
                </a:lnTo>
                <a:moveTo>
                  <a:pt x="4109" y="0"/>
                </a:moveTo>
                <a:lnTo>
                  <a:pt x="4157" y="0"/>
                </a:lnTo>
                <a:lnTo>
                  <a:pt x="4157" y="25"/>
                </a:lnTo>
                <a:lnTo>
                  <a:pt x="4109" y="25"/>
                </a:lnTo>
                <a:lnTo>
                  <a:pt x="4109" y="0"/>
                </a:lnTo>
                <a:moveTo>
                  <a:pt x="4205" y="0"/>
                </a:moveTo>
                <a:lnTo>
                  <a:pt x="4253" y="0"/>
                </a:lnTo>
                <a:lnTo>
                  <a:pt x="4253" y="25"/>
                </a:lnTo>
                <a:lnTo>
                  <a:pt x="4205" y="25"/>
                </a:lnTo>
                <a:lnTo>
                  <a:pt x="4205" y="0"/>
                </a:lnTo>
                <a:moveTo>
                  <a:pt x="4300" y="0"/>
                </a:moveTo>
                <a:lnTo>
                  <a:pt x="4348" y="0"/>
                </a:lnTo>
                <a:lnTo>
                  <a:pt x="4348" y="25"/>
                </a:lnTo>
                <a:lnTo>
                  <a:pt x="4300" y="25"/>
                </a:lnTo>
                <a:lnTo>
                  <a:pt x="4300" y="0"/>
                </a:lnTo>
                <a:moveTo>
                  <a:pt x="4396" y="0"/>
                </a:moveTo>
                <a:lnTo>
                  <a:pt x="4444" y="0"/>
                </a:lnTo>
                <a:lnTo>
                  <a:pt x="4444" y="25"/>
                </a:lnTo>
                <a:lnTo>
                  <a:pt x="4396" y="25"/>
                </a:lnTo>
                <a:lnTo>
                  <a:pt x="4396" y="0"/>
                </a:lnTo>
                <a:moveTo>
                  <a:pt x="4492" y="0"/>
                </a:moveTo>
                <a:lnTo>
                  <a:pt x="4539" y="0"/>
                </a:lnTo>
                <a:lnTo>
                  <a:pt x="4539" y="25"/>
                </a:lnTo>
                <a:lnTo>
                  <a:pt x="4492" y="25"/>
                </a:lnTo>
                <a:lnTo>
                  <a:pt x="4492" y="0"/>
                </a:lnTo>
                <a:moveTo>
                  <a:pt x="4587" y="0"/>
                </a:moveTo>
                <a:lnTo>
                  <a:pt x="4635" y="0"/>
                </a:lnTo>
                <a:lnTo>
                  <a:pt x="4635" y="25"/>
                </a:lnTo>
                <a:lnTo>
                  <a:pt x="4587" y="25"/>
                </a:lnTo>
                <a:lnTo>
                  <a:pt x="4587" y="0"/>
                </a:lnTo>
                <a:moveTo>
                  <a:pt x="4683" y="0"/>
                </a:moveTo>
                <a:lnTo>
                  <a:pt x="4731" y="0"/>
                </a:lnTo>
                <a:lnTo>
                  <a:pt x="4731" y="25"/>
                </a:lnTo>
                <a:lnTo>
                  <a:pt x="4683" y="25"/>
                </a:lnTo>
                <a:lnTo>
                  <a:pt x="4683" y="0"/>
                </a:lnTo>
                <a:moveTo>
                  <a:pt x="4778" y="0"/>
                </a:moveTo>
                <a:lnTo>
                  <a:pt x="4826" y="0"/>
                </a:lnTo>
                <a:lnTo>
                  <a:pt x="4826" y="25"/>
                </a:lnTo>
                <a:lnTo>
                  <a:pt x="4778" y="25"/>
                </a:lnTo>
                <a:lnTo>
                  <a:pt x="4778" y="0"/>
                </a:lnTo>
                <a:moveTo>
                  <a:pt x="4874" y="0"/>
                </a:moveTo>
                <a:lnTo>
                  <a:pt x="4922" y="0"/>
                </a:lnTo>
                <a:lnTo>
                  <a:pt x="4922" y="25"/>
                </a:lnTo>
                <a:lnTo>
                  <a:pt x="4874" y="25"/>
                </a:lnTo>
                <a:lnTo>
                  <a:pt x="4874" y="0"/>
                </a:lnTo>
                <a:moveTo>
                  <a:pt x="4969" y="0"/>
                </a:moveTo>
                <a:lnTo>
                  <a:pt x="5017" y="0"/>
                </a:lnTo>
                <a:lnTo>
                  <a:pt x="5017" y="25"/>
                </a:lnTo>
                <a:lnTo>
                  <a:pt x="4969" y="25"/>
                </a:lnTo>
                <a:lnTo>
                  <a:pt x="4969" y="0"/>
                </a:lnTo>
                <a:moveTo>
                  <a:pt x="5065" y="0"/>
                </a:moveTo>
                <a:lnTo>
                  <a:pt x="5113" y="0"/>
                </a:lnTo>
                <a:lnTo>
                  <a:pt x="5113" y="25"/>
                </a:lnTo>
                <a:lnTo>
                  <a:pt x="5065" y="25"/>
                </a:lnTo>
                <a:lnTo>
                  <a:pt x="5065" y="0"/>
                </a:lnTo>
                <a:moveTo>
                  <a:pt x="5161" y="0"/>
                </a:moveTo>
                <a:lnTo>
                  <a:pt x="5208" y="0"/>
                </a:lnTo>
                <a:lnTo>
                  <a:pt x="5208" y="25"/>
                </a:lnTo>
                <a:lnTo>
                  <a:pt x="5161" y="25"/>
                </a:lnTo>
                <a:lnTo>
                  <a:pt x="5161" y="0"/>
                </a:lnTo>
                <a:moveTo>
                  <a:pt x="5256" y="0"/>
                </a:moveTo>
                <a:lnTo>
                  <a:pt x="5304" y="0"/>
                </a:lnTo>
                <a:lnTo>
                  <a:pt x="5304" y="25"/>
                </a:lnTo>
                <a:lnTo>
                  <a:pt x="5256" y="25"/>
                </a:lnTo>
                <a:lnTo>
                  <a:pt x="5256" y="0"/>
                </a:lnTo>
                <a:moveTo>
                  <a:pt x="5352" y="0"/>
                </a:moveTo>
                <a:lnTo>
                  <a:pt x="5400" y="0"/>
                </a:lnTo>
                <a:lnTo>
                  <a:pt x="5400" y="25"/>
                </a:lnTo>
                <a:lnTo>
                  <a:pt x="5352" y="25"/>
                </a:lnTo>
                <a:lnTo>
                  <a:pt x="5352" y="0"/>
                </a:lnTo>
                <a:moveTo>
                  <a:pt x="5447" y="0"/>
                </a:moveTo>
                <a:lnTo>
                  <a:pt x="5495" y="0"/>
                </a:lnTo>
                <a:lnTo>
                  <a:pt x="5495" y="25"/>
                </a:lnTo>
                <a:lnTo>
                  <a:pt x="5447" y="25"/>
                </a:lnTo>
                <a:lnTo>
                  <a:pt x="5447" y="0"/>
                </a:lnTo>
                <a:moveTo>
                  <a:pt x="5543" y="0"/>
                </a:moveTo>
                <a:lnTo>
                  <a:pt x="5591" y="0"/>
                </a:lnTo>
                <a:lnTo>
                  <a:pt x="5591" y="25"/>
                </a:lnTo>
                <a:lnTo>
                  <a:pt x="5543" y="25"/>
                </a:lnTo>
                <a:lnTo>
                  <a:pt x="5543" y="0"/>
                </a:lnTo>
                <a:moveTo>
                  <a:pt x="5638" y="0"/>
                </a:moveTo>
                <a:lnTo>
                  <a:pt x="5686" y="0"/>
                </a:lnTo>
                <a:lnTo>
                  <a:pt x="5686" y="25"/>
                </a:lnTo>
                <a:lnTo>
                  <a:pt x="5638" y="25"/>
                </a:lnTo>
                <a:lnTo>
                  <a:pt x="5638" y="0"/>
                </a:lnTo>
                <a:moveTo>
                  <a:pt x="5734" y="0"/>
                </a:moveTo>
                <a:lnTo>
                  <a:pt x="5782" y="0"/>
                </a:lnTo>
                <a:lnTo>
                  <a:pt x="5782" y="25"/>
                </a:lnTo>
                <a:lnTo>
                  <a:pt x="5734" y="25"/>
                </a:lnTo>
                <a:lnTo>
                  <a:pt x="5734" y="0"/>
                </a:lnTo>
                <a:moveTo>
                  <a:pt x="5830" y="0"/>
                </a:moveTo>
                <a:lnTo>
                  <a:pt x="5877" y="0"/>
                </a:lnTo>
                <a:lnTo>
                  <a:pt x="5877" y="25"/>
                </a:lnTo>
                <a:lnTo>
                  <a:pt x="5830" y="25"/>
                </a:lnTo>
                <a:lnTo>
                  <a:pt x="5830" y="0"/>
                </a:lnTo>
                <a:moveTo>
                  <a:pt x="5925" y="0"/>
                </a:moveTo>
                <a:lnTo>
                  <a:pt x="5973" y="0"/>
                </a:lnTo>
                <a:lnTo>
                  <a:pt x="5973" y="25"/>
                </a:lnTo>
                <a:lnTo>
                  <a:pt x="5925" y="25"/>
                </a:lnTo>
                <a:lnTo>
                  <a:pt x="5925" y="0"/>
                </a:lnTo>
                <a:moveTo>
                  <a:pt x="6022" y="0"/>
                </a:moveTo>
                <a:lnTo>
                  <a:pt x="6070" y="0"/>
                </a:lnTo>
                <a:lnTo>
                  <a:pt x="6070" y="25"/>
                </a:lnTo>
                <a:lnTo>
                  <a:pt x="6022" y="25"/>
                </a:lnTo>
                <a:lnTo>
                  <a:pt x="6022" y="0"/>
                </a:lnTo>
                <a:moveTo>
                  <a:pt x="6117" y="0"/>
                </a:moveTo>
                <a:lnTo>
                  <a:pt x="6165" y="0"/>
                </a:lnTo>
                <a:lnTo>
                  <a:pt x="6165" y="25"/>
                </a:lnTo>
                <a:lnTo>
                  <a:pt x="6117" y="25"/>
                </a:lnTo>
                <a:lnTo>
                  <a:pt x="6117" y="0"/>
                </a:lnTo>
                <a:moveTo>
                  <a:pt x="6213" y="0"/>
                </a:moveTo>
                <a:lnTo>
                  <a:pt x="6261" y="0"/>
                </a:lnTo>
                <a:lnTo>
                  <a:pt x="6261" y="25"/>
                </a:lnTo>
                <a:lnTo>
                  <a:pt x="6213" y="25"/>
                </a:lnTo>
                <a:lnTo>
                  <a:pt x="6213" y="0"/>
                </a:lnTo>
                <a:moveTo>
                  <a:pt x="6308" y="0"/>
                </a:moveTo>
                <a:lnTo>
                  <a:pt x="6356" y="0"/>
                </a:lnTo>
                <a:lnTo>
                  <a:pt x="6356" y="25"/>
                </a:lnTo>
                <a:lnTo>
                  <a:pt x="6308" y="25"/>
                </a:lnTo>
                <a:lnTo>
                  <a:pt x="6308" y="0"/>
                </a:lnTo>
                <a:moveTo>
                  <a:pt x="6404" y="0"/>
                </a:moveTo>
                <a:lnTo>
                  <a:pt x="6452" y="0"/>
                </a:lnTo>
                <a:lnTo>
                  <a:pt x="6452" y="25"/>
                </a:lnTo>
                <a:lnTo>
                  <a:pt x="6404" y="25"/>
                </a:lnTo>
                <a:lnTo>
                  <a:pt x="6404" y="0"/>
                </a:lnTo>
                <a:moveTo>
                  <a:pt x="6500" y="0"/>
                </a:moveTo>
                <a:lnTo>
                  <a:pt x="6531" y="0"/>
                </a:lnTo>
                <a:lnTo>
                  <a:pt x="6531" y="25"/>
                </a:lnTo>
                <a:lnTo>
                  <a:pt x="6500" y="25"/>
                </a:lnTo>
                <a:lnTo>
                  <a:pt x="6500" y="0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59" name=""/>
          <p:cNvSpPr/>
          <p:nvPr/>
        </p:nvSpPr>
        <p:spPr>
          <a:xfrm>
            <a:off x="3665520" y="3111120"/>
            <a:ext cx="63360" cy="57960"/>
          </a:xfrm>
          <a:custGeom>
            <a:avLst/>
            <a:gdLst/>
            <a:ahLst/>
            <a:rect l="0" t="0" r="r" b="b"/>
            <a:pathLst>
              <a:path w="176" h="161">
                <a:moveTo>
                  <a:pt x="0" y="0"/>
                </a:moveTo>
                <a:lnTo>
                  <a:pt x="176" y="81"/>
                </a:lnTo>
                <a:lnTo>
                  <a:pt x="16" y="161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5400">
            <a:solidFill>
              <a:srgbClr val="1b2a6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60" name=""/>
          <p:cNvSpPr txBox="1"/>
          <p:nvPr/>
        </p:nvSpPr>
        <p:spPr>
          <a:xfrm>
            <a:off x="1677240" y="2981520"/>
            <a:ext cx="1978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aanbod met verwijzing naar de speciﬁcatie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1" name=""/>
          <p:cNvSpPr/>
          <p:nvPr/>
        </p:nvSpPr>
        <p:spPr>
          <a:xfrm>
            <a:off x="1257120" y="4019400"/>
            <a:ext cx="1857600" cy="219240"/>
          </a:xfrm>
          <a:custGeom>
            <a:avLst/>
            <a:gdLst/>
            <a:ahLst/>
            <a:rect l="0" t="0" r="r" b="b"/>
            <a:pathLst>
              <a:path w="5160" h="609">
                <a:moveTo>
                  <a:pt x="0" y="504"/>
                </a:moveTo>
                <a:lnTo>
                  <a:pt x="0" y="107"/>
                </a:ln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55" y="0"/>
                </a:lnTo>
                <a:cubicBezTo>
                  <a:pt x="5069" y="0"/>
                  <a:pt x="5082" y="3"/>
                  <a:pt x="5095" y="8"/>
                </a:cubicBezTo>
                <a:cubicBezTo>
                  <a:pt x="5108" y="13"/>
                  <a:pt x="5119" y="21"/>
                  <a:pt x="5129" y="31"/>
                </a:cubicBezTo>
                <a:cubicBezTo>
                  <a:pt x="5139" y="41"/>
                  <a:pt x="5147" y="52"/>
                  <a:pt x="5152" y="65"/>
                </a:cubicBezTo>
                <a:cubicBezTo>
                  <a:pt x="5158" y="78"/>
                  <a:pt x="5160" y="93"/>
                  <a:pt x="5160" y="107"/>
                </a:cubicBezTo>
                <a:lnTo>
                  <a:pt x="5160" y="504"/>
                </a:lnTo>
                <a:cubicBezTo>
                  <a:pt x="5160" y="518"/>
                  <a:pt x="5158" y="531"/>
                  <a:pt x="5152" y="544"/>
                </a:cubicBezTo>
                <a:cubicBezTo>
                  <a:pt x="5147" y="557"/>
                  <a:pt x="5139" y="569"/>
                  <a:pt x="5129" y="578"/>
                </a:cubicBezTo>
                <a:cubicBezTo>
                  <a:pt x="5119" y="588"/>
                  <a:pt x="5108" y="596"/>
                  <a:pt x="5095" y="601"/>
                </a:cubicBezTo>
                <a:cubicBezTo>
                  <a:pt x="5082" y="607"/>
                  <a:pt x="5069" y="609"/>
                  <a:pt x="5055" y="609"/>
                </a:cubicBezTo>
                <a:lnTo>
                  <a:pt x="106" y="609"/>
                </a:lnTo>
                <a:cubicBezTo>
                  <a:pt x="92" y="609"/>
                  <a:pt x="78" y="607"/>
                  <a:pt x="65" y="601"/>
                </a:cubicBezTo>
                <a:cubicBezTo>
                  <a:pt x="52" y="596"/>
                  <a:pt x="41" y="588"/>
                  <a:pt x="31" y="578"/>
                </a:cubicBezTo>
                <a:cubicBezTo>
                  <a:pt x="21" y="569"/>
                  <a:pt x="13" y="557"/>
                  <a:pt x="8" y="544"/>
                </a:cubicBezTo>
                <a:cubicBezTo>
                  <a:pt x="3" y="531"/>
                  <a:pt x="0" y="518"/>
                  <a:pt x="0" y="504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2" name=""/>
          <p:cNvSpPr txBox="1"/>
          <p:nvPr/>
        </p:nvSpPr>
        <p:spPr>
          <a:xfrm>
            <a:off x="603720" y="4038120"/>
            <a:ext cx="6775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Endpoint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3" name=""/>
          <p:cNvSpPr txBox="1"/>
          <p:nvPr/>
        </p:nvSpPr>
        <p:spPr>
          <a:xfrm>
            <a:off x="1316160" y="4055040"/>
            <a:ext cx="17532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GET /onderwijsaanbod/{id}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4" name=""/>
          <p:cNvSpPr/>
          <p:nvPr/>
        </p:nvSpPr>
        <p:spPr>
          <a:xfrm>
            <a:off x="4848120" y="1466640"/>
            <a:ext cx="4029480" cy="2153160"/>
          </a:xfrm>
          <a:custGeom>
            <a:avLst/>
            <a:gdLst/>
            <a:ahLst/>
            <a:rect l="0" t="0" r="r" b="b"/>
            <a:pathLst>
              <a:path w="11193" h="5981">
                <a:moveTo>
                  <a:pt x="0" y="0"/>
                </a:moveTo>
                <a:lnTo>
                  <a:pt x="11193" y="0"/>
                </a:lnTo>
                <a:lnTo>
                  <a:pt x="11193" y="5981"/>
                </a:lnTo>
                <a:lnTo>
                  <a:pt x="0" y="59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5" name=""/>
          <p:cNvSpPr/>
          <p:nvPr/>
        </p:nvSpPr>
        <p:spPr>
          <a:xfrm>
            <a:off x="4848120" y="1466640"/>
            <a:ext cx="4029480" cy="38520"/>
          </a:xfrm>
          <a:custGeom>
            <a:avLst/>
            <a:gdLst/>
            <a:ahLst/>
            <a:rect l="0" t="0" r="r" b="b"/>
            <a:pathLst>
              <a:path w="11193" h="107">
                <a:moveTo>
                  <a:pt x="0" y="0"/>
                </a:moveTo>
                <a:lnTo>
                  <a:pt x="11193" y="0"/>
                </a:lnTo>
                <a:lnTo>
                  <a:pt x="1119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6" name=""/>
          <p:cNvSpPr/>
          <p:nvPr/>
        </p:nvSpPr>
        <p:spPr>
          <a:xfrm>
            <a:off x="4848120" y="3609720"/>
            <a:ext cx="4029480" cy="10080"/>
          </a:xfrm>
          <a:custGeom>
            <a:avLst/>
            <a:gdLst/>
            <a:ahLst/>
            <a:rect l="0" t="0" r="r" b="b"/>
            <a:pathLst>
              <a:path w="11193" h="28">
                <a:moveTo>
                  <a:pt x="0" y="0"/>
                </a:moveTo>
                <a:lnTo>
                  <a:pt x="11193" y="0"/>
                </a:lnTo>
                <a:lnTo>
                  <a:pt x="111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7" name=""/>
          <p:cNvSpPr/>
          <p:nvPr/>
        </p:nvSpPr>
        <p:spPr>
          <a:xfrm>
            <a:off x="8867520" y="1466640"/>
            <a:ext cx="10080" cy="2153160"/>
          </a:xfrm>
          <a:custGeom>
            <a:avLst/>
            <a:gdLst/>
            <a:ahLst/>
            <a:rect l="0" t="0" r="r" b="b"/>
            <a:pathLst>
              <a:path w="28" h="5981">
                <a:moveTo>
                  <a:pt x="0" y="106"/>
                </a:moveTo>
                <a:lnTo>
                  <a:pt x="0" y="5981"/>
                </a:lnTo>
                <a:lnTo>
                  <a:pt x="28" y="598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8" name=""/>
          <p:cNvSpPr/>
          <p:nvPr/>
        </p:nvSpPr>
        <p:spPr>
          <a:xfrm>
            <a:off x="4848120" y="1466640"/>
            <a:ext cx="9720" cy="2153160"/>
          </a:xfrm>
          <a:custGeom>
            <a:avLst/>
            <a:gdLst/>
            <a:ahLst/>
            <a:rect l="0" t="0" r="r" b="b"/>
            <a:pathLst>
              <a:path w="27" h="5981">
                <a:moveTo>
                  <a:pt x="0" y="0"/>
                </a:moveTo>
                <a:lnTo>
                  <a:pt x="0" y="5981"/>
                </a:lnTo>
                <a:lnTo>
                  <a:pt x="27" y="598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9" name=""/>
          <p:cNvSpPr/>
          <p:nvPr/>
        </p:nvSpPr>
        <p:spPr>
          <a:xfrm>
            <a:off x="5005080" y="1890360"/>
            <a:ext cx="3724920" cy="1610280"/>
          </a:xfrm>
          <a:custGeom>
            <a:avLst/>
            <a:gdLst/>
            <a:ahLst/>
            <a:rect l="0" t="0" r="r" b="b"/>
            <a:pathLst>
              <a:path w="10347" h="4473">
                <a:moveTo>
                  <a:pt x="0" y="4327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0201" y="0"/>
                </a:lnTo>
                <a:cubicBezTo>
                  <a:pt x="10211" y="0"/>
                  <a:pt x="10220" y="1"/>
                  <a:pt x="10229" y="3"/>
                </a:cubicBezTo>
                <a:cubicBezTo>
                  <a:pt x="10239" y="5"/>
                  <a:pt x="10248" y="8"/>
                  <a:pt x="10257" y="12"/>
                </a:cubicBezTo>
                <a:cubicBezTo>
                  <a:pt x="10266" y="15"/>
                  <a:pt x="10274" y="20"/>
                  <a:pt x="10282" y="25"/>
                </a:cubicBezTo>
                <a:cubicBezTo>
                  <a:pt x="10290" y="30"/>
                  <a:pt x="10297" y="36"/>
                  <a:pt x="10304" y="43"/>
                </a:cubicBezTo>
                <a:cubicBezTo>
                  <a:pt x="10311" y="50"/>
                  <a:pt x="10317" y="57"/>
                  <a:pt x="10322" y="65"/>
                </a:cubicBezTo>
                <a:cubicBezTo>
                  <a:pt x="10327" y="73"/>
                  <a:pt x="10332" y="81"/>
                  <a:pt x="10335" y="90"/>
                </a:cubicBezTo>
                <a:cubicBezTo>
                  <a:pt x="10339" y="99"/>
                  <a:pt x="10342" y="108"/>
                  <a:pt x="10344" y="118"/>
                </a:cubicBezTo>
                <a:cubicBezTo>
                  <a:pt x="10346" y="127"/>
                  <a:pt x="10347" y="136"/>
                  <a:pt x="10347" y="146"/>
                </a:cubicBezTo>
                <a:lnTo>
                  <a:pt x="10347" y="4327"/>
                </a:lnTo>
                <a:cubicBezTo>
                  <a:pt x="10347" y="4337"/>
                  <a:pt x="10346" y="4346"/>
                  <a:pt x="10344" y="4356"/>
                </a:cubicBezTo>
                <a:cubicBezTo>
                  <a:pt x="10342" y="4365"/>
                  <a:pt x="10339" y="4374"/>
                  <a:pt x="10335" y="4383"/>
                </a:cubicBezTo>
                <a:cubicBezTo>
                  <a:pt x="10332" y="4392"/>
                  <a:pt x="10327" y="4400"/>
                  <a:pt x="10322" y="4408"/>
                </a:cubicBezTo>
                <a:cubicBezTo>
                  <a:pt x="10317" y="4416"/>
                  <a:pt x="10311" y="4424"/>
                  <a:pt x="10304" y="4430"/>
                </a:cubicBezTo>
                <a:cubicBezTo>
                  <a:pt x="10297" y="4437"/>
                  <a:pt x="10290" y="4443"/>
                  <a:pt x="10282" y="4448"/>
                </a:cubicBezTo>
                <a:cubicBezTo>
                  <a:pt x="10274" y="4454"/>
                  <a:pt x="10266" y="4458"/>
                  <a:pt x="10257" y="4462"/>
                </a:cubicBezTo>
                <a:cubicBezTo>
                  <a:pt x="10248" y="4466"/>
                  <a:pt x="10239" y="4468"/>
                  <a:pt x="10229" y="4470"/>
                </a:cubicBezTo>
                <a:cubicBezTo>
                  <a:pt x="10220" y="4472"/>
                  <a:pt x="10211" y="4473"/>
                  <a:pt x="10201" y="4473"/>
                </a:cubicBezTo>
                <a:lnTo>
                  <a:pt x="146" y="4473"/>
                </a:lnTo>
                <a:cubicBezTo>
                  <a:pt x="136" y="4473"/>
                  <a:pt x="127" y="4472"/>
                  <a:pt x="117" y="4470"/>
                </a:cubicBezTo>
                <a:cubicBezTo>
                  <a:pt x="108" y="4468"/>
                  <a:pt x="99" y="4466"/>
                  <a:pt x="90" y="4462"/>
                </a:cubicBezTo>
                <a:cubicBezTo>
                  <a:pt x="81" y="4458"/>
                  <a:pt x="73" y="4454"/>
                  <a:pt x="65" y="4448"/>
                </a:cubicBezTo>
                <a:cubicBezTo>
                  <a:pt x="57" y="4443"/>
                  <a:pt x="50" y="4437"/>
                  <a:pt x="43" y="4430"/>
                </a:cubicBezTo>
                <a:cubicBezTo>
                  <a:pt x="36" y="4424"/>
                  <a:pt x="30" y="4416"/>
                  <a:pt x="25" y="4408"/>
                </a:cubicBezTo>
                <a:cubicBezTo>
                  <a:pt x="20" y="4400"/>
                  <a:pt x="15" y="4392"/>
                  <a:pt x="11" y="4383"/>
                </a:cubicBezTo>
                <a:cubicBezTo>
                  <a:pt x="8" y="4374"/>
                  <a:pt x="5" y="4365"/>
                  <a:pt x="3" y="4356"/>
                </a:cubicBezTo>
                <a:cubicBezTo>
                  <a:pt x="1" y="4346"/>
                  <a:pt x="0" y="4337"/>
                  <a:pt x="0" y="4327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0" name=""/>
          <p:cNvSpPr/>
          <p:nvPr/>
        </p:nvSpPr>
        <p:spPr>
          <a:xfrm>
            <a:off x="5005080" y="1890360"/>
            <a:ext cx="3724920" cy="1610280"/>
          </a:xfrm>
          <a:custGeom>
            <a:avLst/>
            <a:gdLst/>
            <a:ahLst/>
            <a:rect l="0" t="0" r="r" b="b"/>
            <a:pathLst>
              <a:path w="10347" h="4473">
                <a:moveTo>
                  <a:pt x="0" y="4327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0201" y="0"/>
                </a:lnTo>
                <a:cubicBezTo>
                  <a:pt x="10211" y="0"/>
                  <a:pt x="10220" y="1"/>
                  <a:pt x="10229" y="3"/>
                </a:cubicBezTo>
                <a:cubicBezTo>
                  <a:pt x="10239" y="5"/>
                  <a:pt x="10248" y="8"/>
                  <a:pt x="10257" y="12"/>
                </a:cubicBezTo>
                <a:cubicBezTo>
                  <a:pt x="10266" y="15"/>
                  <a:pt x="10274" y="20"/>
                  <a:pt x="10282" y="25"/>
                </a:cubicBezTo>
                <a:cubicBezTo>
                  <a:pt x="10290" y="30"/>
                  <a:pt x="10297" y="36"/>
                  <a:pt x="10304" y="43"/>
                </a:cubicBezTo>
                <a:cubicBezTo>
                  <a:pt x="10311" y="50"/>
                  <a:pt x="10317" y="57"/>
                  <a:pt x="10322" y="65"/>
                </a:cubicBezTo>
                <a:cubicBezTo>
                  <a:pt x="10327" y="73"/>
                  <a:pt x="10332" y="81"/>
                  <a:pt x="10335" y="90"/>
                </a:cubicBezTo>
                <a:cubicBezTo>
                  <a:pt x="10339" y="99"/>
                  <a:pt x="10342" y="108"/>
                  <a:pt x="10344" y="118"/>
                </a:cubicBezTo>
                <a:cubicBezTo>
                  <a:pt x="10346" y="127"/>
                  <a:pt x="10347" y="136"/>
                  <a:pt x="10347" y="146"/>
                </a:cubicBezTo>
                <a:lnTo>
                  <a:pt x="10347" y="4327"/>
                </a:lnTo>
                <a:cubicBezTo>
                  <a:pt x="10347" y="4337"/>
                  <a:pt x="10346" y="4346"/>
                  <a:pt x="10344" y="4356"/>
                </a:cubicBezTo>
                <a:cubicBezTo>
                  <a:pt x="10342" y="4365"/>
                  <a:pt x="10339" y="4374"/>
                  <a:pt x="10335" y="4383"/>
                </a:cubicBezTo>
                <a:cubicBezTo>
                  <a:pt x="10332" y="4392"/>
                  <a:pt x="10327" y="4400"/>
                  <a:pt x="10322" y="4408"/>
                </a:cubicBezTo>
                <a:cubicBezTo>
                  <a:pt x="10317" y="4416"/>
                  <a:pt x="10311" y="4424"/>
                  <a:pt x="10304" y="4430"/>
                </a:cubicBezTo>
                <a:cubicBezTo>
                  <a:pt x="10297" y="4437"/>
                  <a:pt x="10290" y="4443"/>
                  <a:pt x="10282" y="4448"/>
                </a:cubicBezTo>
                <a:cubicBezTo>
                  <a:pt x="10274" y="4454"/>
                  <a:pt x="10266" y="4458"/>
                  <a:pt x="10257" y="4462"/>
                </a:cubicBezTo>
                <a:cubicBezTo>
                  <a:pt x="10248" y="4466"/>
                  <a:pt x="10239" y="4468"/>
                  <a:pt x="10229" y="4470"/>
                </a:cubicBezTo>
                <a:cubicBezTo>
                  <a:pt x="10220" y="4472"/>
                  <a:pt x="10211" y="4473"/>
                  <a:pt x="10201" y="4473"/>
                </a:cubicBezTo>
                <a:lnTo>
                  <a:pt x="146" y="4473"/>
                </a:lnTo>
                <a:cubicBezTo>
                  <a:pt x="136" y="4473"/>
                  <a:pt x="127" y="4472"/>
                  <a:pt x="117" y="4470"/>
                </a:cubicBezTo>
                <a:cubicBezTo>
                  <a:pt x="108" y="4468"/>
                  <a:pt x="99" y="4466"/>
                  <a:pt x="90" y="4462"/>
                </a:cubicBezTo>
                <a:cubicBezTo>
                  <a:pt x="81" y="4458"/>
                  <a:pt x="73" y="4454"/>
                  <a:pt x="65" y="4448"/>
                </a:cubicBezTo>
                <a:cubicBezTo>
                  <a:pt x="57" y="4443"/>
                  <a:pt x="50" y="4437"/>
                  <a:pt x="43" y="4430"/>
                </a:cubicBezTo>
                <a:cubicBezTo>
                  <a:pt x="36" y="4424"/>
                  <a:pt x="30" y="4416"/>
                  <a:pt x="25" y="4408"/>
                </a:cubicBezTo>
                <a:cubicBezTo>
                  <a:pt x="20" y="4400"/>
                  <a:pt x="15" y="4392"/>
                  <a:pt x="11" y="4383"/>
                </a:cubicBezTo>
                <a:cubicBezTo>
                  <a:pt x="8" y="4374"/>
                  <a:pt x="5" y="4365"/>
                  <a:pt x="3" y="4356"/>
                </a:cubicBezTo>
                <a:cubicBezTo>
                  <a:pt x="1" y="4346"/>
                  <a:pt x="0" y="4337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1" name=""/>
          <p:cNvSpPr txBox="1"/>
          <p:nvPr/>
        </p:nvSpPr>
        <p:spPr>
          <a:xfrm>
            <a:off x="3200040" y="4055040"/>
            <a:ext cx="14623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op het planningssysteem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2" name=""/>
          <p:cNvSpPr txBox="1"/>
          <p:nvPr/>
        </p:nvSpPr>
        <p:spPr>
          <a:xfrm>
            <a:off x="4998240" y="1641600"/>
            <a:ext cx="1370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Voorbeeldbericht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3" name=""/>
          <p:cNvSpPr txBox="1"/>
          <p:nvPr/>
        </p:nvSpPr>
        <p:spPr>
          <a:xfrm>
            <a:off x="5114160" y="1988640"/>
            <a:ext cx="93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{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4" name=""/>
          <p:cNvSpPr txBox="1"/>
          <p:nvPr/>
        </p:nvSpPr>
        <p:spPr>
          <a:xfrm>
            <a:off x="5114160" y="2122200"/>
            <a:ext cx="19742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"aanbodType"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"opleidingsaanbod",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5" name=""/>
          <p:cNvSpPr txBox="1"/>
          <p:nvPr/>
        </p:nvSpPr>
        <p:spPr>
          <a:xfrm>
            <a:off x="5114160" y="2265120"/>
            <a:ext cx="25380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"naam"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"Apothekersassistent, cohort 2026",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6" name=""/>
          <p:cNvSpPr txBox="1"/>
          <p:nvPr/>
        </p:nvSpPr>
        <p:spPr>
          <a:xfrm>
            <a:off x="5114160" y="2408040"/>
            <a:ext cx="1241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"status"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"gepland",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7" name=""/>
          <p:cNvSpPr txBox="1"/>
          <p:nvPr/>
        </p:nvSpPr>
        <p:spPr>
          <a:xfrm>
            <a:off x="5114160" y="2550600"/>
            <a:ext cx="1635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"specificatieVerwijzing"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{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8" name=""/>
          <p:cNvSpPr txBox="1"/>
          <p:nvPr/>
        </p:nvSpPr>
        <p:spPr>
          <a:xfrm>
            <a:off x="5114160" y="2693520"/>
            <a:ext cx="2594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  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"specificatieId": "79736830-1c5c-470f...",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9" name=""/>
          <p:cNvSpPr txBox="1"/>
          <p:nvPr/>
        </p:nvSpPr>
        <p:spPr>
          <a:xfrm>
            <a:off x="5114160" y="2836440"/>
            <a:ext cx="1185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  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"versie": "0.1.0"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0" name=""/>
          <p:cNvSpPr txBox="1"/>
          <p:nvPr/>
        </p:nvSpPr>
        <p:spPr>
          <a:xfrm>
            <a:off x="5114160" y="2979360"/>
            <a:ext cx="2260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},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1" name=""/>
          <p:cNvSpPr txBox="1"/>
          <p:nvPr/>
        </p:nvSpPr>
        <p:spPr>
          <a:xfrm>
            <a:off x="5114160" y="3122280"/>
            <a:ext cx="33840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"periode"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{ "start": "2026-09-01", "eind": "2029-07-15" }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2" name=""/>
          <p:cNvSpPr txBox="1"/>
          <p:nvPr/>
        </p:nvSpPr>
        <p:spPr>
          <a:xfrm>
            <a:off x="5114160" y="3255480"/>
            <a:ext cx="93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}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4" name=""/>
          <p:cNvSpPr txBox="1"/>
          <p:nvPr/>
        </p:nvSpPr>
        <p:spPr>
          <a:xfrm>
            <a:off x="2981160" y="4476240"/>
            <a:ext cx="39067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74151"/>
                </a:solidFill>
                <a:latin typeface="Arial"/>
                <a:ea typeface="Arial"/>
              </a:rPr>
              <a:t>Zo loopt elke lijn op de hoofdplaat straks naar een bericht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8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29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292" name=""/>
          <p:cNvSpPr txBox="1"/>
          <p:nvPr/>
        </p:nvSpPr>
        <p:spPr>
          <a:xfrm>
            <a:off x="439920" y="815400"/>
            <a:ext cx="3882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Zo hangt het samen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3" name=""/>
          <p:cNvSpPr/>
          <p:nvPr/>
        </p:nvSpPr>
        <p:spPr>
          <a:xfrm>
            <a:off x="461880" y="1704960"/>
            <a:ext cx="1419480" cy="814680"/>
          </a:xfrm>
          <a:custGeom>
            <a:avLst/>
            <a:gdLst/>
            <a:ahLst/>
            <a:rect l="0" t="0" r="r" b="b"/>
            <a:pathLst>
              <a:path w="3943" h="2263">
                <a:moveTo>
                  <a:pt x="0" y="195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5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2" y="34"/>
                  <a:pt x="169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3639" y="0"/>
                </a:lnTo>
                <a:cubicBezTo>
                  <a:pt x="3659" y="0"/>
                  <a:pt x="3679" y="1"/>
                  <a:pt x="3698" y="5"/>
                </a:cubicBezTo>
                <a:cubicBezTo>
                  <a:pt x="3718" y="8"/>
                  <a:pt x="3737" y="13"/>
                  <a:pt x="3755" y="20"/>
                </a:cubicBezTo>
                <a:cubicBezTo>
                  <a:pt x="3774" y="26"/>
                  <a:pt x="3791" y="34"/>
                  <a:pt x="3808" y="44"/>
                </a:cubicBezTo>
                <a:cubicBezTo>
                  <a:pt x="3824" y="54"/>
                  <a:pt x="3840" y="65"/>
                  <a:pt x="3854" y="77"/>
                </a:cubicBezTo>
                <a:cubicBezTo>
                  <a:pt x="3868" y="89"/>
                  <a:pt x="3881" y="103"/>
                  <a:pt x="3892" y="117"/>
                </a:cubicBezTo>
                <a:cubicBezTo>
                  <a:pt x="3903" y="132"/>
                  <a:pt x="3912" y="147"/>
                  <a:pt x="3920" y="163"/>
                </a:cubicBezTo>
                <a:cubicBezTo>
                  <a:pt x="3928" y="179"/>
                  <a:pt x="3933" y="195"/>
                  <a:pt x="3937" y="213"/>
                </a:cubicBezTo>
                <a:cubicBezTo>
                  <a:pt x="3941" y="230"/>
                  <a:pt x="3943" y="247"/>
                  <a:pt x="3943" y="264"/>
                </a:cubicBezTo>
                <a:lnTo>
                  <a:pt x="3943" y="1958"/>
                </a:lnTo>
                <a:cubicBezTo>
                  <a:pt x="3943" y="1978"/>
                  <a:pt x="3941" y="1998"/>
                  <a:pt x="3937" y="2018"/>
                </a:cubicBezTo>
                <a:cubicBezTo>
                  <a:pt x="3933" y="2037"/>
                  <a:pt x="3928" y="2056"/>
                  <a:pt x="3920" y="2075"/>
                </a:cubicBezTo>
                <a:cubicBezTo>
                  <a:pt x="3912" y="2093"/>
                  <a:pt x="3903" y="2111"/>
                  <a:pt x="3892" y="2128"/>
                </a:cubicBezTo>
                <a:cubicBezTo>
                  <a:pt x="3881" y="2144"/>
                  <a:pt x="3868" y="2159"/>
                  <a:pt x="3854" y="2174"/>
                </a:cubicBezTo>
                <a:cubicBezTo>
                  <a:pt x="3840" y="2188"/>
                  <a:pt x="3824" y="2200"/>
                  <a:pt x="3808" y="2211"/>
                </a:cubicBezTo>
                <a:cubicBezTo>
                  <a:pt x="3791" y="2223"/>
                  <a:pt x="3774" y="2232"/>
                  <a:pt x="3755" y="2240"/>
                </a:cubicBezTo>
                <a:cubicBezTo>
                  <a:pt x="3737" y="2247"/>
                  <a:pt x="3718" y="2253"/>
                  <a:pt x="3698" y="2257"/>
                </a:cubicBezTo>
                <a:cubicBezTo>
                  <a:pt x="3679" y="2261"/>
                  <a:pt x="3659" y="2263"/>
                  <a:pt x="3639" y="2263"/>
                </a:cubicBezTo>
                <a:lnTo>
                  <a:pt x="304" y="2263"/>
                </a:lnTo>
                <a:cubicBezTo>
                  <a:pt x="284" y="2263"/>
                  <a:pt x="264" y="2261"/>
                  <a:pt x="245" y="2257"/>
                </a:cubicBezTo>
                <a:cubicBezTo>
                  <a:pt x="225" y="2253"/>
                  <a:pt x="206" y="2247"/>
                  <a:pt x="188" y="2240"/>
                </a:cubicBezTo>
                <a:cubicBezTo>
                  <a:pt x="169" y="2232"/>
                  <a:pt x="152" y="2223"/>
                  <a:pt x="135" y="2211"/>
                </a:cubicBezTo>
                <a:cubicBezTo>
                  <a:pt x="118" y="2200"/>
                  <a:pt x="103" y="2188"/>
                  <a:pt x="89" y="2174"/>
                </a:cubicBezTo>
                <a:cubicBezTo>
                  <a:pt x="75" y="2159"/>
                  <a:pt x="62" y="2144"/>
                  <a:pt x="51" y="2128"/>
                </a:cubicBezTo>
                <a:cubicBezTo>
                  <a:pt x="40" y="2111"/>
                  <a:pt x="31" y="2093"/>
                  <a:pt x="23" y="2075"/>
                </a:cubicBezTo>
                <a:cubicBezTo>
                  <a:pt x="15" y="2056"/>
                  <a:pt x="9" y="2037"/>
                  <a:pt x="6" y="2018"/>
                </a:cubicBezTo>
                <a:cubicBezTo>
                  <a:pt x="2" y="1998"/>
                  <a:pt x="0" y="1978"/>
                  <a:pt x="0" y="19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4" name=""/>
          <p:cNvSpPr/>
          <p:nvPr/>
        </p:nvSpPr>
        <p:spPr>
          <a:xfrm>
            <a:off x="45684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5" name=""/>
          <p:cNvSpPr/>
          <p:nvPr/>
        </p:nvSpPr>
        <p:spPr>
          <a:xfrm>
            <a:off x="45684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6" name=""/>
          <p:cNvSpPr/>
          <p:nvPr/>
        </p:nvSpPr>
        <p:spPr>
          <a:xfrm>
            <a:off x="45684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7" name=""/>
          <p:cNvSpPr/>
          <p:nvPr/>
        </p:nvSpPr>
        <p:spPr>
          <a:xfrm>
            <a:off x="45684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8" name=""/>
          <p:cNvSpPr/>
          <p:nvPr/>
        </p:nvSpPr>
        <p:spPr>
          <a:xfrm>
            <a:off x="1071360" y="1814400"/>
            <a:ext cx="200520" cy="200160"/>
          </a:xfrm>
          <a:custGeom>
            <a:avLst/>
            <a:gdLst/>
            <a:ahLst/>
            <a:rect l="0" t="0" r="r" b="b"/>
            <a:pathLst>
              <a:path w="557" h="556">
                <a:moveTo>
                  <a:pt x="557" y="556"/>
                </a:moveTo>
                <a:lnTo>
                  <a:pt x="517" y="556"/>
                </a:lnTo>
                <a:lnTo>
                  <a:pt x="517" y="457"/>
                </a:lnTo>
                <a:cubicBezTo>
                  <a:pt x="517" y="444"/>
                  <a:pt x="514" y="431"/>
                  <a:pt x="509" y="419"/>
                </a:cubicBezTo>
                <a:cubicBezTo>
                  <a:pt x="504" y="407"/>
                  <a:pt x="497" y="396"/>
                  <a:pt x="488" y="387"/>
                </a:cubicBezTo>
                <a:cubicBezTo>
                  <a:pt x="479" y="378"/>
                  <a:pt x="468" y="371"/>
                  <a:pt x="456" y="366"/>
                </a:cubicBezTo>
                <a:cubicBezTo>
                  <a:pt x="444" y="361"/>
                  <a:pt x="431" y="358"/>
                  <a:pt x="418" y="358"/>
                </a:cubicBezTo>
                <a:lnTo>
                  <a:pt x="418" y="318"/>
                </a:lnTo>
                <a:cubicBezTo>
                  <a:pt x="436" y="318"/>
                  <a:pt x="454" y="322"/>
                  <a:pt x="471" y="329"/>
                </a:cubicBezTo>
                <a:cubicBezTo>
                  <a:pt x="488" y="336"/>
                  <a:pt x="503" y="346"/>
                  <a:pt x="516" y="359"/>
                </a:cubicBezTo>
                <a:cubicBezTo>
                  <a:pt x="529" y="372"/>
                  <a:pt x="539" y="387"/>
                  <a:pt x="546" y="404"/>
                </a:cubicBezTo>
                <a:cubicBezTo>
                  <a:pt x="553" y="421"/>
                  <a:pt x="557" y="439"/>
                  <a:pt x="557" y="457"/>
                </a:cubicBezTo>
                <a:lnTo>
                  <a:pt x="557" y="556"/>
                </a:lnTo>
                <a:moveTo>
                  <a:pt x="398" y="556"/>
                </a:moveTo>
                <a:lnTo>
                  <a:pt x="358" y="556"/>
                </a:lnTo>
                <a:lnTo>
                  <a:pt x="358" y="457"/>
                </a:lnTo>
                <a:cubicBezTo>
                  <a:pt x="358" y="444"/>
                  <a:pt x="356" y="431"/>
                  <a:pt x="351" y="419"/>
                </a:cubicBezTo>
                <a:cubicBezTo>
                  <a:pt x="346" y="407"/>
                  <a:pt x="338" y="396"/>
                  <a:pt x="329" y="387"/>
                </a:cubicBezTo>
                <a:cubicBezTo>
                  <a:pt x="320" y="378"/>
                  <a:pt x="309" y="371"/>
                  <a:pt x="297" y="366"/>
                </a:cubicBezTo>
                <a:cubicBezTo>
                  <a:pt x="285" y="361"/>
                  <a:pt x="272" y="358"/>
                  <a:pt x="259" y="358"/>
                </a:cubicBezTo>
                <a:lnTo>
                  <a:pt x="140" y="358"/>
                </a:lnTo>
                <a:cubicBezTo>
                  <a:pt x="127" y="358"/>
                  <a:pt x="114" y="361"/>
                  <a:pt x="102" y="366"/>
                </a:cubicBezTo>
                <a:cubicBezTo>
                  <a:pt x="90" y="371"/>
                  <a:pt x="79" y="378"/>
                  <a:pt x="69" y="387"/>
                </a:cubicBezTo>
                <a:cubicBezTo>
                  <a:pt x="60" y="396"/>
                  <a:pt x="52" y="407"/>
                  <a:pt x="47" y="419"/>
                </a:cubicBezTo>
                <a:cubicBezTo>
                  <a:pt x="42" y="431"/>
                  <a:pt x="40" y="444"/>
                  <a:pt x="40" y="457"/>
                </a:cubicBezTo>
                <a:lnTo>
                  <a:pt x="40" y="556"/>
                </a:lnTo>
                <a:lnTo>
                  <a:pt x="0" y="556"/>
                </a:lnTo>
                <a:lnTo>
                  <a:pt x="0" y="457"/>
                </a:lnTo>
                <a:cubicBezTo>
                  <a:pt x="0" y="439"/>
                  <a:pt x="4" y="421"/>
                  <a:pt x="11" y="404"/>
                </a:cubicBezTo>
                <a:cubicBezTo>
                  <a:pt x="18" y="387"/>
                  <a:pt x="28" y="372"/>
                  <a:pt x="41" y="359"/>
                </a:cubicBezTo>
                <a:cubicBezTo>
                  <a:pt x="54" y="346"/>
                  <a:pt x="69" y="336"/>
                  <a:pt x="87" y="329"/>
                </a:cubicBezTo>
                <a:cubicBezTo>
                  <a:pt x="104" y="322"/>
                  <a:pt x="122" y="318"/>
                  <a:pt x="140" y="318"/>
                </a:cubicBezTo>
                <a:lnTo>
                  <a:pt x="259" y="318"/>
                </a:lnTo>
                <a:cubicBezTo>
                  <a:pt x="277" y="318"/>
                  <a:pt x="295" y="322"/>
                  <a:pt x="312" y="329"/>
                </a:cubicBezTo>
                <a:cubicBezTo>
                  <a:pt x="329" y="336"/>
                  <a:pt x="344" y="346"/>
                  <a:pt x="357" y="359"/>
                </a:cubicBezTo>
                <a:cubicBezTo>
                  <a:pt x="370" y="372"/>
                  <a:pt x="380" y="387"/>
                  <a:pt x="387" y="404"/>
                </a:cubicBezTo>
                <a:cubicBezTo>
                  <a:pt x="394" y="421"/>
                  <a:pt x="398" y="439"/>
                  <a:pt x="398" y="457"/>
                </a:cubicBezTo>
                <a:lnTo>
                  <a:pt x="398" y="556"/>
                </a:lnTo>
                <a:moveTo>
                  <a:pt x="358" y="0"/>
                </a:moveTo>
                <a:lnTo>
                  <a:pt x="358" y="39"/>
                </a:lnTo>
                <a:cubicBezTo>
                  <a:pt x="371" y="39"/>
                  <a:pt x="384" y="42"/>
                  <a:pt x="396" y="47"/>
                </a:cubicBezTo>
                <a:cubicBezTo>
                  <a:pt x="408" y="52"/>
                  <a:pt x="419" y="59"/>
                  <a:pt x="428" y="69"/>
                </a:cubicBezTo>
                <a:cubicBezTo>
                  <a:pt x="438" y="78"/>
                  <a:pt x="445" y="89"/>
                  <a:pt x="450" y="101"/>
                </a:cubicBezTo>
                <a:cubicBezTo>
                  <a:pt x="455" y="113"/>
                  <a:pt x="457" y="126"/>
                  <a:pt x="457" y="139"/>
                </a:cubicBezTo>
                <a:cubicBezTo>
                  <a:pt x="457" y="152"/>
                  <a:pt x="455" y="165"/>
                  <a:pt x="450" y="177"/>
                </a:cubicBezTo>
                <a:cubicBezTo>
                  <a:pt x="445" y="189"/>
                  <a:pt x="438" y="200"/>
                  <a:pt x="428" y="209"/>
                </a:cubicBezTo>
                <a:cubicBezTo>
                  <a:pt x="419" y="218"/>
                  <a:pt x="408" y="225"/>
                  <a:pt x="396" y="230"/>
                </a:cubicBezTo>
                <a:cubicBezTo>
                  <a:pt x="384" y="236"/>
                  <a:pt x="371" y="239"/>
                  <a:pt x="358" y="239"/>
                </a:cubicBezTo>
                <a:lnTo>
                  <a:pt x="358" y="279"/>
                </a:lnTo>
                <a:cubicBezTo>
                  <a:pt x="377" y="279"/>
                  <a:pt x="394" y="275"/>
                  <a:pt x="411" y="268"/>
                </a:cubicBezTo>
                <a:cubicBezTo>
                  <a:pt x="428" y="261"/>
                  <a:pt x="443" y="251"/>
                  <a:pt x="456" y="238"/>
                </a:cubicBezTo>
                <a:cubicBezTo>
                  <a:pt x="469" y="224"/>
                  <a:pt x="480" y="209"/>
                  <a:pt x="487" y="192"/>
                </a:cubicBezTo>
                <a:cubicBezTo>
                  <a:pt x="494" y="175"/>
                  <a:pt x="497" y="157"/>
                  <a:pt x="497" y="139"/>
                </a:cubicBezTo>
                <a:cubicBezTo>
                  <a:pt x="497" y="120"/>
                  <a:pt x="494" y="103"/>
                  <a:pt x="487" y="86"/>
                </a:cubicBezTo>
                <a:cubicBezTo>
                  <a:pt x="480" y="69"/>
                  <a:pt x="469" y="54"/>
                  <a:pt x="456" y="40"/>
                </a:cubicBezTo>
                <a:cubicBezTo>
                  <a:pt x="443" y="27"/>
                  <a:pt x="428" y="17"/>
                  <a:pt x="411" y="10"/>
                </a:cubicBezTo>
                <a:cubicBezTo>
                  <a:pt x="394" y="3"/>
                  <a:pt x="377" y="0"/>
                  <a:pt x="358" y="0"/>
                </a:cubicBezTo>
                <a:moveTo>
                  <a:pt x="199" y="39"/>
                </a:moveTo>
                <a:cubicBezTo>
                  <a:pt x="213" y="39"/>
                  <a:pt x="225" y="42"/>
                  <a:pt x="237" y="47"/>
                </a:cubicBezTo>
                <a:cubicBezTo>
                  <a:pt x="250" y="52"/>
                  <a:pt x="260" y="59"/>
                  <a:pt x="270" y="69"/>
                </a:cubicBezTo>
                <a:cubicBezTo>
                  <a:pt x="279" y="78"/>
                  <a:pt x="286" y="89"/>
                  <a:pt x="291" y="101"/>
                </a:cubicBezTo>
                <a:cubicBezTo>
                  <a:pt x="296" y="113"/>
                  <a:pt x="299" y="126"/>
                  <a:pt x="299" y="139"/>
                </a:cubicBezTo>
                <a:cubicBezTo>
                  <a:pt x="299" y="152"/>
                  <a:pt x="296" y="165"/>
                  <a:pt x="291" y="177"/>
                </a:cubicBezTo>
                <a:cubicBezTo>
                  <a:pt x="286" y="189"/>
                  <a:pt x="279" y="200"/>
                  <a:pt x="270" y="209"/>
                </a:cubicBezTo>
                <a:cubicBezTo>
                  <a:pt x="260" y="218"/>
                  <a:pt x="250" y="225"/>
                  <a:pt x="237" y="230"/>
                </a:cubicBezTo>
                <a:cubicBezTo>
                  <a:pt x="225" y="236"/>
                  <a:pt x="213" y="239"/>
                  <a:pt x="199" y="239"/>
                </a:cubicBezTo>
                <a:cubicBezTo>
                  <a:pt x="186" y="239"/>
                  <a:pt x="174" y="236"/>
                  <a:pt x="162" y="230"/>
                </a:cubicBezTo>
                <a:cubicBezTo>
                  <a:pt x="149" y="225"/>
                  <a:pt x="139" y="218"/>
                  <a:pt x="129" y="209"/>
                </a:cubicBezTo>
                <a:cubicBezTo>
                  <a:pt x="120" y="200"/>
                  <a:pt x="113" y="189"/>
                  <a:pt x="108" y="177"/>
                </a:cubicBezTo>
                <a:cubicBezTo>
                  <a:pt x="103" y="165"/>
                  <a:pt x="100" y="152"/>
                  <a:pt x="100" y="139"/>
                </a:cubicBezTo>
                <a:cubicBezTo>
                  <a:pt x="100" y="126"/>
                  <a:pt x="103" y="113"/>
                  <a:pt x="108" y="101"/>
                </a:cubicBezTo>
                <a:cubicBezTo>
                  <a:pt x="113" y="89"/>
                  <a:pt x="120" y="78"/>
                  <a:pt x="129" y="69"/>
                </a:cubicBezTo>
                <a:cubicBezTo>
                  <a:pt x="139" y="59"/>
                  <a:pt x="149" y="52"/>
                  <a:pt x="162" y="47"/>
                </a:cubicBezTo>
                <a:cubicBezTo>
                  <a:pt x="174" y="42"/>
                  <a:pt x="186" y="39"/>
                  <a:pt x="199" y="39"/>
                </a:cubicBezTo>
                <a:moveTo>
                  <a:pt x="199" y="0"/>
                </a:moveTo>
                <a:cubicBezTo>
                  <a:pt x="181" y="0"/>
                  <a:pt x="163" y="3"/>
                  <a:pt x="146" y="10"/>
                </a:cubicBezTo>
                <a:cubicBezTo>
                  <a:pt x="129" y="17"/>
                  <a:pt x="114" y="27"/>
                  <a:pt x="101" y="40"/>
                </a:cubicBezTo>
                <a:cubicBezTo>
                  <a:pt x="88" y="54"/>
                  <a:pt x="78" y="69"/>
                  <a:pt x="70" y="86"/>
                </a:cubicBezTo>
                <a:cubicBezTo>
                  <a:pt x="63" y="103"/>
                  <a:pt x="60" y="120"/>
                  <a:pt x="60" y="139"/>
                </a:cubicBezTo>
                <a:cubicBezTo>
                  <a:pt x="60" y="157"/>
                  <a:pt x="63" y="175"/>
                  <a:pt x="70" y="192"/>
                </a:cubicBezTo>
                <a:cubicBezTo>
                  <a:pt x="78" y="209"/>
                  <a:pt x="88" y="224"/>
                  <a:pt x="101" y="238"/>
                </a:cubicBezTo>
                <a:cubicBezTo>
                  <a:pt x="114" y="251"/>
                  <a:pt x="129" y="261"/>
                  <a:pt x="146" y="268"/>
                </a:cubicBezTo>
                <a:cubicBezTo>
                  <a:pt x="163" y="275"/>
                  <a:pt x="181" y="279"/>
                  <a:pt x="199" y="279"/>
                </a:cubicBezTo>
                <a:cubicBezTo>
                  <a:pt x="218" y="279"/>
                  <a:pt x="236" y="275"/>
                  <a:pt x="253" y="268"/>
                </a:cubicBezTo>
                <a:cubicBezTo>
                  <a:pt x="270" y="261"/>
                  <a:pt x="285" y="251"/>
                  <a:pt x="298" y="238"/>
                </a:cubicBezTo>
                <a:cubicBezTo>
                  <a:pt x="311" y="224"/>
                  <a:pt x="321" y="209"/>
                  <a:pt x="328" y="192"/>
                </a:cubicBezTo>
                <a:cubicBezTo>
                  <a:pt x="335" y="175"/>
                  <a:pt x="338" y="157"/>
                  <a:pt x="338" y="139"/>
                </a:cubicBezTo>
                <a:cubicBezTo>
                  <a:pt x="338" y="120"/>
                  <a:pt x="335" y="103"/>
                  <a:pt x="328" y="86"/>
                </a:cubicBezTo>
                <a:cubicBezTo>
                  <a:pt x="321" y="69"/>
                  <a:pt x="311" y="54"/>
                  <a:pt x="298" y="40"/>
                </a:cubicBezTo>
                <a:cubicBezTo>
                  <a:pt x="285" y="27"/>
                  <a:pt x="270" y="17"/>
                  <a:pt x="253" y="10"/>
                </a:cubicBezTo>
                <a:cubicBezTo>
                  <a:pt x="236" y="3"/>
                  <a:pt x="218" y="0"/>
                  <a:pt x="199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9" name=""/>
          <p:cNvSpPr txBox="1"/>
          <p:nvPr/>
        </p:nvSpPr>
        <p:spPr>
          <a:xfrm>
            <a:off x="457200" y="1403640"/>
            <a:ext cx="42130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Vertalen langs een vaste route, met wat er vandaag per stap ligt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0" name=""/>
          <p:cNvSpPr txBox="1"/>
          <p:nvPr/>
        </p:nvSpPr>
        <p:spPr>
          <a:xfrm>
            <a:off x="840600" y="2077560"/>
            <a:ext cx="785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Userstories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1" name=""/>
          <p:cNvSpPr txBox="1"/>
          <p:nvPr/>
        </p:nvSpPr>
        <p:spPr>
          <a:xfrm>
            <a:off x="697680" y="2288880"/>
            <a:ext cx="1052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requirementsboom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2" name=""/>
          <p:cNvSpPr/>
          <p:nvPr/>
        </p:nvSpPr>
        <p:spPr>
          <a:xfrm>
            <a:off x="2205000" y="1704960"/>
            <a:ext cx="1428840" cy="814680"/>
          </a:xfrm>
          <a:custGeom>
            <a:avLst/>
            <a:gdLst/>
            <a:ahLst/>
            <a:rect l="0" t="0" r="r" b="b"/>
            <a:pathLst>
              <a:path w="3969" h="2263">
                <a:moveTo>
                  <a:pt x="0" y="1958"/>
                </a:moveTo>
                <a:lnTo>
                  <a:pt x="0" y="264"/>
                </a:lnTo>
                <a:cubicBezTo>
                  <a:pt x="0" y="247"/>
                  <a:pt x="2" y="230"/>
                  <a:pt x="5" y="213"/>
                </a:cubicBezTo>
                <a:cubicBezTo>
                  <a:pt x="9" y="195"/>
                  <a:pt x="15" y="179"/>
                  <a:pt x="23" y="163"/>
                </a:cubicBezTo>
                <a:cubicBezTo>
                  <a:pt x="30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1" y="34"/>
                  <a:pt x="169" y="26"/>
                  <a:pt x="187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3664" y="0"/>
                </a:lnTo>
                <a:cubicBezTo>
                  <a:pt x="3684" y="0"/>
                  <a:pt x="3704" y="1"/>
                  <a:pt x="3723" y="5"/>
                </a:cubicBezTo>
                <a:cubicBezTo>
                  <a:pt x="3743" y="8"/>
                  <a:pt x="3762" y="13"/>
                  <a:pt x="3781" y="20"/>
                </a:cubicBezTo>
                <a:cubicBezTo>
                  <a:pt x="3800" y="26"/>
                  <a:pt x="3818" y="34"/>
                  <a:pt x="3834" y="44"/>
                </a:cubicBezTo>
                <a:cubicBezTo>
                  <a:pt x="3851" y="54"/>
                  <a:pt x="3866" y="65"/>
                  <a:pt x="3880" y="77"/>
                </a:cubicBezTo>
                <a:cubicBezTo>
                  <a:pt x="3894" y="89"/>
                  <a:pt x="3907" y="103"/>
                  <a:pt x="3918" y="117"/>
                </a:cubicBezTo>
                <a:cubicBezTo>
                  <a:pt x="3929" y="132"/>
                  <a:pt x="3939" y="147"/>
                  <a:pt x="3946" y="163"/>
                </a:cubicBezTo>
                <a:cubicBezTo>
                  <a:pt x="3954" y="179"/>
                  <a:pt x="3960" y="195"/>
                  <a:pt x="3964" y="213"/>
                </a:cubicBezTo>
                <a:cubicBezTo>
                  <a:pt x="3967" y="230"/>
                  <a:pt x="3969" y="247"/>
                  <a:pt x="3969" y="264"/>
                </a:cubicBezTo>
                <a:lnTo>
                  <a:pt x="3969" y="1958"/>
                </a:lnTo>
                <a:cubicBezTo>
                  <a:pt x="3969" y="1978"/>
                  <a:pt x="3967" y="1998"/>
                  <a:pt x="3964" y="2018"/>
                </a:cubicBezTo>
                <a:cubicBezTo>
                  <a:pt x="3960" y="2037"/>
                  <a:pt x="3954" y="2056"/>
                  <a:pt x="3946" y="2075"/>
                </a:cubicBezTo>
                <a:cubicBezTo>
                  <a:pt x="3939" y="2093"/>
                  <a:pt x="3929" y="2111"/>
                  <a:pt x="3918" y="2128"/>
                </a:cubicBezTo>
                <a:cubicBezTo>
                  <a:pt x="3907" y="2144"/>
                  <a:pt x="3894" y="2159"/>
                  <a:pt x="3880" y="2174"/>
                </a:cubicBezTo>
                <a:cubicBezTo>
                  <a:pt x="3866" y="2188"/>
                  <a:pt x="3851" y="2200"/>
                  <a:pt x="3834" y="2211"/>
                </a:cubicBezTo>
                <a:cubicBezTo>
                  <a:pt x="3818" y="2223"/>
                  <a:pt x="3800" y="2232"/>
                  <a:pt x="3781" y="2240"/>
                </a:cubicBezTo>
                <a:cubicBezTo>
                  <a:pt x="3762" y="2247"/>
                  <a:pt x="3743" y="2253"/>
                  <a:pt x="3723" y="2257"/>
                </a:cubicBezTo>
                <a:cubicBezTo>
                  <a:pt x="3704" y="2261"/>
                  <a:pt x="3684" y="2263"/>
                  <a:pt x="3664" y="2263"/>
                </a:cubicBezTo>
                <a:lnTo>
                  <a:pt x="304" y="2263"/>
                </a:lnTo>
                <a:cubicBezTo>
                  <a:pt x="284" y="2263"/>
                  <a:pt x="264" y="2261"/>
                  <a:pt x="245" y="2257"/>
                </a:cubicBezTo>
                <a:cubicBezTo>
                  <a:pt x="225" y="2253"/>
                  <a:pt x="206" y="2247"/>
                  <a:pt x="187" y="2240"/>
                </a:cubicBezTo>
                <a:cubicBezTo>
                  <a:pt x="169" y="2232"/>
                  <a:pt x="151" y="2223"/>
                  <a:pt x="135" y="2211"/>
                </a:cubicBezTo>
                <a:cubicBezTo>
                  <a:pt x="118" y="2200"/>
                  <a:pt x="103" y="2188"/>
                  <a:pt x="89" y="2174"/>
                </a:cubicBezTo>
                <a:cubicBezTo>
                  <a:pt x="75" y="2159"/>
                  <a:pt x="62" y="2144"/>
                  <a:pt x="51" y="2128"/>
                </a:cubicBezTo>
                <a:cubicBezTo>
                  <a:pt x="40" y="2111"/>
                  <a:pt x="30" y="2093"/>
                  <a:pt x="23" y="2075"/>
                </a:cubicBezTo>
                <a:cubicBezTo>
                  <a:pt x="15" y="2056"/>
                  <a:pt x="9" y="2037"/>
                  <a:pt x="5" y="2018"/>
                </a:cubicBezTo>
                <a:cubicBezTo>
                  <a:pt x="2" y="1998"/>
                  <a:pt x="0" y="1978"/>
                  <a:pt x="0" y="19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3" name=""/>
          <p:cNvSpPr/>
          <p:nvPr/>
        </p:nvSpPr>
        <p:spPr>
          <a:xfrm>
            <a:off x="2199960" y="1685880"/>
            <a:ext cx="1438920" cy="838440"/>
          </a:xfrm>
          <a:custGeom>
            <a:avLst/>
            <a:gdLst/>
            <a:ahLst/>
            <a:rect l="0" t="0" r="r" b="b"/>
            <a:pathLst>
              <a:path w="3997" h="2329">
                <a:moveTo>
                  <a:pt x="0" y="0"/>
                </a:moveTo>
                <a:lnTo>
                  <a:pt x="3997" y="0"/>
                </a:lnTo>
                <a:lnTo>
                  <a:pt x="3997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4" name=""/>
          <p:cNvSpPr/>
          <p:nvPr/>
        </p:nvSpPr>
        <p:spPr>
          <a:xfrm>
            <a:off x="2199960" y="1685880"/>
            <a:ext cx="1438920" cy="838440"/>
          </a:xfrm>
          <a:custGeom>
            <a:avLst/>
            <a:gdLst/>
            <a:ahLst/>
            <a:rect l="0" t="0" r="r" b="b"/>
            <a:pathLst>
              <a:path w="3997" h="2329">
                <a:moveTo>
                  <a:pt x="0" y="0"/>
                </a:moveTo>
                <a:lnTo>
                  <a:pt x="3997" y="0"/>
                </a:lnTo>
                <a:lnTo>
                  <a:pt x="3997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5" name=""/>
          <p:cNvSpPr/>
          <p:nvPr/>
        </p:nvSpPr>
        <p:spPr>
          <a:xfrm>
            <a:off x="2199960" y="1685880"/>
            <a:ext cx="1438920" cy="838440"/>
          </a:xfrm>
          <a:custGeom>
            <a:avLst/>
            <a:gdLst/>
            <a:ahLst/>
            <a:rect l="0" t="0" r="r" b="b"/>
            <a:pathLst>
              <a:path w="3997" h="2329">
                <a:moveTo>
                  <a:pt x="0" y="0"/>
                </a:moveTo>
                <a:lnTo>
                  <a:pt x="3997" y="0"/>
                </a:lnTo>
                <a:lnTo>
                  <a:pt x="3997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6" name=""/>
          <p:cNvSpPr/>
          <p:nvPr/>
        </p:nvSpPr>
        <p:spPr>
          <a:xfrm>
            <a:off x="2199960" y="1685880"/>
            <a:ext cx="1438920" cy="838440"/>
          </a:xfrm>
          <a:custGeom>
            <a:avLst/>
            <a:gdLst/>
            <a:ahLst/>
            <a:rect l="0" t="0" r="r" b="b"/>
            <a:pathLst>
              <a:path w="3997" h="2329">
                <a:moveTo>
                  <a:pt x="0" y="0"/>
                </a:moveTo>
                <a:lnTo>
                  <a:pt x="3997" y="0"/>
                </a:lnTo>
                <a:lnTo>
                  <a:pt x="3997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7" name=""/>
          <p:cNvSpPr/>
          <p:nvPr/>
        </p:nvSpPr>
        <p:spPr>
          <a:xfrm>
            <a:off x="2823840" y="1814400"/>
            <a:ext cx="199800" cy="200160"/>
          </a:xfrm>
          <a:custGeom>
            <a:avLst/>
            <a:gdLst/>
            <a:ahLst/>
            <a:rect l="0" t="0" r="r" b="b"/>
            <a:pathLst>
              <a:path w="555" h="556">
                <a:moveTo>
                  <a:pt x="384" y="57"/>
                </a:moveTo>
                <a:lnTo>
                  <a:pt x="295" y="4"/>
                </a:lnTo>
                <a:cubicBezTo>
                  <a:pt x="289" y="2"/>
                  <a:pt x="285" y="0"/>
                  <a:pt x="279" y="0"/>
                </a:cubicBezTo>
                <a:cubicBezTo>
                  <a:pt x="273" y="0"/>
                  <a:pt x="269" y="2"/>
                  <a:pt x="265" y="4"/>
                </a:cubicBezTo>
                <a:lnTo>
                  <a:pt x="175" y="57"/>
                </a:lnTo>
                <a:cubicBezTo>
                  <a:pt x="165" y="63"/>
                  <a:pt x="159" y="73"/>
                  <a:pt x="159" y="83"/>
                </a:cubicBezTo>
                <a:lnTo>
                  <a:pt x="159" y="194"/>
                </a:lnTo>
                <a:cubicBezTo>
                  <a:pt x="159" y="204"/>
                  <a:pt x="165" y="214"/>
                  <a:pt x="173" y="220"/>
                </a:cubicBezTo>
                <a:lnTo>
                  <a:pt x="263" y="275"/>
                </a:lnTo>
                <a:cubicBezTo>
                  <a:pt x="267" y="277"/>
                  <a:pt x="273" y="279"/>
                  <a:pt x="277" y="279"/>
                </a:cubicBezTo>
                <a:cubicBezTo>
                  <a:pt x="281" y="279"/>
                  <a:pt x="287" y="277"/>
                  <a:pt x="291" y="275"/>
                </a:cubicBezTo>
                <a:lnTo>
                  <a:pt x="380" y="220"/>
                </a:lnTo>
                <a:cubicBezTo>
                  <a:pt x="388" y="214"/>
                  <a:pt x="394" y="206"/>
                  <a:pt x="394" y="194"/>
                </a:cubicBezTo>
                <a:lnTo>
                  <a:pt x="394" y="83"/>
                </a:lnTo>
                <a:cubicBezTo>
                  <a:pt x="398" y="73"/>
                  <a:pt x="392" y="63"/>
                  <a:pt x="384" y="57"/>
                </a:cubicBezTo>
                <a:moveTo>
                  <a:pt x="359" y="188"/>
                </a:moveTo>
                <a:lnTo>
                  <a:pt x="279" y="237"/>
                </a:lnTo>
                <a:lnTo>
                  <a:pt x="200" y="188"/>
                </a:lnTo>
                <a:lnTo>
                  <a:pt x="200" y="89"/>
                </a:lnTo>
                <a:lnTo>
                  <a:pt x="279" y="41"/>
                </a:lnTo>
                <a:lnTo>
                  <a:pt x="359" y="89"/>
                </a:lnTo>
                <a:lnTo>
                  <a:pt x="359" y="188"/>
                </a:lnTo>
                <a:moveTo>
                  <a:pt x="543" y="336"/>
                </a:moveTo>
                <a:lnTo>
                  <a:pt x="454" y="283"/>
                </a:lnTo>
                <a:cubicBezTo>
                  <a:pt x="448" y="281"/>
                  <a:pt x="444" y="279"/>
                  <a:pt x="438" y="279"/>
                </a:cubicBezTo>
                <a:cubicBezTo>
                  <a:pt x="432" y="279"/>
                  <a:pt x="428" y="281"/>
                  <a:pt x="424" y="283"/>
                </a:cubicBezTo>
                <a:lnTo>
                  <a:pt x="335" y="336"/>
                </a:lnTo>
                <a:cubicBezTo>
                  <a:pt x="327" y="342"/>
                  <a:pt x="321" y="350"/>
                  <a:pt x="321" y="362"/>
                </a:cubicBezTo>
                <a:lnTo>
                  <a:pt x="321" y="473"/>
                </a:lnTo>
                <a:cubicBezTo>
                  <a:pt x="321" y="483"/>
                  <a:pt x="327" y="493"/>
                  <a:pt x="335" y="499"/>
                </a:cubicBezTo>
                <a:lnTo>
                  <a:pt x="424" y="552"/>
                </a:lnTo>
                <a:cubicBezTo>
                  <a:pt x="428" y="554"/>
                  <a:pt x="434" y="556"/>
                  <a:pt x="438" y="556"/>
                </a:cubicBezTo>
                <a:cubicBezTo>
                  <a:pt x="442" y="556"/>
                  <a:pt x="448" y="554"/>
                  <a:pt x="452" y="552"/>
                </a:cubicBezTo>
                <a:lnTo>
                  <a:pt x="541" y="499"/>
                </a:lnTo>
                <a:cubicBezTo>
                  <a:pt x="549" y="493"/>
                  <a:pt x="555" y="485"/>
                  <a:pt x="555" y="473"/>
                </a:cubicBezTo>
                <a:lnTo>
                  <a:pt x="555" y="362"/>
                </a:lnTo>
                <a:cubicBezTo>
                  <a:pt x="557" y="352"/>
                  <a:pt x="551" y="342"/>
                  <a:pt x="543" y="336"/>
                </a:cubicBezTo>
                <a:moveTo>
                  <a:pt x="517" y="467"/>
                </a:moveTo>
                <a:lnTo>
                  <a:pt x="438" y="515"/>
                </a:lnTo>
                <a:lnTo>
                  <a:pt x="359" y="467"/>
                </a:lnTo>
                <a:lnTo>
                  <a:pt x="359" y="368"/>
                </a:lnTo>
                <a:lnTo>
                  <a:pt x="438" y="320"/>
                </a:lnTo>
                <a:lnTo>
                  <a:pt x="517" y="368"/>
                </a:lnTo>
                <a:lnTo>
                  <a:pt x="517" y="467"/>
                </a:lnTo>
                <a:moveTo>
                  <a:pt x="226" y="336"/>
                </a:moveTo>
                <a:lnTo>
                  <a:pt x="135" y="283"/>
                </a:lnTo>
                <a:cubicBezTo>
                  <a:pt x="129" y="281"/>
                  <a:pt x="125" y="279"/>
                  <a:pt x="119" y="279"/>
                </a:cubicBezTo>
                <a:cubicBezTo>
                  <a:pt x="114" y="279"/>
                  <a:pt x="110" y="281"/>
                  <a:pt x="106" y="283"/>
                </a:cubicBezTo>
                <a:lnTo>
                  <a:pt x="16" y="336"/>
                </a:lnTo>
                <a:cubicBezTo>
                  <a:pt x="6" y="342"/>
                  <a:pt x="0" y="352"/>
                  <a:pt x="0" y="362"/>
                </a:cubicBezTo>
                <a:lnTo>
                  <a:pt x="0" y="473"/>
                </a:lnTo>
                <a:cubicBezTo>
                  <a:pt x="0" y="483"/>
                  <a:pt x="6" y="493"/>
                  <a:pt x="14" y="499"/>
                </a:cubicBezTo>
                <a:lnTo>
                  <a:pt x="104" y="552"/>
                </a:lnTo>
                <a:cubicBezTo>
                  <a:pt x="110" y="554"/>
                  <a:pt x="114" y="556"/>
                  <a:pt x="119" y="556"/>
                </a:cubicBezTo>
                <a:cubicBezTo>
                  <a:pt x="125" y="556"/>
                  <a:pt x="129" y="554"/>
                  <a:pt x="133" y="552"/>
                </a:cubicBezTo>
                <a:lnTo>
                  <a:pt x="224" y="499"/>
                </a:lnTo>
                <a:cubicBezTo>
                  <a:pt x="232" y="493"/>
                  <a:pt x="238" y="485"/>
                  <a:pt x="238" y="473"/>
                </a:cubicBezTo>
                <a:lnTo>
                  <a:pt x="238" y="362"/>
                </a:lnTo>
                <a:cubicBezTo>
                  <a:pt x="240" y="352"/>
                  <a:pt x="234" y="342"/>
                  <a:pt x="226" y="336"/>
                </a:cubicBezTo>
                <a:moveTo>
                  <a:pt x="200" y="467"/>
                </a:moveTo>
                <a:lnTo>
                  <a:pt x="119" y="515"/>
                </a:lnTo>
                <a:lnTo>
                  <a:pt x="40" y="467"/>
                </a:lnTo>
                <a:lnTo>
                  <a:pt x="40" y="368"/>
                </a:lnTo>
                <a:lnTo>
                  <a:pt x="119" y="320"/>
                </a:lnTo>
                <a:lnTo>
                  <a:pt x="200" y="368"/>
                </a:lnTo>
                <a:lnTo>
                  <a:pt x="200" y="467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8" name=""/>
          <p:cNvSpPr txBox="1"/>
          <p:nvPr/>
        </p:nvSpPr>
        <p:spPr>
          <a:xfrm>
            <a:off x="1951560" y="197856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9" name=""/>
          <p:cNvSpPr txBox="1"/>
          <p:nvPr/>
        </p:nvSpPr>
        <p:spPr>
          <a:xfrm>
            <a:off x="2530080" y="2077560"/>
            <a:ext cx="919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Bouwblokken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0" name=""/>
          <p:cNvSpPr txBox="1"/>
          <p:nvPr/>
        </p:nvSpPr>
        <p:spPr>
          <a:xfrm>
            <a:off x="2430000" y="2288880"/>
            <a:ext cx="1072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koppelvlakdiensten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1" name=""/>
          <p:cNvSpPr/>
          <p:nvPr/>
        </p:nvSpPr>
        <p:spPr>
          <a:xfrm>
            <a:off x="3957480" y="1704960"/>
            <a:ext cx="1419480" cy="814680"/>
          </a:xfrm>
          <a:custGeom>
            <a:avLst/>
            <a:gdLst/>
            <a:ahLst/>
            <a:rect l="0" t="0" r="r" b="b"/>
            <a:pathLst>
              <a:path w="3943" h="2263">
                <a:moveTo>
                  <a:pt x="0" y="195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5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9" y="54"/>
                  <a:pt x="135" y="44"/>
                </a:cubicBezTo>
                <a:cubicBezTo>
                  <a:pt x="152" y="34"/>
                  <a:pt x="169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3639" y="0"/>
                </a:lnTo>
                <a:cubicBezTo>
                  <a:pt x="3659" y="0"/>
                  <a:pt x="3679" y="1"/>
                  <a:pt x="3698" y="5"/>
                </a:cubicBezTo>
                <a:cubicBezTo>
                  <a:pt x="3718" y="8"/>
                  <a:pt x="3737" y="13"/>
                  <a:pt x="3755" y="20"/>
                </a:cubicBezTo>
                <a:cubicBezTo>
                  <a:pt x="3774" y="26"/>
                  <a:pt x="3791" y="34"/>
                  <a:pt x="3808" y="44"/>
                </a:cubicBezTo>
                <a:cubicBezTo>
                  <a:pt x="3825" y="54"/>
                  <a:pt x="3840" y="65"/>
                  <a:pt x="3854" y="77"/>
                </a:cubicBezTo>
                <a:cubicBezTo>
                  <a:pt x="3868" y="89"/>
                  <a:pt x="3881" y="103"/>
                  <a:pt x="3892" y="117"/>
                </a:cubicBezTo>
                <a:cubicBezTo>
                  <a:pt x="3903" y="132"/>
                  <a:pt x="3912" y="147"/>
                  <a:pt x="3920" y="163"/>
                </a:cubicBezTo>
                <a:cubicBezTo>
                  <a:pt x="3928" y="179"/>
                  <a:pt x="3933" y="195"/>
                  <a:pt x="3937" y="213"/>
                </a:cubicBezTo>
                <a:cubicBezTo>
                  <a:pt x="3941" y="230"/>
                  <a:pt x="3943" y="247"/>
                  <a:pt x="3943" y="264"/>
                </a:cubicBezTo>
                <a:lnTo>
                  <a:pt x="3943" y="1958"/>
                </a:lnTo>
                <a:cubicBezTo>
                  <a:pt x="3943" y="1978"/>
                  <a:pt x="3941" y="1998"/>
                  <a:pt x="3937" y="2018"/>
                </a:cubicBezTo>
                <a:cubicBezTo>
                  <a:pt x="3933" y="2037"/>
                  <a:pt x="3928" y="2056"/>
                  <a:pt x="3920" y="2075"/>
                </a:cubicBezTo>
                <a:cubicBezTo>
                  <a:pt x="3912" y="2093"/>
                  <a:pt x="3903" y="2111"/>
                  <a:pt x="3892" y="2128"/>
                </a:cubicBezTo>
                <a:cubicBezTo>
                  <a:pt x="3881" y="2144"/>
                  <a:pt x="3868" y="2159"/>
                  <a:pt x="3854" y="2174"/>
                </a:cubicBezTo>
                <a:cubicBezTo>
                  <a:pt x="3840" y="2188"/>
                  <a:pt x="3825" y="2200"/>
                  <a:pt x="3808" y="2211"/>
                </a:cubicBezTo>
                <a:cubicBezTo>
                  <a:pt x="3791" y="2223"/>
                  <a:pt x="3774" y="2232"/>
                  <a:pt x="3755" y="2240"/>
                </a:cubicBezTo>
                <a:cubicBezTo>
                  <a:pt x="3737" y="2247"/>
                  <a:pt x="3718" y="2253"/>
                  <a:pt x="3698" y="2257"/>
                </a:cubicBezTo>
                <a:cubicBezTo>
                  <a:pt x="3679" y="2261"/>
                  <a:pt x="3659" y="2263"/>
                  <a:pt x="3639" y="2263"/>
                </a:cubicBezTo>
                <a:lnTo>
                  <a:pt x="304" y="2263"/>
                </a:lnTo>
                <a:cubicBezTo>
                  <a:pt x="284" y="2263"/>
                  <a:pt x="264" y="2261"/>
                  <a:pt x="245" y="2257"/>
                </a:cubicBezTo>
                <a:cubicBezTo>
                  <a:pt x="225" y="2253"/>
                  <a:pt x="206" y="2247"/>
                  <a:pt x="188" y="2240"/>
                </a:cubicBezTo>
                <a:cubicBezTo>
                  <a:pt x="169" y="2232"/>
                  <a:pt x="152" y="2223"/>
                  <a:pt x="135" y="2211"/>
                </a:cubicBezTo>
                <a:cubicBezTo>
                  <a:pt x="119" y="2200"/>
                  <a:pt x="103" y="2188"/>
                  <a:pt x="89" y="2174"/>
                </a:cubicBezTo>
                <a:cubicBezTo>
                  <a:pt x="75" y="2159"/>
                  <a:pt x="62" y="2144"/>
                  <a:pt x="51" y="2128"/>
                </a:cubicBezTo>
                <a:cubicBezTo>
                  <a:pt x="40" y="2111"/>
                  <a:pt x="31" y="2093"/>
                  <a:pt x="23" y="2075"/>
                </a:cubicBezTo>
                <a:cubicBezTo>
                  <a:pt x="15" y="2056"/>
                  <a:pt x="10" y="2037"/>
                  <a:pt x="6" y="2018"/>
                </a:cubicBezTo>
                <a:cubicBezTo>
                  <a:pt x="2" y="1998"/>
                  <a:pt x="0" y="1978"/>
                  <a:pt x="0" y="19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2" name=""/>
          <p:cNvSpPr/>
          <p:nvPr/>
        </p:nvSpPr>
        <p:spPr>
          <a:xfrm>
            <a:off x="3952800" y="1685880"/>
            <a:ext cx="1428840" cy="838440"/>
          </a:xfrm>
          <a:custGeom>
            <a:avLst/>
            <a:gdLst/>
            <a:ahLst/>
            <a:rect l="0" t="0" r="r" b="b"/>
            <a:pathLst>
              <a:path w="3969" h="2329">
                <a:moveTo>
                  <a:pt x="0" y="0"/>
                </a:moveTo>
                <a:lnTo>
                  <a:pt x="3969" y="0"/>
                </a:lnTo>
                <a:lnTo>
                  <a:pt x="3969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3" name=""/>
          <p:cNvSpPr/>
          <p:nvPr/>
        </p:nvSpPr>
        <p:spPr>
          <a:xfrm>
            <a:off x="3952800" y="1685880"/>
            <a:ext cx="1428840" cy="838440"/>
          </a:xfrm>
          <a:custGeom>
            <a:avLst/>
            <a:gdLst/>
            <a:ahLst/>
            <a:rect l="0" t="0" r="r" b="b"/>
            <a:pathLst>
              <a:path w="3969" h="2329">
                <a:moveTo>
                  <a:pt x="0" y="0"/>
                </a:moveTo>
                <a:lnTo>
                  <a:pt x="3969" y="0"/>
                </a:lnTo>
                <a:lnTo>
                  <a:pt x="3969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4" name=""/>
          <p:cNvSpPr/>
          <p:nvPr/>
        </p:nvSpPr>
        <p:spPr>
          <a:xfrm>
            <a:off x="3952800" y="1685880"/>
            <a:ext cx="1428840" cy="838440"/>
          </a:xfrm>
          <a:custGeom>
            <a:avLst/>
            <a:gdLst/>
            <a:ahLst/>
            <a:rect l="0" t="0" r="r" b="b"/>
            <a:pathLst>
              <a:path w="3969" h="2329">
                <a:moveTo>
                  <a:pt x="0" y="0"/>
                </a:moveTo>
                <a:lnTo>
                  <a:pt x="3969" y="0"/>
                </a:lnTo>
                <a:lnTo>
                  <a:pt x="3969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5" name=""/>
          <p:cNvSpPr/>
          <p:nvPr/>
        </p:nvSpPr>
        <p:spPr>
          <a:xfrm>
            <a:off x="3952800" y="1685880"/>
            <a:ext cx="1428840" cy="838440"/>
          </a:xfrm>
          <a:custGeom>
            <a:avLst/>
            <a:gdLst/>
            <a:ahLst/>
            <a:rect l="0" t="0" r="r" b="b"/>
            <a:pathLst>
              <a:path w="3969" h="2329">
                <a:moveTo>
                  <a:pt x="0" y="0"/>
                </a:moveTo>
                <a:lnTo>
                  <a:pt x="3969" y="0"/>
                </a:lnTo>
                <a:lnTo>
                  <a:pt x="3969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6" name=""/>
          <p:cNvSpPr/>
          <p:nvPr/>
        </p:nvSpPr>
        <p:spPr>
          <a:xfrm>
            <a:off x="4595760" y="1871640"/>
            <a:ext cx="143280" cy="86040"/>
          </a:xfrm>
          <a:custGeom>
            <a:avLst/>
            <a:gdLst/>
            <a:ahLst/>
            <a:rect l="0" t="0" r="r" b="b"/>
            <a:pathLst>
              <a:path w="398" h="239">
                <a:moveTo>
                  <a:pt x="259" y="0"/>
                </a:moveTo>
                <a:lnTo>
                  <a:pt x="398" y="0"/>
                </a:lnTo>
                <a:lnTo>
                  <a:pt x="398" y="39"/>
                </a:lnTo>
                <a:lnTo>
                  <a:pt x="259" y="39"/>
                </a:lnTo>
                <a:lnTo>
                  <a:pt x="259" y="0"/>
                </a:lnTo>
                <a:moveTo>
                  <a:pt x="259" y="99"/>
                </a:moveTo>
                <a:lnTo>
                  <a:pt x="398" y="99"/>
                </a:lnTo>
                <a:lnTo>
                  <a:pt x="398" y="138"/>
                </a:lnTo>
                <a:lnTo>
                  <a:pt x="259" y="138"/>
                </a:lnTo>
                <a:lnTo>
                  <a:pt x="259" y="99"/>
                </a:lnTo>
                <a:moveTo>
                  <a:pt x="259" y="199"/>
                </a:moveTo>
                <a:lnTo>
                  <a:pt x="398" y="199"/>
                </a:lnTo>
                <a:lnTo>
                  <a:pt x="398" y="239"/>
                </a:lnTo>
                <a:lnTo>
                  <a:pt x="259" y="239"/>
                </a:lnTo>
                <a:lnTo>
                  <a:pt x="259" y="199"/>
                </a:lnTo>
                <a:moveTo>
                  <a:pt x="0" y="0"/>
                </a:moveTo>
                <a:lnTo>
                  <a:pt x="140" y="0"/>
                </a:lnTo>
                <a:lnTo>
                  <a:pt x="140" y="39"/>
                </a:lnTo>
                <a:lnTo>
                  <a:pt x="0" y="39"/>
                </a:lnTo>
                <a:lnTo>
                  <a:pt x="0" y="0"/>
                </a:lnTo>
                <a:moveTo>
                  <a:pt x="0" y="99"/>
                </a:moveTo>
                <a:lnTo>
                  <a:pt x="140" y="99"/>
                </a:lnTo>
                <a:lnTo>
                  <a:pt x="140" y="138"/>
                </a:lnTo>
                <a:lnTo>
                  <a:pt x="0" y="138"/>
                </a:lnTo>
                <a:lnTo>
                  <a:pt x="0" y="99"/>
                </a:lnTo>
                <a:moveTo>
                  <a:pt x="0" y="199"/>
                </a:moveTo>
                <a:lnTo>
                  <a:pt x="140" y="199"/>
                </a:lnTo>
                <a:lnTo>
                  <a:pt x="140" y="239"/>
                </a:lnTo>
                <a:lnTo>
                  <a:pt x="0" y="239"/>
                </a:lnTo>
                <a:lnTo>
                  <a:pt x="0" y="199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7" name=""/>
          <p:cNvSpPr/>
          <p:nvPr/>
        </p:nvSpPr>
        <p:spPr>
          <a:xfrm>
            <a:off x="4566960" y="1835640"/>
            <a:ext cx="200520" cy="157680"/>
          </a:xfrm>
          <a:custGeom>
            <a:avLst/>
            <a:gdLst/>
            <a:ahLst/>
            <a:rect l="0" t="0" r="r" b="b"/>
            <a:pathLst>
              <a:path w="557" h="438">
                <a:moveTo>
                  <a:pt x="517" y="0"/>
                </a:moveTo>
                <a:lnTo>
                  <a:pt x="40" y="0"/>
                </a:lnTo>
                <a:cubicBezTo>
                  <a:pt x="35" y="0"/>
                  <a:pt x="30" y="1"/>
                  <a:pt x="25" y="3"/>
                </a:cubicBezTo>
                <a:cubicBezTo>
                  <a:pt x="20" y="5"/>
                  <a:pt x="16" y="8"/>
                  <a:pt x="12" y="12"/>
                </a:cubicBezTo>
                <a:cubicBezTo>
                  <a:pt x="8" y="16"/>
                  <a:pt x="5" y="20"/>
                  <a:pt x="3" y="25"/>
                </a:cubicBezTo>
                <a:cubicBezTo>
                  <a:pt x="1" y="30"/>
                  <a:pt x="0" y="35"/>
                  <a:pt x="0" y="40"/>
                </a:cubicBezTo>
                <a:lnTo>
                  <a:pt x="0" y="398"/>
                </a:lnTo>
                <a:cubicBezTo>
                  <a:pt x="0" y="403"/>
                  <a:pt x="1" y="409"/>
                  <a:pt x="3" y="413"/>
                </a:cubicBezTo>
                <a:cubicBezTo>
                  <a:pt x="5" y="418"/>
                  <a:pt x="8" y="423"/>
                  <a:pt x="12" y="426"/>
                </a:cubicBezTo>
                <a:cubicBezTo>
                  <a:pt x="16" y="430"/>
                  <a:pt x="20" y="433"/>
                  <a:pt x="25" y="435"/>
                </a:cubicBezTo>
                <a:cubicBezTo>
                  <a:pt x="30" y="437"/>
                  <a:pt x="35" y="438"/>
                  <a:pt x="40" y="438"/>
                </a:cubicBezTo>
                <a:lnTo>
                  <a:pt x="517" y="438"/>
                </a:lnTo>
                <a:cubicBezTo>
                  <a:pt x="522" y="438"/>
                  <a:pt x="528" y="437"/>
                  <a:pt x="532" y="435"/>
                </a:cubicBezTo>
                <a:cubicBezTo>
                  <a:pt x="537" y="433"/>
                  <a:pt x="542" y="430"/>
                  <a:pt x="545" y="426"/>
                </a:cubicBezTo>
                <a:cubicBezTo>
                  <a:pt x="549" y="423"/>
                  <a:pt x="552" y="418"/>
                  <a:pt x="554" y="413"/>
                </a:cubicBezTo>
                <a:cubicBezTo>
                  <a:pt x="556" y="409"/>
                  <a:pt x="557" y="403"/>
                  <a:pt x="557" y="398"/>
                </a:cubicBezTo>
                <a:lnTo>
                  <a:pt x="557" y="40"/>
                </a:lnTo>
                <a:cubicBezTo>
                  <a:pt x="557" y="35"/>
                  <a:pt x="556" y="30"/>
                  <a:pt x="554" y="25"/>
                </a:cubicBezTo>
                <a:cubicBezTo>
                  <a:pt x="552" y="20"/>
                  <a:pt x="549" y="16"/>
                  <a:pt x="545" y="12"/>
                </a:cubicBezTo>
                <a:cubicBezTo>
                  <a:pt x="542" y="8"/>
                  <a:pt x="537" y="5"/>
                  <a:pt x="532" y="3"/>
                </a:cubicBezTo>
                <a:cubicBezTo>
                  <a:pt x="528" y="1"/>
                  <a:pt x="522" y="0"/>
                  <a:pt x="517" y="0"/>
                </a:cubicBezTo>
                <a:moveTo>
                  <a:pt x="40" y="40"/>
                </a:moveTo>
                <a:lnTo>
                  <a:pt x="258" y="40"/>
                </a:lnTo>
                <a:lnTo>
                  <a:pt x="258" y="398"/>
                </a:lnTo>
                <a:lnTo>
                  <a:pt x="40" y="398"/>
                </a:lnTo>
                <a:lnTo>
                  <a:pt x="40" y="40"/>
                </a:lnTo>
                <a:moveTo>
                  <a:pt x="298" y="398"/>
                </a:moveTo>
                <a:lnTo>
                  <a:pt x="298" y="40"/>
                </a:lnTo>
                <a:lnTo>
                  <a:pt x="517" y="40"/>
                </a:lnTo>
                <a:lnTo>
                  <a:pt x="517" y="398"/>
                </a:lnTo>
                <a:lnTo>
                  <a:pt x="298" y="398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8" name=""/>
          <p:cNvSpPr txBox="1"/>
          <p:nvPr/>
        </p:nvSpPr>
        <p:spPr>
          <a:xfrm>
            <a:off x="3698280" y="197856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9" name=""/>
          <p:cNvSpPr txBox="1"/>
          <p:nvPr/>
        </p:nvSpPr>
        <p:spPr>
          <a:xfrm>
            <a:off x="4371840" y="2077560"/>
            <a:ext cx="7063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Begrippen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0" name=""/>
          <p:cNvSpPr txBox="1"/>
          <p:nvPr/>
        </p:nvSpPr>
        <p:spPr>
          <a:xfrm>
            <a:off x="4205160" y="2288880"/>
            <a:ext cx="1029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begrippenlijst v0.2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1" name=""/>
          <p:cNvSpPr/>
          <p:nvPr/>
        </p:nvSpPr>
        <p:spPr>
          <a:xfrm>
            <a:off x="5700600" y="1704960"/>
            <a:ext cx="1429200" cy="814680"/>
          </a:xfrm>
          <a:custGeom>
            <a:avLst/>
            <a:gdLst/>
            <a:ahLst/>
            <a:rect l="0" t="0" r="r" b="b"/>
            <a:pathLst>
              <a:path w="3970" h="2263">
                <a:moveTo>
                  <a:pt x="0" y="195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5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2" y="34"/>
                  <a:pt x="169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3665" y="0"/>
                </a:lnTo>
                <a:cubicBezTo>
                  <a:pt x="3685" y="0"/>
                  <a:pt x="3705" y="1"/>
                  <a:pt x="3725" y="5"/>
                </a:cubicBezTo>
                <a:cubicBezTo>
                  <a:pt x="3744" y="8"/>
                  <a:pt x="3763" y="13"/>
                  <a:pt x="3782" y="20"/>
                </a:cubicBezTo>
                <a:cubicBezTo>
                  <a:pt x="3800" y="26"/>
                  <a:pt x="3818" y="34"/>
                  <a:pt x="3834" y="44"/>
                </a:cubicBezTo>
                <a:cubicBezTo>
                  <a:pt x="3851" y="54"/>
                  <a:pt x="3866" y="65"/>
                  <a:pt x="3880" y="77"/>
                </a:cubicBezTo>
                <a:cubicBezTo>
                  <a:pt x="3895" y="89"/>
                  <a:pt x="3907" y="103"/>
                  <a:pt x="3918" y="117"/>
                </a:cubicBezTo>
                <a:cubicBezTo>
                  <a:pt x="3929" y="132"/>
                  <a:pt x="3939" y="147"/>
                  <a:pt x="3946" y="163"/>
                </a:cubicBezTo>
                <a:cubicBezTo>
                  <a:pt x="3954" y="179"/>
                  <a:pt x="3960" y="195"/>
                  <a:pt x="3964" y="213"/>
                </a:cubicBezTo>
                <a:cubicBezTo>
                  <a:pt x="3968" y="230"/>
                  <a:pt x="3970" y="247"/>
                  <a:pt x="3970" y="264"/>
                </a:cubicBezTo>
                <a:lnTo>
                  <a:pt x="3970" y="1958"/>
                </a:lnTo>
                <a:cubicBezTo>
                  <a:pt x="3970" y="1978"/>
                  <a:pt x="3968" y="1998"/>
                  <a:pt x="3964" y="2018"/>
                </a:cubicBezTo>
                <a:cubicBezTo>
                  <a:pt x="3960" y="2037"/>
                  <a:pt x="3954" y="2056"/>
                  <a:pt x="3946" y="2075"/>
                </a:cubicBezTo>
                <a:cubicBezTo>
                  <a:pt x="3939" y="2093"/>
                  <a:pt x="3929" y="2111"/>
                  <a:pt x="3918" y="2128"/>
                </a:cubicBezTo>
                <a:cubicBezTo>
                  <a:pt x="3907" y="2144"/>
                  <a:pt x="3895" y="2159"/>
                  <a:pt x="3880" y="2174"/>
                </a:cubicBezTo>
                <a:cubicBezTo>
                  <a:pt x="3866" y="2188"/>
                  <a:pt x="3851" y="2200"/>
                  <a:pt x="3834" y="2211"/>
                </a:cubicBezTo>
                <a:cubicBezTo>
                  <a:pt x="3818" y="2223"/>
                  <a:pt x="3800" y="2232"/>
                  <a:pt x="3782" y="2240"/>
                </a:cubicBezTo>
                <a:cubicBezTo>
                  <a:pt x="3763" y="2247"/>
                  <a:pt x="3744" y="2253"/>
                  <a:pt x="3725" y="2257"/>
                </a:cubicBezTo>
                <a:cubicBezTo>
                  <a:pt x="3705" y="2261"/>
                  <a:pt x="3685" y="2263"/>
                  <a:pt x="3665" y="2263"/>
                </a:cubicBezTo>
                <a:lnTo>
                  <a:pt x="304" y="2263"/>
                </a:lnTo>
                <a:cubicBezTo>
                  <a:pt x="284" y="2263"/>
                  <a:pt x="264" y="2261"/>
                  <a:pt x="245" y="2257"/>
                </a:cubicBezTo>
                <a:cubicBezTo>
                  <a:pt x="225" y="2253"/>
                  <a:pt x="206" y="2247"/>
                  <a:pt x="188" y="2240"/>
                </a:cubicBezTo>
                <a:cubicBezTo>
                  <a:pt x="169" y="2232"/>
                  <a:pt x="152" y="2223"/>
                  <a:pt x="135" y="2211"/>
                </a:cubicBezTo>
                <a:cubicBezTo>
                  <a:pt x="118" y="2200"/>
                  <a:pt x="103" y="2188"/>
                  <a:pt x="89" y="2174"/>
                </a:cubicBezTo>
                <a:cubicBezTo>
                  <a:pt x="75" y="2159"/>
                  <a:pt x="62" y="2144"/>
                  <a:pt x="51" y="2128"/>
                </a:cubicBezTo>
                <a:cubicBezTo>
                  <a:pt x="40" y="2111"/>
                  <a:pt x="31" y="2093"/>
                  <a:pt x="23" y="2075"/>
                </a:cubicBezTo>
                <a:cubicBezTo>
                  <a:pt x="15" y="2056"/>
                  <a:pt x="10" y="2037"/>
                  <a:pt x="6" y="2018"/>
                </a:cubicBezTo>
                <a:cubicBezTo>
                  <a:pt x="2" y="1998"/>
                  <a:pt x="0" y="1978"/>
                  <a:pt x="0" y="19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2" name=""/>
          <p:cNvSpPr/>
          <p:nvPr/>
        </p:nvSpPr>
        <p:spPr>
          <a:xfrm>
            <a:off x="5695920" y="1685880"/>
            <a:ext cx="1438560" cy="838440"/>
          </a:xfrm>
          <a:custGeom>
            <a:avLst/>
            <a:gdLst/>
            <a:ahLst/>
            <a:rect l="0" t="0" r="r" b="b"/>
            <a:pathLst>
              <a:path w="3996" h="2329">
                <a:moveTo>
                  <a:pt x="0" y="0"/>
                </a:moveTo>
                <a:lnTo>
                  <a:pt x="3996" y="0"/>
                </a:lnTo>
                <a:lnTo>
                  <a:pt x="3996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3" name=""/>
          <p:cNvSpPr/>
          <p:nvPr/>
        </p:nvSpPr>
        <p:spPr>
          <a:xfrm>
            <a:off x="5695920" y="1685880"/>
            <a:ext cx="1438560" cy="838440"/>
          </a:xfrm>
          <a:custGeom>
            <a:avLst/>
            <a:gdLst/>
            <a:ahLst/>
            <a:rect l="0" t="0" r="r" b="b"/>
            <a:pathLst>
              <a:path w="3996" h="2329">
                <a:moveTo>
                  <a:pt x="0" y="0"/>
                </a:moveTo>
                <a:lnTo>
                  <a:pt x="3996" y="0"/>
                </a:lnTo>
                <a:lnTo>
                  <a:pt x="3996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4" name=""/>
          <p:cNvSpPr/>
          <p:nvPr/>
        </p:nvSpPr>
        <p:spPr>
          <a:xfrm>
            <a:off x="5695920" y="1685880"/>
            <a:ext cx="1438560" cy="838440"/>
          </a:xfrm>
          <a:custGeom>
            <a:avLst/>
            <a:gdLst/>
            <a:ahLst/>
            <a:rect l="0" t="0" r="r" b="b"/>
            <a:pathLst>
              <a:path w="3996" h="2329">
                <a:moveTo>
                  <a:pt x="0" y="0"/>
                </a:moveTo>
                <a:lnTo>
                  <a:pt x="3996" y="0"/>
                </a:lnTo>
                <a:lnTo>
                  <a:pt x="3996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5" name=""/>
          <p:cNvSpPr/>
          <p:nvPr/>
        </p:nvSpPr>
        <p:spPr>
          <a:xfrm>
            <a:off x="5695920" y="1685880"/>
            <a:ext cx="1438560" cy="838440"/>
          </a:xfrm>
          <a:custGeom>
            <a:avLst/>
            <a:gdLst/>
            <a:ahLst/>
            <a:rect l="0" t="0" r="r" b="b"/>
            <a:pathLst>
              <a:path w="3996" h="2329">
                <a:moveTo>
                  <a:pt x="0" y="0"/>
                </a:moveTo>
                <a:lnTo>
                  <a:pt x="3996" y="0"/>
                </a:lnTo>
                <a:lnTo>
                  <a:pt x="3996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6" name=""/>
          <p:cNvSpPr/>
          <p:nvPr/>
        </p:nvSpPr>
        <p:spPr>
          <a:xfrm>
            <a:off x="6310080" y="1814400"/>
            <a:ext cx="200520" cy="200160"/>
          </a:xfrm>
          <a:custGeom>
            <a:avLst/>
            <a:gdLst/>
            <a:ahLst/>
            <a:rect l="0" t="0" r="r" b="b"/>
            <a:pathLst>
              <a:path w="557" h="556">
                <a:moveTo>
                  <a:pt x="496" y="338"/>
                </a:moveTo>
                <a:cubicBezTo>
                  <a:pt x="530" y="338"/>
                  <a:pt x="557" y="311"/>
                  <a:pt x="557" y="279"/>
                </a:cubicBezTo>
                <a:cubicBezTo>
                  <a:pt x="557" y="246"/>
                  <a:pt x="530" y="218"/>
                  <a:pt x="496" y="218"/>
                </a:cubicBezTo>
                <a:cubicBezTo>
                  <a:pt x="484" y="218"/>
                  <a:pt x="472" y="222"/>
                  <a:pt x="462" y="229"/>
                </a:cubicBezTo>
                <a:cubicBezTo>
                  <a:pt x="452" y="237"/>
                  <a:pt x="445" y="247"/>
                  <a:pt x="440" y="259"/>
                </a:cubicBezTo>
                <a:lnTo>
                  <a:pt x="326" y="259"/>
                </a:lnTo>
                <a:lnTo>
                  <a:pt x="471" y="113"/>
                </a:lnTo>
                <a:cubicBezTo>
                  <a:pt x="478" y="117"/>
                  <a:pt x="487" y="119"/>
                  <a:pt x="496" y="119"/>
                </a:cubicBezTo>
                <a:cubicBezTo>
                  <a:pt x="530" y="119"/>
                  <a:pt x="557" y="92"/>
                  <a:pt x="557" y="59"/>
                </a:cubicBezTo>
                <a:cubicBezTo>
                  <a:pt x="557" y="27"/>
                  <a:pt x="530" y="0"/>
                  <a:pt x="496" y="0"/>
                </a:cubicBezTo>
                <a:cubicBezTo>
                  <a:pt x="463" y="0"/>
                  <a:pt x="437" y="27"/>
                  <a:pt x="437" y="59"/>
                </a:cubicBezTo>
                <a:cubicBezTo>
                  <a:pt x="437" y="69"/>
                  <a:pt x="439" y="77"/>
                  <a:pt x="443" y="85"/>
                </a:cubicBezTo>
                <a:lnTo>
                  <a:pt x="278" y="251"/>
                </a:lnTo>
                <a:lnTo>
                  <a:pt x="278" y="119"/>
                </a:lnTo>
                <a:cubicBezTo>
                  <a:pt x="278" y="97"/>
                  <a:pt x="296" y="79"/>
                  <a:pt x="318" y="79"/>
                </a:cubicBezTo>
                <a:lnTo>
                  <a:pt x="357" y="79"/>
                </a:lnTo>
                <a:lnTo>
                  <a:pt x="357" y="39"/>
                </a:lnTo>
                <a:lnTo>
                  <a:pt x="318" y="39"/>
                </a:lnTo>
                <a:cubicBezTo>
                  <a:pt x="294" y="39"/>
                  <a:pt x="273" y="50"/>
                  <a:pt x="258" y="67"/>
                </a:cubicBezTo>
                <a:cubicBezTo>
                  <a:pt x="242" y="49"/>
                  <a:pt x="223" y="40"/>
                  <a:pt x="199" y="39"/>
                </a:cubicBezTo>
                <a:lnTo>
                  <a:pt x="179" y="39"/>
                </a:lnTo>
                <a:cubicBezTo>
                  <a:pt x="80" y="39"/>
                  <a:pt x="0" y="120"/>
                  <a:pt x="0" y="218"/>
                </a:cubicBezTo>
                <a:lnTo>
                  <a:pt x="0" y="338"/>
                </a:lnTo>
                <a:cubicBezTo>
                  <a:pt x="0" y="437"/>
                  <a:pt x="80" y="517"/>
                  <a:pt x="179" y="517"/>
                </a:cubicBezTo>
                <a:lnTo>
                  <a:pt x="199" y="517"/>
                </a:lnTo>
                <a:cubicBezTo>
                  <a:pt x="222" y="517"/>
                  <a:pt x="244" y="506"/>
                  <a:pt x="258" y="489"/>
                </a:cubicBezTo>
                <a:cubicBezTo>
                  <a:pt x="273" y="506"/>
                  <a:pt x="294" y="517"/>
                  <a:pt x="318" y="517"/>
                </a:cubicBezTo>
                <a:lnTo>
                  <a:pt x="357" y="517"/>
                </a:lnTo>
                <a:lnTo>
                  <a:pt x="357" y="477"/>
                </a:lnTo>
                <a:lnTo>
                  <a:pt x="318" y="477"/>
                </a:lnTo>
                <a:cubicBezTo>
                  <a:pt x="296" y="477"/>
                  <a:pt x="278" y="459"/>
                  <a:pt x="278" y="437"/>
                </a:cubicBezTo>
                <a:lnTo>
                  <a:pt x="278" y="307"/>
                </a:lnTo>
                <a:lnTo>
                  <a:pt x="443" y="471"/>
                </a:lnTo>
                <a:cubicBezTo>
                  <a:pt x="439" y="479"/>
                  <a:pt x="437" y="488"/>
                  <a:pt x="437" y="497"/>
                </a:cubicBezTo>
                <a:cubicBezTo>
                  <a:pt x="437" y="530"/>
                  <a:pt x="463" y="556"/>
                  <a:pt x="496" y="556"/>
                </a:cubicBezTo>
                <a:cubicBezTo>
                  <a:pt x="530" y="556"/>
                  <a:pt x="557" y="530"/>
                  <a:pt x="557" y="497"/>
                </a:cubicBezTo>
                <a:cubicBezTo>
                  <a:pt x="557" y="464"/>
                  <a:pt x="530" y="437"/>
                  <a:pt x="496" y="437"/>
                </a:cubicBezTo>
                <a:cubicBezTo>
                  <a:pt x="487" y="437"/>
                  <a:pt x="479" y="439"/>
                  <a:pt x="471" y="443"/>
                </a:cubicBezTo>
                <a:lnTo>
                  <a:pt x="326" y="298"/>
                </a:lnTo>
                <a:lnTo>
                  <a:pt x="440" y="298"/>
                </a:lnTo>
                <a:cubicBezTo>
                  <a:pt x="445" y="310"/>
                  <a:pt x="452" y="320"/>
                  <a:pt x="462" y="327"/>
                </a:cubicBezTo>
                <a:cubicBezTo>
                  <a:pt x="472" y="334"/>
                  <a:pt x="484" y="338"/>
                  <a:pt x="496" y="338"/>
                </a:cubicBezTo>
                <a:moveTo>
                  <a:pt x="496" y="259"/>
                </a:moveTo>
                <a:cubicBezTo>
                  <a:pt x="502" y="259"/>
                  <a:pt x="506" y="261"/>
                  <a:pt x="511" y="265"/>
                </a:cubicBezTo>
                <a:cubicBezTo>
                  <a:pt x="515" y="268"/>
                  <a:pt x="517" y="273"/>
                  <a:pt x="517" y="279"/>
                </a:cubicBezTo>
                <a:cubicBezTo>
                  <a:pt x="517" y="284"/>
                  <a:pt x="515" y="289"/>
                  <a:pt x="511" y="293"/>
                </a:cubicBezTo>
                <a:cubicBezTo>
                  <a:pt x="506" y="297"/>
                  <a:pt x="502" y="298"/>
                  <a:pt x="496" y="298"/>
                </a:cubicBezTo>
                <a:cubicBezTo>
                  <a:pt x="491" y="298"/>
                  <a:pt x="486" y="297"/>
                  <a:pt x="482" y="293"/>
                </a:cubicBezTo>
                <a:cubicBezTo>
                  <a:pt x="478" y="289"/>
                  <a:pt x="476" y="284"/>
                  <a:pt x="476" y="279"/>
                </a:cubicBezTo>
                <a:cubicBezTo>
                  <a:pt x="476" y="273"/>
                  <a:pt x="478" y="268"/>
                  <a:pt x="482" y="265"/>
                </a:cubicBezTo>
                <a:cubicBezTo>
                  <a:pt x="486" y="261"/>
                  <a:pt x="491" y="259"/>
                  <a:pt x="496" y="259"/>
                </a:cubicBezTo>
                <a:moveTo>
                  <a:pt x="496" y="39"/>
                </a:moveTo>
                <a:cubicBezTo>
                  <a:pt x="502" y="40"/>
                  <a:pt x="506" y="42"/>
                  <a:pt x="511" y="46"/>
                </a:cubicBezTo>
                <a:cubicBezTo>
                  <a:pt x="514" y="49"/>
                  <a:pt x="516" y="54"/>
                  <a:pt x="516" y="59"/>
                </a:cubicBezTo>
                <a:cubicBezTo>
                  <a:pt x="516" y="65"/>
                  <a:pt x="514" y="69"/>
                  <a:pt x="511" y="73"/>
                </a:cubicBezTo>
                <a:cubicBezTo>
                  <a:pt x="506" y="77"/>
                  <a:pt x="502" y="79"/>
                  <a:pt x="496" y="79"/>
                </a:cubicBezTo>
                <a:cubicBezTo>
                  <a:pt x="491" y="79"/>
                  <a:pt x="486" y="77"/>
                  <a:pt x="482" y="73"/>
                </a:cubicBezTo>
                <a:cubicBezTo>
                  <a:pt x="478" y="70"/>
                  <a:pt x="476" y="65"/>
                  <a:pt x="476" y="59"/>
                </a:cubicBezTo>
                <a:cubicBezTo>
                  <a:pt x="476" y="54"/>
                  <a:pt x="478" y="49"/>
                  <a:pt x="482" y="45"/>
                </a:cubicBezTo>
                <a:cubicBezTo>
                  <a:pt x="486" y="41"/>
                  <a:pt x="491" y="39"/>
                  <a:pt x="496" y="39"/>
                </a:cubicBezTo>
                <a:moveTo>
                  <a:pt x="238" y="198"/>
                </a:moveTo>
                <a:lnTo>
                  <a:pt x="199" y="198"/>
                </a:lnTo>
                <a:lnTo>
                  <a:pt x="199" y="239"/>
                </a:lnTo>
                <a:lnTo>
                  <a:pt x="238" y="239"/>
                </a:lnTo>
                <a:lnTo>
                  <a:pt x="238" y="318"/>
                </a:lnTo>
                <a:lnTo>
                  <a:pt x="199" y="318"/>
                </a:lnTo>
                <a:cubicBezTo>
                  <a:pt x="166" y="318"/>
                  <a:pt x="139" y="345"/>
                  <a:pt x="139" y="378"/>
                </a:cubicBezTo>
                <a:lnTo>
                  <a:pt x="139" y="418"/>
                </a:lnTo>
                <a:lnTo>
                  <a:pt x="179" y="418"/>
                </a:lnTo>
                <a:lnTo>
                  <a:pt x="179" y="378"/>
                </a:lnTo>
                <a:cubicBezTo>
                  <a:pt x="179" y="372"/>
                  <a:pt x="181" y="368"/>
                  <a:pt x="185" y="364"/>
                </a:cubicBezTo>
                <a:cubicBezTo>
                  <a:pt x="188" y="360"/>
                  <a:pt x="193" y="358"/>
                  <a:pt x="199" y="358"/>
                </a:cubicBezTo>
                <a:lnTo>
                  <a:pt x="238" y="358"/>
                </a:lnTo>
                <a:lnTo>
                  <a:pt x="238" y="437"/>
                </a:lnTo>
                <a:cubicBezTo>
                  <a:pt x="238" y="459"/>
                  <a:pt x="220" y="477"/>
                  <a:pt x="199" y="477"/>
                </a:cubicBezTo>
                <a:lnTo>
                  <a:pt x="179" y="477"/>
                </a:lnTo>
                <a:cubicBezTo>
                  <a:pt x="109" y="477"/>
                  <a:pt x="51" y="425"/>
                  <a:pt x="41" y="358"/>
                </a:cubicBezTo>
                <a:lnTo>
                  <a:pt x="80" y="358"/>
                </a:lnTo>
                <a:lnTo>
                  <a:pt x="80" y="318"/>
                </a:lnTo>
                <a:lnTo>
                  <a:pt x="40" y="318"/>
                </a:lnTo>
                <a:lnTo>
                  <a:pt x="40" y="239"/>
                </a:lnTo>
                <a:lnTo>
                  <a:pt x="99" y="239"/>
                </a:lnTo>
                <a:cubicBezTo>
                  <a:pt x="132" y="239"/>
                  <a:pt x="159" y="211"/>
                  <a:pt x="159" y="178"/>
                </a:cubicBezTo>
                <a:lnTo>
                  <a:pt x="159" y="139"/>
                </a:lnTo>
                <a:lnTo>
                  <a:pt x="119" y="139"/>
                </a:lnTo>
                <a:lnTo>
                  <a:pt x="119" y="178"/>
                </a:lnTo>
                <a:cubicBezTo>
                  <a:pt x="119" y="184"/>
                  <a:pt x="117" y="189"/>
                  <a:pt x="113" y="192"/>
                </a:cubicBezTo>
                <a:cubicBezTo>
                  <a:pt x="110" y="196"/>
                  <a:pt x="105" y="198"/>
                  <a:pt x="99" y="198"/>
                </a:cubicBezTo>
                <a:lnTo>
                  <a:pt x="41" y="198"/>
                </a:lnTo>
                <a:cubicBezTo>
                  <a:pt x="51" y="131"/>
                  <a:pt x="109" y="79"/>
                  <a:pt x="179" y="79"/>
                </a:cubicBezTo>
                <a:lnTo>
                  <a:pt x="199" y="79"/>
                </a:lnTo>
                <a:cubicBezTo>
                  <a:pt x="220" y="79"/>
                  <a:pt x="238" y="97"/>
                  <a:pt x="238" y="119"/>
                </a:cubicBezTo>
                <a:lnTo>
                  <a:pt x="238" y="198"/>
                </a:lnTo>
                <a:moveTo>
                  <a:pt x="517" y="497"/>
                </a:moveTo>
                <a:cubicBezTo>
                  <a:pt x="517" y="502"/>
                  <a:pt x="515" y="507"/>
                  <a:pt x="511" y="510"/>
                </a:cubicBezTo>
                <a:cubicBezTo>
                  <a:pt x="506" y="514"/>
                  <a:pt x="502" y="516"/>
                  <a:pt x="496" y="516"/>
                </a:cubicBezTo>
                <a:cubicBezTo>
                  <a:pt x="491" y="516"/>
                  <a:pt x="486" y="514"/>
                  <a:pt x="483" y="510"/>
                </a:cubicBezTo>
                <a:cubicBezTo>
                  <a:pt x="479" y="507"/>
                  <a:pt x="477" y="502"/>
                  <a:pt x="476" y="497"/>
                </a:cubicBezTo>
                <a:cubicBezTo>
                  <a:pt x="476" y="486"/>
                  <a:pt x="485" y="477"/>
                  <a:pt x="496" y="477"/>
                </a:cubicBezTo>
                <a:cubicBezTo>
                  <a:pt x="507" y="477"/>
                  <a:pt x="517" y="486"/>
                  <a:pt x="517" y="497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7" name=""/>
          <p:cNvSpPr txBox="1"/>
          <p:nvPr/>
        </p:nvSpPr>
        <p:spPr>
          <a:xfrm>
            <a:off x="5445000" y="197856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8" name=""/>
          <p:cNvSpPr txBox="1"/>
          <p:nvPr/>
        </p:nvSpPr>
        <p:spPr>
          <a:xfrm>
            <a:off x="5928120" y="2077560"/>
            <a:ext cx="1140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Informatiemodel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9" name=""/>
          <p:cNvSpPr txBox="1"/>
          <p:nvPr/>
        </p:nvSpPr>
        <p:spPr>
          <a:xfrm>
            <a:off x="5928120" y="2288880"/>
            <a:ext cx="1140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v0.1, 66 objecttypen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0" name=""/>
          <p:cNvSpPr/>
          <p:nvPr/>
        </p:nvSpPr>
        <p:spPr>
          <a:xfrm>
            <a:off x="7453080" y="1704960"/>
            <a:ext cx="1419480" cy="814680"/>
          </a:xfrm>
          <a:custGeom>
            <a:avLst/>
            <a:gdLst/>
            <a:ahLst/>
            <a:rect l="0" t="0" r="r" b="b"/>
            <a:pathLst>
              <a:path w="3943" h="2263">
                <a:moveTo>
                  <a:pt x="0" y="195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5"/>
                  <a:pt x="16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3" y="103"/>
                  <a:pt x="75" y="89"/>
                  <a:pt x="89" y="77"/>
                </a:cubicBezTo>
                <a:cubicBezTo>
                  <a:pt x="103" y="65"/>
                  <a:pt x="119" y="54"/>
                  <a:pt x="135" y="44"/>
                </a:cubicBezTo>
                <a:cubicBezTo>
                  <a:pt x="152" y="34"/>
                  <a:pt x="170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5" y="1"/>
                  <a:pt x="284" y="0"/>
                  <a:pt x="304" y="0"/>
                </a:cubicBezTo>
                <a:lnTo>
                  <a:pt x="3639" y="0"/>
                </a:lnTo>
                <a:cubicBezTo>
                  <a:pt x="3659" y="0"/>
                  <a:pt x="3679" y="1"/>
                  <a:pt x="3699" y="5"/>
                </a:cubicBezTo>
                <a:cubicBezTo>
                  <a:pt x="3718" y="8"/>
                  <a:pt x="3737" y="13"/>
                  <a:pt x="3756" y="20"/>
                </a:cubicBezTo>
                <a:cubicBezTo>
                  <a:pt x="3774" y="26"/>
                  <a:pt x="3792" y="34"/>
                  <a:pt x="3808" y="44"/>
                </a:cubicBezTo>
                <a:cubicBezTo>
                  <a:pt x="3825" y="54"/>
                  <a:pt x="3840" y="65"/>
                  <a:pt x="3854" y="77"/>
                </a:cubicBezTo>
                <a:cubicBezTo>
                  <a:pt x="3868" y="89"/>
                  <a:pt x="3881" y="103"/>
                  <a:pt x="3892" y="117"/>
                </a:cubicBezTo>
                <a:cubicBezTo>
                  <a:pt x="3903" y="132"/>
                  <a:pt x="3913" y="147"/>
                  <a:pt x="3920" y="163"/>
                </a:cubicBezTo>
                <a:cubicBezTo>
                  <a:pt x="3928" y="179"/>
                  <a:pt x="3934" y="195"/>
                  <a:pt x="3938" y="213"/>
                </a:cubicBezTo>
                <a:cubicBezTo>
                  <a:pt x="3941" y="230"/>
                  <a:pt x="3943" y="247"/>
                  <a:pt x="3943" y="264"/>
                </a:cubicBezTo>
                <a:lnTo>
                  <a:pt x="3943" y="1958"/>
                </a:lnTo>
                <a:cubicBezTo>
                  <a:pt x="3943" y="1978"/>
                  <a:pt x="3941" y="1998"/>
                  <a:pt x="3938" y="2018"/>
                </a:cubicBezTo>
                <a:cubicBezTo>
                  <a:pt x="3934" y="2037"/>
                  <a:pt x="3928" y="2056"/>
                  <a:pt x="3920" y="2075"/>
                </a:cubicBezTo>
                <a:cubicBezTo>
                  <a:pt x="3913" y="2093"/>
                  <a:pt x="3903" y="2111"/>
                  <a:pt x="3892" y="2128"/>
                </a:cubicBezTo>
                <a:cubicBezTo>
                  <a:pt x="3881" y="2144"/>
                  <a:pt x="3868" y="2159"/>
                  <a:pt x="3854" y="2174"/>
                </a:cubicBezTo>
                <a:cubicBezTo>
                  <a:pt x="3840" y="2188"/>
                  <a:pt x="3825" y="2200"/>
                  <a:pt x="3808" y="2211"/>
                </a:cubicBezTo>
                <a:cubicBezTo>
                  <a:pt x="3792" y="2223"/>
                  <a:pt x="3774" y="2232"/>
                  <a:pt x="3756" y="2240"/>
                </a:cubicBezTo>
                <a:cubicBezTo>
                  <a:pt x="3737" y="2247"/>
                  <a:pt x="3718" y="2253"/>
                  <a:pt x="3699" y="2257"/>
                </a:cubicBezTo>
                <a:cubicBezTo>
                  <a:pt x="3679" y="2261"/>
                  <a:pt x="3659" y="2263"/>
                  <a:pt x="3639" y="2263"/>
                </a:cubicBezTo>
                <a:lnTo>
                  <a:pt x="304" y="2263"/>
                </a:lnTo>
                <a:cubicBezTo>
                  <a:pt x="284" y="2263"/>
                  <a:pt x="265" y="2261"/>
                  <a:pt x="245" y="2257"/>
                </a:cubicBezTo>
                <a:cubicBezTo>
                  <a:pt x="225" y="2253"/>
                  <a:pt x="206" y="2247"/>
                  <a:pt x="188" y="2240"/>
                </a:cubicBezTo>
                <a:cubicBezTo>
                  <a:pt x="170" y="2232"/>
                  <a:pt x="152" y="2223"/>
                  <a:pt x="135" y="2211"/>
                </a:cubicBezTo>
                <a:cubicBezTo>
                  <a:pt x="119" y="2200"/>
                  <a:pt x="103" y="2188"/>
                  <a:pt x="89" y="2174"/>
                </a:cubicBezTo>
                <a:cubicBezTo>
                  <a:pt x="75" y="2159"/>
                  <a:pt x="63" y="2144"/>
                  <a:pt x="51" y="2128"/>
                </a:cubicBezTo>
                <a:cubicBezTo>
                  <a:pt x="40" y="2111"/>
                  <a:pt x="31" y="2093"/>
                  <a:pt x="23" y="2075"/>
                </a:cubicBezTo>
                <a:cubicBezTo>
                  <a:pt x="16" y="2056"/>
                  <a:pt x="10" y="2037"/>
                  <a:pt x="6" y="2018"/>
                </a:cubicBezTo>
                <a:cubicBezTo>
                  <a:pt x="2" y="1998"/>
                  <a:pt x="0" y="1978"/>
                  <a:pt x="0" y="19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1" name=""/>
          <p:cNvSpPr/>
          <p:nvPr/>
        </p:nvSpPr>
        <p:spPr>
          <a:xfrm>
            <a:off x="744840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2" name=""/>
          <p:cNvSpPr/>
          <p:nvPr/>
        </p:nvSpPr>
        <p:spPr>
          <a:xfrm>
            <a:off x="744840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3" name=""/>
          <p:cNvSpPr/>
          <p:nvPr/>
        </p:nvSpPr>
        <p:spPr>
          <a:xfrm>
            <a:off x="744840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4" name=""/>
          <p:cNvSpPr/>
          <p:nvPr/>
        </p:nvSpPr>
        <p:spPr>
          <a:xfrm>
            <a:off x="7448400" y="1685880"/>
            <a:ext cx="1429200" cy="838440"/>
          </a:xfrm>
          <a:custGeom>
            <a:avLst/>
            <a:gdLst/>
            <a:ahLst/>
            <a:rect l="0" t="0" r="r" b="b"/>
            <a:pathLst>
              <a:path w="3970" h="2329">
                <a:moveTo>
                  <a:pt x="0" y="0"/>
                </a:moveTo>
                <a:lnTo>
                  <a:pt x="3970" y="0"/>
                </a:lnTo>
                <a:lnTo>
                  <a:pt x="3970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5" name=""/>
          <p:cNvSpPr/>
          <p:nvPr/>
        </p:nvSpPr>
        <p:spPr>
          <a:xfrm>
            <a:off x="8062560" y="1907280"/>
            <a:ext cx="200520" cy="107280"/>
          </a:xfrm>
          <a:custGeom>
            <a:avLst/>
            <a:gdLst/>
            <a:ahLst/>
            <a:rect l="0" t="0" r="r" b="b"/>
            <a:pathLst>
              <a:path w="557" h="298">
                <a:moveTo>
                  <a:pt x="557" y="298"/>
                </a:moveTo>
                <a:lnTo>
                  <a:pt x="398" y="298"/>
                </a:lnTo>
                <a:lnTo>
                  <a:pt x="398" y="139"/>
                </a:lnTo>
                <a:lnTo>
                  <a:pt x="557" y="139"/>
                </a:lnTo>
                <a:lnTo>
                  <a:pt x="557" y="298"/>
                </a:lnTo>
                <a:moveTo>
                  <a:pt x="438" y="259"/>
                </a:moveTo>
                <a:lnTo>
                  <a:pt x="517" y="259"/>
                </a:lnTo>
                <a:lnTo>
                  <a:pt x="517" y="178"/>
                </a:lnTo>
                <a:lnTo>
                  <a:pt x="438" y="178"/>
                </a:lnTo>
                <a:lnTo>
                  <a:pt x="438" y="259"/>
                </a:lnTo>
                <a:moveTo>
                  <a:pt x="359" y="239"/>
                </a:moveTo>
                <a:lnTo>
                  <a:pt x="121" y="239"/>
                </a:lnTo>
                <a:cubicBezTo>
                  <a:pt x="105" y="239"/>
                  <a:pt x="90" y="236"/>
                  <a:pt x="74" y="230"/>
                </a:cubicBezTo>
                <a:cubicBezTo>
                  <a:pt x="59" y="224"/>
                  <a:pt x="47" y="215"/>
                  <a:pt x="35" y="204"/>
                </a:cubicBezTo>
                <a:cubicBezTo>
                  <a:pt x="24" y="192"/>
                  <a:pt x="16" y="179"/>
                  <a:pt x="10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10" y="73"/>
                </a:cubicBezTo>
                <a:cubicBezTo>
                  <a:pt x="16" y="59"/>
                  <a:pt x="24" y="46"/>
                  <a:pt x="35" y="35"/>
                </a:cubicBezTo>
                <a:cubicBezTo>
                  <a:pt x="47" y="23"/>
                  <a:pt x="59" y="15"/>
                  <a:pt x="74" y="9"/>
                </a:cubicBezTo>
                <a:cubicBezTo>
                  <a:pt x="90" y="3"/>
                  <a:pt x="105" y="0"/>
                  <a:pt x="121" y="0"/>
                </a:cubicBezTo>
                <a:lnTo>
                  <a:pt x="160" y="0"/>
                </a:lnTo>
                <a:lnTo>
                  <a:pt x="160" y="39"/>
                </a:lnTo>
                <a:lnTo>
                  <a:pt x="121" y="39"/>
                </a:lnTo>
                <a:cubicBezTo>
                  <a:pt x="110" y="39"/>
                  <a:pt x="100" y="41"/>
                  <a:pt x="90" y="46"/>
                </a:cubicBezTo>
                <a:cubicBezTo>
                  <a:pt x="79" y="50"/>
                  <a:pt x="71" y="55"/>
                  <a:pt x="63" y="63"/>
                </a:cubicBezTo>
                <a:cubicBezTo>
                  <a:pt x="56" y="70"/>
                  <a:pt x="50" y="79"/>
                  <a:pt x="46" y="88"/>
                </a:cubicBezTo>
                <a:cubicBezTo>
                  <a:pt x="42" y="98"/>
                  <a:pt x="40" y="108"/>
                  <a:pt x="40" y="119"/>
                </a:cubicBezTo>
                <a:cubicBezTo>
                  <a:pt x="40" y="129"/>
                  <a:pt x="42" y="139"/>
                  <a:pt x="46" y="149"/>
                </a:cubicBezTo>
                <a:cubicBezTo>
                  <a:pt x="50" y="159"/>
                  <a:pt x="56" y="168"/>
                  <a:pt x="63" y="175"/>
                </a:cubicBezTo>
                <a:cubicBezTo>
                  <a:pt x="71" y="182"/>
                  <a:pt x="79" y="188"/>
                  <a:pt x="90" y="192"/>
                </a:cubicBezTo>
                <a:cubicBezTo>
                  <a:pt x="100" y="196"/>
                  <a:pt x="110" y="199"/>
                  <a:pt x="121" y="199"/>
                </a:cubicBezTo>
                <a:lnTo>
                  <a:pt x="359" y="199"/>
                </a:lnTo>
                <a:lnTo>
                  <a:pt x="359" y="239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6" name=""/>
          <p:cNvSpPr/>
          <p:nvPr/>
        </p:nvSpPr>
        <p:spPr>
          <a:xfrm>
            <a:off x="8134200" y="1885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160"/>
                </a:moveTo>
                <a:lnTo>
                  <a:pt x="0" y="160"/>
                </a:lnTo>
                <a:lnTo>
                  <a:pt x="0" y="0"/>
                </a:lnTo>
                <a:lnTo>
                  <a:pt x="160" y="0"/>
                </a:lnTo>
                <a:lnTo>
                  <a:pt x="160" y="160"/>
                </a:lnTo>
                <a:moveTo>
                  <a:pt x="40" y="120"/>
                </a:moveTo>
                <a:lnTo>
                  <a:pt x="120" y="120"/>
                </a:lnTo>
                <a:lnTo>
                  <a:pt x="120" y="40"/>
                </a:lnTo>
                <a:lnTo>
                  <a:pt x="40" y="40"/>
                </a:lnTo>
                <a:lnTo>
                  <a:pt x="40" y="12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7" name=""/>
          <p:cNvSpPr/>
          <p:nvPr/>
        </p:nvSpPr>
        <p:spPr>
          <a:xfrm>
            <a:off x="8062560" y="1814400"/>
            <a:ext cx="200520" cy="107280"/>
          </a:xfrm>
          <a:custGeom>
            <a:avLst/>
            <a:gdLst/>
            <a:ahLst/>
            <a:rect l="0" t="0" r="r" b="b"/>
            <a:pathLst>
              <a:path w="557" h="298">
                <a:moveTo>
                  <a:pt x="438" y="298"/>
                </a:moveTo>
                <a:lnTo>
                  <a:pt x="398" y="298"/>
                </a:lnTo>
                <a:lnTo>
                  <a:pt x="398" y="259"/>
                </a:lnTo>
                <a:lnTo>
                  <a:pt x="438" y="259"/>
                </a:lnTo>
                <a:cubicBezTo>
                  <a:pt x="449" y="259"/>
                  <a:pt x="459" y="257"/>
                  <a:pt x="468" y="253"/>
                </a:cubicBezTo>
                <a:cubicBezTo>
                  <a:pt x="478" y="249"/>
                  <a:pt x="487" y="243"/>
                  <a:pt x="494" y="236"/>
                </a:cubicBezTo>
                <a:cubicBezTo>
                  <a:pt x="502" y="228"/>
                  <a:pt x="507" y="220"/>
                  <a:pt x="511" y="210"/>
                </a:cubicBezTo>
                <a:cubicBezTo>
                  <a:pt x="515" y="200"/>
                  <a:pt x="517" y="190"/>
                  <a:pt x="517" y="179"/>
                </a:cubicBezTo>
                <a:cubicBezTo>
                  <a:pt x="517" y="169"/>
                  <a:pt x="515" y="159"/>
                  <a:pt x="511" y="148"/>
                </a:cubicBezTo>
                <a:cubicBezTo>
                  <a:pt x="507" y="138"/>
                  <a:pt x="502" y="130"/>
                  <a:pt x="494" y="122"/>
                </a:cubicBezTo>
                <a:cubicBezTo>
                  <a:pt x="487" y="115"/>
                  <a:pt x="478" y="109"/>
                  <a:pt x="468" y="105"/>
                </a:cubicBezTo>
                <a:cubicBezTo>
                  <a:pt x="459" y="101"/>
                  <a:pt x="449" y="99"/>
                  <a:pt x="438" y="99"/>
                </a:cubicBezTo>
                <a:lnTo>
                  <a:pt x="200" y="99"/>
                </a:lnTo>
                <a:lnTo>
                  <a:pt x="200" y="59"/>
                </a:lnTo>
                <a:lnTo>
                  <a:pt x="438" y="59"/>
                </a:lnTo>
                <a:cubicBezTo>
                  <a:pt x="454" y="59"/>
                  <a:pt x="469" y="62"/>
                  <a:pt x="484" y="68"/>
                </a:cubicBezTo>
                <a:cubicBezTo>
                  <a:pt x="498" y="74"/>
                  <a:pt x="511" y="83"/>
                  <a:pt x="522" y="94"/>
                </a:cubicBezTo>
                <a:cubicBezTo>
                  <a:pt x="533" y="105"/>
                  <a:pt x="542" y="118"/>
                  <a:pt x="548" y="133"/>
                </a:cubicBezTo>
                <a:cubicBezTo>
                  <a:pt x="554" y="147"/>
                  <a:pt x="557" y="164"/>
                  <a:pt x="557" y="179"/>
                </a:cubicBezTo>
                <a:cubicBezTo>
                  <a:pt x="557" y="195"/>
                  <a:pt x="554" y="210"/>
                  <a:pt x="548" y="225"/>
                </a:cubicBezTo>
                <a:cubicBezTo>
                  <a:pt x="542" y="240"/>
                  <a:pt x="533" y="252"/>
                  <a:pt x="522" y="264"/>
                </a:cubicBezTo>
                <a:cubicBezTo>
                  <a:pt x="511" y="275"/>
                  <a:pt x="498" y="283"/>
                  <a:pt x="484" y="289"/>
                </a:cubicBezTo>
                <a:cubicBezTo>
                  <a:pt x="469" y="295"/>
                  <a:pt x="454" y="298"/>
                  <a:pt x="438" y="298"/>
                </a:cubicBezTo>
                <a:moveTo>
                  <a:pt x="160" y="160"/>
                </a:moveTo>
                <a:lnTo>
                  <a:pt x="0" y="160"/>
                </a:lnTo>
                <a:lnTo>
                  <a:pt x="0" y="0"/>
                </a:lnTo>
                <a:lnTo>
                  <a:pt x="160" y="0"/>
                </a:lnTo>
                <a:lnTo>
                  <a:pt x="160" y="160"/>
                </a:lnTo>
                <a:moveTo>
                  <a:pt x="40" y="119"/>
                </a:moveTo>
                <a:lnTo>
                  <a:pt x="121" y="119"/>
                </a:lnTo>
                <a:lnTo>
                  <a:pt x="121" y="39"/>
                </a:lnTo>
                <a:lnTo>
                  <a:pt x="40" y="39"/>
                </a:lnTo>
                <a:lnTo>
                  <a:pt x="40" y="119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7191360" y="197856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7608240" y="2077560"/>
            <a:ext cx="1289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Informatiestromen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0" name=""/>
          <p:cNvSpPr txBox="1"/>
          <p:nvPr/>
        </p:nvSpPr>
        <p:spPr>
          <a:xfrm>
            <a:off x="7788960" y="2288880"/>
            <a:ext cx="866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hoofdplaat v1.7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1" name=""/>
          <p:cNvSpPr/>
          <p:nvPr/>
        </p:nvSpPr>
        <p:spPr>
          <a:xfrm>
            <a:off x="456840" y="2809800"/>
            <a:ext cx="8420760" cy="895680"/>
          </a:xfrm>
          <a:custGeom>
            <a:avLst/>
            <a:gdLst/>
            <a:ahLst/>
            <a:rect l="0" t="0" r="r" b="b"/>
            <a:pathLst>
              <a:path w="23391" h="2488">
                <a:moveTo>
                  <a:pt x="0" y="0"/>
                </a:moveTo>
                <a:lnTo>
                  <a:pt x="23391" y="0"/>
                </a:lnTo>
                <a:lnTo>
                  <a:pt x="23391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2" name=""/>
          <p:cNvSpPr/>
          <p:nvPr/>
        </p:nvSpPr>
        <p:spPr>
          <a:xfrm>
            <a:off x="456840" y="28098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3" name=""/>
          <p:cNvSpPr/>
          <p:nvPr/>
        </p:nvSpPr>
        <p:spPr>
          <a:xfrm>
            <a:off x="456840" y="369540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4" name=""/>
          <p:cNvSpPr/>
          <p:nvPr/>
        </p:nvSpPr>
        <p:spPr>
          <a:xfrm>
            <a:off x="8867520" y="2809800"/>
            <a:ext cx="10080" cy="895680"/>
          </a:xfrm>
          <a:custGeom>
            <a:avLst/>
            <a:gdLst/>
            <a:ahLst/>
            <a:rect l="0" t="0" r="r" b="b"/>
            <a:pathLst>
              <a:path w="28" h="2488">
                <a:moveTo>
                  <a:pt x="0" y="106"/>
                </a:moveTo>
                <a:lnTo>
                  <a:pt x="0" y="2488"/>
                </a:lnTo>
                <a:lnTo>
                  <a:pt x="28" y="24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5" name=""/>
          <p:cNvSpPr/>
          <p:nvPr/>
        </p:nvSpPr>
        <p:spPr>
          <a:xfrm>
            <a:off x="456840" y="2809800"/>
            <a:ext cx="10080" cy="895680"/>
          </a:xfrm>
          <a:custGeom>
            <a:avLst/>
            <a:gdLst/>
            <a:ahLst/>
            <a:rect l="0" t="0" r="r" b="b"/>
            <a:pathLst>
              <a:path w="28" h="2488">
                <a:moveTo>
                  <a:pt x="0" y="0"/>
                </a:moveTo>
                <a:lnTo>
                  <a:pt x="0" y="2488"/>
                </a:lnTo>
                <a:lnTo>
                  <a:pt x="28" y="24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6" name=""/>
          <p:cNvSpPr/>
          <p:nvPr/>
        </p:nvSpPr>
        <p:spPr>
          <a:xfrm>
            <a:off x="4595760" y="2938320"/>
            <a:ext cx="143280" cy="200520"/>
          </a:xfrm>
          <a:custGeom>
            <a:avLst/>
            <a:gdLst/>
            <a:ahLst/>
            <a:rect l="0" t="0" r="r" b="b"/>
            <a:pathLst>
              <a:path w="398" h="557">
                <a:moveTo>
                  <a:pt x="392" y="145"/>
                </a:moveTo>
                <a:lnTo>
                  <a:pt x="253" y="6"/>
                </a:lnTo>
                <a:cubicBezTo>
                  <a:pt x="249" y="2"/>
                  <a:pt x="245" y="0"/>
                  <a:pt x="239" y="0"/>
                </a:cubicBezTo>
                <a:lnTo>
                  <a:pt x="39" y="0"/>
                </a:lnTo>
                <a:cubicBezTo>
                  <a:pt x="18" y="0"/>
                  <a:pt x="0" y="18"/>
                  <a:pt x="0" y="40"/>
                </a:cubicBezTo>
                <a:lnTo>
                  <a:pt x="0" y="517"/>
                </a:lnTo>
                <a:cubicBezTo>
                  <a:pt x="0" y="539"/>
                  <a:pt x="18" y="557"/>
                  <a:pt x="39" y="557"/>
                </a:cubicBezTo>
                <a:lnTo>
                  <a:pt x="358" y="557"/>
                </a:lnTo>
                <a:cubicBezTo>
                  <a:pt x="380" y="557"/>
                  <a:pt x="398" y="539"/>
                  <a:pt x="398" y="517"/>
                </a:cubicBezTo>
                <a:lnTo>
                  <a:pt x="398" y="159"/>
                </a:lnTo>
                <a:cubicBezTo>
                  <a:pt x="398" y="153"/>
                  <a:pt x="396" y="149"/>
                  <a:pt x="392" y="145"/>
                </a:cubicBezTo>
                <a:moveTo>
                  <a:pt x="239" y="48"/>
                </a:moveTo>
                <a:lnTo>
                  <a:pt x="350" y="159"/>
                </a:lnTo>
                <a:lnTo>
                  <a:pt x="239" y="159"/>
                </a:lnTo>
                <a:lnTo>
                  <a:pt x="239" y="48"/>
                </a:lnTo>
                <a:moveTo>
                  <a:pt x="358" y="517"/>
                </a:moveTo>
                <a:lnTo>
                  <a:pt x="39" y="517"/>
                </a:lnTo>
                <a:lnTo>
                  <a:pt x="39" y="40"/>
                </a:lnTo>
                <a:lnTo>
                  <a:pt x="199" y="40"/>
                </a:lnTo>
                <a:lnTo>
                  <a:pt x="199" y="159"/>
                </a:lnTo>
                <a:cubicBezTo>
                  <a:pt x="199" y="180"/>
                  <a:pt x="217" y="198"/>
                  <a:pt x="239" y="198"/>
                </a:cubicBezTo>
                <a:lnTo>
                  <a:pt x="358" y="198"/>
                </a:lnTo>
                <a:lnTo>
                  <a:pt x="358" y="517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7" name=""/>
          <p:cNvSpPr/>
          <p:nvPr/>
        </p:nvSpPr>
        <p:spPr>
          <a:xfrm>
            <a:off x="4624200" y="3038400"/>
            <a:ext cx="86040" cy="57240"/>
          </a:xfrm>
          <a:custGeom>
            <a:avLst/>
            <a:gdLst/>
            <a:ahLst/>
            <a:rect l="0" t="0" r="r" b="b"/>
            <a:pathLst>
              <a:path w="239" h="159">
                <a:moveTo>
                  <a:pt x="0" y="120"/>
                </a:moveTo>
                <a:lnTo>
                  <a:pt x="239" y="120"/>
                </a:lnTo>
                <a:lnTo>
                  <a:pt x="239" y="159"/>
                </a:lnTo>
                <a:lnTo>
                  <a:pt x="0" y="159"/>
                </a:lnTo>
                <a:lnTo>
                  <a:pt x="0" y="120"/>
                </a:lnTo>
                <a:moveTo>
                  <a:pt x="0" y="0"/>
                </a:moveTo>
                <a:lnTo>
                  <a:pt x="239" y="0"/>
                </a:lnTo>
                <a:lnTo>
                  <a:pt x="239" y="40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8" name=""/>
          <p:cNvSpPr txBox="1"/>
          <p:nvPr/>
        </p:nvSpPr>
        <p:spPr>
          <a:xfrm>
            <a:off x="4576680" y="2549880"/>
            <a:ext cx="1976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60" spc="-1" strike="noStrike">
                <a:solidFill>
                  <a:srgbClr val="00af81"/>
                </a:solidFill>
                <a:latin typeface="Arial"/>
                <a:ea typeface="Arial"/>
              </a:rPr>
              <a:t>↓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9" name=""/>
          <p:cNvSpPr txBox="1"/>
          <p:nvPr/>
        </p:nvSpPr>
        <p:spPr>
          <a:xfrm>
            <a:off x="3481560" y="3196800"/>
            <a:ext cx="27637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Eindproduct: koppelvlakspeciﬁcatie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0" name=""/>
          <p:cNvSpPr/>
          <p:nvPr/>
        </p:nvSpPr>
        <p:spPr>
          <a:xfrm>
            <a:off x="456840" y="3790800"/>
            <a:ext cx="4153320" cy="648000"/>
          </a:xfrm>
          <a:custGeom>
            <a:avLst/>
            <a:gdLst/>
            <a:ahLst/>
            <a:rect l="0" t="0" r="r" b="b"/>
            <a:pathLst>
              <a:path w="11537" h="1800">
                <a:moveTo>
                  <a:pt x="0" y="0"/>
                </a:moveTo>
                <a:lnTo>
                  <a:pt x="11537" y="0"/>
                </a:lnTo>
                <a:lnTo>
                  <a:pt x="11537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1" name=""/>
          <p:cNvSpPr/>
          <p:nvPr/>
        </p:nvSpPr>
        <p:spPr>
          <a:xfrm>
            <a:off x="456840" y="3790800"/>
            <a:ext cx="4153320" cy="38520"/>
          </a:xfrm>
          <a:custGeom>
            <a:avLst/>
            <a:gdLst/>
            <a:ahLst/>
            <a:rect l="0" t="0" r="r" b="b"/>
            <a:pathLst>
              <a:path w="11537" h="107">
                <a:moveTo>
                  <a:pt x="0" y="0"/>
                </a:moveTo>
                <a:lnTo>
                  <a:pt x="11537" y="0"/>
                </a:lnTo>
                <a:lnTo>
                  <a:pt x="1153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2" name=""/>
          <p:cNvSpPr/>
          <p:nvPr/>
        </p:nvSpPr>
        <p:spPr>
          <a:xfrm>
            <a:off x="456840" y="4429080"/>
            <a:ext cx="4153320" cy="9720"/>
          </a:xfrm>
          <a:custGeom>
            <a:avLst/>
            <a:gdLst/>
            <a:ahLst/>
            <a:rect l="0" t="0" r="r" b="b"/>
            <a:pathLst>
              <a:path w="11537" h="27">
                <a:moveTo>
                  <a:pt x="0" y="0"/>
                </a:moveTo>
                <a:lnTo>
                  <a:pt x="11537" y="0"/>
                </a:lnTo>
                <a:lnTo>
                  <a:pt x="11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3" name=""/>
          <p:cNvSpPr/>
          <p:nvPr/>
        </p:nvSpPr>
        <p:spPr>
          <a:xfrm>
            <a:off x="4600440" y="379080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106"/>
                </a:moveTo>
                <a:lnTo>
                  <a:pt x="0" y="1800"/>
                </a:lnTo>
                <a:lnTo>
                  <a:pt x="27" y="1800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4" name=""/>
          <p:cNvSpPr/>
          <p:nvPr/>
        </p:nvSpPr>
        <p:spPr>
          <a:xfrm>
            <a:off x="456840" y="379080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0" y="1800"/>
                </a:lnTo>
                <a:lnTo>
                  <a:pt x="28" y="180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5" name=""/>
          <p:cNvSpPr txBox="1"/>
          <p:nvPr/>
        </p:nvSpPr>
        <p:spPr>
          <a:xfrm>
            <a:off x="2319480" y="3452040"/>
            <a:ext cx="52646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koppelingspeciﬁcaties · datamodelschema's · berichtstromen · endpoints · afsprakenset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6" name=""/>
          <p:cNvSpPr txBox="1"/>
          <p:nvPr/>
        </p:nvSpPr>
        <p:spPr>
          <a:xfrm>
            <a:off x="603720" y="3933360"/>
            <a:ext cx="30412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Vandaag: fase 1 helemaal door de route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7" name=""/>
          <p:cNvSpPr/>
          <p:nvPr/>
        </p:nvSpPr>
        <p:spPr>
          <a:xfrm>
            <a:off x="4724280" y="3790800"/>
            <a:ext cx="4153320" cy="648000"/>
          </a:xfrm>
          <a:custGeom>
            <a:avLst/>
            <a:gdLst/>
            <a:ahLst/>
            <a:rect l="0" t="0" r="r" b="b"/>
            <a:pathLst>
              <a:path w="11537" h="1800">
                <a:moveTo>
                  <a:pt x="0" y="0"/>
                </a:moveTo>
                <a:lnTo>
                  <a:pt x="11537" y="0"/>
                </a:lnTo>
                <a:lnTo>
                  <a:pt x="11537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8" name=""/>
          <p:cNvSpPr/>
          <p:nvPr/>
        </p:nvSpPr>
        <p:spPr>
          <a:xfrm>
            <a:off x="4724280" y="3790800"/>
            <a:ext cx="4153320" cy="38520"/>
          </a:xfrm>
          <a:custGeom>
            <a:avLst/>
            <a:gdLst/>
            <a:ahLst/>
            <a:rect l="0" t="0" r="r" b="b"/>
            <a:pathLst>
              <a:path w="11537" h="107">
                <a:moveTo>
                  <a:pt x="0" y="0"/>
                </a:moveTo>
                <a:lnTo>
                  <a:pt x="11537" y="0"/>
                </a:lnTo>
                <a:lnTo>
                  <a:pt x="1153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9" name=""/>
          <p:cNvSpPr/>
          <p:nvPr/>
        </p:nvSpPr>
        <p:spPr>
          <a:xfrm>
            <a:off x="4724280" y="4429080"/>
            <a:ext cx="4153320" cy="9720"/>
          </a:xfrm>
          <a:custGeom>
            <a:avLst/>
            <a:gdLst/>
            <a:ahLst/>
            <a:rect l="0" t="0" r="r" b="b"/>
            <a:pathLst>
              <a:path w="11537" h="27">
                <a:moveTo>
                  <a:pt x="0" y="0"/>
                </a:moveTo>
                <a:lnTo>
                  <a:pt x="11537" y="0"/>
                </a:lnTo>
                <a:lnTo>
                  <a:pt x="11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0" name=""/>
          <p:cNvSpPr/>
          <p:nvPr/>
        </p:nvSpPr>
        <p:spPr>
          <a:xfrm>
            <a:off x="8867520" y="379080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106"/>
                </a:moveTo>
                <a:lnTo>
                  <a:pt x="0" y="1800"/>
                </a:lnTo>
                <a:lnTo>
                  <a:pt x="28" y="180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1" name=""/>
          <p:cNvSpPr/>
          <p:nvPr/>
        </p:nvSpPr>
        <p:spPr>
          <a:xfrm>
            <a:off x="4724280" y="379080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0"/>
                </a:moveTo>
                <a:lnTo>
                  <a:pt x="0" y="1800"/>
                </a:lnTo>
                <a:lnTo>
                  <a:pt x="27" y="1800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2" name=""/>
          <p:cNvSpPr txBox="1"/>
          <p:nvPr/>
        </p:nvSpPr>
        <p:spPr>
          <a:xfrm>
            <a:off x="603720" y="4185360"/>
            <a:ext cx="2672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van kwaliﬁcatiedossier tot het eerste bericht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3" name=""/>
          <p:cNvSpPr txBox="1"/>
          <p:nvPr/>
        </p:nvSpPr>
        <p:spPr>
          <a:xfrm>
            <a:off x="4874760" y="3933360"/>
            <a:ext cx="35668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Daarna: fase 2 tot 8, en de volgende koppeling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5" name=""/>
          <p:cNvSpPr txBox="1"/>
          <p:nvPr/>
        </p:nvSpPr>
        <p:spPr>
          <a:xfrm>
            <a:off x="4874760" y="4185360"/>
            <a:ext cx="2406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dezelfde route, per lijn op de hoofdplaat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7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37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373" name=""/>
          <p:cNvSpPr txBox="1"/>
          <p:nvPr/>
        </p:nvSpPr>
        <p:spPr>
          <a:xfrm>
            <a:off x="7763040" y="2163240"/>
            <a:ext cx="122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dd784b"/>
                </a:solidFill>
                <a:latin typeface="Arial"/>
                <a:ea typeface="Arial"/>
              </a:rPr>
              <a:t>D E E L   3   VA N   5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4" name=""/>
          <p:cNvSpPr txBox="1"/>
          <p:nvPr/>
        </p:nvSpPr>
        <p:spPr>
          <a:xfrm>
            <a:off x="6505560" y="2403720"/>
            <a:ext cx="264348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Versionering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6" name=""/>
          <p:cNvSpPr txBox="1"/>
          <p:nvPr/>
        </p:nvSpPr>
        <p:spPr>
          <a:xfrm>
            <a:off x="5295960" y="2916000"/>
            <a:ext cx="3877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Garik · van de leveranciersvraag naar een voorstel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8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38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384" name=""/>
          <p:cNvSpPr txBox="1"/>
          <p:nvPr/>
        </p:nvSpPr>
        <p:spPr>
          <a:xfrm>
            <a:off x="457200" y="1379880"/>
            <a:ext cx="23918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VER S IO NER ING   ·  BLO K  VAN  G AR IK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5" name=""/>
          <p:cNvSpPr/>
          <p:nvPr/>
        </p:nvSpPr>
        <p:spPr>
          <a:xfrm>
            <a:off x="456840" y="2199960"/>
            <a:ext cx="8420760" cy="572040"/>
          </a:xfrm>
          <a:custGeom>
            <a:avLst/>
            <a:gdLst/>
            <a:ahLst/>
            <a:rect l="0" t="0" r="r" b="b"/>
            <a:pathLst>
              <a:path w="23391" h="1589">
                <a:moveTo>
                  <a:pt x="0" y="0"/>
                </a:moveTo>
                <a:lnTo>
                  <a:pt x="23391" y="0"/>
                </a:lnTo>
                <a:lnTo>
                  <a:pt x="23391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6" name=""/>
          <p:cNvSpPr/>
          <p:nvPr/>
        </p:nvSpPr>
        <p:spPr>
          <a:xfrm>
            <a:off x="456840" y="21999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7" name=""/>
          <p:cNvSpPr/>
          <p:nvPr/>
        </p:nvSpPr>
        <p:spPr>
          <a:xfrm>
            <a:off x="456840" y="276192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8" name=""/>
          <p:cNvSpPr/>
          <p:nvPr/>
        </p:nvSpPr>
        <p:spPr>
          <a:xfrm>
            <a:off x="8867520" y="219996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106"/>
                </a:moveTo>
                <a:lnTo>
                  <a:pt x="0" y="1589"/>
                </a:lnTo>
                <a:lnTo>
                  <a:pt x="28" y="158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9" name=""/>
          <p:cNvSpPr/>
          <p:nvPr/>
        </p:nvSpPr>
        <p:spPr>
          <a:xfrm>
            <a:off x="456840" y="219996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0"/>
                </a:moveTo>
                <a:lnTo>
                  <a:pt x="0" y="1589"/>
                </a:lnTo>
                <a:lnTo>
                  <a:pt x="28" y="158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0" name=""/>
          <p:cNvSpPr txBox="1"/>
          <p:nvPr/>
        </p:nvSpPr>
        <p:spPr>
          <a:xfrm>
            <a:off x="439920" y="1529640"/>
            <a:ext cx="56530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vraag van de leveranciers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1" name=""/>
          <p:cNvSpPr/>
          <p:nvPr/>
        </p:nvSpPr>
        <p:spPr>
          <a:xfrm>
            <a:off x="461880" y="2943000"/>
            <a:ext cx="2705400" cy="957600"/>
          </a:xfrm>
          <a:custGeom>
            <a:avLst/>
            <a:gdLst/>
            <a:ahLst/>
            <a:rect l="0" t="0" r="r" b="b"/>
            <a:pathLst>
              <a:path w="7515" h="2660">
                <a:moveTo>
                  <a:pt x="0" y="235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5" y="180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7211" y="0"/>
                </a:lnTo>
                <a:cubicBezTo>
                  <a:pt x="7231" y="0"/>
                  <a:pt x="7250" y="2"/>
                  <a:pt x="7270" y="5"/>
                </a:cubicBezTo>
                <a:cubicBezTo>
                  <a:pt x="7290" y="9"/>
                  <a:pt x="7309" y="14"/>
                  <a:pt x="7327" y="20"/>
                </a:cubicBezTo>
                <a:cubicBezTo>
                  <a:pt x="7346" y="27"/>
                  <a:pt x="7363" y="35"/>
                  <a:pt x="7380" y="45"/>
                </a:cubicBezTo>
                <a:cubicBezTo>
                  <a:pt x="7396" y="54"/>
                  <a:pt x="7412" y="65"/>
                  <a:pt x="7426" y="78"/>
                </a:cubicBezTo>
                <a:cubicBezTo>
                  <a:pt x="7440" y="90"/>
                  <a:pt x="7453" y="103"/>
                  <a:pt x="7464" y="118"/>
                </a:cubicBezTo>
                <a:cubicBezTo>
                  <a:pt x="7475" y="132"/>
                  <a:pt x="7484" y="147"/>
                  <a:pt x="7492" y="163"/>
                </a:cubicBezTo>
                <a:cubicBezTo>
                  <a:pt x="7499" y="180"/>
                  <a:pt x="7505" y="196"/>
                  <a:pt x="7509" y="213"/>
                </a:cubicBezTo>
                <a:cubicBezTo>
                  <a:pt x="7513" y="230"/>
                  <a:pt x="7515" y="247"/>
                  <a:pt x="7515" y="265"/>
                </a:cubicBezTo>
                <a:lnTo>
                  <a:pt x="7515" y="2356"/>
                </a:lnTo>
                <a:cubicBezTo>
                  <a:pt x="7515" y="2376"/>
                  <a:pt x="7513" y="2396"/>
                  <a:pt x="7509" y="2415"/>
                </a:cubicBezTo>
                <a:cubicBezTo>
                  <a:pt x="7505" y="2435"/>
                  <a:pt x="7499" y="2454"/>
                  <a:pt x="7492" y="2472"/>
                </a:cubicBezTo>
                <a:cubicBezTo>
                  <a:pt x="7484" y="2491"/>
                  <a:pt x="7475" y="2508"/>
                  <a:pt x="7464" y="2525"/>
                </a:cubicBezTo>
                <a:cubicBezTo>
                  <a:pt x="7453" y="2542"/>
                  <a:pt x="7440" y="2557"/>
                  <a:pt x="7426" y="2571"/>
                </a:cubicBezTo>
                <a:cubicBezTo>
                  <a:pt x="7412" y="2585"/>
                  <a:pt x="7396" y="2598"/>
                  <a:pt x="7380" y="2609"/>
                </a:cubicBezTo>
                <a:cubicBezTo>
                  <a:pt x="7363" y="2620"/>
                  <a:pt x="7346" y="2629"/>
                  <a:pt x="7327" y="2637"/>
                </a:cubicBezTo>
                <a:cubicBezTo>
                  <a:pt x="7309" y="2645"/>
                  <a:pt x="7290" y="2650"/>
                  <a:pt x="7270" y="2654"/>
                </a:cubicBezTo>
                <a:cubicBezTo>
                  <a:pt x="7250" y="2658"/>
                  <a:pt x="7231" y="2660"/>
                  <a:pt x="7211" y="2660"/>
                </a:cubicBezTo>
                <a:lnTo>
                  <a:pt x="304" y="2660"/>
                </a:lnTo>
                <a:cubicBezTo>
                  <a:pt x="284" y="2660"/>
                  <a:pt x="264" y="2658"/>
                  <a:pt x="245" y="2654"/>
                </a:cubicBezTo>
                <a:cubicBezTo>
                  <a:pt x="225" y="2650"/>
                  <a:pt x="206" y="2645"/>
                  <a:pt x="188" y="2637"/>
                </a:cubicBezTo>
                <a:cubicBezTo>
                  <a:pt x="169" y="2629"/>
                  <a:pt x="152" y="2620"/>
                  <a:pt x="135" y="2609"/>
                </a:cubicBezTo>
                <a:cubicBezTo>
                  <a:pt x="118" y="2598"/>
                  <a:pt x="103" y="2585"/>
                  <a:pt x="89" y="2571"/>
                </a:cubicBezTo>
                <a:cubicBezTo>
                  <a:pt x="75" y="2557"/>
                  <a:pt x="62" y="2542"/>
                  <a:pt x="51" y="2525"/>
                </a:cubicBezTo>
                <a:cubicBezTo>
                  <a:pt x="40" y="2508"/>
                  <a:pt x="31" y="2491"/>
                  <a:pt x="23" y="2472"/>
                </a:cubicBezTo>
                <a:cubicBezTo>
                  <a:pt x="15" y="2454"/>
                  <a:pt x="9" y="2435"/>
                  <a:pt x="6" y="2415"/>
                </a:cubicBezTo>
                <a:cubicBezTo>
                  <a:pt x="2" y="2396"/>
                  <a:pt x="0" y="2376"/>
                  <a:pt x="0" y="23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2" name=""/>
          <p:cNvSpPr/>
          <p:nvPr/>
        </p:nvSpPr>
        <p:spPr>
          <a:xfrm>
            <a:off x="45684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3" name=""/>
          <p:cNvSpPr/>
          <p:nvPr/>
        </p:nvSpPr>
        <p:spPr>
          <a:xfrm>
            <a:off x="45684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4" name=""/>
          <p:cNvSpPr/>
          <p:nvPr/>
        </p:nvSpPr>
        <p:spPr>
          <a:xfrm>
            <a:off x="45684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5" name=""/>
          <p:cNvSpPr/>
          <p:nvPr/>
        </p:nvSpPr>
        <p:spPr>
          <a:xfrm>
            <a:off x="45684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6" name=""/>
          <p:cNvSpPr/>
          <p:nvPr/>
        </p:nvSpPr>
        <p:spPr>
          <a:xfrm>
            <a:off x="1813320" y="3103200"/>
            <a:ext cx="103320" cy="145800"/>
          </a:xfrm>
          <a:custGeom>
            <a:avLst/>
            <a:gdLst/>
            <a:ahLst/>
            <a:rect l="0" t="0" r="r" b="b"/>
            <a:pathLst>
              <a:path w="287" h="405">
                <a:moveTo>
                  <a:pt x="0" y="0"/>
                </a:moveTo>
                <a:lnTo>
                  <a:pt x="0" y="47"/>
                </a:lnTo>
                <a:lnTo>
                  <a:pt x="239" y="47"/>
                </a:lnTo>
                <a:lnTo>
                  <a:pt x="239" y="405"/>
                </a:lnTo>
                <a:lnTo>
                  <a:pt x="287" y="405"/>
                </a:lnTo>
                <a:lnTo>
                  <a:pt x="287" y="47"/>
                </a:lnTo>
                <a:cubicBezTo>
                  <a:pt x="287" y="41"/>
                  <a:pt x="286" y="35"/>
                  <a:pt x="283" y="29"/>
                </a:cubicBezTo>
                <a:cubicBezTo>
                  <a:pt x="281" y="23"/>
                  <a:pt x="277" y="18"/>
                  <a:pt x="273" y="14"/>
                </a:cubicBezTo>
                <a:cubicBezTo>
                  <a:pt x="268" y="9"/>
                  <a:pt x="263" y="6"/>
                  <a:pt x="257" y="3"/>
                </a:cubicBezTo>
                <a:cubicBezTo>
                  <a:pt x="252" y="1"/>
                  <a:pt x="246" y="0"/>
                  <a:pt x="239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7" name=""/>
          <p:cNvSpPr/>
          <p:nvPr/>
        </p:nvSpPr>
        <p:spPr>
          <a:xfrm>
            <a:off x="1770480" y="3146040"/>
            <a:ext cx="103320" cy="145800"/>
          </a:xfrm>
          <a:custGeom>
            <a:avLst/>
            <a:gdLst/>
            <a:ahLst/>
            <a:rect l="0" t="0" r="r" b="b"/>
            <a:pathLst>
              <a:path w="287" h="405">
                <a:moveTo>
                  <a:pt x="0" y="0"/>
                </a:moveTo>
                <a:lnTo>
                  <a:pt x="0" y="47"/>
                </a:lnTo>
                <a:lnTo>
                  <a:pt x="239" y="47"/>
                </a:lnTo>
                <a:lnTo>
                  <a:pt x="239" y="405"/>
                </a:lnTo>
                <a:lnTo>
                  <a:pt x="287" y="405"/>
                </a:lnTo>
                <a:lnTo>
                  <a:pt x="287" y="47"/>
                </a:lnTo>
                <a:cubicBezTo>
                  <a:pt x="287" y="41"/>
                  <a:pt x="286" y="35"/>
                  <a:pt x="283" y="29"/>
                </a:cubicBezTo>
                <a:cubicBezTo>
                  <a:pt x="281" y="23"/>
                  <a:pt x="277" y="18"/>
                  <a:pt x="273" y="14"/>
                </a:cubicBezTo>
                <a:cubicBezTo>
                  <a:pt x="268" y="9"/>
                  <a:pt x="263" y="6"/>
                  <a:pt x="257" y="3"/>
                </a:cubicBezTo>
                <a:cubicBezTo>
                  <a:pt x="252" y="1"/>
                  <a:pt x="245" y="0"/>
                  <a:pt x="239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8" name=""/>
          <p:cNvSpPr/>
          <p:nvPr/>
        </p:nvSpPr>
        <p:spPr>
          <a:xfrm>
            <a:off x="1710360" y="3188880"/>
            <a:ext cx="120600" cy="154440"/>
          </a:xfrm>
          <a:custGeom>
            <a:avLst/>
            <a:gdLst/>
            <a:ahLst/>
            <a:rect l="0" t="0" r="r" b="b"/>
            <a:pathLst>
              <a:path w="335" h="429">
                <a:moveTo>
                  <a:pt x="48" y="0"/>
                </a:moveTo>
                <a:lnTo>
                  <a:pt x="287" y="0"/>
                </a:lnTo>
                <a:cubicBezTo>
                  <a:pt x="293" y="0"/>
                  <a:pt x="300" y="1"/>
                  <a:pt x="305" y="3"/>
                </a:cubicBezTo>
                <a:cubicBezTo>
                  <a:pt x="311" y="6"/>
                  <a:pt x="316" y="9"/>
                  <a:pt x="321" y="14"/>
                </a:cubicBezTo>
                <a:cubicBezTo>
                  <a:pt x="325" y="18"/>
                  <a:pt x="329" y="23"/>
                  <a:pt x="331" y="29"/>
                </a:cubicBezTo>
                <a:cubicBezTo>
                  <a:pt x="334" y="35"/>
                  <a:pt x="335" y="41"/>
                  <a:pt x="335" y="47"/>
                </a:cubicBezTo>
                <a:lnTo>
                  <a:pt x="335" y="382"/>
                </a:lnTo>
                <a:cubicBezTo>
                  <a:pt x="335" y="388"/>
                  <a:pt x="334" y="394"/>
                  <a:pt x="331" y="400"/>
                </a:cubicBezTo>
                <a:cubicBezTo>
                  <a:pt x="329" y="406"/>
                  <a:pt x="325" y="411"/>
                  <a:pt x="321" y="415"/>
                </a:cubicBezTo>
                <a:cubicBezTo>
                  <a:pt x="316" y="420"/>
                  <a:pt x="311" y="423"/>
                  <a:pt x="305" y="426"/>
                </a:cubicBezTo>
                <a:cubicBezTo>
                  <a:pt x="300" y="428"/>
                  <a:pt x="293" y="429"/>
                  <a:pt x="287" y="429"/>
                </a:cubicBezTo>
                <a:lnTo>
                  <a:pt x="48" y="429"/>
                </a:lnTo>
                <a:cubicBezTo>
                  <a:pt x="42" y="429"/>
                  <a:pt x="36" y="428"/>
                  <a:pt x="30" y="426"/>
                </a:cubicBezTo>
                <a:cubicBezTo>
                  <a:pt x="24" y="423"/>
                  <a:pt x="19" y="420"/>
                  <a:pt x="14" y="415"/>
                </a:cubicBezTo>
                <a:cubicBezTo>
                  <a:pt x="10" y="411"/>
                  <a:pt x="6" y="406"/>
                  <a:pt x="4" y="400"/>
                </a:cubicBezTo>
                <a:cubicBezTo>
                  <a:pt x="2" y="394"/>
                  <a:pt x="0" y="388"/>
                  <a:pt x="0" y="382"/>
                </a:cubicBezTo>
                <a:lnTo>
                  <a:pt x="0" y="47"/>
                </a:lnTo>
                <a:cubicBezTo>
                  <a:pt x="0" y="41"/>
                  <a:pt x="2" y="35"/>
                  <a:pt x="4" y="29"/>
                </a:cubicBezTo>
                <a:cubicBezTo>
                  <a:pt x="6" y="23"/>
                  <a:pt x="10" y="18"/>
                  <a:pt x="14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moveTo>
                  <a:pt x="287" y="47"/>
                </a:moveTo>
                <a:lnTo>
                  <a:pt x="48" y="47"/>
                </a:lnTo>
                <a:lnTo>
                  <a:pt x="48" y="382"/>
                </a:lnTo>
                <a:lnTo>
                  <a:pt x="287" y="382"/>
                </a:lnTo>
                <a:lnTo>
                  <a:pt x="287" y="47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9" name=""/>
          <p:cNvSpPr txBox="1"/>
          <p:nvPr/>
        </p:nvSpPr>
        <p:spPr>
          <a:xfrm>
            <a:off x="649440" y="2399760"/>
            <a:ext cx="85032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Hoe versioneren we op het niveau van een koppeling, zonder te breken wat al draait?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0" name=""/>
          <p:cNvSpPr/>
          <p:nvPr/>
        </p:nvSpPr>
        <p:spPr>
          <a:xfrm>
            <a:off x="3309840" y="2943000"/>
            <a:ext cx="2714760" cy="957600"/>
          </a:xfrm>
          <a:custGeom>
            <a:avLst/>
            <a:gdLst/>
            <a:ahLst/>
            <a:rect l="0" t="0" r="r" b="b"/>
            <a:pathLst>
              <a:path w="7541" h="2660">
                <a:moveTo>
                  <a:pt x="0" y="235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5" y="180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7237" y="0"/>
                </a:lnTo>
                <a:cubicBezTo>
                  <a:pt x="7257" y="0"/>
                  <a:pt x="7277" y="2"/>
                  <a:pt x="7296" y="5"/>
                </a:cubicBezTo>
                <a:cubicBezTo>
                  <a:pt x="7316" y="9"/>
                  <a:pt x="7335" y="14"/>
                  <a:pt x="7354" y="20"/>
                </a:cubicBezTo>
                <a:cubicBezTo>
                  <a:pt x="7372" y="27"/>
                  <a:pt x="7390" y="35"/>
                  <a:pt x="7406" y="45"/>
                </a:cubicBezTo>
                <a:cubicBezTo>
                  <a:pt x="7423" y="54"/>
                  <a:pt x="7438" y="65"/>
                  <a:pt x="7452" y="78"/>
                </a:cubicBezTo>
                <a:cubicBezTo>
                  <a:pt x="7466" y="90"/>
                  <a:pt x="7479" y="103"/>
                  <a:pt x="7490" y="118"/>
                </a:cubicBezTo>
                <a:cubicBezTo>
                  <a:pt x="7501" y="132"/>
                  <a:pt x="7511" y="147"/>
                  <a:pt x="7518" y="163"/>
                </a:cubicBezTo>
                <a:cubicBezTo>
                  <a:pt x="7526" y="180"/>
                  <a:pt x="7532" y="196"/>
                  <a:pt x="7536" y="213"/>
                </a:cubicBezTo>
                <a:cubicBezTo>
                  <a:pt x="7539" y="230"/>
                  <a:pt x="7541" y="247"/>
                  <a:pt x="7541" y="265"/>
                </a:cubicBezTo>
                <a:lnTo>
                  <a:pt x="7541" y="2356"/>
                </a:lnTo>
                <a:cubicBezTo>
                  <a:pt x="7541" y="2376"/>
                  <a:pt x="7539" y="2396"/>
                  <a:pt x="7536" y="2415"/>
                </a:cubicBezTo>
                <a:cubicBezTo>
                  <a:pt x="7532" y="2435"/>
                  <a:pt x="7526" y="2454"/>
                  <a:pt x="7518" y="2472"/>
                </a:cubicBezTo>
                <a:cubicBezTo>
                  <a:pt x="7511" y="2491"/>
                  <a:pt x="7501" y="2508"/>
                  <a:pt x="7490" y="2525"/>
                </a:cubicBezTo>
                <a:cubicBezTo>
                  <a:pt x="7479" y="2542"/>
                  <a:pt x="7466" y="2557"/>
                  <a:pt x="7452" y="2571"/>
                </a:cubicBezTo>
                <a:cubicBezTo>
                  <a:pt x="7438" y="2585"/>
                  <a:pt x="7423" y="2598"/>
                  <a:pt x="7406" y="2609"/>
                </a:cubicBezTo>
                <a:cubicBezTo>
                  <a:pt x="7390" y="2620"/>
                  <a:pt x="7372" y="2629"/>
                  <a:pt x="7354" y="2637"/>
                </a:cubicBezTo>
                <a:cubicBezTo>
                  <a:pt x="7335" y="2645"/>
                  <a:pt x="7316" y="2650"/>
                  <a:pt x="7296" y="2654"/>
                </a:cubicBezTo>
                <a:cubicBezTo>
                  <a:pt x="7277" y="2658"/>
                  <a:pt x="7257" y="2660"/>
                  <a:pt x="7237" y="2660"/>
                </a:cubicBezTo>
                <a:lnTo>
                  <a:pt x="304" y="2660"/>
                </a:lnTo>
                <a:cubicBezTo>
                  <a:pt x="284" y="2660"/>
                  <a:pt x="264" y="2658"/>
                  <a:pt x="245" y="2654"/>
                </a:cubicBezTo>
                <a:cubicBezTo>
                  <a:pt x="225" y="2650"/>
                  <a:pt x="206" y="2645"/>
                  <a:pt x="188" y="2637"/>
                </a:cubicBezTo>
                <a:cubicBezTo>
                  <a:pt x="169" y="2629"/>
                  <a:pt x="152" y="2620"/>
                  <a:pt x="135" y="2609"/>
                </a:cubicBezTo>
                <a:cubicBezTo>
                  <a:pt x="118" y="2598"/>
                  <a:pt x="103" y="2585"/>
                  <a:pt x="89" y="2571"/>
                </a:cubicBezTo>
                <a:cubicBezTo>
                  <a:pt x="75" y="2557"/>
                  <a:pt x="62" y="2542"/>
                  <a:pt x="51" y="2525"/>
                </a:cubicBezTo>
                <a:cubicBezTo>
                  <a:pt x="40" y="2508"/>
                  <a:pt x="31" y="2491"/>
                  <a:pt x="23" y="2472"/>
                </a:cubicBezTo>
                <a:cubicBezTo>
                  <a:pt x="15" y="2454"/>
                  <a:pt x="10" y="2435"/>
                  <a:pt x="6" y="2415"/>
                </a:cubicBezTo>
                <a:cubicBezTo>
                  <a:pt x="2" y="2396"/>
                  <a:pt x="0" y="2376"/>
                  <a:pt x="0" y="23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1" name=""/>
          <p:cNvSpPr/>
          <p:nvPr/>
        </p:nvSpPr>
        <p:spPr>
          <a:xfrm>
            <a:off x="3305160" y="2923920"/>
            <a:ext cx="2724480" cy="981360"/>
          </a:xfrm>
          <a:custGeom>
            <a:avLst/>
            <a:gdLst/>
            <a:ahLst/>
            <a:rect l="0" t="0" r="r" b="b"/>
            <a:pathLst>
              <a:path w="7568" h="2726">
                <a:moveTo>
                  <a:pt x="0" y="0"/>
                </a:moveTo>
                <a:lnTo>
                  <a:pt x="7568" y="0"/>
                </a:lnTo>
                <a:lnTo>
                  <a:pt x="756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2" name=""/>
          <p:cNvSpPr/>
          <p:nvPr/>
        </p:nvSpPr>
        <p:spPr>
          <a:xfrm>
            <a:off x="3305160" y="2923920"/>
            <a:ext cx="2724480" cy="981360"/>
          </a:xfrm>
          <a:custGeom>
            <a:avLst/>
            <a:gdLst/>
            <a:ahLst/>
            <a:rect l="0" t="0" r="r" b="b"/>
            <a:pathLst>
              <a:path w="7568" h="2726">
                <a:moveTo>
                  <a:pt x="0" y="0"/>
                </a:moveTo>
                <a:lnTo>
                  <a:pt x="7568" y="0"/>
                </a:lnTo>
                <a:lnTo>
                  <a:pt x="756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3" name=""/>
          <p:cNvSpPr/>
          <p:nvPr/>
        </p:nvSpPr>
        <p:spPr>
          <a:xfrm>
            <a:off x="3305160" y="2923920"/>
            <a:ext cx="2724480" cy="981360"/>
          </a:xfrm>
          <a:custGeom>
            <a:avLst/>
            <a:gdLst/>
            <a:ahLst/>
            <a:rect l="0" t="0" r="r" b="b"/>
            <a:pathLst>
              <a:path w="7568" h="2726">
                <a:moveTo>
                  <a:pt x="0" y="0"/>
                </a:moveTo>
                <a:lnTo>
                  <a:pt x="7568" y="0"/>
                </a:lnTo>
                <a:lnTo>
                  <a:pt x="756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4" name=""/>
          <p:cNvSpPr/>
          <p:nvPr/>
        </p:nvSpPr>
        <p:spPr>
          <a:xfrm>
            <a:off x="3305160" y="2923920"/>
            <a:ext cx="2724480" cy="981360"/>
          </a:xfrm>
          <a:custGeom>
            <a:avLst/>
            <a:gdLst/>
            <a:ahLst/>
            <a:rect l="0" t="0" r="r" b="b"/>
            <a:pathLst>
              <a:path w="7568" h="2726">
                <a:moveTo>
                  <a:pt x="0" y="0"/>
                </a:moveTo>
                <a:lnTo>
                  <a:pt x="7568" y="0"/>
                </a:lnTo>
                <a:lnTo>
                  <a:pt x="756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5" name=""/>
          <p:cNvSpPr/>
          <p:nvPr/>
        </p:nvSpPr>
        <p:spPr>
          <a:xfrm>
            <a:off x="4550760" y="3103200"/>
            <a:ext cx="240480" cy="240120"/>
          </a:xfrm>
          <a:custGeom>
            <a:avLst/>
            <a:gdLst/>
            <a:ahLst/>
            <a:rect l="0" t="0" r="r" b="b"/>
            <a:pathLst>
              <a:path w="668" h="667">
                <a:moveTo>
                  <a:pt x="334" y="0"/>
                </a:moveTo>
                <a:cubicBezTo>
                  <a:pt x="312" y="0"/>
                  <a:pt x="290" y="2"/>
                  <a:pt x="269" y="6"/>
                </a:cubicBezTo>
                <a:cubicBezTo>
                  <a:pt x="247" y="10"/>
                  <a:pt x="226" y="17"/>
                  <a:pt x="206" y="25"/>
                </a:cubicBezTo>
                <a:cubicBezTo>
                  <a:pt x="186" y="33"/>
                  <a:pt x="167" y="44"/>
                  <a:pt x="148" y="56"/>
                </a:cubicBezTo>
                <a:cubicBezTo>
                  <a:pt x="130" y="68"/>
                  <a:pt x="113" y="82"/>
                  <a:pt x="98" y="97"/>
                </a:cubicBezTo>
                <a:cubicBezTo>
                  <a:pt x="82" y="113"/>
                  <a:pt x="69" y="130"/>
                  <a:pt x="56" y="148"/>
                </a:cubicBezTo>
                <a:cubicBezTo>
                  <a:pt x="44" y="166"/>
                  <a:pt x="34" y="185"/>
                  <a:pt x="26" y="205"/>
                </a:cubicBezTo>
                <a:cubicBezTo>
                  <a:pt x="17" y="226"/>
                  <a:pt x="11" y="246"/>
                  <a:pt x="7" y="268"/>
                </a:cubicBezTo>
                <a:cubicBezTo>
                  <a:pt x="2" y="289"/>
                  <a:pt x="0" y="311"/>
                  <a:pt x="0" y="333"/>
                </a:cubicBezTo>
                <a:cubicBezTo>
                  <a:pt x="0" y="355"/>
                  <a:pt x="2" y="378"/>
                  <a:pt x="7" y="399"/>
                </a:cubicBezTo>
                <a:cubicBezTo>
                  <a:pt x="11" y="420"/>
                  <a:pt x="17" y="441"/>
                  <a:pt x="26" y="462"/>
                </a:cubicBezTo>
                <a:cubicBezTo>
                  <a:pt x="34" y="482"/>
                  <a:pt x="44" y="501"/>
                  <a:pt x="56" y="519"/>
                </a:cubicBezTo>
                <a:cubicBezTo>
                  <a:pt x="69" y="537"/>
                  <a:pt x="82" y="554"/>
                  <a:pt x="98" y="570"/>
                </a:cubicBezTo>
                <a:cubicBezTo>
                  <a:pt x="113" y="585"/>
                  <a:pt x="130" y="599"/>
                  <a:pt x="148" y="611"/>
                </a:cubicBezTo>
                <a:cubicBezTo>
                  <a:pt x="167" y="623"/>
                  <a:pt x="186" y="634"/>
                  <a:pt x="206" y="642"/>
                </a:cubicBezTo>
                <a:cubicBezTo>
                  <a:pt x="226" y="650"/>
                  <a:pt x="247" y="657"/>
                  <a:pt x="269" y="661"/>
                </a:cubicBezTo>
                <a:cubicBezTo>
                  <a:pt x="290" y="665"/>
                  <a:pt x="312" y="667"/>
                  <a:pt x="334" y="667"/>
                </a:cubicBezTo>
                <a:cubicBezTo>
                  <a:pt x="357" y="667"/>
                  <a:pt x="378" y="665"/>
                  <a:pt x="400" y="661"/>
                </a:cubicBezTo>
                <a:cubicBezTo>
                  <a:pt x="421" y="657"/>
                  <a:pt x="442" y="650"/>
                  <a:pt x="462" y="642"/>
                </a:cubicBezTo>
                <a:cubicBezTo>
                  <a:pt x="482" y="634"/>
                  <a:pt x="502" y="623"/>
                  <a:pt x="520" y="611"/>
                </a:cubicBezTo>
                <a:cubicBezTo>
                  <a:pt x="538" y="599"/>
                  <a:pt x="555" y="585"/>
                  <a:pt x="570" y="570"/>
                </a:cubicBezTo>
                <a:cubicBezTo>
                  <a:pt x="586" y="554"/>
                  <a:pt x="600" y="537"/>
                  <a:pt x="612" y="519"/>
                </a:cubicBezTo>
                <a:cubicBezTo>
                  <a:pt x="624" y="501"/>
                  <a:pt x="634" y="482"/>
                  <a:pt x="643" y="462"/>
                </a:cubicBezTo>
                <a:cubicBezTo>
                  <a:pt x="651" y="441"/>
                  <a:pt x="657" y="420"/>
                  <a:pt x="662" y="399"/>
                </a:cubicBezTo>
                <a:cubicBezTo>
                  <a:pt x="666" y="378"/>
                  <a:pt x="668" y="355"/>
                  <a:pt x="668" y="333"/>
                </a:cubicBezTo>
                <a:cubicBezTo>
                  <a:pt x="668" y="311"/>
                  <a:pt x="666" y="289"/>
                  <a:pt x="662" y="268"/>
                </a:cubicBezTo>
                <a:cubicBezTo>
                  <a:pt x="657" y="246"/>
                  <a:pt x="651" y="226"/>
                  <a:pt x="643" y="205"/>
                </a:cubicBezTo>
                <a:cubicBezTo>
                  <a:pt x="634" y="185"/>
                  <a:pt x="624" y="166"/>
                  <a:pt x="612" y="148"/>
                </a:cubicBezTo>
                <a:cubicBezTo>
                  <a:pt x="600" y="130"/>
                  <a:pt x="586" y="113"/>
                  <a:pt x="570" y="97"/>
                </a:cubicBezTo>
                <a:cubicBezTo>
                  <a:pt x="555" y="82"/>
                  <a:pt x="538" y="68"/>
                  <a:pt x="520" y="56"/>
                </a:cubicBezTo>
                <a:cubicBezTo>
                  <a:pt x="502" y="44"/>
                  <a:pt x="482" y="33"/>
                  <a:pt x="462" y="25"/>
                </a:cubicBezTo>
                <a:cubicBezTo>
                  <a:pt x="442" y="17"/>
                  <a:pt x="421" y="10"/>
                  <a:pt x="400" y="6"/>
                </a:cubicBezTo>
                <a:cubicBezTo>
                  <a:pt x="378" y="2"/>
                  <a:pt x="357" y="0"/>
                  <a:pt x="334" y="0"/>
                </a:cubicBezTo>
                <a:moveTo>
                  <a:pt x="334" y="620"/>
                </a:moveTo>
                <a:cubicBezTo>
                  <a:pt x="315" y="620"/>
                  <a:pt x="296" y="618"/>
                  <a:pt x="278" y="614"/>
                </a:cubicBezTo>
                <a:cubicBezTo>
                  <a:pt x="259" y="611"/>
                  <a:pt x="242" y="605"/>
                  <a:pt x="224" y="598"/>
                </a:cubicBezTo>
                <a:cubicBezTo>
                  <a:pt x="207" y="591"/>
                  <a:pt x="190" y="582"/>
                  <a:pt x="175" y="572"/>
                </a:cubicBezTo>
                <a:cubicBezTo>
                  <a:pt x="159" y="561"/>
                  <a:pt x="145" y="549"/>
                  <a:pt x="132" y="536"/>
                </a:cubicBezTo>
                <a:cubicBezTo>
                  <a:pt x="118" y="523"/>
                  <a:pt x="106" y="508"/>
                  <a:pt x="96" y="493"/>
                </a:cubicBezTo>
                <a:cubicBezTo>
                  <a:pt x="86" y="477"/>
                  <a:pt x="77" y="461"/>
                  <a:pt x="70" y="443"/>
                </a:cubicBezTo>
                <a:cubicBezTo>
                  <a:pt x="62" y="426"/>
                  <a:pt x="57" y="408"/>
                  <a:pt x="53" y="390"/>
                </a:cubicBezTo>
                <a:cubicBezTo>
                  <a:pt x="50" y="370"/>
                  <a:pt x="48" y="352"/>
                  <a:pt x="48" y="333"/>
                </a:cubicBezTo>
                <a:cubicBezTo>
                  <a:pt x="48" y="314"/>
                  <a:pt x="50" y="296"/>
                  <a:pt x="53" y="277"/>
                </a:cubicBezTo>
                <a:cubicBezTo>
                  <a:pt x="57" y="259"/>
                  <a:pt x="62" y="241"/>
                  <a:pt x="70" y="224"/>
                </a:cubicBezTo>
                <a:cubicBezTo>
                  <a:pt x="77" y="206"/>
                  <a:pt x="86" y="190"/>
                  <a:pt x="96" y="174"/>
                </a:cubicBezTo>
                <a:cubicBezTo>
                  <a:pt x="106" y="159"/>
                  <a:pt x="118" y="144"/>
                  <a:pt x="132" y="131"/>
                </a:cubicBezTo>
                <a:cubicBezTo>
                  <a:pt x="145" y="118"/>
                  <a:pt x="159" y="106"/>
                  <a:pt x="175" y="95"/>
                </a:cubicBezTo>
                <a:cubicBezTo>
                  <a:pt x="190" y="85"/>
                  <a:pt x="207" y="76"/>
                  <a:pt x="224" y="69"/>
                </a:cubicBezTo>
                <a:cubicBezTo>
                  <a:pt x="242" y="62"/>
                  <a:pt x="259" y="56"/>
                  <a:pt x="278" y="53"/>
                </a:cubicBezTo>
                <a:cubicBezTo>
                  <a:pt x="296" y="49"/>
                  <a:pt x="315" y="47"/>
                  <a:pt x="334" y="47"/>
                </a:cubicBezTo>
                <a:cubicBezTo>
                  <a:pt x="353" y="47"/>
                  <a:pt x="372" y="49"/>
                  <a:pt x="390" y="53"/>
                </a:cubicBezTo>
                <a:cubicBezTo>
                  <a:pt x="409" y="56"/>
                  <a:pt x="427" y="62"/>
                  <a:pt x="444" y="69"/>
                </a:cubicBezTo>
                <a:cubicBezTo>
                  <a:pt x="461" y="76"/>
                  <a:pt x="478" y="85"/>
                  <a:pt x="493" y="95"/>
                </a:cubicBezTo>
                <a:cubicBezTo>
                  <a:pt x="509" y="106"/>
                  <a:pt x="523" y="118"/>
                  <a:pt x="537" y="131"/>
                </a:cubicBezTo>
                <a:cubicBezTo>
                  <a:pt x="550" y="144"/>
                  <a:pt x="562" y="159"/>
                  <a:pt x="572" y="174"/>
                </a:cubicBezTo>
                <a:cubicBezTo>
                  <a:pt x="583" y="190"/>
                  <a:pt x="591" y="206"/>
                  <a:pt x="599" y="224"/>
                </a:cubicBezTo>
                <a:cubicBezTo>
                  <a:pt x="606" y="241"/>
                  <a:pt x="611" y="259"/>
                  <a:pt x="615" y="277"/>
                </a:cubicBezTo>
                <a:cubicBezTo>
                  <a:pt x="619" y="296"/>
                  <a:pt x="620" y="314"/>
                  <a:pt x="620" y="333"/>
                </a:cubicBezTo>
                <a:cubicBezTo>
                  <a:pt x="620" y="352"/>
                  <a:pt x="619" y="370"/>
                  <a:pt x="615" y="390"/>
                </a:cubicBezTo>
                <a:cubicBezTo>
                  <a:pt x="611" y="408"/>
                  <a:pt x="606" y="426"/>
                  <a:pt x="599" y="443"/>
                </a:cubicBezTo>
                <a:cubicBezTo>
                  <a:pt x="591" y="461"/>
                  <a:pt x="583" y="477"/>
                  <a:pt x="572" y="493"/>
                </a:cubicBezTo>
                <a:cubicBezTo>
                  <a:pt x="562" y="508"/>
                  <a:pt x="550" y="523"/>
                  <a:pt x="537" y="536"/>
                </a:cubicBezTo>
                <a:cubicBezTo>
                  <a:pt x="523" y="549"/>
                  <a:pt x="509" y="561"/>
                  <a:pt x="493" y="572"/>
                </a:cubicBezTo>
                <a:cubicBezTo>
                  <a:pt x="478" y="582"/>
                  <a:pt x="461" y="591"/>
                  <a:pt x="444" y="598"/>
                </a:cubicBezTo>
                <a:cubicBezTo>
                  <a:pt x="427" y="605"/>
                  <a:pt x="409" y="611"/>
                  <a:pt x="390" y="614"/>
                </a:cubicBezTo>
                <a:cubicBezTo>
                  <a:pt x="372" y="618"/>
                  <a:pt x="353" y="620"/>
                  <a:pt x="334" y="62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6" name=""/>
          <p:cNvSpPr/>
          <p:nvPr/>
        </p:nvSpPr>
        <p:spPr>
          <a:xfrm>
            <a:off x="4658040" y="3154320"/>
            <a:ext cx="25920" cy="146160"/>
          </a:xfrm>
          <a:custGeom>
            <a:avLst/>
            <a:gdLst/>
            <a:ahLst/>
            <a:rect l="0" t="0" r="r" b="b"/>
            <a:pathLst>
              <a:path w="72" h="406">
                <a:moveTo>
                  <a:pt x="12" y="0"/>
                </a:moveTo>
                <a:lnTo>
                  <a:pt x="60" y="0"/>
                </a:lnTo>
                <a:lnTo>
                  <a:pt x="60" y="262"/>
                </a:lnTo>
                <a:lnTo>
                  <a:pt x="12" y="262"/>
                </a:lnTo>
                <a:lnTo>
                  <a:pt x="12" y="0"/>
                </a:lnTo>
                <a:moveTo>
                  <a:pt x="37" y="335"/>
                </a:moveTo>
                <a:cubicBezTo>
                  <a:pt x="32" y="335"/>
                  <a:pt x="27" y="336"/>
                  <a:pt x="23" y="338"/>
                </a:cubicBezTo>
                <a:cubicBezTo>
                  <a:pt x="18" y="339"/>
                  <a:pt x="14" y="342"/>
                  <a:pt x="10" y="345"/>
                </a:cubicBezTo>
                <a:cubicBezTo>
                  <a:pt x="7" y="349"/>
                  <a:pt x="4" y="352"/>
                  <a:pt x="3" y="357"/>
                </a:cubicBezTo>
                <a:cubicBezTo>
                  <a:pt x="1" y="361"/>
                  <a:pt x="0" y="366"/>
                  <a:pt x="0" y="371"/>
                </a:cubicBezTo>
                <a:cubicBezTo>
                  <a:pt x="0" y="375"/>
                  <a:pt x="1" y="380"/>
                  <a:pt x="3" y="384"/>
                </a:cubicBezTo>
                <a:cubicBezTo>
                  <a:pt x="4" y="389"/>
                  <a:pt x="7" y="392"/>
                  <a:pt x="10" y="396"/>
                </a:cubicBezTo>
                <a:cubicBezTo>
                  <a:pt x="14" y="399"/>
                  <a:pt x="18" y="402"/>
                  <a:pt x="23" y="404"/>
                </a:cubicBezTo>
                <a:cubicBezTo>
                  <a:pt x="27" y="405"/>
                  <a:pt x="32" y="406"/>
                  <a:pt x="37" y="406"/>
                </a:cubicBezTo>
                <a:cubicBezTo>
                  <a:pt x="41" y="406"/>
                  <a:pt x="46" y="405"/>
                  <a:pt x="50" y="404"/>
                </a:cubicBezTo>
                <a:cubicBezTo>
                  <a:pt x="55" y="402"/>
                  <a:pt x="59" y="399"/>
                  <a:pt x="62" y="396"/>
                </a:cubicBezTo>
                <a:cubicBezTo>
                  <a:pt x="65" y="392"/>
                  <a:pt x="68" y="389"/>
                  <a:pt x="70" y="384"/>
                </a:cubicBezTo>
                <a:cubicBezTo>
                  <a:pt x="71" y="380"/>
                  <a:pt x="72" y="375"/>
                  <a:pt x="72" y="371"/>
                </a:cubicBezTo>
                <a:cubicBezTo>
                  <a:pt x="72" y="366"/>
                  <a:pt x="71" y="361"/>
                  <a:pt x="70" y="357"/>
                </a:cubicBezTo>
                <a:cubicBezTo>
                  <a:pt x="68" y="352"/>
                  <a:pt x="65" y="349"/>
                  <a:pt x="62" y="345"/>
                </a:cubicBezTo>
                <a:cubicBezTo>
                  <a:pt x="59" y="342"/>
                  <a:pt x="55" y="339"/>
                  <a:pt x="50" y="338"/>
                </a:cubicBezTo>
                <a:cubicBezTo>
                  <a:pt x="46" y="336"/>
                  <a:pt x="41" y="335"/>
                  <a:pt x="37" y="335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7" name=""/>
          <p:cNvSpPr txBox="1"/>
          <p:nvPr/>
        </p:nvSpPr>
        <p:spPr>
          <a:xfrm>
            <a:off x="609840" y="3431160"/>
            <a:ext cx="28476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Eén koppeling, opeenvolgende versies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8" name=""/>
          <p:cNvSpPr txBox="1"/>
          <p:nvPr/>
        </p:nvSpPr>
        <p:spPr>
          <a:xfrm>
            <a:off x="3524040" y="3431160"/>
            <a:ext cx="2710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Een nieuwe versie voelt als verplicht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9" name=""/>
          <p:cNvSpPr/>
          <p:nvPr/>
        </p:nvSpPr>
        <p:spPr>
          <a:xfrm>
            <a:off x="6167160" y="2943000"/>
            <a:ext cx="2705400" cy="957600"/>
          </a:xfrm>
          <a:custGeom>
            <a:avLst/>
            <a:gdLst/>
            <a:ahLst/>
            <a:rect l="0" t="0" r="r" b="b"/>
            <a:pathLst>
              <a:path w="7515" h="2660">
                <a:moveTo>
                  <a:pt x="0" y="235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80"/>
                  <a:pt x="23" y="163"/>
                </a:cubicBezTo>
                <a:cubicBezTo>
                  <a:pt x="31" y="147"/>
                  <a:pt x="40" y="132"/>
                  <a:pt x="52" y="118"/>
                </a:cubicBezTo>
                <a:cubicBezTo>
                  <a:pt x="63" y="103"/>
                  <a:pt x="75" y="90"/>
                  <a:pt x="89" y="78"/>
                </a:cubicBezTo>
                <a:cubicBezTo>
                  <a:pt x="104" y="65"/>
                  <a:pt x="119" y="54"/>
                  <a:pt x="135" y="45"/>
                </a:cubicBezTo>
                <a:cubicBezTo>
                  <a:pt x="152" y="35"/>
                  <a:pt x="170" y="27"/>
                  <a:pt x="188" y="20"/>
                </a:cubicBezTo>
                <a:cubicBezTo>
                  <a:pt x="207" y="14"/>
                  <a:pt x="226" y="9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7211" y="0"/>
                </a:lnTo>
                <a:cubicBezTo>
                  <a:pt x="7231" y="0"/>
                  <a:pt x="7251" y="2"/>
                  <a:pt x="7271" y="5"/>
                </a:cubicBezTo>
                <a:cubicBezTo>
                  <a:pt x="7290" y="9"/>
                  <a:pt x="7309" y="14"/>
                  <a:pt x="7328" y="20"/>
                </a:cubicBezTo>
                <a:cubicBezTo>
                  <a:pt x="7346" y="27"/>
                  <a:pt x="7364" y="35"/>
                  <a:pt x="7380" y="45"/>
                </a:cubicBezTo>
                <a:cubicBezTo>
                  <a:pt x="7397" y="54"/>
                  <a:pt x="7412" y="65"/>
                  <a:pt x="7426" y="78"/>
                </a:cubicBezTo>
                <a:cubicBezTo>
                  <a:pt x="7440" y="90"/>
                  <a:pt x="7453" y="103"/>
                  <a:pt x="7464" y="118"/>
                </a:cubicBezTo>
                <a:cubicBezTo>
                  <a:pt x="7475" y="132"/>
                  <a:pt x="7485" y="147"/>
                  <a:pt x="7492" y="163"/>
                </a:cubicBezTo>
                <a:cubicBezTo>
                  <a:pt x="7500" y="180"/>
                  <a:pt x="7506" y="196"/>
                  <a:pt x="7510" y="213"/>
                </a:cubicBezTo>
                <a:cubicBezTo>
                  <a:pt x="7513" y="230"/>
                  <a:pt x="7515" y="247"/>
                  <a:pt x="7515" y="265"/>
                </a:cubicBezTo>
                <a:lnTo>
                  <a:pt x="7515" y="2356"/>
                </a:lnTo>
                <a:cubicBezTo>
                  <a:pt x="7515" y="2376"/>
                  <a:pt x="7513" y="2396"/>
                  <a:pt x="7510" y="2415"/>
                </a:cubicBezTo>
                <a:cubicBezTo>
                  <a:pt x="7506" y="2435"/>
                  <a:pt x="7500" y="2454"/>
                  <a:pt x="7492" y="2472"/>
                </a:cubicBezTo>
                <a:cubicBezTo>
                  <a:pt x="7485" y="2491"/>
                  <a:pt x="7475" y="2508"/>
                  <a:pt x="7464" y="2525"/>
                </a:cubicBezTo>
                <a:cubicBezTo>
                  <a:pt x="7453" y="2542"/>
                  <a:pt x="7440" y="2557"/>
                  <a:pt x="7426" y="2571"/>
                </a:cubicBezTo>
                <a:cubicBezTo>
                  <a:pt x="7412" y="2585"/>
                  <a:pt x="7397" y="2598"/>
                  <a:pt x="7380" y="2609"/>
                </a:cubicBezTo>
                <a:cubicBezTo>
                  <a:pt x="7364" y="2620"/>
                  <a:pt x="7346" y="2629"/>
                  <a:pt x="7328" y="2637"/>
                </a:cubicBezTo>
                <a:cubicBezTo>
                  <a:pt x="7309" y="2645"/>
                  <a:pt x="7290" y="2650"/>
                  <a:pt x="7271" y="2654"/>
                </a:cubicBezTo>
                <a:cubicBezTo>
                  <a:pt x="7251" y="2658"/>
                  <a:pt x="7231" y="2660"/>
                  <a:pt x="7211" y="2660"/>
                </a:cubicBezTo>
                <a:lnTo>
                  <a:pt x="305" y="2660"/>
                </a:lnTo>
                <a:cubicBezTo>
                  <a:pt x="285" y="2660"/>
                  <a:pt x="265" y="2658"/>
                  <a:pt x="245" y="2654"/>
                </a:cubicBezTo>
                <a:cubicBezTo>
                  <a:pt x="226" y="2650"/>
                  <a:pt x="207" y="2645"/>
                  <a:pt x="188" y="2637"/>
                </a:cubicBezTo>
                <a:cubicBezTo>
                  <a:pt x="170" y="2629"/>
                  <a:pt x="152" y="2620"/>
                  <a:pt x="135" y="2609"/>
                </a:cubicBezTo>
                <a:cubicBezTo>
                  <a:pt x="119" y="2598"/>
                  <a:pt x="104" y="2585"/>
                  <a:pt x="89" y="2571"/>
                </a:cubicBezTo>
                <a:cubicBezTo>
                  <a:pt x="75" y="2557"/>
                  <a:pt x="63" y="2542"/>
                  <a:pt x="52" y="2525"/>
                </a:cubicBezTo>
                <a:cubicBezTo>
                  <a:pt x="40" y="2508"/>
                  <a:pt x="31" y="2491"/>
                  <a:pt x="23" y="2472"/>
                </a:cubicBezTo>
                <a:cubicBezTo>
                  <a:pt x="16" y="2454"/>
                  <a:pt x="10" y="2435"/>
                  <a:pt x="6" y="2415"/>
                </a:cubicBezTo>
                <a:cubicBezTo>
                  <a:pt x="2" y="2396"/>
                  <a:pt x="0" y="2376"/>
                  <a:pt x="0" y="23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0" name=""/>
          <p:cNvSpPr/>
          <p:nvPr/>
        </p:nvSpPr>
        <p:spPr>
          <a:xfrm>
            <a:off x="616248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1" name=""/>
          <p:cNvSpPr/>
          <p:nvPr/>
        </p:nvSpPr>
        <p:spPr>
          <a:xfrm>
            <a:off x="616248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2" name=""/>
          <p:cNvSpPr/>
          <p:nvPr/>
        </p:nvSpPr>
        <p:spPr>
          <a:xfrm>
            <a:off x="616248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3" name=""/>
          <p:cNvSpPr/>
          <p:nvPr/>
        </p:nvSpPr>
        <p:spPr>
          <a:xfrm>
            <a:off x="6162480" y="2923920"/>
            <a:ext cx="2715120" cy="981360"/>
          </a:xfrm>
          <a:custGeom>
            <a:avLst/>
            <a:gdLst/>
            <a:ahLst/>
            <a:rect l="0" t="0" r="r" b="b"/>
            <a:pathLst>
              <a:path w="7542" h="2726">
                <a:moveTo>
                  <a:pt x="0" y="0"/>
                </a:moveTo>
                <a:lnTo>
                  <a:pt x="7542" y="0"/>
                </a:lnTo>
                <a:lnTo>
                  <a:pt x="7542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4" name=""/>
          <p:cNvSpPr/>
          <p:nvPr/>
        </p:nvSpPr>
        <p:spPr>
          <a:xfrm>
            <a:off x="7398720" y="3103200"/>
            <a:ext cx="240480" cy="240120"/>
          </a:xfrm>
          <a:custGeom>
            <a:avLst/>
            <a:gdLst/>
            <a:ahLst/>
            <a:rect l="0" t="0" r="r" b="b"/>
            <a:pathLst>
              <a:path w="668" h="667">
                <a:moveTo>
                  <a:pt x="334" y="667"/>
                </a:moveTo>
                <a:cubicBezTo>
                  <a:pt x="312" y="667"/>
                  <a:pt x="290" y="665"/>
                  <a:pt x="269" y="661"/>
                </a:cubicBezTo>
                <a:cubicBezTo>
                  <a:pt x="247" y="657"/>
                  <a:pt x="226" y="650"/>
                  <a:pt x="206" y="642"/>
                </a:cubicBezTo>
                <a:cubicBezTo>
                  <a:pt x="186" y="634"/>
                  <a:pt x="167" y="623"/>
                  <a:pt x="148" y="611"/>
                </a:cubicBezTo>
                <a:cubicBezTo>
                  <a:pt x="130" y="599"/>
                  <a:pt x="113" y="585"/>
                  <a:pt x="98" y="570"/>
                </a:cubicBezTo>
                <a:cubicBezTo>
                  <a:pt x="82" y="554"/>
                  <a:pt x="69" y="537"/>
                  <a:pt x="57" y="519"/>
                </a:cubicBezTo>
                <a:cubicBezTo>
                  <a:pt x="44" y="501"/>
                  <a:pt x="34" y="482"/>
                  <a:pt x="26" y="462"/>
                </a:cubicBezTo>
                <a:cubicBezTo>
                  <a:pt x="17" y="441"/>
                  <a:pt x="11" y="420"/>
                  <a:pt x="7" y="399"/>
                </a:cubicBezTo>
                <a:cubicBezTo>
                  <a:pt x="2" y="378"/>
                  <a:pt x="0" y="355"/>
                  <a:pt x="0" y="333"/>
                </a:cubicBezTo>
                <a:cubicBezTo>
                  <a:pt x="0" y="311"/>
                  <a:pt x="2" y="289"/>
                  <a:pt x="7" y="268"/>
                </a:cubicBezTo>
                <a:cubicBezTo>
                  <a:pt x="11" y="246"/>
                  <a:pt x="17" y="226"/>
                  <a:pt x="26" y="205"/>
                </a:cubicBezTo>
                <a:cubicBezTo>
                  <a:pt x="34" y="185"/>
                  <a:pt x="44" y="166"/>
                  <a:pt x="57" y="148"/>
                </a:cubicBezTo>
                <a:cubicBezTo>
                  <a:pt x="69" y="130"/>
                  <a:pt x="82" y="113"/>
                  <a:pt x="98" y="97"/>
                </a:cubicBezTo>
                <a:cubicBezTo>
                  <a:pt x="113" y="82"/>
                  <a:pt x="130" y="68"/>
                  <a:pt x="148" y="56"/>
                </a:cubicBezTo>
                <a:cubicBezTo>
                  <a:pt x="167" y="44"/>
                  <a:pt x="186" y="33"/>
                  <a:pt x="206" y="25"/>
                </a:cubicBezTo>
                <a:cubicBezTo>
                  <a:pt x="226" y="17"/>
                  <a:pt x="247" y="10"/>
                  <a:pt x="269" y="6"/>
                </a:cubicBezTo>
                <a:cubicBezTo>
                  <a:pt x="290" y="2"/>
                  <a:pt x="312" y="0"/>
                  <a:pt x="334" y="0"/>
                </a:cubicBezTo>
                <a:cubicBezTo>
                  <a:pt x="356" y="0"/>
                  <a:pt x="377" y="2"/>
                  <a:pt x="399" y="6"/>
                </a:cubicBezTo>
                <a:cubicBezTo>
                  <a:pt x="420" y="10"/>
                  <a:pt x="442" y="17"/>
                  <a:pt x="462" y="25"/>
                </a:cubicBezTo>
                <a:cubicBezTo>
                  <a:pt x="482" y="33"/>
                  <a:pt x="502" y="44"/>
                  <a:pt x="520" y="56"/>
                </a:cubicBezTo>
                <a:cubicBezTo>
                  <a:pt x="538" y="68"/>
                  <a:pt x="555" y="82"/>
                  <a:pt x="570" y="97"/>
                </a:cubicBezTo>
                <a:cubicBezTo>
                  <a:pt x="586" y="113"/>
                  <a:pt x="600" y="130"/>
                  <a:pt x="612" y="148"/>
                </a:cubicBezTo>
                <a:cubicBezTo>
                  <a:pt x="624" y="166"/>
                  <a:pt x="634" y="185"/>
                  <a:pt x="643" y="205"/>
                </a:cubicBezTo>
                <a:cubicBezTo>
                  <a:pt x="651" y="226"/>
                  <a:pt x="657" y="246"/>
                  <a:pt x="662" y="268"/>
                </a:cubicBezTo>
                <a:cubicBezTo>
                  <a:pt x="666" y="289"/>
                  <a:pt x="668" y="311"/>
                  <a:pt x="668" y="333"/>
                </a:cubicBezTo>
                <a:cubicBezTo>
                  <a:pt x="668" y="355"/>
                  <a:pt x="666" y="378"/>
                  <a:pt x="662" y="399"/>
                </a:cubicBezTo>
                <a:cubicBezTo>
                  <a:pt x="657" y="420"/>
                  <a:pt x="651" y="441"/>
                  <a:pt x="643" y="462"/>
                </a:cubicBezTo>
                <a:cubicBezTo>
                  <a:pt x="634" y="482"/>
                  <a:pt x="624" y="501"/>
                  <a:pt x="612" y="519"/>
                </a:cubicBezTo>
                <a:cubicBezTo>
                  <a:pt x="600" y="537"/>
                  <a:pt x="586" y="554"/>
                  <a:pt x="570" y="570"/>
                </a:cubicBezTo>
                <a:cubicBezTo>
                  <a:pt x="555" y="585"/>
                  <a:pt x="538" y="599"/>
                  <a:pt x="520" y="611"/>
                </a:cubicBezTo>
                <a:cubicBezTo>
                  <a:pt x="502" y="623"/>
                  <a:pt x="482" y="634"/>
                  <a:pt x="462" y="642"/>
                </a:cubicBezTo>
                <a:cubicBezTo>
                  <a:pt x="442" y="650"/>
                  <a:pt x="420" y="657"/>
                  <a:pt x="399" y="661"/>
                </a:cubicBezTo>
                <a:cubicBezTo>
                  <a:pt x="377" y="665"/>
                  <a:pt x="356" y="667"/>
                  <a:pt x="334" y="667"/>
                </a:cubicBezTo>
                <a:moveTo>
                  <a:pt x="334" y="47"/>
                </a:moveTo>
                <a:cubicBezTo>
                  <a:pt x="315" y="47"/>
                  <a:pt x="296" y="49"/>
                  <a:pt x="278" y="53"/>
                </a:cubicBezTo>
                <a:cubicBezTo>
                  <a:pt x="260" y="56"/>
                  <a:pt x="242" y="62"/>
                  <a:pt x="224" y="69"/>
                </a:cubicBezTo>
                <a:cubicBezTo>
                  <a:pt x="207" y="76"/>
                  <a:pt x="191" y="85"/>
                  <a:pt x="175" y="95"/>
                </a:cubicBezTo>
                <a:cubicBezTo>
                  <a:pt x="159" y="106"/>
                  <a:pt x="145" y="118"/>
                  <a:pt x="132" y="131"/>
                </a:cubicBezTo>
                <a:cubicBezTo>
                  <a:pt x="118" y="144"/>
                  <a:pt x="107" y="159"/>
                  <a:pt x="96" y="174"/>
                </a:cubicBezTo>
                <a:cubicBezTo>
                  <a:pt x="86" y="190"/>
                  <a:pt x="77" y="206"/>
                  <a:pt x="70" y="224"/>
                </a:cubicBezTo>
                <a:cubicBezTo>
                  <a:pt x="63" y="241"/>
                  <a:pt x="57" y="259"/>
                  <a:pt x="53" y="277"/>
                </a:cubicBezTo>
                <a:cubicBezTo>
                  <a:pt x="50" y="296"/>
                  <a:pt x="48" y="314"/>
                  <a:pt x="48" y="333"/>
                </a:cubicBezTo>
                <a:cubicBezTo>
                  <a:pt x="48" y="352"/>
                  <a:pt x="50" y="370"/>
                  <a:pt x="53" y="390"/>
                </a:cubicBezTo>
                <a:cubicBezTo>
                  <a:pt x="57" y="408"/>
                  <a:pt x="63" y="426"/>
                  <a:pt x="70" y="443"/>
                </a:cubicBezTo>
                <a:cubicBezTo>
                  <a:pt x="77" y="461"/>
                  <a:pt x="86" y="477"/>
                  <a:pt x="96" y="493"/>
                </a:cubicBezTo>
                <a:cubicBezTo>
                  <a:pt x="107" y="508"/>
                  <a:pt x="118" y="523"/>
                  <a:pt x="132" y="536"/>
                </a:cubicBezTo>
                <a:cubicBezTo>
                  <a:pt x="145" y="549"/>
                  <a:pt x="159" y="561"/>
                  <a:pt x="175" y="572"/>
                </a:cubicBezTo>
                <a:cubicBezTo>
                  <a:pt x="191" y="582"/>
                  <a:pt x="207" y="591"/>
                  <a:pt x="224" y="598"/>
                </a:cubicBezTo>
                <a:cubicBezTo>
                  <a:pt x="242" y="605"/>
                  <a:pt x="260" y="611"/>
                  <a:pt x="278" y="614"/>
                </a:cubicBezTo>
                <a:cubicBezTo>
                  <a:pt x="296" y="618"/>
                  <a:pt x="315" y="620"/>
                  <a:pt x="334" y="620"/>
                </a:cubicBezTo>
                <a:cubicBezTo>
                  <a:pt x="352" y="620"/>
                  <a:pt x="371" y="618"/>
                  <a:pt x="389" y="614"/>
                </a:cubicBezTo>
                <a:cubicBezTo>
                  <a:pt x="408" y="611"/>
                  <a:pt x="426" y="605"/>
                  <a:pt x="444" y="598"/>
                </a:cubicBezTo>
                <a:cubicBezTo>
                  <a:pt x="461" y="591"/>
                  <a:pt x="478" y="582"/>
                  <a:pt x="493" y="572"/>
                </a:cubicBezTo>
                <a:cubicBezTo>
                  <a:pt x="509" y="561"/>
                  <a:pt x="523" y="549"/>
                  <a:pt x="537" y="536"/>
                </a:cubicBezTo>
                <a:cubicBezTo>
                  <a:pt x="550" y="523"/>
                  <a:pt x="562" y="508"/>
                  <a:pt x="572" y="493"/>
                </a:cubicBezTo>
                <a:cubicBezTo>
                  <a:pt x="583" y="477"/>
                  <a:pt x="591" y="461"/>
                  <a:pt x="599" y="443"/>
                </a:cubicBezTo>
                <a:cubicBezTo>
                  <a:pt x="606" y="426"/>
                  <a:pt x="611" y="408"/>
                  <a:pt x="615" y="390"/>
                </a:cubicBezTo>
                <a:cubicBezTo>
                  <a:pt x="619" y="370"/>
                  <a:pt x="620" y="352"/>
                  <a:pt x="620" y="333"/>
                </a:cubicBezTo>
                <a:cubicBezTo>
                  <a:pt x="620" y="314"/>
                  <a:pt x="619" y="296"/>
                  <a:pt x="615" y="277"/>
                </a:cubicBezTo>
                <a:cubicBezTo>
                  <a:pt x="611" y="259"/>
                  <a:pt x="606" y="241"/>
                  <a:pt x="599" y="224"/>
                </a:cubicBezTo>
                <a:cubicBezTo>
                  <a:pt x="591" y="206"/>
                  <a:pt x="583" y="190"/>
                  <a:pt x="572" y="174"/>
                </a:cubicBezTo>
                <a:cubicBezTo>
                  <a:pt x="562" y="159"/>
                  <a:pt x="550" y="144"/>
                  <a:pt x="537" y="131"/>
                </a:cubicBezTo>
                <a:cubicBezTo>
                  <a:pt x="523" y="118"/>
                  <a:pt x="509" y="106"/>
                  <a:pt x="493" y="95"/>
                </a:cubicBezTo>
                <a:cubicBezTo>
                  <a:pt x="478" y="85"/>
                  <a:pt x="461" y="76"/>
                  <a:pt x="444" y="69"/>
                </a:cubicBezTo>
                <a:cubicBezTo>
                  <a:pt x="426" y="62"/>
                  <a:pt x="408" y="56"/>
                  <a:pt x="389" y="53"/>
                </a:cubicBezTo>
                <a:cubicBezTo>
                  <a:pt x="371" y="49"/>
                  <a:pt x="352" y="47"/>
                  <a:pt x="334" y="47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5" name=""/>
          <p:cNvSpPr/>
          <p:nvPr/>
        </p:nvSpPr>
        <p:spPr>
          <a:xfrm>
            <a:off x="7510320" y="3146040"/>
            <a:ext cx="60480" cy="128880"/>
          </a:xfrm>
          <a:custGeom>
            <a:avLst/>
            <a:gdLst/>
            <a:ahLst/>
            <a:rect l="0" t="0" r="r" b="b"/>
            <a:pathLst>
              <a:path w="168" h="358">
                <a:moveTo>
                  <a:pt x="133" y="358"/>
                </a:moveTo>
                <a:lnTo>
                  <a:pt x="0" y="225"/>
                </a:lnTo>
                <a:lnTo>
                  <a:pt x="0" y="0"/>
                </a:lnTo>
                <a:lnTo>
                  <a:pt x="47" y="0"/>
                </a:lnTo>
                <a:lnTo>
                  <a:pt x="47" y="205"/>
                </a:lnTo>
                <a:lnTo>
                  <a:pt x="168" y="324"/>
                </a:lnTo>
                <a:lnTo>
                  <a:pt x="133" y="358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6" name=""/>
          <p:cNvSpPr txBox="1"/>
          <p:nvPr/>
        </p:nvSpPr>
        <p:spPr>
          <a:xfrm>
            <a:off x="4376520" y="3602520"/>
            <a:ext cx="6789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meegaan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7" name=""/>
          <p:cNvSpPr txBox="1"/>
          <p:nvPr/>
        </p:nvSpPr>
        <p:spPr>
          <a:xfrm>
            <a:off x="6328800" y="3431160"/>
            <a:ext cx="28504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Wat betekent dat voor wat vandaag in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8" name=""/>
          <p:cNvSpPr txBox="1"/>
          <p:nvPr/>
        </p:nvSpPr>
        <p:spPr>
          <a:xfrm>
            <a:off x="7019640" y="3602520"/>
            <a:ext cx="1134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productie staat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2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42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426" name=""/>
          <p:cNvSpPr txBox="1"/>
          <p:nvPr/>
        </p:nvSpPr>
        <p:spPr>
          <a:xfrm>
            <a:off x="457200" y="1494000"/>
            <a:ext cx="23918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VER S IO NER ING   ·  BLO K  VAN  G AR IK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7" name=""/>
          <p:cNvSpPr/>
          <p:nvPr/>
        </p:nvSpPr>
        <p:spPr>
          <a:xfrm>
            <a:off x="2120040" y="2735640"/>
            <a:ext cx="285480" cy="0"/>
          </a:xfrm>
          <a:custGeom>
            <a:avLst/>
            <a:gdLst/>
            <a:ahLst/>
            <a:rect l="0" t="0" r="r" b="b"/>
            <a:pathLst>
              <a:path fill="none" w="793" h="0">
                <a:moveTo>
                  <a:pt x="0" y="0"/>
                </a:moveTo>
                <a:lnTo>
                  <a:pt x="72" y="0"/>
                </a:lnTo>
                <a:cubicBezTo>
                  <a:pt x="143" y="0"/>
                  <a:pt x="287" y="0"/>
                  <a:pt x="419" y="0"/>
                </a:cubicBezTo>
                <a:cubicBezTo>
                  <a:pt x="551" y="0"/>
                  <a:pt x="672" y="0"/>
                  <a:pt x="732" y="0"/>
                </a:cubicBezTo>
                <a:lnTo>
                  <a:pt x="793" y="0"/>
                </a:lnTo>
              </a:path>
            </a:pathLst>
          </a:custGeom>
          <a:ln w="6120">
            <a:solidFill>
              <a:srgbClr val="dd784b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8" name=""/>
          <p:cNvSpPr/>
          <p:nvPr/>
        </p:nvSpPr>
        <p:spPr>
          <a:xfrm>
            <a:off x="2380680" y="271080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0" y="0"/>
                </a:moveTo>
                <a:lnTo>
                  <a:pt x="139" y="69"/>
                </a:lnTo>
                <a:lnTo>
                  <a:pt x="0" y="139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9" name=""/>
          <p:cNvSpPr/>
          <p:nvPr/>
        </p:nvSpPr>
        <p:spPr>
          <a:xfrm>
            <a:off x="2378160" y="2706840"/>
            <a:ext cx="57960" cy="57960"/>
          </a:xfrm>
          <a:custGeom>
            <a:avLst/>
            <a:gdLst/>
            <a:ahLst/>
            <a:rect l="0" t="0" r="r" b="b"/>
            <a:pathLst>
              <a:path w="161" h="161">
                <a:moveTo>
                  <a:pt x="22" y="11"/>
                </a:moveTo>
                <a:lnTo>
                  <a:pt x="35" y="17"/>
                </a:lnTo>
                <a:lnTo>
                  <a:pt x="28" y="29"/>
                </a:lnTo>
                <a:lnTo>
                  <a:pt x="16" y="23"/>
                </a:lnTo>
                <a:lnTo>
                  <a:pt x="22" y="11"/>
                </a:lnTo>
                <a:moveTo>
                  <a:pt x="35" y="17"/>
                </a:moveTo>
                <a:lnTo>
                  <a:pt x="48" y="23"/>
                </a:lnTo>
                <a:lnTo>
                  <a:pt x="42" y="36"/>
                </a:lnTo>
                <a:lnTo>
                  <a:pt x="28" y="29"/>
                </a:lnTo>
                <a:lnTo>
                  <a:pt x="35" y="17"/>
                </a:lnTo>
                <a:moveTo>
                  <a:pt x="48" y="23"/>
                </a:moveTo>
                <a:lnTo>
                  <a:pt x="60" y="29"/>
                </a:lnTo>
                <a:lnTo>
                  <a:pt x="54" y="42"/>
                </a:lnTo>
                <a:lnTo>
                  <a:pt x="42" y="36"/>
                </a:lnTo>
                <a:lnTo>
                  <a:pt x="48" y="23"/>
                </a:lnTo>
                <a:moveTo>
                  <a:pt x="60" y="29"/>
                </a:moveTo>
                <a:lnTo>
                  <a:pt x="72" y="36"/>
                </a:lnTo>
                <a:lnTo>
                  <a:pt x="66" y="48"/>
                </a:lnTo>
                <a:lnTo>
                  <a:pt x="54" y="42"/>
                </a:lnTo>
                <a:lnTo>
                  <a:pt x="60" y="29"/>
                </a:lnTo>
                <a:moveTo>
                  <a:pt x="72" y="36"/>
                </a:moveTo>
                <a:lnTo>
                  <a:pt x="85" y="42"/>
                </a:lnTo>
                <a:lnTo>
                  <a:pt x="79" y="54"/>
                </a:lnTo>
                <a:lnTo>
                  <a:pt x="66" y="48"/>
                </a:lnTo>
                <a:lnTo>
                  <a:pt x="72" y="36"/>
                </a:lnTo>
                <a:moveTo>
                  <a:pt x="85" y="42"/>
                </a:moveTo>
                <a:lnTo>
                  <a:pt x="97" y="48"/>
                </a:lnTo>
                <a:lnTo>
                  <a:pt x="91" y="60"/>
                </a:lnTo>
                <a:lnTo>
                  <a:pt x="79" y="54"/>
                </a:lnTo>
                <a:lnTo>
                  <a:pt x="85" y="42"/>
                </a:lnTo>
                <a:moveTo>
                  <a:pt x="97" y="48"/>
                </a:moveTo>
                <a:lnTo>
                  <a:pt x="109" y="54"/>
                </a:lnTo>
                <a:lnTo>
                  <a:pt x="103" y="66"/>
                </a:lnTo>
                <a:lnTo>
                  <a:pt x="91" y="60"/>
                </a:lnTo>
                <a:lnTo>
                  <a:pt x="97" y="48"/>
                </a:lnTo>
                <a:moveTo>
                  <a:pt x="109" y="54"/>
                </a:moveTo>
                <a:lnTo>
                  <a:pt x="122" y="60"/>
                </a:lnTo>
                <a:lnTo>
                  <a:pt x="116" y="73"/>
                </a:lnTo>
                <a:lnTo>
                  <a:pt x="103" y="66"/>
                </a:lnTo>
                <a:lnTo>
                  <a:pt x="109" y="54"/>
                </a:lnTo>
                <a:moveTo>
                  <a:pt x="122" y="60"/>
                </a:moveTo>
                <a:lnTo>
                  <a:pt x="134" y="66"/>
                </a:lnTo>
                <a:lnTo>
                  <a:pt x="128" y="79"/>
                </a:lnTo>
                <a:lnTo>
                  <a:pt x="116" y="73"/>
                </a:lnTo>
                <a:lnTo>
                  <a:pt x="122" y="60"/>
                </a:lnTo>
                <a:moveTo>
                  <a:pt x="134" y="66"/>
                </a:moveTo>
                <a:lnTo>
                  <a:pt x="146" y="73"/>
                </a:lnTo>
                <a:lnTo>
                  <a:pt x="140" y="86"/>
                </a:lnTo>
                <a:lnTo>
                  <a:pt x="128" y="79"/>
                </a:lnTo>
                <a:lnTo>
                  <a:pt x="134" y="66"/>
                </a:lnTo>
                <a:moveTo>
                  <a:pt x="146" y="73"/>
                </a:moveTo>
                <a:lnTo>
                  <a:pt x="161" y="80"/>
                </a:lnTo>
                <a:lnTo>
                  <a:pt x="139" y="92"/>
                </a:lnTo>
                <a:lnTo>
                  <a:pt x="132" y="79"/>
                </a:lnTo>
                <a:lnTo>
                  <a:pt x="142" y="74"/>
                </a:lnTo>
                <a:lnTo>
                  <a:pt x="146" y="80"/>
                </a:lnTo>
                <a:lnTo>
                  <a:pt x="142" y="87"/>
                </a:lnTo>
                <a:lnTo>
                  <a:pt x="140" y="86"/>
                </a:lnTo>
                <a:lnTo>
                  <a:pt x="146" y="73"/>
                </a:lnTo>
                <a:moveTo>
                  <a:pt x="139" y="92"/>
                </a:moveTo>
                <a:lnTo>
                  <a:pt x="126" y="98"/>
                </a:lnTo>
                <a:lnTo>
                  <a:pt x="120" y="86"/>
                </a:lnTo>
                <a:lnTo>
                  <a:pt x="132" y="79"/>
                </a:lnTo>
                <a:lnTo>
                  <a:pt x="139" y="92"/>
                </a:lnTo>
                <a:moveTo>
                  <a:pt x="126" y="98"/>
                </a:moveTo>
                <a:lnTo>
                  <a:pt x="114" y="104"/>
                </a:lnTo>
                <a:lnTo>
                  <a:pt x="108" y="92"/>
                </a:lnTo>
                <a:lnTo>
                  <a:pt x="120" y="86"/>
                </a:lnTo>
                <a:lnTo>
                  <a:pt x="126" y="98"/>
                </a:lnTo>
                <a:moveTo>
                  <a:pt x="114" y="104"/>
                </a:moveTo>
                <a:lnTo>
                  <a:pt x="102" y="111"/>
                </a:lnTo>
                <a:lnTo>
                  <a:pt x="95" y="98"/>
                </a:lnTo>
                <a:lnTo>
                  <a:pt x="108" y="92"/>
                </a:lnTo>
                <a:lnTo>
                  <a:pt x="114" y="104"/>
                </a:lnTo>
                <a:moveTo>
                  <a:pt x="102" y="111"/>
                </a:moveTo>
                <a:lnTo>
                  <a:pt x="89" y="117"/>
                </a:lnTo>
                <a:lnTo>
                  <a:pt x="83" y="104"/>
                </a:lnTo>
                <a:lnTo>
                  <a:pt x="95" y="98"/>
                </a:lnTo>
                <a:lnTo>
                  <a:pt x="102" y="111"/>
                </a:lnTo>
                <a:moveTo>
                  <a:pt x="89" y="117"/>
                </a:moveTo>
                <a:lnTo>
                  <a:pt x="77" y="123"/>
                </a:lnTo>
                <a:lnTo>
                  <a:pt x="71" y="111"/>
                </a:lnTo>
                <a:lnTo>
                  <a:pt x="83" y="104"/>
                </a:lnTo>
                <a:lnTo>
                  <a:pt x="89" y="117"/>
                </a:lnTo>
                <a:moveTo>
                  <a:pt x="77" y="123"/>
                </a:moveTo>
                <a:lnTo>
                  <a:pt x="65" y="129"/>
                </a:lnTo>
                <a:lnTo>
                  <a:pt x="58" y="117"/>
                </a:lnTo>
                <a:lnTo>
                  <a:pt x="71" y="111"/>
                </a:lnTo>
                <a:lnTo>
                  <a:pt x="77" y="123"/>
                </a:lnTo>
                <a:moveTo>
                  <a:pt x="65" y="129"/>
                </a:moveTo>
                <a:lnTo>
                  <a:pt x="52" y="135"/>
                </a:lnTo>
                <a:lnTo>
                  <a:pt x="46" y="123"/>
                </a:lnTo>
                <a:lnTo>
                  <a:pt x="58" y="117"/>
                </a:lnTo>
                <a:lnTo>
                  <a:pt x="65" y="129"/>
                </a:lnTo>
                <a:moveTo>
                  <a:pt x="52" y="135"/>
                </a:moveTo>
                <a:lnTo>
                  <a:pt x="40" y="141"/>
                </a:lnTo>
                <a:lnTo>
                  <a:pt x="33" y="129"/>
                </a:lnTo>
                <a:lnTo>
                  <a:pt x="46" y="123"/>
                </a:lnTo>
                <a:lnTo>
                  <a:pt x="52" y="135"/>
                </a:lnTo>
                <a:moveTo>
                  <a:pt x="40" y="141"/>
                </a:moveTo>
                <a:lnTo>
                  <a:pt x="27" y="148"/>
                </a:lnTo>
                <a:lnTo>
                  <a:pt x="20" y="135"/>
                </a:lnTo>
                <a:lnTo>
                  <a:pt x="33" y="129"/>
                </a:lnTo>
                <a:lnTo>
                  <a:pt x="40" y="141"/>
                </a:lnTo>
                <a:moveTo>
                  <a:pt x="27" y="148"/>
                </a:moveTo>
                <a:lnTo>
                  <a:pt x="14" y="154"/>
                </a:lnTo>
                <a:lnTo>
                  <a:pt x="8" y="141"/>
                </a:lnTo>
                <a:lnTo>
                  <a:pt x="20" y="135"/>
                </a:lnTo>
                <a:lnTo>
                  <a:pt x="27" y="148"/>
                </a:lnTo>
                <a:moveTo>
                  <a:pt x="14" y="154"/>
                </a:moveTo>
                <a:lnTo>
                  <a:pt x="0" y="161"/>
                </a:lnTo>
                <a:lnTo>
                  <a:pt x="0" y="141"/>
                </a:lnTo>
                <a:lnTo>
                  <a:pt x="14" y="141"/>
                </a:lnTo>
                <a:lnTo>
                  <a:pt x="14" y="150"/>
                </a:lnTo>
                <a:lnTo>
                  <a:pt x="7" y="150"/>
                </a:lnTo>
                <a:lnTo>
                  <a:pt x="4" y="144"/>
                </a:lnTo>
                <a:lnTo>
                  <a:pt x="8" y="141"/>
                </a:lnTo>
                <a:lnTo>
                  <a:pt x="14" y="154"/>
                </a:lnTo>
                <a:moveTo>
                  <a:pt x="0" y="141"/>
                </a:moveTo>
                <a:lnTo>
                  <a:pt x="0" y="127"/>
                </a:lnTo>
                <a:lnTo>
                  <a:pt x="14" y="127"/>
                </a:lnTo>
                <a:lnTo>
                  <a:pt x="14" y="141"/>
                </a:lnTo>
                <a:lnTo>
                  <a:pt x="0" y="141"/>
                </a:lnTo>
                <a:moveTo>
                  <a:pt x="0" y="127"/>
                </a:moveTo>
                <a:lnTo>
                  <a:pt x="0" y="113"/>
                </a:lnTo>
                <a:lnTo>
                  <a:pt x="14" y="113"/>
                </a:lnTo>
                <a:lnTo>
                  <a:pt x="14" y="127"/>
                </a:lnTo>
                <a:lnTo>
                  <a:pt x="0" y="127"/>
                </a:lnTo>
                <a:moveTo>
                  <a:pt x="0" y="113"/>
                </a:moveTo>
                <a:lnTo>
                  <a:pt x="0" y="100"/>
                </a:lnTo>
                <a:lnTo>
                  <a:pt x="14" y="100"/>
                </a:lnTo>
                <a:lnTo>
                  <a:pt x="14" y="113"/>
                </a:lnTo>
                <a:lnTo>
                  <a:pt x="0" y="113"/>
                </a:lnTo>
                <a:moveTo>
                  <a:pt x="0" y="100"/>
                </a:moveTo>
                <a:lnTo>
                  <a:pt x="0" y="86"/>
                </a:lnTo>
                <a:lnTo>
                  <a:pt x="14" y="86"/>
                </a:lnTo>
                <a:lnTo>
                  <a:pt x="14" y="100"/>
                </a:lnTo>
                <a:lnTo>
                  <a:pt x="0" y="100"/>
                </a:lnTo>
                <a:moveTo>
                  <a:pt x="0" y="86"/>
                </a:moveTo>
                <a:lnTo>
                  <a:pt x="0" y="71"/>
                </a:lnTo>
                <a:lnTo>
                  <a:pt x="14" y="71"/>
                </a:lnTo>
                <a:lnTo>
                  <a:pt x="14" y="86"/>
                </a:lnTo>
                <a:lnTo>
                  <a:pt x="0" y="86"/>
                </a:lnTo>
                <a:moveTo>
                  <a:pt x="0" y="71"/>
                </a:moveTo>
                <a:lnTo>
                  <a:pt x="0" y="57"/>
                </a:lnTo>
                <a:lnTo>
                  <a:pt x="14" y="57"/>
                </a:lnTo>
                <a:lnTo>
                  <a:pt x="14" y="71"/>
                </a:lnTo>
                <a:lnTo>
                  <a:pt x="0" y="71"/>
                </a:lnTo>
                <a:moveTo>
                  <a:pt x="0" y="57"/>
                </a:moveTo>
                <a:lnTo>
                  <a:pt x="0" y="43"/>
                </a:lnTo>
                <a:lnTo>
                  <a:pt x="14" y="43"/>
                </a:lnTo>
                <a:lnTo>
                  <a:pt x="14" y="57"/>
                </a:lnTo>
                <a:lnTo>
                  <a:pt x="0" y="57"/>
                </a:lnTo>
                <a:moveTo>
                  <a:pt x="0" y="43"/>
                </a:moveTo>
                <a:lnTo>
                  <a:pt x="0" y="30"/>
                </a:lnTo>
                <a:lnTo>
                  <a:pt x="14" y="30"/>
                </a:lnTo>
                <a:lnTo>
                  <a:pt x="14" y="43"/>
                </a:lnTo>
                <a:lnTo>
                  <a:pt x="0" y="43"/>
                </a:lnTo>
                <a:moveTo>
                  <a:pt x="0" y="30"/>
                </a:moveTo>
                <a:lnTo>
                  <a:pt x="0" y="16"/>
                </a:lnTo>
                <a:lnTo>
                  <a:pt x="14" y="16"/>
                </a:lnTo>
                <a:lnTo>
                  <a:pt x="14" y="30"/>
                </a:lnTo>
                <a:lnTo>
                  <a:pt x="0" y="30"/>
                </a:lnTo>
                <a:moveTo>
                  <a:pt x="0" y="16"/>
                </a:moveTo>
                <a:lnTo>
                  <a:pt x="0" y="0"/>
                </a:lnTo>
                <a:lnTo>
                  <a:pt x="22" y="11"/>
                </a:lnTo>
                <a:lnTo>
                  <a:pt x="16" y="23"/>
                </a:lnTo>
                <a:lnTo>
                  <a:pt x="4" y="17"/>
                </a:lnTo>
                <a:lnTo>
                  <a:pt x="7" y="11"/>
                </a:lnTo>
                <a:lnTo>
                  <a:pt x="14" y="11"/>
                </a:lnTo>
                <a:lnTo>
                  <a:pt x="14" y="16"/>
                </a:lnTo>
                <a:lnTo>
                  <a:pt x="0" y="1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0" name=""/>
          <p:cNvSpPr/>
          <p:nvPr/>
        </p:nvSpPr>
        <p:spPr>
          <a:xfrm>
            <a:off x="3615480" y="2735640"/>
            <a:ext cx="285120" cy="0"/>
          </a:xfrm>
          <a:custGeom>
            <a:avLst/>
            <a:gdLst/>
            <a:ahLst/>
            <a:rect l="0" t="0" r="r" b="b"/>
            <a:pathLst>
              <a:path fill="none" w="792" h="0">
                <a:moveTo>
                  <a:pt x="0" y="0"/>
                </a:moveTo>
                <a:lnTo>
                  <a:pt x="71" y="0"/>
                </a:lnTo>
                <a:cubicBezTo>
                  <a:pt x="143" y="0"/>
                  <a:pt x="287" y="0"/>
                  <a:pt x="419" y="0"/>
                </a:cubicBezTo>
                <a:cubicBezTo>
                  <a:pt x="551" y="0"/>
                  <a:pt x="672" y="0"/>
                  <a:pt x="732" y="0"/>
                </a:cubicBezTo>
                <a:lnTo>
                  <a:pt x="792" y="0"/>
                </a:lnTo>
              </a:path>
            </a:pathLst>
          </a:custGeom>
          <a:ln w="6120">
            <a:solidFill>
              <a:srgbClr val="dd784b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1" name=""/>
          <p:cNvSpPr/>
          <p:nvPr/>
        </p:nvSpPr>
        <p:spPr>
          <a:xfrm>
            <a:off x="3876120" y="2710800"/>
            <a:ext cx="49680" cy="50040"/>
          </a:xfrm>
          <a:custGeom>
            <a:avLst/>
            <a:gdLst/>
            <a:ahLst/>
            <a:rect l="0" t="0" r="r" b="b"/>
            <a:pathLst>
              <a:path w="138" h="139">
                <a:moveTo>
                  <a:pt x="0" y="0"/>
                </a:moveTo>
                <a:lnTo>
                  <a:pt x="138" y="69"/>
                </a:lnTo>
                <a:lnTo>
                  <a:pt x="0" y="139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2" name=""/>
          <p:cNvSpPr/>
          <p:nvPr/>
        </p:nvSpPr>
        <p:spPr>
          <a:xfrm>
            <a:off x="3873600" y="2706840"/>
            <a:ext cx="57960" cy="57960"/>
          </a:xfrm>
          <a:custGeom>
            <a:avLst/>
            <a:gdLst/>
            <a:ahLst/>
            <a:rect l="0" t="0" r="r" b="b"/>
            <a:pathLst>
              <a:path w="161" h="161">
                <a:moveTo>
                  <a:pt x="22" y="11"/>
                </a:moveTo>
                <a:lnTo>
                  <a:pt x="34" y="17"/>
                </a:lnTo>
                <a:lnTo>
                  <a:pt x="28" y="29"/>
                </a:lnTo>
                <a:lnTo>
                  <a:pt x="16" y="23"/>
                </a:lnTo>
                <a:lnTo>
                  <a:pt x="22" y="11"/>
                </a:lnTo>
                <a:moveTo>
                  <a:pt x="34" y="17"/>
                </a:moveTo>
                <a:lnTo>
                  <a:pt x="48" y="23"/>
                </a:lnTo>
                <a:lnTo>
                  <a:pt x="41" y="36"/>
                </a:lnTo>
                <a:lnTo>
                  <a:pt x="28" y="29"/>
                </a:lnTo>
                <a:lnTo>
                  <a:pt x="34" y="17"/>
                </a:lnTo>
                <a:moveTo>
                  <a:pt x="48" y="23"/>
                </a:moveTo>
                <a:lnTo>
                  <a:pt x="60" y="29"/>
                </a:lnTo>
                <a:lnTo>
                  <a:pt x="54" y="42"/>
                </a:lnTo>
                <a:lnTo>
                  <a:pt x="41" y="36"/>
                </a:lnTo>
                <a:lnTo>
                  <a:pt x="48" y="23"/>
                </a:lnTo>
                <a:moveTo>
                  <a:pt x="60" y="29"/>
                </a:moveTo>
                <a:lnTo>
                  <a:pt x="72" y="36"/>
                </a:lnTo>
                <a:lnTo>
                  <a:pt x="66" y="48"/>
                </a:lnTo>
                <a:lnTo>
                  <a:pt x="54" y="42"/>
                </a:lnTo>
                <a:lnTo>
                  <a:pt x="60" y="29"/>
                </a:lnTo>
                <a:moveTo>
                  <a:pt x="72" y="36"/>
                </a:moveTo>
                <a:lnTo>
                  <a:pt x="85" y="42"/>
                </a:lnTo>
                <a:lnTo>
                  <a:pt x="78" y="54"/>
                </a:lnTo>
                <a:lnTo>
                  <a:pt x="66" y="48"/>
                </a:lnTo>
                <a:lnTo>
                  <a:pt x="72" y="36"/>
                </a:lnTo>
                <a:moveTo>
                  <a:pt x="85" y="42"/>
                </a:moveTo>
                <a:lnTo>
                  <a:pt x="97" y="48"/>
                </a:lnTo>
                <a:lnTo>
                  <a:pt x="91" y="60"/>
                </a:lnTo>
                <a:lnTo>
                  <a:pt x="78" y="54"/>
                </a:lnTo>
                <a:lnTo>
                  <a:pt x="85" y="42"/>
                </a:lnTo>
                <a:moveTo>
                  <a:pt x="97" y="48"/>
                </a:moveTo>
                <a:lnTo>
                  <a:pt x="109" y="54"/>
                </a:lnTo>
                <a:lnTo>
                  <a:pt x="103" y="66"/>
                </a:lnTo>
                <a:lnTo>
                  <a:pt x="91" y="60"/>
                </a:lnTo>
                <a:lnTo>
                  <a:pt x="97" y="48"/>
                </a:lnTo>
                <a:moveTo>
                  <a:pt x="109" y="54"/>
                </a:moveTo>
                <a:lnTo>
                  <a:pt x="122" y="60"/>
                </a:lnTo>
                <a:lnTo>
                  <a:pt x="115" y="73"/>
                </a:lnTo>
                <a:lnTo>
                  <a:pt x="103" y="66"/>
                </a:lnTo>
                <a:lnTo>
                  <a:pt x="109" y="54"/>
                </a:lnTo>
                <a:moveTo>
                  <a:pt x="122" y="60"/>
                </a:moveTo>
                <a:lnTo>
                  <a:pt x="134" y="66"/>
                </a:lnTo>
                <a:lnTo>
                  <a:pt x="128" y="79"/>
                </a:lnTo>
                <a:lnTo>
                  <a:pt x="115" y="73"/>
                </a:lnTo>
                <a:lnTo>
                  <a:pt x="122" y="60"/>
                </a:lnTo>
                <a:moveTo>
                  <a:pt x="134" y="66"/>
                </a:moveTo>
                <a:lnTo>
                  <a:pt x="146" y="73"/>
                </a:lnTo>
                <a:lnTo>
                  <a:pt x="140" y="86"/>
                </a:lnTo>
                <a:lnTo>
                  <a:pt x="128" y="79"/>
                </a:lnTo>
                <a:lnTo>
                  <a:pt x="134" y="66"/>
                </a:lnTo>
                <a:moveTo>
                  <a:pt x="146" y="73"/>
                </a:moveTo>
                <a:lnTo>
                  <a:pt x="161" y="80"/>
                </a:lnTo>
                <a:lnTo>
                  <a:pt x="138" y="92"/>
                </a:lnTo>
                <a:lnTo>
                  <a:pt x="132" y="79"/>
                </a:lnTo>
                <a:lnTo>
                  <a:pt x="142" y="74"/>
                </a:lnTo>
                <a:lnTo>
                  <a:pt x="145" y="80"/>
                </a:lnTo>
                <a:lnTo>
                  <a:pt x="142" y="87"/>
                </a:lnTo>
                <a:lnTo>
                  <a:pt x="140" y="86"/>
                </a:lnTo>
                <a:lnTo>
                  <a:pt x="146" y="73"/>
                </a:lnTo>
                <a:moveTo>
                  <a:pt x="138" y="92"/>
                </a:moveTo>
                <a:lnTo>
                  <a:pt x="126" y="98"/>
                </a:lnTo>
                <a:lnTo>
                  <a:pt x="120" y="86"/>
                </a:lnTo>
                <a:lnTo>
                  <a:pt x="132" y="79"/>
                </a:lnTo>
                <a:lnTo>
                  <a:pt x="138" y="92"/>
                </a:lnTo>
                <a:moveTo>
                  <a:pt x="126" y="98"/>
                </a:moveTo>
                <a:lnTo>
                  <a:pt x="114" y="104"/>
                </a:lnTo>
                <a:lnTo>
                  <a:pt x="108" y="92"/>
                </a:lnTo>
                <a:lnTo>
                  <a:pt x="120" y="86"/>
                </a:lnTo>
                <a:lnTo>
                  <a:pt x="126" y="98"/>
                </a:lnTo>
                <a:moveTo>
                  <a:pt x="114" y="104"/>
                </a:moveTo>
                <a:lnTo>
                  <a:pt x="101" y="111"/>
                </a:lnTo>
                <a:lnTo>
                  <a:pt x="95" y="98"/>
                </a:lnTo>
                <a:lnTo>
                  <a:pt x="108" y="92"/>
                </a:lnTo>
                <a:lnTo>
                  <a:pt x="114" y="104"/>
                </a:lnTo>
                <a:moveTo>
                  <a:pt x="101" y="111"/>
                </a:moveTo>
                <a:lnTo>
                  <a:pt x="89" y="117"/>
                </a:lnTo>
                <a:lnTo>
                  <a:pt x="83" y="104"/>
                </a:lnTo>
                <a:lnTo>
                  <a:pt x="95" y="98"/>
                </a:lnTo>
                <a:lnTo>
                  <a:pt x="101" y="111"/>
                </a:lnTo>
                <a:moveTo>
                  <a:pt x="89" y="117"/>
                </a:moveTo>
                <a:lnTo>
                  <a:pt x="77" y="123"/>
                </a:lnTo>
                <a:lnTo>
                  <a:pt x="71" y="111"/>
                </a:lnTo>
                <a:lnTo>
                  <a:pt x="83" y="104"/>
                </a:lnTo>
                <a:lnTo>
                  <a:pt x="89" y="117"/>
                </a:lnTo>
                <a:moveTo>
                  <a:pt x="77" y="123"/>
                </a:moveTo>
                <a:lnTo>
                  <a:pt x="64" y="129"/>
                </a:lnTo>
                <a:lnTo>
                  <a:pt x="58" y="117"/>
                </a:lnTo>
                <a:lnTo>
                  <a:pt x="71" y="111"/>
                </a:lnTo>
                <a:lnTo>
                  <a:pt x="77" y="123"/>
                </a:lnTo>
                <a:moveTo>
                  <a:pt x="64" y="129"/>
                </a:moveTo>
                <a:lnTo>
                  <a:pt x="52" y="135"/>
                </a:lnTo>
                <a:lnTo>
                  <a:pt x="46" y="123"/>
                </a:lnTo>
                <a:lnTo>
                  <a:pt x="58" y="117"/>
                </a:lnTo>
                <a:lnTo>
                  <a:pt x="64" y="129"/>
                </a:lnTo>
                <a:moveTo>
                  <a:pt x="52" y="135"/>
                </a:moveTo>
                <a:lnTo>
                  <a:pt x="39" y="141"/>
                </a:lnTo>
                <a:lnTo>
                  <a:pt x="33" y="129"/>
                </a:lnTo>
                <a:lnTo>
                  <a:pt x="46" y="123"/>
                </a:lnTo>
                <a:lnTo>
                  <a:pt x="52" y="135"/>
                </a:lnTo>
                <a:moveTo>
                  <a:pt x="39" y="141"/>
                </a:moveTo>
                <a:lnTo>
                  <a:pt x="26" y="148"/>
                </a:lnTo>
                <a:lnTo>
                  <a:pt x="20" y="135"/>
                </a:lnTo>
                <a:lnTo>
                  <a:pt x="33" y="129"/>
                </a:lnTo>
                <a:lnTo>
                  <a:pt x="39" y="141"/>
                </a:lnTo>
                <a:moveTo>
                  <a:pt x="26" y="148"/>
                </a:moveTo>
                <a:lnTo>
                  <a:pt x="14" y="154"/>
                </a:lnTo>
                <a:lnTo>
                  <a:pt x="8" y="141"/>
                </a:lnTo>
                <a:lnTo>
                  <a:pt x="20" y="135"/>
                </a:lnTo>
                <a:lnTo>
                  <a:pt x="26" y="148"/>
                </a:lnTo>
                <a:moveTo>
                  <a:pt x="14" y="154"/>
                </a:moveTo>
                <a:lnTo>
                  <a:pt x="0" y="161"/>
                </a:lnTo>
                <a:lnTo>
                  <a:pt x="0" y="141"/>
                </a:lnTo>
                <a:lnTo>
                  <a:pt x="13" y="141"/>
                </a:lnTo>
                <a:lnTo>
                  <a:pt x="13" y="150"/>
                </a:lnTo>
                <a:lnTo>
                  <a:pt x="7" y="150"/>
                </a:lnTo>
                <a:lnTo>
                  <a:pt x="3" y="144"/>
                </a:lnTo>
                <a:lnTo>
                  <a:pt x="8" y="141"/>
                </a:lnTo>
                <a:lnTo>
                  <a:pt x="14" y="154"/>
                </a:lnTo>
                <a:moveTo>
                  <a:pt x="0" y="141"/>
                </a:moveTo>
                <a:lnTo>
                  <a:pt x="0" y="127"/>
                </a:lnTo>
                <a:lnTo>
                  <a:pt x="13" y="127"/>
                </a:lnTo>
                <a:lnTo>
                  <a:pt x="13" y="141"/>
                </a:lnTo>
                <a:lnTo>
                  <a:pt x="0" y="141"/>
                </a:lnTo>
                <a:moveTo>
                  <a:pt x="0" y="127"/>
                </a:moveTo>
                <a:lnTo>
                  <a:pt x="0" y="113"/>
                </a:lnTo>
                <a:lnTo>
                  <a:pt x="13" y="113"/>
                </a:lnTo>
                <a:lnTo>
                  <a:pt x="13" y="127"/>
                </a:lnTo>
                <a:lnTo>
                  <a:pt x="0" y="127"/>
                </a:lnTo>
                <a:moveTo>
                  <a:pt x="0" y="113"/>
                </a:moveTo>
                <a:lnTo>
                  <a:pt x="0" y="100"/>
                </a:lnTo>
                <a:lnTo>
                  <a:pt x="13" y="100"/>
                </a:lnTo>
                <a:lnTo>
                  <a:pt x="13" y="113"/>
                </a:lnTo>
                <a:lnTo>
                  <a:pt x="0" y="113"/>
                </a:lnTo>
                <a:moveTo>
                  <a:pt x="0" y="100"/>
                </a:moveTo>
                <a:lnTo>
                  <a:pt x="0" y="86"/>
                </a:lnTo>
                <a:lnTo>
                  <a:pt x="13" y="86"/>
                </a:lnTo>
                <a:lnTo>
                  <a:pt x="13" y="100"/>
                </a:lnTo>
                <a:lnTo>
                  <a:pt x="0" y="100"/>
                </a:lnTo>
                <a:moveTo>
                  <a:pt x="0" y="86"/>
                </a:moveTo>
                <a:lnTo>
                  <a:pt x="0" y="71"/>
                </a:lnTo>
                <a:lnTo>
                  <a:pt x="13" y="71"/>
                </a:lnTo>
                <a:lnTo>
                  <a:pt x="13" y="86"/>
                </a:lnTo>
                <a:lnTo>
                  <a:pt x="0" y="86"/>
                </a:lnTo>
                <a:moveTo>
                  <a:pt x="0" y="71"/>
                </a:moveTo>
                <a:lnTo>
                  <a:pt x="0" y="57"/>
                </a:lnTo>
                <a:lnTo>
                  <a:pt x="13" y="57"/>
                </a:lnTo>
                <a:lnTo>
                  <a:pt x="13" y="71"/>
                </a:lnTo>
                <a:lnTo>
                  <a:pt x="0" y="71"/>
                </a:lnTo>
                <a:moveTo>
                  <a:pt x="0" y="57"/>
                </a:moveTo>
                <a:lnTo>
                  <a:pt x="0" y="43"/>
                </a:lnTo>
                <a:lnTo>
                  <a:pt x="13" y="43"/>
                </a:lnTo>
                <a:lnTo>
                  <a:pt x="13" y="57"/>
                </a:lnTo>
                <a:lnTo>
                  <a:pt x="0" y="57"/>
                </a:lnTo>
                <a:moveTo>
                  <a:pt x="0" y="43"/>
                </a:moveTo>
                <a:lnTo>
                  <a:pt x="0" y="30"/>
                </a:lnTo>
                <a:lnTo>
                  <a:pt x="13" y="30"/>
                </a:lnTo>
                <a:lnTo>
                  <a:pt x="13" y="43"/>
                </a:lnTo>
                <a:lnTo>
                  <a:pt x="0" y="43"/>
                </a:lnTo>
                <a:moveTo>
                  <a:pt x="0" y="30"/>
                </a:moveTo>
                <a:lnTo>
                  <a:pt x="0" y="16"/>
                </a:lnTo>
                <a:lnTo>
                  <a:pt x="13" y="16"/>
                </a:lnTo>
                <a:lnTo>
                  <a:pt x="13" y="30"/>
                </a:lnTo>
                <a:lnTo>
                  <a:pt x="0" y="30"/>
                </a:lnTo>
                <a:moveTo>
                  <a:pt x="0" y="16"/>
                </a:moveTo>
                <a:lnTo>
                  <a:pt x="0" y="0"/>
                </a:lnTo>
                <a:lnTo>
                  <a:pt x="22" y="11"/>
                </a:lnTo>
                <a:lnTo>
                  <a:pt x="16" y="23"/>
                </a:lnTo>
                <a:lnTo>
                  <a:pt x="3" y="17"/>
                </a:lnTo>
                <a:lnTo>
                  <a:pt x="7" y="11"/>
                </a:lnTo>
                <a:lnTo>
                  <a:pt x="13" y="11"/>
                </a:lnTo>
                <a:lnTo>
                  <a:pt x="13" y="16"/>
                </a:lnTo>
                <a:lnTo>
                  <a:pt x="0" y="1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3" name=""/>
          <p:cNvSpPr/>
          <p:nvPr/>
        </p:nvSpPr>
        <p:spPr>
          <a:xfrm>
            <a:off x="5402520" y="2735640"/>
            <a:ext cx="285120" cy="0"/>
          </a:xfrm>
          <a:custGeom>
            <a:avLst/>
            <a:gdLst/>
            <a:ahLst/>
            <a:rect l="0" t="0" r="r" b="b"/>
            <a:pathLst>
              <a:path fill="none" w="792" h="0">
                <a:moveTo>
                  <a:pt x="0" y="0"/>
                </a:moveTo>
                <a:lnTo>
                  <a:pt x="71" y="0"/>
                </a:lnTo>
                <a:cubicBezTo>
                  <a:pt x="143" y="0"/>
                  <a:pt x="287" y="0"/>
                  <a:pt x="419" y="0"/>
                </a:cubicBezTo>
                <a:cubicBezTo>
                  <a:pt x="551" y="0"/>
                  <a:pt x="672" y="0"/>
                  <a:pt x="732" y="0"/>
                </a:cubicBezTo>
                <a:lnTo>
                  <a:pt x="792" y="0"/>
                </a:lnTo>
              </a:path>
            </a:pathLst>
          </a:custGeom>
          <a:ln w="6120">
            <a:solidFill>
              <a:srgbClr val="dd784b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4" name=""/>
          <p:cNvSpPr/>
          <p:nvPr/>
        </p:nvSpPr>
        <p:spPr>
          <a:xfrm>
            <a:off x="5662800" y="271080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0" y="0"/>
                </a:moveTo>
                <a:lnTo>
                  <a:pt x="139" y="69"/>
                </a:lnTo>
                <a:lnTo>
                  <a:pt x="0" y="139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5" name=""/>
          <p:cNvSpPr/>
          <p:nvPr/>
        </p:nvSpPr>
        <p:spPr>
          <a:xfrm>
            <a:off x="5660640" y="2706840"/>
            <a:ext cx="57960" cy="57960"/>
          </a:xfrm>
          <a:custGeom>
            <a:avLst/>
            <a:gdLst/>
            <a:ahLst/>
            <a:rect l="0" t="0" r="r" b="b"/>
            <a:pathLst>
              <a:path w="161" h="161">
                <a:moveTo>
                  <a:pt x="22" y="11"/>
                </a:moveTo>
                <a:lnTo>
                  <a:pt x="34" y="17"/>
                </a:lnTo>
                <a:lnTo>
                  <a:pt x="28" y="29"/>
                </a:lnTo>
                <a:lnTo>
                  <a:pt x="16" y="23"/>
                </a:lnTo>
                <a:lnTo>
                  <a:pt x="22" y="11"/>
                </a:lnTo>
                <a:moveTo>
                  <a:pt x="34" y="17"/>
                </a:moveTo>
                <a:lnTo>
                  <a:pt x="48" y="23"/>
                </a:lnTo>
                <a:lnTo>
                  <a:pt x="41" y="36"/>
                </a:lnTo>
                <a:lnTo>
                  <a:pt x="28" y="29"/>
                </a:lnTo>
                <a:lnTo>
                  <a:pt x="34" y="17"/>
                </a:lnTo>
                <a:moveTo>
                  <a:pt x="48" y="23"/>
                </a:moveTo>
                <a:lnTo>
                  <a:pt x="60" y="29"/>
                </a:lnTo>
                <a:lnTo>
                  <a:pt x="54" y="42"/>
                </a:lnTo>
                <a:lnTo>
                  <a:pt x="41" y="36"/>
                </a:lnTo>
                <a:lnTo>
                  <a:pt x="48" y="23"/>
                </a:lnTo>
                <a:moveTo>
                  <a:pt x="60" y="29"/>
                </a:moveTo>
                <a:lnTo>
                  <a:pt x="72" y="36"/>
                </a:lnTo>
                <a:lnTo>
                  <a:pt x="66" y="48"/>
                </a:lnTo>
                <a:lnTo>
                  <a:pt x="54" y="42"/>
                </a:lnTo>
                <a:lnTo>
                  <a:pt x="60" y="29"/>
                </a:lnTo>
                <a:moveTo>
                  <a:pt x="72" y="36"/>
                </a:moveTo>
                <a:lnTo>
                  <a:pt x="85" y="42"/>
                </a:lnTo>
                <a:lnTo>
                  <a:pt x="78" y="54"/>
                </a:lnTo>
                <a:lnTo>
                  <a:pt x="66" y="48"/>
                </a:lnTo>
                <a:lnTo>
                  <a:pt x="72" y="36"/>
                </a:lnTo>
                <a:moveTo>
                  <a:pt x="85" y="42"/>
                </a:moveTo>
                <a:lnTo>
                  <a:pt x="97" y="48"/>
                </a:lnTo>
                <a:lnTo>
                  <a:pt x="91" y="60"/>
                </a:lnTo>
                <a:lnTo>
                  <a:pt x="78" y="54"/>
                </a:lnTo>
                <a:lnTo>
                  <a:pt x="85" y="42"/>
                </a:lnTo>
                <a:moveTo>
                  <a:pt x="97" y="48"/>
                </a:moveTo>
                <a:lnTo>
                  <a:pt x="109" y="54"/>
                </a:lnTo>
                <a:lnTo>
                  <a:pt x="103" y="66"/>
                </a:lnTo>
                <a:lnTo>
                  <a:pt x="91" y="60"/>
                </a:lnTo>
                <a:lnTo>
                  <a:pt x="97" y="48"/>
                </a:lnTo>
                <a:moveTo>
                  <a:pt x="109" y="54"/>
                </a:moveTo>
                <a:lnTo>
                  <a:pt x="122" y="60"/>
                </a:lnTo>
                <a:lnTo>
                  <a:pt x="115" y="73"/>
                </a:lnTo>
                <a:lnTo>
                  <a:pt x="103" y="66"/>
                </a:lnTo>
                <a:lnTo>
                  <a:pt x="109" y="54"/>
                </a:lnTo>
                <a:moveTo>
                  <a:pt x="122" y="60"/>
                </a:moveTo>
                <a:lnTo>
                  <a:pt x="134" y="66"/>
                </a:lnTo>
                <a:lnTo>
                  <a:pt x="128" y="79"/>
                </a:lnTo>
                <a:lnTo>
                  <a:pt x="115" y="73"/>
                </a:lnTo>
                <a:lnTo>
                  <a:pt x="122" y="60"/>
                </a:lnTo>
                <a:moveTo>
                  <a:pt x="134" y="66"/>
                </a:moveTo>
                <a:lnTo>
                  <a:pt x="146" y="73"/>
                </a:lnTo>
                <a:lnTo>
                  <a:pt x="140" y="86"/>
                </a:lnTo>
                <a:lnTo>
                  <a:pt x="128" y="79"/>
                </a:lnTo>
                <a:lnTo>
                  <a:pt x="134" y="66"/>
                </a:lnTo>
                <a:moveTo>
                  <a:pt x="146" y="73"/>
                </a:moveTo>
                <a:lnTo>
                  <a:pt x="161" y="80"/>
                </a:lnTo>
                <a:lnTo>
                  <a:pt x="138" y="92"/>
                </a:lnTo>
                <a:lnTo>
                  <a:pt x="132" y="79"/>
                </a:lnTo>
                <a:lnTo>
                  <a:pt x="142" y="74"/>
                </a:lnTo>
                <a:lnTo>
                  <a:pt x="145" y="80"/>
                </a:lnTo>
                <a:lnTo>
                  <a:pt x="142" y="87"/>
                </a:lnTo>
                <a:lnTo>
                  <a:pt x="140" y="86"/>
                </a:lnTo>
                <a:lnTo>
                  <a:pt x="146" y="73"/>
                </a:lnTo>
                <a:moveTo>
                  <a:pt x="138" y="92"/>
                </a:moveTo>
                <a:lnTo>
                  <a:pt x="126" y="98"/>
                </a:lnTo>
                <a:lnTo>
                  <a:pt x="120" y="86"/>
                </a:lnTo>
                <a:lnTo>
                  <a:pt x="132" y="79"/>
                </a:lnTo>
                <a:lnTo>
                  <a:pt x="138" y="92"/>
                </a:lnTo>
                <a:moveTo>
                  <a:pt x="126" y="98"/>
                </a:moveTo>
                <a:lnTo>
                  <a:pt x="114" y="104"/>
                </a:lnTo>
                <a:lnTo>
                  <a:pt x="107" y="92"/>
                </a:lnTo>
                <a:lnTo>
                  <a:pt x="120" y="86"/>
                </a:lnTo>
                <a:lnTo>
                  <a:pt x="126" y="98"/>
                </a:lnTo>
                <a:moveTo>
                  <a:pt x="114" y="104"/>
                </a:moveTo>
                <a:lnTo>
                  <a:pt x="101" y="111"/>
                </a:lnTo>
                <a:lnTo>
                  <a:pt x="95" y="98"/>
                </a:lnTo>
                <a:lnTo>
                  <a:pt x="107" y="92"/>
                </a:lnTo>
                <a:lnTo>
                  <a:pt x="114" y="104"/>
                </a:lnTo>
                <a:moveTo>
                  <a:pt x="101" y="111"/>
                </a:moveTo>
                <a:lnTo>
                  <a:pt x="89" y="117"/>
                </a:lnTo>
                <a:lnTo>
                  <a:pt x="83" y="104"/>
                </a:lnTo>
                <a:lnTo>
                  <a:pt x="95" y="98"/>
                </a:lnTo>
                <a:lnTo>
                  <a:pt x="101" y="111"/>
                </a:lnTo>
                <a:moveTo>
                  <a:pt x="89" y="117"/>
                </a:moveTo>
                <a:lnTo>
                  <a:pt x="77" y="123"/>
                </a:lnTo>
                <a:lnTo>
                  <a:pt x="70" y="111"/>
                </a:lnTo>
                <a:lnTo>
                  <a:pt x="83" y="104"/>
                </a:lnTo>
                <a:lnTo>
                  <a:pt x="89" y="117"/>
                </a:lnTo>
                <a:moveTo>
                  <a:pt x="77" y="123"/>
                </a:moveTo>
                <a:lnTo>
                  <a:pt x="64" y="129"/>
                </a:lnTo>
                <a:lnTo>
                  <a:pt x="58" y="117"/>
                </a:lnTo>
                <a:lnTo>
                  <a:pt x="70" y="111"/>
                </a:lnTo>
                <a:lnTo>
                  <a:pt x="77" y="123"/>
                </a:lnTo>
                <a:moveTo>
                  <a:pt x="64" y="129"/>
                </a:moveTo>
                <a:lnTo>
                  <a:pt x="52" y="135"/>
                </a:lnTo>
                <a:lnTo>
                  <a:pt x="46" y="123"/>
                </a:lnTo>
                <a:lnTo>
                  <a:pt x="58" y="117"/>
                </a:lnTo>
                <a:lnTo>
                  <a:pt x="64" y="129"/>
                </a:lnTo>
                <a:moveTo>
                  <a:pt x="52" y="135"/>
                </a:moveTo>
                <a:lnTo>
                  <a:pt x="40" y="141"/>
                </a:lnTo>
                <a:lnTo>
                  <a:pt x="32" y="129"/>
                </a:lnTo>
                <a:lnTo>
                  <a:pt x="46" y="123"/>
                </a:lnTo>
                <a:lnTo>
                  <a:pt x="52" y="135"/>
                </a:lnTo>
                <a:moveTo>
                  <a:pt x="40" y="141"/>
                </a:moveTo>
                <a:lnTo>
                  <a:pt x="26" y="148"/>
                </a:lnTo>
                <a:lnTo>
                  <a:pt x="20" y="135"/>
                </a:lnTo>
                <a:lnTo>
                  <a:pt x="32" y="129"/>
                </a:lnTo>
                <a:lnTo>
                  <a:pt x="40" y="141"/>
                </a:lnTo>
                <a:moveTo>
                  <a:pt x="26" y="148"/>
                </a:moveTo>
                <a:lnTo>
                  <a:pt x="14" y="154"/>
                </a:lnTo>
                <a:lnTo>
                  <a:pt x="8" y="141"/>
                </a:lnTo>
                <a:lnTo>
                  <a:pt x="20" y="135"/>
                </a:lnTo>
                <a:lnTo>
                  <a:pt x="26" y="148"/>
                </a:lnTo>
                <a:moveTo>
                  <a:pt x="14" y="154"/>
                </a:moveTo>
                <a:lnTo>
                  <a:pt x="0" y="161"/>
                </a:lnTo>
                <a:lnTo>
                  <a:pt x="0" y="141"/>
                </a:lnTo>
                <a:lnTo>
                  <a:pt x="13" y="141"/>
                </a:lnTo>
                <a:lnTo>
                  <a:pt x="13" y="150"/>
                </a:lnTo>
                <a:lnTo>
                  <a:pt x="6" y="150"/>
                </a:lnTo>
                <a:lnTo>
                  <a:pt x="3" y="144"/>
                </a:lnTo>
                <a:lnTo>
                  <a:pt x="8" y="141"/>
                </a:lnTo>
                <a:lnTo>
                  <a:pt x="14" y="154"/>
                </a:lnTo>
                <a:moveTo>
                  <a:pt x="0" y="141"/>
                </a:moveTo>
                <a:lnTo>
                  <a:pt x="0" y="127"/>
                </a:lnTo>
                <a:lnTo>
                  <a:pt x="13" y="127"/>
                </a:lnTo>
                <a:lnTo>
                  <a:pt x="13" y="141"/>
                </a:lnTo>
                <a:lnTo>
                  <a:pt x="0" y="141"/>
                </a:lnTo>
                <a:moveTo>
                  <a:pt x="0" y="127"/>
                </a:moveTo>
                <a:lnTo>
                  <a:pt x="0" y="113"/>
                </a:lnTo>
                <a:lnTo>
                  <a:pt x="13" y="113"/>
                </a:lnTo>
                <a:lnTo>
                  <a:pt x="13" y="127"/>
                </a:lnTo>
                <a:lnTo>
                  <a:pt x="0" y="127"/>
                </a:lnTo>
                <a:moveTo>
                  <a:pt x="0" y="113"/>
                </a:moveTo>
                <a:lnTo>
                  <a:pt x="0" y="100"/>
                </a:lnTo>
                <a:lnTo>
                  <a:pt x="13" y="100"/>
                </a:lnTo>
                <a:lnTo>
                  <a:pt x="13" y="113"/>
                </a:lnTo>
                <a:lnTo>
                  <a:pt x="0" y="113"/>
                </a:lnTo>
                <a:moveTo>
                  <a:pt x="0" y="100"/>
                </a:moveTo>
                <a:lnTo>
                  <a:pt x="0" y="86"/>
                </a:lnTo>
                <a:lnTo>
                  <a:pt x="13" y="86"/>
                </a:lnTo>
                <a:lnTo>
                  <a:pt x="13" y="100"/>
                </a:lnTo>
                <a:lnTo>
                  <a:pt x="0" y="100"/>
                </a:lnTo>
                <a:moveTo>
                  <a:pt x="0" y="86"/>
                </a:moveTo>
                <a:lnTo>
                  <a:pt x="0" y="71"/>
                </a:lnTo>
                <a:lnTo>
                  <a:pt x="13" y="71"/>
                </a:lnTo>
                <a:lnTo>
                  <a:pt x="13" y="86"/>
                </a:lnTo>
                <a:lnTo>
                  <a:pt x="0" y="86"/>
                </a:lnTo>
                <a:moveTo>
                  <a:pt x="0" y="71"/>
                </a:moveTo>
                <a:lnTo>
                  <a:pt x="0" y="57"/>
                </a:lnTo>
                <a:lnTo>
                  <a:pt x="13" y="57"/>
                </a:lnTo>
                <a:lnTo>
                  <a:pt x="13" y="71"/>
                </a:lnTo>
                <a:lnTo>
                  <a:pt x="0" y="71"/>
                </a:lnTo>
                <a:moveTo>
                  <a:pt x="0" y="57"/>
                </a:moveTo>
                <a:lnTo>
                  <a:pt x="0" y="43"/>
                </a:lnTo>
                <a:lnTo>
                  <a:pt x="13" y="43"/>
                </a:lnTo>
                <a:lnTo>
                  <a:pt x="13" y="57"/>
                </a:lnTo>
                <a:lnTo>
                  <a:pt x="0" y="57"/>
                </a:lnTo>
                <a:moveTo>
                  <a:pt x="0" y="43"/>
                </a:moveTo>
                <a:lnTo>
                  <a:pt x="0" y="30"/>
                </a:lnTo>
                <a:lnTo>
                  <a:pt x="13" y="30"/>
                </a:lnTo>
                <a:lnTo>
                  <a:pt x="13" y="43"/>
                </a:lnTo>
                <a:lnTo>
                  <a:pt x="0" y="43"/>
                </a:lnTo>
                <a:moveTo>
                  <a:pt x="0" y="30"/>
                </a:moveTo>
                <a:lnTo>
                  <a:pt x="0" y="16"/>
                </a:lnTo>
                <a:lnTo>
                  <a:pt x="13" y="16"/>
                </a:lnTo>
                <a:lnTo>
                  <a:pt x="13" y="30"/>
                </a:lnTo>
                <a:lnTo>
                  <a:pt x="0" y="30"/>
                </a:lnTo>
                <a:moveTo>
                  <a:pt x="0" y="16"/>
                </a:moveTo>
                <a:lnTo>
                  <a:pt x="0" y="0"/>
                </a:lnTo>
                <a:lnTo>
                  <a:pt x="22" y="11"/>
                </a:lnTo>
                <a:lnTo>
                  <a:pt x="16" y="23"/>
                </a:lnTo>
                <a:lnTo>
                  <a:pt x="3" y="17"/>
                </a:lnTo>
                <a:lnTo>
                  <a:pt x="6" y="11"/>
                </a:lnTo>
                <a:lnTo>
                  <a:pt x="13" y="11"/>
                </a:lnTo>
                <a:lnTo>
                  <a:pt x="13" y="16"/>
                </a:lnTo>
                <a:lnTo>
                  <a:pt x="0" y="1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6" name=""/>
          <p:cNvSpPr/>
          <p:nvPr/>
        </p:nvSpPr>
        <p:spPr>
          <a:xfrm>
            <a:off x="7326000" y="2735640"/>
            <a:ext cx="285480" cy="0"/>
          </a:xfrm>
          <a:custGeom>
            <a:avLst/>
            <a:gdLst/>
            <a:ahLst/>
            <a:rect l="0" t="0" r="r" b="b"/>
            <a:pathLst>
              <a:path fill="none" w="793" h="0">
                <a:moveTo>
                  <a:pt x="0" y="0"/>
                </a:moveTo>
                <a:lnTo>
                  <a:pt x="72" y="0"/>
                </a:lnTo>
                <a:cubicBezTo>
                  <a:pt x="143" y="0"/>
                  <a:pt x="287" y="0"/>
                  <a:pt x="419" y="0"/>
                </a:cubicBezTo>
                <a:cubicBezTo>
                  <a:pt x="551" y="0"/>
                  <a:pt x="672" y="0"/>
                  <a:pt x="732" y="0"/>
                </a:cubicBezTo>
                <a:lnTo>
                  <a:pt x="793" y="0"/>
                </a:lnTo>
              </a:path>
            </a:pathLst>
          </a:custGeom>
          <a:ln w="6120">
            <a:solidFill>
              <a:srgbClr val="dd784b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7" name=""/>
          <p:cNvSpPr/>
          <p:nvPr/>
        </p:nvSpPr>
        <p:spPr>
          <a:xfrm>
            <a:off x="7586640" y="2710800"/>
            <a:ext cx="49680" cy="50040"/>
          </a:xfrm>
          <a:custGeom>
            <a:avLst/>
            <a:gdLst/>
            <a:ahLst/>
            <a:rect l="0" t="0" r="r" b="b"/>
            <a:pathLst>
              <a:path w="138" h="139">
                <a:moveTo>
                  <a:pt x="0" y="0"/>
                </a:moveTo>
                <a:lnTo>
                  <a:pt x="138" y="69"/>
                </a:lnTo>
                <a:lnTo>
                  <a:pt x="0" y="139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8" name=""/>
          <p:cNvSpPr/>
          <p:nvPr/>
        </p:nvSpPr>
        <p:spPr>
          <a:xfrm>
            <a:off x="7584120" y="2706840"/>
            <a:ext cx="57960" cy="57960"/>
          </a:xfrm>
          <a:custGeom>
            <a:avLst/>
            <a:gdLst/>
            <a:ahLst/>
            <a:rect l="0" t="0" r="r" b="b"/>
            <a:pathLst>
              <a:path w="161" h="161">
                <a:moveTo>
                  <a:pt x="22" y="11"/>
                </a:moveTo>
                <a:lnTo>
                  <a:pt x="34" y="17"/>
                </a:lnTo>
                <a:lnTo>
                  <a:pt x="28" y="29"/>
                </a:lnTo>
                <a:lnTo>
                  <a:pt x="16" y="23"/>
                </a:lnTo>
                <a:lnTo>
                  <a:pt x="22" y="11"/>
                </a:lnTo>
                <a:moveTo>
                  <a:pt x="34" y="17"/>
                </a:moveTo>
                <a:lnTo>
                  <a:pt x="47" y="23"/>
                </a:lnTo>
                <a:lnTo>
                  <a:pt x="41" y="36"/>
                </a:lnTo>
                <a:lnTo>
                  <a:pt x="28" y="29"/>
                </a:lnTo>
                <a:lnTo>
                  <a:pt x="34" y="17"/>
                </a:lnTo>
                <a:moveTo>
                  <a:pt x="47" y="23"/>
                </a:moveTo>
                <a:lnTo>
                  <a:pt x="59" y="29"/>
                </a:lnTo>
                <a:lnTo>
                  <a:pt x="53" y="42"/>
                </a:lnTo>
                <a:lnTo>
                  <a:pt x="41" y="36"/>
                </a:lnTo>
                <a:lnTo>
                  <a:pt x="47" y="23"/>
                </a:lnTo>
                <a:moveTo>
                  <a:pt x="59" y="29"/>
                </a:moveTo>
                <a:lnTo>
                  <a:pt x="71" y="36"/>
                </a:lnTo>
                <a:lnTo>
                  <a:pt x="65" y="48"/>
                </a:lnTo>
                <a:lnTo>
                  <a:pt x="53" y="42"/>
                </a:lnTo>
                <a:lnTo>
                  <a:pt x="59" y="29"/>
                </a:lnTo>
                <a:moveTo>
                  <a:pt x="71" y="36"/>
                </a:moveTo>
                <a:lnTo>
                  <a:pt x="84" y="42"/>
                </a:lnTo>
                <a:lnTo>
                  <a:pt x="78" y="54"/>
                </a:lnTo>
                <a:lnTo>
                  <a:pt x="65" y="48"/>
                </a:lnTo>
                <a:lnTo>
                  <a:pt x="71" y="36"/>
                </a:lnTo>
                <a:moveTo>
                  <a:pt x="84" y="42"/>
                </a:moveTo>
                <a:lnTo>
                  <a:pt x="96" y="48"/>
                </a:lnTo>
                <a:lnTo>
                  <a:pt x="90" y="60"/>
                </a:lnTo>
                <a:lnTo>
                  <a:pt x="78" y="54"/>
                </a:lnTo>
                <a:lnTo>
                  <a:pt x="84" y="42"/>
                </a:lnTo>
                <a:moveTo>
                  <a:pt x="96" y="48"/>
                </a:moveTo>
                <a:lnTo>
                  <a:pt x="108" y="54"/>
                </a:lnTo>
                <a:lnTo>
                  <a:pt x="102" y="66"/>
                </a:lnTo>
                <a:lnTo>
                  <a:pt x="90" y="60"/>
                </a:lnTo>
                <a:lnTo>
                  <a:pt x="96" y="48"/>
                </a:lnTo>
                <a:moveTo>
                  <a:pt x="108" y="54"/>
                </a:moveTo>
                <a:lnTo>
                  <a:pt x="121" y="60"/>
                </a:lnTo>
                <a:lnTo>
                  <a:pt x="115" y="73"/>
                </a:lnTo>
                <a:lnTo>
                  <a:pt x="102" y="66"/>
                </a:lnTo>
                <a:lnTo>
                  <a:pt x="108" y="54"/>
                </a:lnTo>
                <a:moveTo>
                  <a:pt x="121" y="60"/>
                </a:moveTo>
                <a:lnTo>
                  <a:pt x="134" y="66"/>
                </a:lnTo>
                <a:lnTo>
                  <a:pt x="127" y="79"/>
                </a:lnTo>
                <a:lnTo>
                  <a:pt x="115" y="73"/>
                </a:lnTo>
                <a:lnTo>
                  <a:pt x="121" y="60"/>
                </a:lnTo>
                <a:moveTo>
                  <a:pt x="134" y="66"/>
                </a:moveTo>
                <a:lnTo>
                  <a:pt x="146" y="73"/>
                </a:lnTo>
                <a:lnTo>
                  <a:pt x="140" y="86"/>
                </a:lnTo>
                <a:lnTo>
                  <a:pt x="127" y="79"/>
                </a:lnTo>
                <a:lnTo>
                  <a:pt x="134" y="66"/>
                </a:lnTo>
                <a:moveTo>
                  <a:pt x="146" y="73"/>
                </a:moveTo>
                <a:lnTo>
                  <a:pt x="161" y="80"/>
                </a:lnTo>
                <a:lnTo>
                  <a:pt x="138" y="92"/>
                </a:lnTo>
                <a:lnTo>
                  <a:pt x="131" y="79"/>
                </a:lnTo>
                <a:lnTo>
                  <a:pt x="142" y="74"/>
                </a:lnTo>
                <a:lnTo>
                  <a:pt x="145" y="80"/>
                </a:lnTo>
                <a:lnTo>
                  <a:pt x="142" y="87"/>
                </a:lnTo>
                <a:lnTo>
                  <a:pt x="140" y="86"/>
                </a:lnTo>
                <a:lnTo>
                  <a:pt x="146" y="73"/>
                </a:lnTo>
                <a:moveTo>
                  <a:pt x="138" y="92"/>
                </a:moveTo>
                <a:lnTo>
                  <a:pt x="125" y="98"/>
                </a:lnTo>
                <a:lnTo>
                  <a:pt x="119" y="86"/>
                </a:lnTo>
                <a:lnTo>
                  <a:pt x="131" y="79"/>
                </a:lnTo>
                <a:lnTo>
                  <a:pt x="138" y="92"/>
                </a:lnTo>
                <a:moveTo>
                  <a:pt x="125" y="98"/>
                </a:moveTo>
                <a:lnTo>
                  <a:pt x="113" y="104"/>
                </a:lnTo>
                <a:lnTo>
                  <a:pt x="107" y="92"/>
                </a:lnTo>
                <a:lnTo>
                  <a:pt x="119" y="86"/>
                </a:lnTo>
                <a:lnTo>
                  <a:pt x="125" y="98"/>
                </a:lnTo>
                <a:moveTo>
                  <a:pt x="113" y="104"/>
                </a:moveTo>
                <a:lnTo>
                  <a:pt x="100" y="111"/>
                </a:lnTo>
                <a:lnTo>
                  <a:pt x="94" y="98"/>
                </a:lnTo>
                <a:lnTo>
                  <a:pt x="107" y="92"/>
                </a:lnTo>
                <a:lnTo>
                  <a:pt x="113" y="104"/>
                </a:lnTo>
                <a:moveTo>
                  <a:pt x="100" y="111"/>
                </a:moveTo>
                <a:lnTo>
                  <a:pt x="88" y="117"/>
                </a:lnTo>
                <a:lnTo>
                  <a:pt x="82" y="104"/>
                </a:lnTo>
                <a:lnTo>
                  <a:pt x="94" y="98"/>
                </a:lnTo>
                <a:lnTo>
                  <a:pt x="100" y="111"/>
                </a:lnTo>
                <a:moveTo>
                  <a:pt x="88" y="117"/>
                </a:moveTo>
                <a:lnTo>
                  <a:pt x="76" y="123"/>
                </a:lnTo>
                <a:lnTo>
                  <a:pt x="70" y="111"/>
                </a:lnTo>
                <a:lnTo>
                  <a:pt x="82" y="104"/>
                </a:lnTo>
                <a:lnTo>
                  <a:pt x="88" y="117"/>
                </a:lnTo>
                <a:moveTo>
                  <a:pt x="76" y="123"/>
                </a:moveTo>
                <a:lnTo>
                  <a:pt x="63" y="129"/>
                </a:lnTo>
                <a:lnTo>
                  <a:pt x="57" y="117"/>
                </a:lnTo>
                <a:lnTo>
                  <a:pt x="70" y="111"/>
                </a:lnTo>
                <a:lnTo>
                  <a:pt x="76" y="123"/>
                </a:lnTo>
                <a:moveTo>
                  <a:pt x="63" y="129"/>
                </a:moveTo>
                <a:lnTo>
                  <a:pt x="51" y="135"/>
                </a:lnTo>
                <a:lnTo>
                  <a:pt x="45" y="123"/>
                </a:lnTo>
                <a:lnTo>
                  <a:pt x="57" y="117"/>
                </a:lnTo>
                <a:lnTo>
                  <a:pt x="63" y="129"/>
                </a:lnTo>
                <a:moveTo>
                  <a:pt x="51" y="135"/>
                </a:moveTo>
                <a:lnTo>
                  <a:pt x="39" y="141"/>
                </a:lnTo>
                <a:lnTo>
                  <a:pt x="33" y="129"/>
                </a:lnTo>
                <a:lnTo>
                  <a:pt x="45" y="123"/>
                </a:lnTo>
                <a:lnTo>
                  <a:pt x="51" y="135"/>
                </a:lnTo>
                <a:moveTo>
                  <a:pt x="39" y="141"/>
                </a:moveTo>
                <a:lnTo>
                  <a:pt x="26" y="148"/>
                </a:lnTo>
                <a:lnTo>
                  <a:pt x="20" y="135"/>
                </a:lnTo>
                <a:lnTo>
                  <a:pt x="33" y="129"/>
                </a:lnTo>
                <a:lnTo>
                  <a:pt x="39" y="141"/>
                </a:lnTo>
                <a:moveTo>
                  <a:pt x="26" y="148"/>
                </a:moveTo>
                <a:lnTo>
                  <a:pt x="14" y="154"/>
                </a:lnTo>
                <a:lnTo>
                  <a:pt x="8" y="141"/>
                </a:lnTo>
                <a:lnTo>
                  <a:pt x="20" y="135"/>
                </a:lnTo>
                <a:lnTo>
                  <a:pt x="26" y="148"/>
                </a:lnTo>
                <a:moveTo>
                  <a:pt x="14" y="154"/>
                </a:moveTo>
                <a:lnTo>
                  <a:pt x="0" y="161"/>
                </a:lnTo>
                <a:lnTo>
                  <a:pt x="0" y="141"/>
                </a:lnTo>
                <a:lnTo>
                  <a:pt x="13" y="141"/>
                </a:lnTo>
                <a:lnTo>
                  <a:pt x="13" y="150"/>
                </a:lnTo>
                <a:lnTo>
                  <a:pt x="7" y="150"/>
                </a:lnTo>
                <a:lnTo>
                  <a:pt x="4" y="144"/>
                </a:lnTo>
                <a:lnTo>
                  <a:pt x="8" y="141"/>
                </a:lnTo>
                <a:lnTo>
                  <a:pt x="14" y="154"/>
                </a:lnTo>
                <a:moveTo>
                  <a:pt x="0" y="141"/>
                </a:moveTo>
                <a:lnTo>
                  <a:pt x="0" y="127"/>
                </a:lnTo>
                <a:lnTo>
                  <a:pt x="13" y="127"/>
                </a:lnTo>
                <a:lnTo>
                  <a:pt x="13" y="141"/>
                </a:lnTo>
                <a:lnTo>
                  <a:pt x="0" y="141"/>
                </a:lnTo>
                <a:moveTo>
                  <a:pt x="0" y="127"/>
                </a:moveTo>
                <a:lnTo>
                  <a:pt x="0" y="113"/>
                </a:lnTo>
                <a:lnTo>
                  <a:pt x="13" y="113"/>
                </a:lnTo>
                <a:lnTo>
                  <a:pt x="13" y="127"/>
                </a:lnTo>
                <a:lnTo>
                  <a:pt x="0" y="127"/>
                </a:lnTo>
                <a:moveTo>
                  <a:pt x="0" y="113"/>
                </a:moveTo>
                <a:lnTo>
                  <a:pt x="0" y="100"/>
                </a:lnTo>
                <a:lnTo>
                  <a:pt x="13" y="100"/>
                </a:lnTo>
                <a:lnTo>
                  <a:pt x="13" y="113"/>
                </a:lnTo>
                <a:lnTo>
                  <a:pt x="0" y="113"/>
                </a:lnTo>
                <a:moveTo>
                  <a:pt x="0" y="100"/>
                </a:moveTo>
                <a:lnTo>
                  <a:pt x="0" y="86"/>
                </a:lnTo>
                <a:lnTo>
                  <a:pt x="13" y="86"/>
                </a:lnTo>
                <a:lnTo>
                  <a:pt x="13" y="100"/>
                </a:lnTo>
                <a:lnTo>
                  <a:pt x="0" y="100"/>
                </a:lnTo>
                <a:moveTo>
                  <a:pt x="0" y="86"/>
                </a:moveTo>
                <a:lnTo>
                  <a:pt x="0" y="71"/>
                </a:lnTo>
                <a:lnTo>
                  <a:pt x="13" y="71"/>
                </a:lnTo>
                <a:lnTo>
                  <a:pt x="13" y="86"/>
                </a:lnTo>
                <a:lnTo>
                  <a:pt x="0" y="86"/>
                </a:lnTo>
                <a:moveTo>
                  <a:pt x="0" y="71"/>
                </a:moveTo>
                <a:lnTo>
                  <a:pt x="0" y="57"/>
                </a:lnTo>
                <a:lnTo>
                  <a:pt x="13" y="57"/>
                </a:lnTo>
                <a:lnTo>
                  <a:pt x="13" y="71"/>
                </a:lnTo>
                <a:lnTo>
                  <a:pt x="0" y="71"/>
                </a:lnTo>
                <a:moveTo>
                  <a:pt x="0" y="57"/>
                </a:moveTo>
                <a:lnTo>
                  <a:pt x="0" y="43"/>
                </a:lnTo>
                <a:lnTo>
                  <a:pt x="13" y="43"/>
                </a:lnTo>
                <a:lnTo>
                  <a:pt x="13" y="57"/>
                </a:lnTo>
                <a:lnTo>
                  <a:pt x="0" y="57"/>
                </a:lnTo>
                <a:moveTo>
                  <a:pt x="0" y="43"/>
                </a:moveTo>
                <a:lnTo>
                  <a:pt x="0" y="30"/>
                </a:lnTo>
                <a:lnTo>
                  <a:pt x="13" y="30"/>
                </a:lnTo>
                <a:lnTo>
                  <a:pt x="13" y="43"/>
                </a:lnTo>
                <a:lnTo>
                  <a:pt x="0" y="43"/>
                </a:lnTo>
                <a:moveTo>
                  <a:pt x="0" y="30"/>
                </a:moveTo>
                <a:lnTo>
                  <a:pt x="0" y="16"/>
                </a:lnTo>
                <a:lnTo>
                  <a:pt x="13" y="16"/>
                </a:lnTo>
                <a:lnTo>
                  <a:pt x="13" y="30"/>
                </a:lnTo>
                <a:lnTo>
                  <a:pt x="0" y="30"/>
                </a:lnTo>
                <a:moveTo>
                  <a:pt x="0" y="16"/>
                </a:moveTo>
                <a:lnTo>
                  <a:pt x="0" y="0"/>
                </a:lnTo>
                <a:lnTo>
                  <a:pt x="22" y="11"/>
                </a:lnTo>
                <a:lnTo>
                  <a:pt x="16" y="23"/>
                </a:lnTo>
                <a:lnTo>
                  <a:pt x="4" y="17"/>
                </a:lnTo>
                <a:lnTo>
                  <a:pt x="7" y="11"/>
                </a:lnTo>
                <a:lnTo>
                  <a:pt x="13" y="11"/>
                </a:lnTo>
                <a:lnTo>
                  <a:pt x="13" y="16"/>
                </a:lnTo>
                <a:lnTo>
                  <a:pt x="0" y="1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9" name=""/>
          <p:cNvSpPr/>
          <p:nvPr/>
        </p:nvSpPr>
        <p:spPr>
          <a:xfrm>
            <a:off x="506520" y="2502720"/>
            <a:ext cx="1613880" cy="465840"/>
          </a:xfrm>
          <a:custGeom>
            <a:avLst/>
            <a:gdLst/>
            <a:ahLst/>
            <a:rect l="0" t="0" r="r" b="b"/>
            <a:pathLst>
              <a:path w="4483" h="1294">
                <a:moveTo>
                  <a:pt x="0" y="0"/>
                </a:moveTo>
                <a:lnTo>
                  <a:pt x="4483" y="0"/>
                </a:lnTo>
                <a:lnTo>
                  <a:pt x="4483" y="1294"/>
                </a:lnTo>
                <a:lnTo>
                  <a:pt x="0" y="12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0" name=""/>
          <p:cNvSpPr/>
          <p:nvPr/>
        </p:nvSpPr>
        <p:spPr>
          <a:xfrm>
            <a:off x="506520" y="2502720"/>
            <a:ext cx="1613880" cy="465840"/>
          </a:xfrm>
          <a:custGeom>
            <a:avLst/>
            <a:gdLst/>
            <a:ahLst/>
            <a:rect l="0" t="0" r="r" b="b"/>
            <a:pathLst>
              <a:path w="4483" h="1294">
                <a:moveTo>
                  <a:pt x="0" y="0"/>
                </a:moveTo>
                <a:lnTo>
                  <a:pt x="4483" y="0"/>
                </a:lnTo>
                <a:lnTo>
                  <a:pt x="4483" y="1294"/>
                </a:lnTo>
                <a:lnTo>
                  <a:pt x="0" y="1294"/>
                </a:lnTo>
                <a:lnTo>
                  <a:pt x="0" y="0"/>
                </a:lnTo>
                <a:close/>
              </a:path>
            </a:pathLst>
          </a:custGeom>
          <a:noFill/>
          <a:ln w="6120">
            <a:solidFill>
              <a:srgbClr val="3d68ec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1" name=""/>
          <p:cNvSpPr txBox="1"/>
          <p:nvPr/>
        </p:nvSpPr>
        <p:spPr>
          <a:xfrm>
            <a:off x="439920" y="1643760"/>
            <a:ext cx="46504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het vandaag knelt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2" name=""/>
          <p:cNvSpPr txBox="1"/>
          <p:nvPr/>
        </p:nvSpPr>
        <p:spPr>
          <a:xfrm>
            <a:off x="900720" y="2608920"/>
            <a:ext cx="98820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Een veld erbij in een 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3" name=""/>
          <p:cNvSpPr/>
          <p:nvPr/>
        </p:nvSpPr>
        <p:spPr>
          <a:xfrm>
            <a:off x="2430360" y="2572560"/>
            <a:ext cx="1185480" cy="326160"/>
          </a:xfrm>
          <a:custGeom>
            <a:avLst/>
            <a:gdLst/>
            <a:ahLst/>
            <a:rect l="0" t="0" r="r" b="b"/>
            <a:pathLst>
              <a:path w="3293" h="906">
                <a:moveTo>
                  <a:pt x="0" y="0"/>
                </a:moveTo>
                <a:lnTo>
                  <a:pt x="3293" y="0"/>
                </a:lnTo>
                <a:lnTo>
                  <a:pt x="3293" y="906"/>
                </a:lnTo>
                <a:lnTo>
                  <a:pt x="0" y="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4" name=""/>
          <p:cNvSpPr/>
          <p:nvPr/>
        </p:nvSpPr>
        <p:spPr>
          <a:xfrm>
            <a:off x="2430360" y="2572560"/>
            <a:ext cx="1185480" cy="326160"/>
          </a:xfrm>
          <a:custGeom>
            <a:avLst/>
            <a:gdLst/>
            <a:ahLst/>
            <a:rect l="0" t="0" r="r" b="b"/>
            <a:pathLst>
              <a:path w="3293" h="906">
                <a:moveTo>
                  <a:pt x="0" y="0"/>
                </a:moveTo>
                <a:lnTo>
                  <a:pt x="3293" y="0"/>
                </a:lnTo>
                <a:lnTo>
                  <a:pt x="3293" y="906"/>
                </a:lnTo>
                <a:lnTo>
                  <a:pt x="0" y="906"/>
                </a:lnTo>
                <a:lnTo>
                  <a:pt x="0" y="0"/>
                </a:lnTo>
                <a:close/>
              </a:path>
            </a:pathLst>
          </a:custGeom>
          <a:noFill/>
          <a:ln w="6120">
            <a:solidFill>
              <a:srgbClr val="3d68ec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5" name=""/>
          <p:cNvSpPr txBox="1"/>
          <p:nvPr/>
        </p:nvSpPr>
        <p:spPr>
          <a:xfrm>
            <a:off x="1083960" y="2751840"/>
            <a:ext cx="49896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datamodel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6" name=""/>
          <p:cNvSpPr/>
          <p:nvPr/>
        </p:nvSpPr>
        <p:spPr>
          <a:xfrm>
            <a:off x="3925440" y="2572560"/>
            <a:ext cx="1477440" cy="326160"/>
          </a:xfrm>
          <a:custGeom>
            <a:avLst/>
            <a:gdLst/>
            <a:ahLst/>
            <a:rect l="0" t="0" r="r" b="b"/>
            <a:pathLst>
              <a:path w="4104" h="906">
                <a:moveTo>
                  <a:pt x="0" y="0"/>
                </a:moveTo>
                <a:lnTo>
                  <a:pt x="4104" y="0"/>
                </a:lnTo>
                <a:lnTo>
                  <a:pt x="4104" y="906"/>
                </a:lnTo>
                <a:lnTo>
                  <a:pt x="0" y="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7" name=""/>
          <p:cNvSpPr/>
          <p:nvPr/>
        </p:nvSpPr>
        <p:spPr>
          <a:xfrm>
            <a:off x="3925440" y="2572560"/>
            <a:ext cx="1477440" cy="326160"/>
          </a:xfrm>
          <a:custGeom>
            <a:avLst/>
            <a:gdLst/>
            <a:ahLst/>
            <a:rect l="0" t="0" r="r" b="b"/>
            <a:pathLst>
              <a:path w="4104" h="906">
                <a:moveTo>
                  <a:pt x="0" y="0"/>
                </a:moveTo>
                <a:lnTo>
                  <a:pt x="4104" y="0"/>
                </a:lnTo>
                <a:lnTo>
                  <a:pt x="4104" y="906"/>
                </a:lnTo>
                <a:lnTo>
                  <a:pt x="0" y="906"/>
                </a:lnTo>
                <a:lnTo>
                  <a:pt x="0" y="0"/>
                </a:lnTo>
                <a:close/>
              </a:path>
            </a:pathLst>
          </a:custGeom>
          <a:noFill/>
          <a:ln w="6120">
            <a:solidFill>
              <a:srgbClr val="3d68ec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8" name=""/>
          <p:cNvSpPr txBox="1"/>
          <p:nvPr/>
        </p:nvSpPr>
        <p:spPr>
          <a:xfrm>
            <a:off x="2616480" y="2678760"/>
            <a:ext cx="90432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Endpoint verandert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9" name=""/>
          <p:cNvSpPr/>
          <p:nvPr/>
        </p:nvSpPr>
        <p:spPr>
          <a:xfrm>
            <a:off x="5712480" y="2502720"/>
            <a:ext cx="1613880" cy="465840"/>
          </a:xfrm>
          <a:custGeom>
            <a:avLst/>
            <a:gdLst/>
            <a:ahLst/>
            <a:rect l="0" t="0" r="r" b="b"/>
            <a:pathLst>
              <a:path w="4483" h="1294">
                <a:moveTo>
                  <a:pt x="0" y="0"/>
                </a:moveTo>
                <a:lnTo>
                  <a:pt x="4483" y="0"/>
                </a:lnTo>
                <a:lnTo>
                  <a:pt x="4483" y="1294"/>
                </a:lnTo>
                <a:lnTo>
                  <a:pt x="0" y="12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0" name=""/>
          <p:cNvSpPr/>
          <p:nvPr/>
        </p:nvSpPr>
        <p:spPr>
          <a:xfrm>
            <a:off x="5712480" y="2502720"/>
            <a:ext cx="1613880" cy="465840"/>
          </a:xfrm>
          <a:custGeom>
            <a:avLst/>
            <a:gdLst/>
            <a:ahLst/>
            <a:rect l="0" t="0" r="r" b="b"/>
            <a:pathLst>
              <a:path w="4483" h="1294">
                <a:moveTo>
                  <a:pt x="0" y="0"/>
                </a:moveTo>
                <a:lnTo>
                  <a:pt x="4483" y="0"/>
                </a:lnTo>
                <a:lnTo>
                  <a:pt x="4483" y="1294"/>
                </a:lnTo>
                <a:lnTo>
                  <a:pt x="0" y="1294"/>
                </a:lnTo>
                <a:lnTo>
                  <a:pt x="0" y="0"/>
                </a:lnTo>
                <a:close/>
              </a:path>
            </a:pathLst>
          </a:custGeom>
          <a:noFill/>
          <a:ln w="6120">
            <a:solidFill>
              <a:srgbClr val="3d68ec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1" name=""/>
          <p:cNvSpPr txBox="1"/>
          <p:nvPr/>
        </p:nvSpPr>
        <p:spPr>
          <a:xfrm>
            <a:off x="4111920" y="2678760"/>
            <a:ext cx="123984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Applicatiedienst verandert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2" name=""/>
          <p:cNvSpPr txBox="1"/>
          <p:nvPr/>
        </p:nvSpPr>
        <p:spPr>
          <a:xfrm>
            <a:off x="5945400" y="2608920"/>
            <a:ext cx="133272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Koppeling krijgt een nieuwe 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3" name=""/>
          <p:cNvSpPr/>
          <p:nvPr/>
        </p:nvSpPr>
        <p:spPr>
          <a:xfrm>
            <a:off x="7635960" y="2572560"/>
            <a:ext cx="1191960" cy="326160"/>
          </a:xfrm>
          <a:custGeom>
            <a:avLst/>
            <a:gdLst/>
            <a:ahLst/>
            <a:rect l="0" t="0" r="r" b="b"/>
            <a:pathLst>
              <a:path w="3311" h="906">
                <a:moveTo>
                  <a:pt x="0" y="0"/>
                </a:moveTo>
                <a:lnTo>
                  <a:pt x="3311" y="0"/>
                </a:lnTo>
                <a:lnTo>
                  <a:pt x="3311" y="906"/>
                </a:lnTo>
                <a:lnTo>
                  <a:pt x="0" y="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4" name=""/>
          <p:cNvSpPr/>
          <p:nvPr/>
        </p:nvSpPr>
        <p:spPr>
          <a:xfrm>
            <a:off x="7635960" y="2572560"/>
            <a:ext cx="1191960" cy="326160"/>
          </a:xfrm>
          <a:custGeom>
            <a:avLst/>
            <a:gdLst/>
            <a:ahLst/>
            <a:rect l="0" t="0" r="r" b="b"/>
            <a:pathLst>
              <a:path w="3311" h="906">
                <a:moveTo>
                  <a:pt x="0" y="0"/>
                </a:moveTo>
                <a:lnTo>
                  <a:pt x="3311" y="0"/>
                </a:lnTo>
                <a:lnTo>
                  <a:pt x="3311" y="906"/>
                </a:lnTo>
                <a:lnTo>
                  <a:pt x="0" y="906"/>
                </a:lnTo>
                <a:lnTo>
                  <a:pt x="0" y="0"/>
                </a:lnTo>
                <a:close/>
              </a:path>
            </a:pathLst>
          </a:custGeom>
          <a:noFill/>
          <a:ln w="6120">
            <a:solidFill>
              <a:srgbClr val="3d68ec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5" name=""/>
          <p:cNvSpPr txBox="1"/>
          <p:nvPr/>
        </p:nvSpPr>
        <p:spPr>
          <a:xfrm>
            <a:off x="6398280" y="2751840"/>
            <a:ext cx="28404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versie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6" name=""/>
          <p:cNvSpPr/>
          <p:nvPr/>
        </p:nvSpPr>
        <p:spPr>
          <a:xfrm>
            <a:off x="456840" y="3295440"/>
            <a:ext cx="8420760" cy="486000"/>
          </a:xfrm>
          <a:custGeom>
            <a:avLst/>
            <a:gdLst/>
            <a:ahLst/>
            <a:rect l="0" t="0" r="r" b="b"/>
            <a:pathLst>
              <a:path w="23391" h="1350">
                <a:moveTo>
                  <a:pt x="0" y="0"/>
                </a:moveTo>
                <a:lnTo>
                  <a:pt x="23391" y="0"/>
                </a:lnTo>
                <a:lnTo>
                  <a:pt x="2339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7" name=""/>
          <p:cNvSpPr/>
          <p:nvPr/>
        </p:nvSpPr>
        <p:spPr>
          <a:xfrm>
            <a:off x="456840" y="329544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8" name=""/>
          <p:cNvSpPr/>
          <p:nvPr/>
        </p:nvSpPr>
        <p:spPr>
          <a:xfrm>
            <a:off x="456840" y="37717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9" name=""/>
          <p:cNvSpPr/>
          <p:nvPr/>
        </p:nvSpPr>
        <p:spPr>
          <a:xfrm>
            <a:off x="8867520" y="32954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106"/>
                </a:moveTo>
                <a:lnTo>
                  <a:pt x="0" y="1350"/>
                </a:lnTo>
                <a:lnTo>
                  <a:pt x="28" y="13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0" name=""/>
          <p:cNvSpPr/>
          <p:nvPr/>
        </p:nvSpPr>
        <p:spPr>
          <a:xfrm>
            <a:off x="456840" y="32954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0" y="1350"/>
                </a:lnTo>
                <a:lnTo>
                  <a:pt x="28" y="13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1" name=""/>
          <p:cNvSpPr txBox="1"/>
          <p:nvPr/>
        </p:nvSpPr>
        <p:spPr>
          <a:xfrm>
            <a:off x="7822440" y="2678760"/>
            <a:ext cx="921240" cy="10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30" spc="-1" strike="noStrike">
                <a:solidFill>
                  <a:srgbClr val="1b2a6b"/>
                </a:solidFill>
                <a:latin typeface="Arial"/>
                <a:ea typeface="Arial"/>
              </a:rPr>
              <a:t>Iedereen moet mee</a:t>
            </a:r>
            <a:endParaRPr b="0" lang="en-US" sz="7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3" name=""/>
          <p:cNvSpPr txBox="1"/>
          <p:nvPr/>
        </p:nvSpPr>
        <p:spPr>
          <a:xfrm>
            <a:off x="619200" y="3463920"/>
            <a:ext cx="72244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Eén versie over het hele pakket maakt van elke wijziging een kettingreactie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46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470" name=""/>
          <p:cNvSpPr txBox="1"/>
          <p:nvPr/>
        </p:nvSpPr>
        <p:spPr>
          <a:xfrm>
            <a:off x="457200" y="1320840"/>
            <a:ext cx="24361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Versionering · blok van Garik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1" name=""/>
          <p:cNvSpPr/>
          <p:nvPr/>
        </p:nvSpPr>
        <p:spPr>
          <a:xfrm>
            <a:off x="456840" y="2219040"/>
            <a:ext cx="2705760" cy="1400760"/>
          </a:xfrm>
          <a:custGeom>
            <a:avLst/>
            <a:gdLst/>
            <a:ahLst/>
            <a:rect l="0" t="0" r="r" b="b"/>
            <a:pathLst>
              <a:path w="7516" h="3891">
                <a:moveTo>
                  <a:pt x="0" y="0"/>
                </a:moveTo>
                <a:lnTo>
                  <a:pt x="7516" y="0"/>
                </a:lnTo>
                <a:lnTo>
                  <a:pt x="7516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2" name=""/>
          <p:cNvSpPr/>
          <p:nvPr/>
        </p:nvSpPr>
        <p:spPr>
          <a:xfrm>
            <a:off x="456840" y="2219040"/>
            <a:ext cx="2705760" cy="38520"/>
          </a:xfrm>
          <a:custGeom>
            <a:avLst/>
            <a:gdLst/>
            <a:ahLst/>
            <a:rect l="0" t="0" r="r" b="b"/>
            <a:pathLst>
              <a:path w="7516" h="107">
                <a:moveTo>
                  <a:pt x="0" y="0"/>
                </a:moveTo>
                <a:lnTo>
                  <a:pt x="7516" y="0"/>
                </a:lnTo>
                <a:lnTo>
                  <a:pt x="7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3" name=""/>
          <p:cNvSpPr/>
          <p:nvPr/>
        </p:nvSpPr>
        <p:spPr>
          <a:xfrm>
            <a:off x="456840" y="360972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4" name=""/>
          <p:cNvSpPr/>
          <p:nvPr/>
        </p:nvSpPr>
        <p:spPr>
          <a:xfrm>
            <a:off x="3152520" y="2219040"/>
            <a:ext cx="10080" cy="1400760"/>
          </a:xfrm>
          <a:custGeom>
            <a:avLst/>
            <a:gdLst/>
            <a:ahLst/>
            <a:rect l="0" t="0" r="r" b="b"/>
            <a:pathLst>
              <a:path w="28" h="3891">
                <a:moveTo>
                  <a:pt x="0" y="106"/>
                </a:moveTo>
                <a:lnTo>
                  <a:pt x="0" y="3891"/>
                </a:lnTo>
                <a:lnTo>
                  <a:pt x="28" y="389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5" name=""/>
          <p:cNvSpPr/>
          <p:nvPr/>
        </p:nvSpPr>
        <p:spPr>
          <a:xfrm>
            <a:off x="456840" y="2219040"/>
            <a:ext cx="10080" cy="1400760"/>
          </a:xfrm>
          <a:custGeom>
            <a:avLst/>
            <a:gdLst/>
            <a:ahLst/>
            <a:rect l="0" t="0" r="r" b="b"/>
            <a:pathLst>
              <a:path w="28" h="3891">
                <a:moveTo>
                  <a:pt x="0" y="0"/>
                </a:moveTo>
                <a:lnTo>
                  <a:pt x="0" y="3891"/>
                </a:lnTo>
                <a:lnTo>
                  <a:pt x="28" y="389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6" name=""/>
          <p:cNvSpPr/>
          <p:nvPr/>
        </p:nvSpPr>
        <p:spPr>
          <a:xfrm>
            <a:off x="689400" y="2426760"/>
            <a:ext cx="171720" cy="240480"/>
          </a:xfrm>
          <a:custGeom>
            <a:avLst/>
            <a:gdLst/>
            <a:ahLst/>
            <a:rect l="0" t="0" r="r" b="b"/>
            <a:pathLst>
              <a:path w="477" h="668">
                <a:moveTo>
                  <a:pt x="430" y="48"/>
                </a:moveTo>
                <a:lnTo>
                  <a:pt x="430" y="590"/>
                </a:lnTo>
                <a:lnTo>
                  <a:pt x="261" y="505"/>
                </a:lnTo>
                <a:lnTo>
                  <a:pt x="239" y="494"/>
                </a:lnTo>
                <a:lnTo>
                  <a:pt x="217" y="505"/>
                </a:lnTo>
                <a:lnTo>
                  <a:pt x="48" y="590"/>
                </a:lnTo>
                <a:lnTo>
                  <a:pt x="48" y="48"/>
                </a:lnTo>
                <a:lnTo>
                  <a:pt x="430" y="48"/>
                </a:lnTo>
                <a:moveTo>
                  <a:pt x="430" y="0"/>
                </a:moveTo>
                <a:lnTo>
                  <a:pt x="48" y="0"/>
                </a:lnTo>
                <a:cubicBezTo>
                  <a:pt x="41" y="0"/>
                  <a:pt x="35" y="1"/>
                  <a:pt x="29" y="4"/>
                </a:cubicBezTo>
                <a:cubicBezTo>
                  <a:pt x="24" y="6"/>
                  <a:pt x="18" y="10"/>
                  <a:pt x="14" y="14"/>
                </a:cubicBezTo>
                <a:cubicBezTo>
                  <a:pt x="10" y="18"/>
                  <a:pt x="6" y="24"/>
                  <a:pt x="4" y="29"/>
                </a:cubicBezTo>
                <a:cubicBezTo>
                  <a:pt x="1" y="35"/>
                  <a:pt x="0" y="41"/>
                  <a:pt x="0" y="48"/>
                </a:cubicBezTo>
                <a:lnTo>
                  <a:pt x="0" y="668"/>
                </a:lnTo>
                <a:lnTo>
                  <a:pt x="239" y="549"/>
                </a:lnTo>
                <a:lnTo>
                  <a:pt x="477" y="668"/>
                </a:lnTo>
                <a:lnTo>
                  <a:pt x="477" y="48"/>
                </a:lnTo>
                <a:cubicBezTo>
                  <a:pt x="477" y="41"/>
                  <a:pt x="476" y="35"/>
                  <a:pt x="474" y="29"/>
                </a:cubicBezTo>
                <a:cubicBezTo>
                  <a:pt x="471" y="24"/>
                  <a:pt x="468" y="18"/>
                  <a:pt x="463" y="14"/>
                </a:cubicBezTo>
                <a:cubicBezTo>
                  <a:pt x="459" y="10"/>
                  <a:pt x="454" y="6"/>
                  <a:pt x="448" y="4"/>
                </a:cubicBezTo>
                <a:cubicBezTo>
                  <a:pt x="442" y="1"/>
                  <a:pt x="436" y="0"/>
                  <a:pt x="430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7" name=""/>
          <p:cNvSpPr txBox="1"/>
          <p:nvPr/>
        </p:nvSpPr>
        <p:spPr>
          <a:xfrm>
            <a:off x="439920" y="1529640"/>
            <a:ext cx="2388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Het voorstel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8" name=""/>
          <p:cNvSpPr txBox="1"/>
          <p:nvPr/>
        </p:nvSpPr>
        <p:spPr>
          <a:xfrm>
            <a:off x="634320" y="2751840"/>
            <a:ext cx="14288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Versie als ijkpunt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9" name=""/>
          <p:cNvSpPr txBox="1"/>
          <p:nvPr/>
        </p:nvSpPr>
        <p:spPr>
          <a:xfrm>
            <a:off x="634320" y="3024360"/>
            <a:ext cx="23842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een release legt vast hoe het er toen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0" name=""/>
          <p:cNvSpPr/>
          <p:nvPr/>
        </p:nvSpPr>
        <p:spPr>
          <a:xfrm>
            <a:off x="3314520" y="2219040"/>
            <a:ext cx="2705400" cy="1400760"/>
          </a:xfrm>
          <a:custGeom>
            <a:avLst/>
            <a:gdLst/>
            <a:ahLst/>
            <a:rect l="0" t="0" r="r" b="b"/>
            <a:pathLst>
              <a:path w="7515" h="3891">
                <a:moveTo>
                  <a:pt x="0" y="0"/>
                </a:moveTo>
                <a:lnTo>
                  <a:pt x="7515" y="0"/>
                </a:lnTo>
                <a:lnTo>
                  <a:pt x="7515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1" name=""/>
          <p:cNvSpPr/>
          <p:nvPr/>
        </p:nvSpPr>
        <p:spPr>
          <a:xfrm>
            <a:off x="3314520" y="2219040"/>
            <a:ext cx="2705400" cy="38520"/>
          </a:xfrm>
          <a:custGeom>
            <a:avLst/>
            <a:gdLst/>
            <a:ahLst/>
            <a:rect l="0" t="0" r="r" b="b"/>
            <a:pathLst>
              <a:path w="7515" h="107">
                <a:moveTo>
                  <a:pt x="0" y="0"/>
                </a:moveTo>
                <a:lnTo>
                  <a:pt x="7515" y="0"/>
                </a:lnTo>
                <a:lnTo>
                  <a:pt x="751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2" name=""/>
          <p:cNvSpPr/>
          <p:nvPr/>
        </p:nvSpPr>
        <p:spPr>
          <a:xfrm>
            <a:off x="3314520" y="360972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3" name=""/>
          <p:cNvSpPr/>
          <p:nvPr/>
        </p:nvSpPr>
        <p:spPr>
          <a:xfrm>
            <a:off x="6010200" y="2219040"/>
            <a:ext cx="9720" cy="1400760"/>
          </a:xfrm>
          <a:custGeom>
            <a:avLst/>
            <a:gdLst/>
            <a:ahLst/>
            <a:rect l="0" t="0" r="r" b="b"/>
            <a:pathLst>
              <a:path w="27" h="3891">
                <a:moveTo>
                  <a:pt x="0" y="106"/>
                </a:moveTo>
                <a:lnTo>
                  <a:pt x="0" y="3891"/>
                </a:lnTo>
                <a:lnTo>
                  <a:pt x="27" y="389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4" name=""/>
          <p:cNvSpPr/>
          <p:nvPr/>
        </p:nvSpPr>
        <p:spPr>
          <a:xfrm>
            <a:off x="3314520" y="2219040"/>
            <a:ext cx="9720" cy="1400760"/>
          </a:xfrm>
          <a:custGeom>
            <a:avLst/>
            <a:gdLst/>
            <a:ahLst/>
            <a:rect l="0" t="0" r="r" b="b"/>
            <a:pathLst>
              <a:path w="27" h="3891">
                <a:moveTo>
                  <a:pt x="0" y="0"/>
                </a:moveTo>
                <a:lnTo>
                  <a:pt x="0" y="3891"/>
                </a:lnTo>
                <a:lnTo>
                  <a:pt x="27" y="389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5" name=""/>
          <p:cNvSpPr/>
          <p:nvPr/>
        </p:nvSpPr>
        <p:spPr>
          <a:xfrm>
            <a:off x="3512520" y="2426760"/>
            <a:ext cx="239760" cy="240480"/>
          </a:xfrm>
          <a:custGeom>
            <a:avLst/>
            <a:gdLst/>
            <a:ahLst/>
            <a:rect l="0" t="0" r="r" b="b"/>
            <a:pathLst>
              <a:path w="666" h="668">
                <a:moveTo>
                  <a:pt x="460" y="69"/>
                </a:moveTo>
                <a:lnTo>
                  <a:pt x="353" y="5"/>
                </a:lnTo>
                <a:cubicBezTo>
                  <a:pt x="346" y="2"/>
                  <a:pt x="341" y="0"/>
                  <a:pt x="334" y="0"/>
                </a:cubicBezTo>
                <a:cubicBezTo>
                  <a:pt x="327" y="0"/>
                  <a:pt x="322" y="2"/>
                  <a:pt x="317" y="5"/>
                </a:cubicBezTo>
                <a:lnTo>
                  <a:pt x="210" y="69"/>
                </a:lnTo>
                <a:cubicBezTo>
                  <a:pt x="198" y="76"/>
                  <a:pt x="191" y="88"/>
                  <a:pt x="191" y="100"/>
                </a:cubicBezTo>
                <a:lnTo>
                  <a:pt x="191" y="233"/>
                </a:lnTo>
                <a:cubicBezTo>
                  <a:pt x="191" y="245"/>
                  <a:pt x="198" y="258"/>
                  <a:pt x="207" y="265"/>
                </a:cubicBezTo>
                <a:lnTo>
                  <a:pt x="315" y="330"/>
                </a:lnTo>
                <a:cubicBezTo>
                  <a:pt x="319" y="332"/>
                  <a:pt x="327" y="334"/>
                  <a:pt x="331" y="334"/>
                </a:cubicBezTo>
                <a:cubicBezTo>
                  <a:pt x="336" y="334"/>
                  <a:pt x="343" y="332"/>
                  <a:pt x="348" y="330"/>
                </a:cubicBezTo>
                <a:lnTo>
                  <a:pt x="455" y="265"/>
                </a:lnTo>
                <a:cubicBezTo>
                  <a:pt x="465" y="258"/>
                  <a:pt x="472" y="248"/>
                  <a:pt x="472" y="233"/>
                </a:cubicBezTo>
                <a:lnTo>
                  <a:pt x="472" y="100"/>
                </a:lnTo>
                <a:cubicBezTo>
                  <a:pt x="477" y="88"/>
                  <a:pt x="469" y="76"/>
                  <a:pt x="460" y="69"/>
                </a:cubicBezTo>
                <a:moveTo>
                  <a:pt x="429" y="226"/>
                </a:moveTo>
                <a:lnTo>
                  <a:pt x="334" y="284"/>
                </a:lnTo>
                <a:lnTo>
                  <a:pt x="238" y="226"/>
                </a:lnTo>
                <a:lnTo>
                  <a:pt x="238" y="107"/>
                </a:lnTo>
                <a:lnTo>
                  <a:pt x="334" y="50"/>
                </a:lnTo>
                <a:lnTo>
                  <a:pt x="429" y="107"/>
                </a:lnTo>
                <a:lnTo>
                  <a:pt x="429" y="226"/>
                </a:lnTo>
                <a:moveTo>
                  <a:pt x="651" y="403"/>
                </a:moveTo>
                <a:lnTo>
                  <a:pt x="544" y="339"/>
                </a:lnTo>
                <a:cubicBezTo>
                  <a:pt x="537" y="337"/>
                  <a:pt x="531" y="334"/>
                  <a:pt x="524" y="334"/>
                </a:cubicBezTo>
                <a:cubicBezTo>
                  <a:pt x="517" y="334"/>
                  <a:pt x="512" y="337"/>
                  <a:pt x="507" y="339"/>
                </a:cubicBezTo>
                <a:lnTo>
                  <a:pt x="400" y="403"/>
                </a:lnTo>
                <a:cubicBezTo>
                  <a:pt x="391" y="411"/>
                  <a:pt x="384" y="420"/>
                  <a:pt x="384" y="434"/>
                </a:cubicBezTo>
                <a:lnTo>
                  <a:pt x="384" y="568"/>
                </a:lnTo>
                <a:cubicBezTo>
                  <a:pt x="384" y="580"/>
                  <a:pt x="391" y="592"/>
                  <a:pt x="400" y="599"/>
                </a:cubicBezTo>
                <a:lnTo>
                  <a:pt x="507" y="663"/>
                </a:lnTo>
                <a:cubicBezTo>
                  <a:pt x="512" y="665"/>
                  <a:pt x="519" y="668"/>
                  <a:pt x="524" y="668"/>
                </a:cubicBezTo>
                <a:cubicBezTo>
                  <a:pt x="529" y="668"/>
                  <a:pt x="537" y="665"/>
                  <a:pt x="542" y="663"/>
                </a:cubicBezTo>
                <a:lnTo>
                  <a:pt x="649" y="599"/>
                </a:lnTo>
                <a:cubicBezTo>
                  <a:pt x="658" y="592"/>
                  <a:pt x="666" y="582"/>
                  <a:pt x="666" y="568"/>
                </a:cubicBezTo>
                <a:lnTo>
                  <a:pt x="666" y="434"/>
                </a:lnTo>
                <a:cubicBezTo>
                  <a:pt x="668" y="423"/>
                  <a:pt x="661" y="411"/>
                  <a:pt x="651" y="403"/>
                </a:cubicBezTo>
                <a:moveTo>
                  <a:pt x="620" y="561"/>
                </a:moveTo>
                <a:lnTo>
                  <a:pt x="524" y="618"/>
                </a:lnTo>
                <a:lnTo>
                  <a:pt x="429" y="561"/>
                </a:lnTo>
                <a:lnTo>
                  <a:pt x="429" y="442"/>
                </a:lnTo>
                <a:lnTo>
                  <a:pt x="524" y="384"/>
                </a:lnTo>
                <a:lnTo>
                  <a:pt x="620" y="442"/>
                </a:lnTo>
                <a:lnTo>
                  <a:pt x="620" y="561"/>
                </a:lnTo>
                <a:moveTo>
                  <a:pt x="269" y="403"/>
                </a:moveTo>
                <a:lnTo>
                  <a:pt x="162" y="339"/>
                </a:lnTo>
                <a:cubicBezTo>
                  <a:pt x="155" y="337"/>
                  <a:pt x="150" y="334"/>
                  <a:pt x="143" y="334"/>
                </a:cubicBezTo>
                <a:cubicBezTo>
                  <a:pt x="136" y="334"/>
                  <a:pt x="131" y="337"/>
                  <a:pt x="127" y="339"/>
                </a:cubicBezTo>
                <a:lnTo>
                  <a:pt x="19" y="403"/>
                </a:lnTo>
                <a:cubicBezTo>
                  <a:pt x="7" y="411"/>
                  <a:pt x="0" y="423"/>
                  <a:pt x="0" y="434"/>
                </a:cubicBezTo>
                <a:lnTo>
                  <a:pt x="0" y="568"/>
                </a:lnTo>
                <a:cubicBezTo>
                  <a:pt x="0" y="580"/>
                  <a:pt x="7" y="592"/>
                  <a:pt x="17" y="599"/>
                </a:cubicBezTo>
                <a:lnTo>
                  <a:pt x="124" y="663"/>
                </a:lnTo>
                <a:cubicBezTo>
                  <a:pt x="131" y="665"/>
                  <a:pt x="136" y="668"/>
                  <a:pt x="143" y="668"/>
                </a:cubicBezTo>
                <a:cubicBezTo>
                  <a:pt x="150" y="668"/>
                  <a:pt x="155" y="665"/>
                  <a:pt x="160" y="663"/>
                </a:cubicBezTo>
                <a:lnTo>
                  <a:pt x="267" y="599"/>
                </a:lnTo>
                <a:cubicBezTo>
                  <a:pt x="277" y="592"/>
                  <a:pt x="284" y="582"/>
                  <a:pt x="284" y="568"/>
                </a:cubicBezTo>
                <a:lnTo>
                  <a:pt x="284" y="434"/>
                </a:lnTo>
                <a:cubicBezTo>
                  <a:pt x="286" y="423"/>
                  <a:pt x="279" y="411"/>
                  <a:pt x="269" y="403"/>
                </a:cubicBezTo>
                <a:moveTo>
                  <a:pt x="238" y="561"/>
                </a:moveTo>
                <a:lnTo>
                  <a:pt x="143" y="618"/>
                </a:lnTo>
                <a:lnTo>
                  <a:pt x="48" y="561"/>
                </a:lnTo>
                <a:lnTo>
                  <a:pt x="48" y="442"/>
                </a:lnTo>
                <a:lnTo>
                  <a:pt x="143" y="384"/>
                </a:lnTo>
                <a:lnTo>
                  <a:pt x="238" y="442"/>
                </a:lnTo>
                <a:lnTo>
                  <a:pt x="238" y="561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6" name=""/>
          <p:cNvSpPr txBox="1"/>
          <p:nvPr/>
        </p:nvSpPr>
        <p:spPr>
          <a:xfrm>
            <a:off x="634320" y="3272040"/>
            <a:ext cx="3924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uitzag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7" name=""/>
          <p:cNvSpPr txBox="1"/>
          <p:nvPr/>
        </p:nvSpPr>
        <p:spPr>
          <a:xfrm>
            <a:off x="3491640" y="2751840"/>
            <a:ext cx="2076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Kiezen per berichtstroom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8" name=""/>
          <p:cNvSpPr txBox="1"/>
          <p:nvPr/>
        </p:nvSpPr>
        <p:spPr>
          <a:xfrm>
            <a:off x="3491640" y="3024360"/>
            <a:ext cx="24559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een partij implementeert wat zij nodig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9" name=""/>
          <p:cNvSpPr/>
          <p:nvPr/>
        </p:nvSpPr>
        <p:spPr>
          <a:xfrm>
            <a:off x="6171840" y="2219040"/>
            <a:ext cx="2705760" cy="1143360"/>
          </a:xfrm>
          <a:custGeom>
            <a:avLst/>
            <a:gdLst/>
            <a:ahLst/>
            <a:rect l="0" t="0" r="r" b="b"/>
            <a:pathLst>
              <a:path w="7516" h="3176">
                <a:moveTo>
                  <a:pt x="0" y="0"/>
                </a:moveTo>
                <a:lnTo>
                  <a:pt x="7516" y="0"/>
                </a:lnTo>
                <a:lnTo>
                  <a:pt x="7516" y="3176"/>
                </a:lnTo>
                <a:lnTo>
                  <a:pt x="0" y="31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0" name=""/>
          <p:cNvSpPr/>
          <p:nvPr/>
        </p:nvSpPr>
        <p:spPr>
          <a:xfrm>
            <a:off x="6171840" y="2219040"/>
            <a:ext cx="2705760" cy="38520"/>
          </a:xfrm>
          <a:custGeom>
            <a:avLst/>
            <a:gdLst/>
            <a:ahLst/>
            <a:rect l="0" t="0" r="r" b="b"/>
            <a:pathLst>
              <a:path w="7516" h="107">
                <a:moveTo>
                  <a:pt x="0" y="0"/>
                </a:moveTo>
                <a:lnTo>
                  <a:pt x="7516" y="0"/>
                </a:lnTo>
                <a:lnTo>
                  <a:pt x="7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1" name=""/>
          <p:cNvSpPr/>
          <p:nvPr/>
        </p:nvSpPr>
        <p:spPr>
          <a:xfrm>
            <a:off x="6171840" y="3352680"/>
            <a:ext cx="2705760" cy="9720"/>
          </a:xfrm>
          <a:custGeom>
            <a:avLst/>
            <a:gdLst/>
            <a:ahLst/>
            <a:rect l="0" t="0" r="r" b="b"/>
            <a:pathLst>
              <a:path w="7516" h="27">
                <a:moveTo>
                  <a:pt x="0" y="0"/>
                </a:moveTo>
                <a:lnTo>
                  <a:pt x="7516" y="0"/>
                </a:lnTo>
                <a:lnTo>
                  <a:pt x="7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2" name=""/>
          <p:cNvSpPr/>
          <p:nvPr/>
        </p:nvSpPr>
        <p:spPr>
          <a:xfrm>
            <a:off x="8867520" y="2219040"/>
            <a:ext cx="10080" cy="1143360"/>
          </a:xfrm>
          <a:custGeom>
            <a:avLst/>
            <a:gdLst/>
            <a:ahLst/>
            <a:rect l="0" t="0" r="r" b="b"/>
            <a:pathLst>
              <a:path w="28" h="3176">
                <a:moveTo>
                  <a:pt x="0" y="106"/>
                </a:moveTo>
                <a:lnTo>
                  <a:pt x="0" y="3176"/>
                </a:lnTo>
                <a:lnTo>
                  <a:pt x="28" y="317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3" name=""/>
          <p:cNvSpPr/>
          <p:nvPr/>
        </p:nvSpPr>
        <p:spPr>
          <a:xfrm>
            <a:off x="6171840" y="2219040"/>
            <a:ext cx="10080" cy="1143360"/>
          </a:xfrm>
          <a:custGeom>
            <a:avLst/>
            <a:gdLst/>
            <a:ahLst/>
            <a:rect l="0" t="0" r="r" b="b"/>
            <a:pathLst>
              <a:path w="28" h="3176">
                <a:moveTo>
                  <a:pt x="0" y="0"/>
                </a:moveTo>
                <a:lnTo>
                  <a:pt x="0" y="3176"/>
                </a:lnTo>
                <a:lnTo>
                  <a:pt x="28" y="317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4" name=""/>
          <p:cNvSpPr/>
          <p:nvPr/>
        </p:nvSpPr>
        <p:spPr>
          <a:xfrm>
            <a:off x="6387120" y="2426760"/>
            <a:ext cx="206280" cy="240480"/>
          </a:xfrm>
          <a:custGeom>
            <a:avLst/>
            <a:gdLst/>
            <a:ahLst/>
            <a:rect l="0" t="0" r="r" b="b"/>
            <a:pathLst>
              <a:path w="573" h="668">
                <a:moveTo>
                  <a:pt x="382" y="95"/>
                </a:moveTo>
                <a:cubicBezTo>
                  <a:pt x="382" y="140"/>
                  <a:pt x="413" y="177"/>
                  <a:pt x="454" y="187"/>
                </a:cubicBezTo>
                <a:lnTo>
                  <a:pt x="454" y="287"/>
                </a:lnTo>
                <a:cubicBezTo>
                  <a:pt x="454" y="326"/>
                  <a:pt x="422" y="358"/>
                  <a:pt x="382" y="358"/>
                </a:cubicBezTo>
                <a:lnTo>
                  <a:pt x="191" y="358"/>
                </a:lnTo>
                <a:cubicBezTo>
                  <a:pt x="164" y="358"/>
                  <a:pt x="139" y="368"/>
                  <a:pt x="119" y="383"/>
                </a:cubicBezTo>
                <a:lnTo>
                  <a:pt x="119" y="187"/>
                </a:lnTo>
                <a:cubicBezTo>
                  <a:pt x="160" y="177"/>
                  <a:pt x="191" y="140"/>
                  <a:pt x="191" y="95"/>
                </a:cubicBezTo>
                <a:cubicBezTo>
                  <a:pt x="191" y="43"/>
                  <a:pt x="148" y="0"/>
                  <a:pt x="96" y="0"/>
                </a:cubicBezTo>
                <a:cubicBezTo>
                  <a:pt x="43" y="0"/>
                  <a:pt x="0" y="43"/>
                  <a:pt x="0" y="95"/>
                </a:cubicBezTo>
                <a:cubicBezTo>
                  <a:pt x="0" y="140"/>
                  <a:pt x="31" y="177"/>
                  <a:pt x="72" y="187"/>
                </a:cubicBezTo>
                <a:lnTo>
                  <a:pt x="72" y="481"/>
                </a:lnTo>
                <a:cubicBezTo>
                  <a:pt x="31" y="491"/>
                  <a:pt x="0" y="528"/>
                  <a:pt x="0" y="573"/>
                </a:cubicBezTo>
                <a:cubicBezTo>
                  <a:pt x="0" y="625"/>
                  <a:pt x="43" y="668"/>
                  <a:pt x="96" y="668"/>
                </a:cubicBezTo>
                <a:cubicBezTo>
                  <a:pt x="148" y="668"/>
                  <a:pt x="191" y="625"/>
                  <a:pt x="191" y="573"/>
                </a:cubicBezTo>
                <a:cubicBezTo>
                  <a:pt x="191" y="528"/>
                  <a:pt x="160" y="491"/>
                  <a:pt x="119" y="481"/>
                </a:cubicBezTo>
                <a:lnTo>
                  <a:pt x="119" y="477"/>
                </a:lnTo>
                <a:cubicBezTo>
                  <a:pt x="119" y="438"/>
                  <a:pt x="152" y="406"/>
                  <a:pt x="191" y="406"/>
                </a:cubicBezTo>
                <a:lnTo>
                  <a:pt x="382" y="406"/>
                </a:lnTo>
                <a:cubicBezTo>
                  <a:pt x="448" y="406"/>
                  <a:pt x="501" y="352"/>
                  <a:pt x="501" y="287"/>
                </a:cubicBezTo>
                <a:lnTo>
                  <a:pt x="501" y="187"/>
                </a:lnTo>
                <a:cubicBezTo>
                  <a:pt x="542" y="177"/>
                  <a:pt x="573" y="140"/>
                  <a:pt x="573" y="95"/>
                </a:cubicBezTo>
                <a:cubicBezTo>
                  <a:pt x="573" y="43"/>
                  <a:pt x="530" y="0"/>
                  <a:pt x="478" y="0"/>
                </a:cubicBezTo>
                <a:cubicBezTo>
                  <a:pt x="425" y="0"/>
                  <a:pt x="382" y="43"/>
                  <a:pt x="382" y="95"/>
                </a:cubicBezTo>
                <a:moveTo>
                  <a:pt x="48" y="95"/>
                </a:moveTo>
                <a:cubicBezTo>
                  <a:pt x="48" y="69"/>
                  <a:pt x="69" y="48"/>
                  <a:pt x="96" y="48"/>
                </a:cubicBezTo>
                <a:cubicBezTo>
                  <a:pt x="122" y="48"/>
                  <a:pt x="143" y="69"/>
                  <a:pt x="143" y="95"/>
                </a:cubicBezTo>
                <a:cubicBezTo>
                  <a:pt x="143" y="122"/>
                  <a:pt x="122" y="143"/>
                  <a:pt x="96" y="143"/>
                </a:cubicBezTo>
                <a:cubicBezTo>
                  <a:pt x="69" y="143"/>
                  <a:pt x="48" y="122"/>
                  <a:pt x="48" y="95"/>
                </a:cubicBezTo>
                <a:moveTo>
                  <a:pt x="143" y="573"/>
                </a:moveTo>
                <a:cubicBezTo>
                  <a:pt x="143" y="599"/>
                  <a:pt x="122" y="620"/>
                  <a:pt x="96" y="620"/>
                </a:cubicBezTo>
                <a:cubicBezTo>
                  <a:pt x="69" y="620"/>
                  <a:pt x="48" y="599"/>
                  <a:pt x="48" y="573"/>
                </a:cubicBezTo>
                <a:cubicBezTo>
                  <a:pt x="48" y="546"/>
                  <a:pt x="69" y="525"/>
                  <a:pt x="96" y="525"/>
                </a:cubicBezTo>
                <a:cubicBezTo>
                  <a:pt x="122" y="525"/>
                  <a:pt x="143" y="546"/>
                  <a:pt x="143" y="573"/>
                </a:cubicBezTo>
                <a:moveTo>
                  <a:pt x="525" y="95"/>
                </a:moveTo>
                <a:cubicBezTo>
                  <a:pt x="525" y="122"/>
                  <a:pt x="504" y="143"/>
                  <a:pt x="478" y="143"/>
                </a:cubicBezTo>
                <a:cubicBezTo>
                  <a:pt x="451" y="143"/>
                  <a:pt x="430" y="122"/>
                  <a:pt x="430" y="95"/>
                </a:cubicBezTo>
                <a:cubicBezTo>
                  <a:pt x="430" y="69"/>
                  <a:pt x="451" y="48"/>
                  <a:pt x="478" y="48"/>
                </a:cubicBezTo>
                <a:cubicBezTo>
                  <a:pt x="504" y="48"/>
                  <a:pt x="525" y="69"/>
                  <a:pt x="525" y="95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5" name=""/>
          <p:cNvSpPr txBox="1"/>
          <p:nvPr/>
        </p:nvSpPr>
        <p:spPr>
          <a:xfrm>
            <a:off x="3491640" y="3272040"/>
            <a:ext cx="3358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heeft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6" name=""/>
          <p:cNvSpPr txBox="1"/>
          <p:nvPr/>
        </p:nvSpPr>
        <p:spPr>
          <a:xfrm>
            <a:off x="6349320" y="2751840"/>
            <a:ext cx="18219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Nieuw naast bestaand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7" name=""/>
          <p:cNvSpPr txBox="1"/>
          <p:nvPr/>
        </p:nvSpPr>
        <p:spPr>
          <a:xfrm>
            <a:off x="6349320" y="3024360"/>
            <a:ext cx="24710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een nieuwe stroom laat de oude staan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9" name=""/>
          <p:cNvSpPr txBox="1"/>
          <p:nvPr/>
        </p:nvSpPr>
        <p:spPr>
          <a:xfrm>
            <a:off x="1467000" y="3799800"/>
            <a:ext cx="73267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374151"/>
                </a:solidFill>
                <a:latin typeface="Arial"/>
                <a:ea typeface="Arial"/>
              </a:rPr>
              <a:t>De endpoints en de applicatiediensten blijven gestandaardiseerd; de datamodellen dragen hun eigen versie.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0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50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507" name=""/>
          <p:cNvSpPr txBox="1"/>
          <p:nvPr/>
        </p:nvSpPr>
        <p:spPr>
          <a:xfrm>
            <a:off x="457200" y="1160640"/>
            <a:ext cx="23918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dd784b"/>
                </a:solidFill>
                <a:latin typeface="Arial"/>
                <a:ea typeface="Arial"/>
              </a:rPr>
              <a:t>VER S IO NER ING   ·  BLO K  VAN  G AR IK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8" name=""/>
          <p:cNvSpPr/>
          <p:nvPr/>
        </p:nvSpPr>
        <p:spPr>
          <a:xfrm>
            <a:off x="3126960" y="2741400"/>
            <a:ext cx="393480" cy="0"/>
          </a:xfrm>
          <a:custGeom>
            <a:avLst/>
            <a:gdLst/>
            <a:ahLst/>
            <a:rect l="0" t="0" r="r" b="b"/>
            <a:pathLst>
              <a:path fill="none" w="1093" h="0">
                <a:moveTo>
                  <a:pt x="0" y="0"/>
                </a:moveTo>
                <a:lnTo>
                  <a:pt x="99" y="0"/>
                </a:lnTo>
                <a:cubicBezTo>
                  <a:pt x="198" y="0"/>
                  <a:pt x="396" y="0"/>
                  <a:pt x="578" y="0"/>
                </a:cubicBezTo>
                <a:cubicBezTo>
                  <a:pt x="760" y="0"/>
                  <a:pt x="927" y="0"/>
                  <a:pt x="1010" y="0"/>
                </a:cubicBezTo>
                <a:lnTo>
                  <a:pt x="1093" y="0"/>
                </a:lnTo>
              </a:path>
            </a:pathLst>
          </a:custGeom>
          <a:ln w="8280">
            <a:solidFill>
              <a:srgbClr val="dd784b"/>
            </a:solidFill>
            <a:miter/>
          </a:ln>
        </p:spPr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9" name=""/>
          <p:cNvSpPr/>
          <p:nvPr/>
        </p:nvSpPr>
        <p:spPr>
          <a:xfrm>
            <a:off x="3486240" y="2707200"/>
            <a:ext cx="68760" cy="68760"/>
          </a:xfrm>
          <a:custGeom>
            <a:avLst/>
            <a:gdLst/>
            <a:ahLst/>
            <a:rect l="0" t="0" r="r" b="b"/>
            <a:pathLst>
              <a:path w="191" h="191">
                <a:moveTo>
                  <a:pt x="0" y="0"/>
                </a:moveTo>
                <a:lnTo>
                  <a:pt x="191" y="95"/>
                </a:lnTo>
                <a:lnTo>
                  <a:pt x="0" y="191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0" name=""/>
          <p:cNvSpPr/>
          <p:nvPr/>
        </p:nvSpPr>
        <p:spPr>
          <a:xfrm>
            <a:off x="3482640" y="2701800"/>
            <a:ext cx="79920" cy="79920"/>
          </a:xfrm>
          <a:custGeom>
            <a:avLst/>
            <a:gdLst/>
            <a:ahLst/>
            <a:rect l="0" t="0" r="r" b="b"/>
            <a:pathLst>
              <a:path w="222" h="222">
                <a:moveTo>
                  <a:pt x="31" y="15"/>
                </a:moveTo>
                <a:lnTo>
                  <a:pt x="48" y="24"/>
                </a:lnTo>
                <a:lnTo>
                  <a:pt x="40" y="41"/>
                </a:lnTo>
                <a:lnTo>
                  <a:pt x="23" y="32"/>
                </a:lnTo>
                <a:lnTo>
                  <a:pt x="31" y="15"/>
                </a:lnTo>
                <a:moveTo>
                  <a:pt x="48" y="24"/>
                </a:moveTo>
                <a:lnTo>
                  <a:pt x="65" y="32"/>
                </a:lnTo>
                <a:lnTo>
                  <a:pt x="57" y="49"/>
                </a:lnTo>
                <a:lnTo>
                  <a:pt x="40" y="41"/>
                </a:lnTo>
                <a:lnTo>
                  <a:pt x="48" y="24"/>
                </a:lnTo>
                <a:moveTo>
                  <a:pt x="65" y="32"/>
                </a:moveTo>
                <a:lnTo>
                  <a:pt x="82" y="41"/>
                </a:lnTo>
                <a:lnTo>
                  <a:pt x="74" y="58"/>
                </a:lnTo>
                <a:lnTo>
                  <a:pt x="57" y="49"/>
                </a:lnTo>
                <a:lnTo>
                  <a:pt x="65" y="32"/>
                </a:lnTo>
                <a:moveTo>
                  <a:pt x="82" y="41"/>
                </a:moveTo>
                <a:lnTo>
                  <a:pt x="99" y="49"/>
                </a:lnTo>
                <a:lnTo>
                  <a:pt x="91" y="66"/>
                </a:lnTo>
                <a:lnTo>
                  <a:pt x="74" y="58"/>
                </a:lnTo>
                <a:lnTo>
                  <a:pt x="82" y="41"/>
                </a:lnTo>
                <a:moveTo>
                  <a:pt x="99" y="49"/>
                </a:moveTo>
                <a:lnTo>
                  <a:pt x="117" y="58"/>
                </a:lnTo>
                <a:lnTo>
                  <a:pt x="108" y="75"/>
                </a:lnTo>
                <a:lnTo>
                  <a:pt x="91" y="66"/>
                </a:lnTo>
                <a:lnTo>
                  <a:pt x="99" y="49"/>
                </a:lnTo>
                <a:moveTo>
                  <a:pt x="117" y="58"/>
                </a:moveTo>
                <a:lnTo>
                  <a:pt x="134" y="66"/>
                </a:lnTo>
                <a:lnTo>
                  <a:pt x="126" y="83"/>
                </a:lnTo>
                <a:lnTo>
                  <a:pt x="108" y="75"/>
                </a:lnTo>
                <a:lnTo>
                  <a:pt x="117" y="58"/>
                </a:lnTo>
                <a:moveTo>
                  <a:pt x="134" y="66"/>
                </a:moveTo>
                <a:lnTo>
                  <a:pt x="151" y="75"/>
                </a:lnTo>
                <a:lnTo>
                  <a:pt x="143" y="93"/>
                </a:lnTo>
                <a:lnTo>
                  <a:pt x="126" y="83"/>
                </a:lnTo>
                <a:lnTo>
                  <a:pt x="134" y="66"/>
                </a:lnTo>
                <a:moveTo>
                  <a:pt x="151" y="75"/>
                </a:moveTo>
                <a:lnTo>
                  <a:pt x="168" y="83"/>
                </a:lnTo>
                <a:lnTo>
                  <a:pt x="160" y="101"/>
                </a:lnTo>
                <a:lnTo>
                  <a:pt x="143" y="93"/>
                </a:lnTo>
                <a:lnTo>
                  <a:pt x="151" y="75"/>
                </a:lnTo>
                <a:moveTo>
                  <a:pt x="168" y="83"/>
                </a:moveTo>
                <a:lnTo>
                  <a:pt x="185" y="93"/>
                </a:lnTo>
                <a:lnTo>
                  <a:pt x="177" y="110"/>
                </a:lnTo>
                <a:lnTo>
                  <a:pt x="160" y="101"/>
                </a:lnTo>
                <a:lnTo>
                  <a:pt x="168" y="83"/>
                </a:lnTo>
                <a:moveTo>
                  <a:pt x="185" y="93"/>
                </a:moveTo>
                <a:lnTo>
                  <a:pt x="202" y="101"/>
                </a:lnTo>
                <a:lnTo>
                  <a:pt x="194" y="118"/>
                </a:lnTo>
                <a:lnTo>
                  <a:pt x="177" y="110"/>
                </a:lnTo>
                <a:lnTo>
                  <a:pt x="185" y="93"/>
                </a:lnTo>
                <a:moveTo>
                  <a:pt x="202" y="101"/>
                </a:moveTo>
                <a:lnTo>
                  <a:pt x="222" y="111"/>
                </a:lnTo>
                <a:lnTo>
                  <a:pt x="191" y="127"/>
                </a:lnTo>
                <a:lnTo>
                  <a:pt x="183" y="110"/>
                </a:lnTo>
                <a:lnTo>
                  <a:pt x="197" y="103"/>
                </a:lnTo>
                <a:lnTo>
                  <a:pt x="201" y="111"/>
                </a:lnTo>
                <a:lnTo>
                  <a:pt x="197" y="120"/>
                </a:lnTo>
                <a:lnTo>
                  <a:pt x="194" y="118"/>
                </a:lnTo>
                <a:lnTo>
                  <a:pt x="202" y="101"/>
                </a:lnTo>
                <a:moveTo>
                  <a:pt x="191" y="127"/>
                </a:moveTo>
                <a:lnTo>
                  <a:pt x="174" y="135"/>
                </a:lnTo>
                <a:lnTo>
                  <a:pt x="166" y="118"/>
                </a:lnTo>
                <a:lnTo>
                  <a:pt x="183" y="110"/>
                </a:lnTo>
                <a:lnTo>
                  <a:pt x="191" y="127"/>
                </a:lnTo>
                <a:moveTo>
                  <a:pt x="174" y="135"/>
                </a:moveTo>
                <a:lnTo>
                  <a:pt x="157" y="144"/>
                </a:lnTo>
                <a:lnTo>
                  <a:pt x="149" y="127"/>
                </a:lnTo>
                <a:lnTo>
                  <a:pt x="166" y="118"/>
                </a:lnTo>
                <a:lnTo>
                  <a:pt x="174" y="135"/>
                </a:lnTo>
                <a:moveTo>
                  <a:pt x="157" y="144"/>
                </a:moveTo>
                <a:lnTo>
                  <a:pt x="140" y="152"/>
                </a:lnTo>
                <a:lnTo>
                  <a:pt x="132" y="135"/>
                </a:lnTo>
                <a:lnTo>
                  <a:pt x="149" y="127"/>
                </a:lnTo>
                <a:lnTo>
                  <a:pt x="157" y="144"/>
                </a:lnTo>
                <a:moveTo>
                  <a:pt x="140" y="152"/>
                </a:moveTo>
                <a:lnTo>
                  <a:pt x="123" y="161"/>
                </a:lnTo>
                <a:lnTo>
                  <a:pt x="114" y="144"/>
                </a:lnTo>
                <a:lnTo>
                  <a:pt x="132" y="135"/>
                </a:lnTo>
                <a:lnTo>
                  <a:pt x="140" y="152"/>
                </a:lnTo>
                <a:moveTo>
                  <a:pt x="123" y="161"/>
                </a:moveTo>
                <a:lnTo>
                  <a:pt x="105" y="169"/>
                </a:lnTo>
                <a:lnTo>
                  <a:pt x="97" y="152"/>
                </a:lnTo>
                <a:lnTo>
                  <a:pt x="114" y="144"/>
                </a:lnTo>
                <a:lnTo>
                  <a:pt x="123" y="161"/>
                </a:lnTo>
                <a:moveTo>
                  <a:pt x="105" y="169"/>
                </a:moveTo>
                <a:lnTo>
                  <a:pt x="88" y="178"/>
                </a:lnTo>
                <a:lnTo>
                  <a:pt x="80" y="161"/>
                </a:lnTo>
                <a:lnTo>
                  <a:pt x="97" y="152"/>
                </a:lnTo>
                <a:lnTo>
                  <a:pt x="105" y="169"/>
                </a:lnTo>
                <a:moveTo>
                  <a:pt x="88" y="178"/>
                </a:moveTo>
                <a:lnTo>
                  <a:pt x="71" y="186"/>
                </a:lnTo>
                <a:lnTo>
                  <a:pt x="63" y="169"/>
                </a:lnTo>
                <a:lnTo>
                  <a:pt x="80" y="161"/>
                </a:lnTo>
                <a:lnTo>
                  <a:pt x="88" y="178"/>
                </a:lnTo>
                <a:moveTo>
                  <a:pt x="71" y="186"/>
                </a:moveTo>
                <a:lnTo>
                  <a:pt x="54" y="195"/>
                </a:lnTo>
                <a:lnTo>
                  <a:pt x="46" y="178"/>
                </a:lnTo>
                <a:lnTo>
                  <a:pt x="63" y="169"/>
                </a:lnTo>
                <a:lnTo>
                  <a:pt x="71" y="186"/>
                </a:lnTo>
                <a:moveTo>
                  <a:pt x="54" y="195"/>
                </a:moveTo>
                <a:lnTo>
                  <a:pt x="37" y="203"/>
                </a:lnTo>
                <a:lnTo>
                  <a:pt x="29" y="186"/>
                </a:lnTo>
                <a:lnTo>
                  <a:pt x="46" y="178"/>
                </a:lnTo>
                <a:lnTo>
                  <a:pt x="54" y="195"/>
                </a:lnTo>
                <a:moveTo>
                  <a:pt x="37" y="203"/>
                </a:moveTo>
                <a:lnTo>
                  <a:pt x="20" y="212"/>
                </a:lnTo>
                <a:lnTo>
                  <a:pt x="12" y="195"/>
                </a:lnTo>
                <a:lnTo>
                  <a:pt x="29" y="186"/>
                </a:lnTo>
                <a:lnTo>
                  <a:pt x="37" y="203"/>
                </a:lnTo>
                <a:moveTo>
                  <a:pt x="20" y="212"/>
                </a:moveTo>
                <a:lnTo>
                  <a:pt x="0" y="222"/>
                </a:lnTo>
                <a:lnTo>
                  <a:pt x="0" y="194"/>
                </a:lnTo>
                <a:lnTo>
                  <a:pt x="19" y="194"/>
                </a:lnTo>
                <a:lnTo>
                  <a:pt x="19" y="206"/>
                </a:lnTo>
                <a:lnTo>
                  <a:pt x="10" y="206"/>
                </a:lnTo>
                <a:lnTo>
                  <a:pt x="6" y="198"/>
                </a:lnTo>
                <a:lnTo>
                  <a:pt x="12" y="195"/>
                </a:lnTo>
                <a:lnTo>
                  <a:pt x="20" y="212"/>
                </a:lnTo>
                <a:moveTo>
                  <a:pt x="0" y="194"/>
                </a:moveTo>
                <a:lnTo>
                  <a:pt x="0" y="175"/>
                </a:lnTo>
                <a:lnTo>
                  <a:pt x="19" y="175"/>
                </a:lnTo>
                <a:lnTo>
                  <a:pt x="19" y="194"/>
                </a:lnTo>
                <a:lnTo>
                  <a:pt x="0" y="194"/>
                </a:lnTo>
                <a:moveTo>
                  <a:pt x="0" y="175"/>
                </a:moveTo>
                <a:lnTo>
                  <a:pt x="0" y="156"/>
                </a:lnTo>
                <a:lnTo>
                  <a:pt x="19" y="156"/>
                </a:lnTo>
                <a:lnTo>
                  <a:pt x="19" y="175"/>
                </a:lnTo>
                <a:lnTo>
                  <a:pt x="0" y="175"/>
                </a:lnTo>
                <a:moveTo>
                  <a:pt x="0" y="156"/>
                </a:moveTo>
                <a:lnTo>
                  <a:pt x="0" y="137"/>
                </a:lnTo>
                <a:lnTo>
                  <a:pt x="19" y="137"/>
                </a:lnTo>
                <a:lnTo>
                  <a:pt x="19" y="156"/>
                </a:lnTo>
                <a:lnTo>
                  <a:pt x="0" y="156"/>
                </a:lnTo>
                <a:moveTo>
                  <a:pt x="0" y="137"/>
                </a:moveTo>
                <a:lnTo>
                  <a:pt x="0" y="118"/>
                </a:lnTo>
                <a:lnTo>
                  <a:pt x="19" y="118"/>
                </a:lnTo>
                <a:lnTo>
                  <a:pt x="19" y="137"/>
                </a:lnTo>
                <a:lnTo>
                  <a:pt x="0" y="137"/>
                </a:lnTo>
                <a:moveTo>
                  <a:pt x="0" y="118"/>
                </a:moveTo>
                <a:lnTo>
                  <a:pt x="0" y="99"/>
                </a:lnTo>
                <a:lnTo>
                  <a:pt x="19" y="99"/>
                </a:lnTo>
                <a:lnTo>
                  <a:pt x="19" y="118"/>
                </a:lnTo>
                <a:lnTo>
                  <a:pt x="0" y="118"/>
                </a:lnTo>
                <a:moveTo>
                  <a:pt x="0" y="99"/>
                </a:moveTo>
                <a:lnTo>
                  <a:pt x="0" y="79"/>
                </a:lnTo>
                <a:lnTo>
                  <a:pt x="19" y="79"/>
                </a:lnTo>
                <a:lnTo>
                  <a:pt x="19" y="99"/>
                </a:lnTo>
                <a:lnTo>
                  <a:pt x="0" y="99"/>
                </a:lnTo>
                <a:moveTo>
                  <a:pt x="0" y="79"/>
                </a:moveTo>
                <a:lnTo>
                  <a:pt x="0" y="60"/>
                </a:lnTo>
                <a:lnTo>
                  <a:pt x="19" y="60"/>
                </a:lnTo>
                <a:lnTo>
                  <a:pt x="19" y="79"/>
                </a:lnTo>
                <a:lnTo>
                  <a:pt x="0" y="79"/>
                </a:lnTo>
                <a:moveTo>
                  <a:pt x="0" y="60"/>
                </a:moveTo>
                <a:lnTo>
                  <a:pt x="0" y="41"/>
                </a:lnTo>
                <a:lnTo>
                  <a:pt x="19" y="41"/>
                </a:lnTo>
                <a:lnTo>
                  <a:pt x="19" y="60"/>
                </a:lnTo>
                <a:lnTo>
                  <a:pt x="0" y="60"/>
                </a:lnTo>
                <a:moveTo>
                  <a:pt x="0" y="41"/>
                </a:moveTo>
                <a:lnTo>
                  <a:pt x="0" y="22"/>
                </a:lnTo>
                <a:lnTo>
                  <a:pt x="19" y="22"/>
                </a:lnTo>
                <a:lnTo>
                  <a:pt x="19" y="41"/>
                </a:lnTo>
                <a:lnTo>
                  <a:pt x="0" y="41"/>
                </a:lnTo>
                <a:moveTo>
                  <a:pt x="0" y="22"/>
                </a:moveTo>
                <a:lnTo>
                  <a:pt x="0" y="0"/>
                </a:lnTo>
                <a:lnTo>
                  <a:pt x="31" y="15"/>
                </a:lnTo>
                <a:lnTo>
                  <a:pt x="23" y="32"/>
                </a:lnTo>
                <a:lnTo>
                  <a:pt x="6" y="24"/>
                </a:lnTo>
                <a:lnTo>
                  <a:pt x="10" y="15"/>
                </a:lnTo>
                <a:lnTo>
                  <a:pt x="19" y="15"/>
                </a:lnTo>
                <a:lnTo>
                  <a:pt x="19" y="22"/>
                </a:lnTo>
                <a:lnTo>
                  <a:pt x="0" y="2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1" name=""/>
          <p:cNvSpPr/>
          <p:nvPr/>
        </p:nvSpPr>
        <p:spPr>
          <a:xfrm>
            <a:off x="3554640" y="2099880"/>
            <a:ext cx="5254560" cy="1283760"/>
          </a:xfrm>
          <a:custGeom>
            <a:avLst/>
            <a:gdLst/>
            <a:ahLst/>
            <a:rect l="0" t="0" r="r" b="b"/>
            <a:pathLst>
              <a:path w="14596" h="3566">
                <a:moveTo>
                  <a:pt x="0" y="0"/>
                </a:moveTo>
                <a:lnTo>
                  <a:pt x="14596" y="0"/>
                </a:lnTo>
                <a:lnTo>
                  <a:pt x="14596" y="3566"/>
                </a:lnTo>
                <a:lnTo>
                  <a:pt x="0" y="35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2" name=""/>
          <p:cNvSpPr/>
          <p:nvPr/>
        </p:nvSpPr>
        <p:spPr>
          <a:xfrm>
            <a:off x="3554640" y="2099880"/>
            <a:ext cx="5254560" cy="1283760"/>
          </a:xfrm>
          <a:custGeom>
            <a:avLst/>
            <a:gdLst/>
            <a:ahLst/>
            <a:rect l="0" t="0" r="r" b="b"/>
            <a:pathLst>
              <a:path w="14596" h="3566">
                <a:moveTo>
                  <a:pt x="0" y="0"/>
                </a:moveTo>
                <a:lnTo>
                  <a:pt x="14596" y="0"/>
                </a:lnTo>
                <a:lnTo>
                  <a:pt x="14596" y="3566"/>
                </a:lnTo>
                <a:lnTo>
                  <a:pt x="0" y="3566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e5e5e5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3" name=""/>
          <p:cNvSpPr txBox="1"/>
          <p:nvPr/>
        </p:nvSpPr>
        <p:spPr>
          <a:xfrm>
            <a:off x="439920" y="1310400"/>
            <a:ext cx="4217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Een veld erbij, en dan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4" name=""/>
          <p:cNvSpPr/>
          <p:nvPr/>
        </p:nvSpPr>
        <p:spPr>
          <a:xfrm>
            <a:off x="3854160" y="2516760"/>
            <a:ext cx="2002680" cy="449640"/>
          </a:xfrm>
          <a:custGeom>
            <a:avLst/>
            <a:gdLst/>
            <a:ahLst/>
            <a:rect l="0" t="0" r="r" b="b"/>
            <a:pathLst>
              <a:path w="5563" h="1249">
                <a:moveTo>
                  <a:pt x="0" y="0"/>
                </a:moveTo>
                <a:lnTo>
                  <a:pt x="5563" y="0"/>
                </a:lnTo>
                <a:lnTo>
                  <a:pt x="5563" y="1249"/>
                </a:lnTo>
                <a:lnTo>
                  <a:pt x="0" y="12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5" name=""/>
          <p:cNvSpPr/>
          <p:nvPr/>
        </p:nvSpPr>
        <p:spPr>
          <a:xfrm>
            <a:off x="3854160" y="2516760"/>
            <a:ext cx="2002680" cy="449640"/>
          </a:xfrm>
          <a:custGeom>
            <a:avLst/>
            <a:gdLst/>
            <a:ahLst/>
            <a:rect l="0" t="0" r="r" b="b"/>
            <a:pathLst>
              <a:path w="5563" h="1249">
                <a:moveTo>
                  <a:pt x="0" y="0"/>
                </a:moveTo>
                <a:lnTo>
                  <a:pt x="5563" y="0"/>
                </a:lnTo>
                <a:lnTo>
                  <a:pt x="5563" y="1249"/>
                </a:lnTo>
                <a:lnTo>
                  <a:pt x="0" y="1249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3d68ec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6" name=""/>
          <p:cNvSpPr txBox="1"/>
          <p:nvPr/>
        </p:nvSpPr>
        <p:spPr>
          <a:xfrm>
            <a:off x="5989320" y="2117880"/>
            <a:ext cx="4046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000000"/>
                </a:solidFill>
                <a:latin typeface="Arial"/>
                <a:ea typeface="Arial"/>
              </a:rPr>
              <a:t>Straks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7" name=""/>
          <p:cNvSpPr/>
          <p:nvPr/>
        </p:nvSpPr>
        <p:spPr>
          <a:xfrm>
            <a:off x="6284520" y="2420640"/>
            <a:ext cx="2225160" cy="642240"/>
          </a:xfrm>
          <a:custGeom>
            <a:avLst/>
            <a:gdLst/>
            <a:ahLst/>
            <a:rect l="0" t="0" r="r" b="b"/>
            <a:pathLst>
              <a:path w="6181" h="1784">
                <a:moveTo>
                  <a:pt x="0" y="0"/>
                </a:moveTo>
                <a:lnTo>
                  <a:pt x="6181" y="0"/>
                </a:lnTo>
                <a:lnTo>
                  <a:pt x="6181" y="1784"/>
                </a:lnTo>
                <a:lnTo>
                  <a:pt x="0" y="17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8" name=""/>
          <p:cNvSpPr/>
          <p:nvPr/>
        </p:nvSpPr>
        <p:spPr>
          <a:xfrm>
            <a:off x="6284520" y="2420640"/>
            <a:ext cx="2225160" cy="642240"/>
          </a:xfrm>
          <a:custGeom>
            <a:avLst/>
            <a:gdLst/>
            <a:ahLst/>
            <a:rect l="0" t="0" r="r" b="b"/>
            <a:pathLst>
              <a:path w="6181" h="1784">
                <a:moveTo>
                  <a:pt x="0" y="0"/>
                </a:moveTo>
                <a:lnTo>
                  <a:pt x="6181" y="0"/>
                </a:lnTo>
                <a:lnTo>
                  <a:pt x="6181" y="1784"/>
                </a:lnTo>
                <a:lnTo>
                  <a:pt x="0" y="1784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3d68ec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9" name=""/>
          <p:cNvSpPr txBox="1"/>
          <p:nvPr/>
        </p:nvSpPr>
        <p:spPr>
          <a:xfrm>
            <a:off x="4111200" y="2663280"/>
            <a:ext cx="16617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Aanbod melden, stroom 1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0" name=""/>
          <p:cNvSpPr txBox="1"/>
          <p:nvPr/>
        </p:nvSpPr>
        <p:spPr>
          <a:xfrm>
            <a:off x="6789240" y="2566800"/>
            <a:ext cx="13435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Aanbod melden met 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1" name=""/>
          <p:cNvSpPr/>
          <p:nvPr/>
        </p:nvSpPr>
        <p:spPr>
          <a:xfrm>
            <a:off x="525600" y="2196000"/>
            <a:ext cx="2601720" cy="1091520"/>
          </a:xfrm>
          <a:custGeom>
            <a:avLst/>
            <a:gdLst/>
            <a:ahLst/>
            <a:rect l="0" t="0" r="r" b="b"/>
            <a:pathLst>
              <a:path w="7227" h="3032">
                <a:moveTo>
                  <a:pt x="0" y="0"/>
                </a:moveTo>
                <a:lnTo>
                  <a:pt x="7227" y="0"/>
                </a:lnTo>
                <a:lnTo>
                  <a:pt x="7227" y="3032"/>
                </a:lnTo>
                <a:lnTo>
                  <a:pt x="0" y="3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2" name=""/>
          <p:cNvSpPr/>
          <p:nvPr/>
        </p:nvSpPr>
        <p:spPr>
          <a:xfrm>
            <a:off x="525600" y="2196000"/>
            <a:ext cx="2601720" cy="1091520"/>
          </a:xfrm>
          <a:custGeom>
            <a:avLst/>
            <a:gdLst/>
            <a:ahLst/>
            <a:rect l="0" t="0" r="r" b="b"/>
            <a:pathLst>
              <a:path w="7227" h="3032">
                <a:moveTo>
                  <a:pt x="0" y="0"/>
                </a:moveTo>
                <a:lnTo>
                  <a:pt x="7227" y="0"/>
                </a:lnTo>
                <a:lnTo>
                  <a:pt x="7227" y="3032"/>
                </a:lnTo>
                <a:lnTo>
                  <a:pt x="0" y="3032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e5e5e5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3" name=""/>
          <p:cNvSpPr txBox="1"/>
          <p:nvPr/>
        </p:nvSpPr>
        <p:spPr>
          <a:xfrm>
            <a:off x="6815160" y="2763720"/>
            <a:ext cx="12823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capaciteit, stroom 2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4" name=""/>
          <p:cNvSpPr/>
          <p:nvPr/>
        </p:nvSpPr>
        <p:spPr>
          <a:xfrm>
            <a:off x="825120" y="2516760"/>
            <a:ext cx="2002680" cy="449640"/>
          </a:xfrm>
          <a:custGeom>
            <a:avLst/>
            <a:gdLst/>
            <a:ahLst/>
            <a:rect l="0" t="0" r="r" b="b"/>
            <a:pathLst>
              <a:path w="5563" h="1249">
                <a:moveTo>
                  <a:pt x="0" y="0"/>
                </a:moveTo>
                <a:lnTo>
                  <a:pt x="5563" y="0"/>
                </a:lnTo>
                <a:lnTo>
                  <a:pt x="5563" y="1249"/>
                </a:lnTo>
                <a:lnTo>
                  <a:pt x="0" y="12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5" name=""/>
          <p:cNvSpPr/>
          <p:nvPr/>
        </p:nvSpPr>
        <p:spPr>
          <a:xfrm>
            <a:off x="825120" y="2516760"/>
            <a:ext cx="2002680" cy="449640"/>
          </a:xfrm>
          <a:custGeom>
            <a:avLst/>
            <a:gdLst/>
            <a:ahLst/>
            <a:rect l="0" t="0" r="r" b="b"/>
            <a:pathLst>
              <a:path w="5563" h="1249">
                <a:moveTo>
                  <a:pt x="0" y="0"/>
                </a:moveTo>
                <a:lnTo>
                  <a:pt x="5563" y="0"/>
                </a:lnTo>
                <a:lnTo>
                  <a:pt x="5563" y="1249"/>
                </a:lnTo>
                <a:lnTo>
                  <a:pt x="0" y="1249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3d68ec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6" name=""/>
          <p:cNvSpPr txBox="1"/>
          <p:nvPr/>
        </p:nvSpPr>
        <p:spPr>
          <a:xfrm>
            <a:off x="1744920" y="2214000"/>
            <a:ext cx="1774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000000"/>
                </a:solidFill>
                <a:latin typeface="Arial"/>
                <a:ea typeface="Arial"/>
              </a:rPr>
              <a:t>Nu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7" name=""/>
          <p:cNvSpPr/>
          <p:nvPr/>
        </p:nvSpPr>
        <p:spPr>
          <a:xfrm>
            <a:off x="456840" y="3628800"/>
            <a:ext cx="4134240" cy="486000"/>
          </a:xfrm>
          <a:custGeom>
            <a:avLst/>
            <a:gdLst/>
            <a:ahLst/>
            <a:rect l="0" t="0" r="r" b="b"/>
            <a:pathLst>
              <a:path w="11484" h="1350">
                <a:moveTo>
                  <a:pt x="0" y="0"/>
                </a:moveTo>
                <a:lnTo>
                  <a:pt x="11484" y="0"/>
                </a:lnTo>
                <a:lnTo>
                  <a:pt x="1148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8" name=""/>
          <p:cNvSpPr/>
          <p:nvPr/>
        </p:nvSpPr>
        <p:spPr>
          <a:xfrm>
            <a:off x="456840" y="3628800"/>
            <a:ext cx="4134240" cy="38520"/>
          </a:xfrm>
          <a:custGeom>
            <a:avLst/>
            <a:gdLst/>
            <a:ahLst/>
            <a:rect l="0" t="0" r="r" b="b"/>
            <a:pathLst>
              <a:path w="11484" h="107">
                <a:moveTo>
                  <a:pt x="0" y="0"/>
                </a:moveTo>
                <a:lnTo>
                  <a:pt x="11484" y="0"/>
                </a:lnTo>
                <a:lnTo>
                  <a:pt x="1148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9" name=""/>
          <p:cNvSpPr/>
          <p:nvPr/>
        </p:nvSpPr>
        <p:spPr>
          <a:xfrm>
            <a:off x="456840" y="41050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0" name=""/>
          <p:cNvSpPr/>
          <p:nvPr/>
        </p:nvSpPr>
        <p:spPr>
          <a:xfrm>
            <a:off x="4581360" y="36288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107"/>
                </a:moveTo>
                <a:lnTo>
                  <a:pt x="0" y="1350"/>
                </a:lnTo>
                <a:lnTo>
                  <a:pt x="27" y="1350"/>
                </a:lnTo>
                <a:lnTo>
                  <a:pt x="27" y="0"/>
                </a:lnTo>
                <a:lnTo>
                  <a:pt x="0" y="10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1" name=""/>
          <p:cNvSpPr/>
          <p:nvPr/>
        </p:nvSpPr>
        <p:spPr>
          <a:xfrm>
            <a:off x="456840" y="36288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0" y="1350"/>
                </a:lnTo>
                <a:lnTo>
                  <a:pt x="28" y="1350"/>
                </a:lnTo>
                <a:lnTo>
                  <a:pt x="28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2" name=""/>
          <p:cNvSpPr txBox="1"/>
          <p:nvPr/>
        </p:nvSpPr>
        <p:spPr>
          <a:xfrm>
            <a:off x="1081800" y="2663280"/>
            <a:ext cx="16617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Aanbod melden, stroom 1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3" name=""/>
          <p:cNvSpPr/>
          <p:nvPr/>
        </p:nvSpPr>
        <p:spPr>
          <a:xfrm>
            <a:off x="4743360" y="3628800"/>
            <a:ext cx="4134240" cy="486000"/>
          </a:xfrm>
          <a:custGeom>
            <a:avLst/>
            <a:gdLst/>
            <a:ahLst/>
            <a:rect l="0" t="0" r="r" b="b"/>
            <a:pathLst>
              <a:path w="11484" h="1350">
                <a:moveTo>
                  <a:pt x="0" y="0"/>
                </a:moveTo>
                <a:lnTo>
                  <a:pt x="11484" y="0"/>
                </a:lnTo>
                <a:lnTo>
                  <a:pt x="1148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4" name=""/>
          <p:cNvSpPr/>
          <p:nvPr/>
        </p:nvSpPr>
        <p:spPr>
          <a:xfrm>
            <a:off x="4743360" y="3628800"/>
            <a:ext cx="4134240" cy="38520"/>
          </a:xfrm>
          <a:custGeom>
            <a:avLst/>
            <a:gdLst/>
            <a:ahLst/>
            <a:rect l="0" t="0" r="r" b="b"/>
            <a:pathLst>
              <a:path w="11484" h="107">
                <a:moveTo>
                  <a:pt x="0" y="0"/>
                </a:moveTo>
                <a:lnTo>
                  <a:pt x="11484" y="0"/>
                </a:lnTo>
                <a:lnTo>
                  <a:pt x="1148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5" name=""/>
          <p:cNvSpPr/>
          <p:nvPr/>
        </p:nvSpPr>
        <p:spPr>
          <a:xfrm>
            <a:off x="4743360" y="41050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6" name=""/>
          <p:cNvSpPr/>
          <p:nvPr/>
        </p:nvSpPr>
        <p:spPr>
          <a:xfrm>
            <a:off x="8867520" y="36288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107"/>
                </a:moveTo>
                <a:lnTo>
                  <a:pt x="0" y="1350"/>
                </a:lnTo>
                <a:lnTo>
                  <a:pt x="28" y="1350"/>
                </a:lnTo>
                <a:lnTo>
                  <a:pt x="28" y="0"/>
                </a:lnTo>
                <a:lnTo>
                  <a:pt x="0" y="10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7" name=""/>
          <p:cNvSpPr/>
          <p:nvPr/>
        </p:nvSpPr>
        <p:spPr>
          <a:xfrm>
            <a:off x="4743360" y="36288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0" y="1350"/>
                </a:lnTo>
                <a:lnTo>
                  <a:pt x="27" y="1350"/>
                </a:lnTo>
                <a:lnTo>
                  <a:pt x="27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8" name=""/>
          <p:cNvSpPr txBox="1"/>
          <p:nvPr/>
        </p:nvSpPr>
        <p:spPr>
          <a:xfrm>
            <a:off x="603720" y="3797280"/>
            <a:ext cx="32317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Wie stroom 1 draait, blijft draaien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0" name=""/>
          <p:cNvSpPr txBox="1"/>
          <p:nvPr/>
        </p:nvSpPr>
        <p:spPr>
          <a:xfrm>
            <a:off x="4889880" y="3797280"/>
            <a:ext cx="378936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Wie het veld nodig heeft, pakt stroom 2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4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54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548" name=""/>
          <p:cNvSpPr txBox="1"/>
          <p:nvPr/>
        </p:nvSpPr>
        <p:spPr>
          <a:xfrm>
            <a:off x="457200" y="1339920"/>
            <a:ext cx="24361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Versionering · blok van Garik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9" name=""/>
          <p:cNvSpPr/>
          <p:nvPr/>
        </p:nvSpPr>
        <p:spPr>
          <a:xfrm>
            <a:off x="456840" y="2238120"/>
            <a:ext cx="4115160" cy="1086120"/>
          </a:xfrm>
          <a:custGeom>
            <a:avLst/>
            <a:gdLst/>
            <a:ahLst/>
            <a:rect l="0" t="0" r="r" b="b"/>
            <a:pathLst>
              <a:path w="11431" h="3017">
                <a:moveTo>
                  <a:pt x="0" y="0"/>
                </a:moveTo>
                <a:lnTo>
                  <a:pt x="11431" y="0"/>
                </a:lnTo>
                <a:lnTo>
                  <a:pt x="11431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0" name=""/>
          <p:cNvSpPr/>
          <p:nvPr/>
        </p:nvSpPr>
        <p:spPr>
          <a:xfrm>
            <a:off x="456840" y="223812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1" name=""/>
          <p:cNvSpPr/>
          <p:nvPr/>
        </p:nvSpPr>
        <p:spPr>
          <a:xfrm>
            <a:off x="456840" y="3314520"/>
            <a:ext cx="4115160" cy="9720"/>
          </a:xfrm>
          <a:custGeom>
            <a:avLst/>
            <a:gdLst/>
            <a:ah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2" name=""/>
          <p:cNvSpPr/>
          <p:nvPr/>
        </p:nvSpPr>
        <p:spPr>
          <a:xfrm>
            <a:off x="4562280" y="2238120"/>
            <a:ext cx="9720" cy="1086120"/>
          </a:xfrm>
          <a:custGeom>
            <a:avLst/>
            <a:gdLst/>
            <a:ahLst/>
            <a:rect l="0" t="0" r="r" b="b"/>
            <a:pathLst>
              <a:path w="27" h="3017">
                <a:moveTo>
                  <a:pt x="0" y="106"/>
                </a:moveTo>
                <a:lnTo>
                  <a:pt x="0" y="3017"/>
                </a:lnTo>
                <a:lnTo>
                  <a:pt x="27" y="3017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3" name=""/>
          <p:cNvSpPr/>
          <p:nvPr/>
        </p:nvSpPr>
        <p:spPr>
          <a:xfrm>
            <a:off x="456840" y="2238120"/>
            <a:ext cx="10080" cy="1086120"/>
          </a:xfrm>
          <a:custGeom>
            <a:avLst/>
            <a:gdLst/>
            <a:ahLst/>
            <a:rect l="0" t="0" r="r" b="b"/>
            <a:pathLst>
              <a:path w="28" h="3017">
                <a:moveTo>
                  <a:pt x="0" y="0"/>
                </a:moveTo>
                <a:lnTo>
                  <a:pt x="0" y="3017"/>
                </a:lnTo>
                <a:lnTo>
                  <a:pt x="28" y="301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4" name=""/>
          <p:cNvSpPr txBox="1"/>
          <p:nvPr/>
        </p:nvSpPr>
        <p:spPr>
          <a:xfrm>
            <a:off x="439920" y="1548720"/>
            <a:ext cx="6547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het oplevert, en wat het kost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5" name=""/>
          <p:cNvSpPr txBox="1"/>
          <p:nvPr/>
        </p:nvSpPr>
        <p:spPr>
          <a:xfrm>
            <a:off x="634320" y="2463840"/>
            <a:ext cx="8236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Oplevert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6" name=""/>
          <p:cNvSpPr txBox="1"/>
          <p:nvPr/>
        </p:nvSpPr>
        <p:spPr>
          <a:xfrm>
            <a:off x="634320" y="2771280"/>
            <a:ext cx="40759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Draaiende koppelingen blijven werken; een leverancier kiest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7" name=""/>
          <p:cNvSpPr/>
          <p:nvPr/>
        </p:nvSpPr>
        <p:spPr>
          <a:xfrm>
            <a:off x="4762440" y="2238120"/>
            <a:ext cx="4115160" cy="1086120"/>
          </a:xfrm>
          <a:custGeom>
            <a:avLst/>
            <a:gdLst/>
            <a:ahLst/>
            <a:rect l="0" t="0" r="r" b="b"/>
            <a:pathLst>
              <a:path w="11431" h="3017">
                <a:moveTo>
                  <a:pt x="0" y="0"/>
                </a:moveTo>
                <a:lnTo>
                  <a:pt x="11431" y="0"/>
                </a:lnTo>
                <a:lnTo>
                  <a:pt x="11431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8" name=""/>
          <p:cNvSpPr/>
          <p:nvPr/>
        </p:nvSpPr>
        <p:spPr>
          <a:xfrm>
            <a:off x="4762440" y="223812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9" name=""/>
          <p:cNvSpPr/>
          <p:nvPr/>
        </p:nvSpPr>
        <p:spPr>
          <a:xfrm>
            <a:off x="4762440" y="3314520"/>
            <a:ext cx="4115160" cy="9720"/>
          </a:xfrm>
          <a:custGeom>
            <a:avLst/>
            <a:gdLst/>
            <a:ah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0" name=""/>
          <p:cNvSpPr/>
          <p:nvPr/>
        </p:nvSpPr>
        <p:spPr>
          <a:xfrm>
            <a:off x="8867520" y="2238120"/>
            <a:ext cx="10080" cy="1086120"/>
          </a:xfrm>
          <a:custGeom>
            <a:avLst/>
            <a:gdLst/>
            <a:ahLst/>
            <a:rect l="0" t="0" r="r" b="b"/>
            <a:pathLst>
              <a:path w="28" h="3017">
                <a:moveTo>
                  <a:pt x="0" y="106"/>
                </a:moveTo>
                <a:lnTo>
                  <a:pt x="0" y="3017"/>
                </a:lnTo>
                <a:lnTo>
                  <a:pt x="28" y="301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1" name=""/>
          <p:cNvSpPr/>
          <p:nvPr/>
        </p:nvSpPr>
        <p:spPr>
          <a:xfrm>
            <a:off x="4762440" y="2238120"/>
            <a:ext cx="9720" cy="1086120"/>
          </a:xfrm>
          <a:custGeom>
            <a:avLst/>
            <a:gdLst/>
            <a:ahLst/>
            <a:rect l="0" t="0" r="r" b="b"/>
            <a:pathLst>
              <a:path w="27" h="3017">
                <a:moveTo>
                  <a:pt x="0" y="0"/>
                </a:moveTo>
                <a:lnTo>
                  <a:pt x="0" y="3017"/>
                </a:lnTo>
                <a:lnTo>
                  <a:pt x="27" y="3017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2" name=""/>
          <p:cNvSpPr txBox="1"/>
          <p:nvPr/>
        </p:nvSpPr>
        <p:spPr>
          <a:xfrm>
            <a:off x="634320" y="2980800"/>
            <a:ext cx="17974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zijn moment en zijn scope.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3" name=""/>
          <p:cNvSpPr txBox="1"/>
          <p:nvPr/>
        </p:nvSpPr>
        <p:spPr>
          <a:xfrm>
            <a:off x="4943160" y="2463840"/>
            <a:ext cx="4258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Kost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4" name=""/>
          <p:cNvSpPr txBox="1"/>
          <p:nvPr/>
        </p:nvSpPr>
        <p:spPr>
          <a:xfrm>
            <a:off x="4943160" y="2771280"/>
            <a:ext cx="42418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Meer stromen naast elkaar, en een afspraak over hoe lang een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5" name=""/>
          <p:cNvSpPr/>
          <p:nvPr/>
        </p:nvSpPr>
        <p:spPr>
          <a:xfrm>
            <a:off x="456840" y="3476520"/>
            <a:ext cx="8420760" cy="476640"/>
          </a:xfrm>
          <a:custGeom>
            <a:avLst/>
            <a:gdLst/>
            <a:ahLst/>
            <a:rect l="0" t="0" r="r" b="b"/>
            <a:pathLst>
              <a:path w="23391" h="1324">
                <a:moveTo>
                  <a:pt x="0" y="0"/>
                </a:moveTo>
                <a:lnTo>
                  <a:pt x="23391" y="0"/>
                </a:lnTo>
                <a:lnTo>
                  <a:pt x="2339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6" name=""/>
          <p:cNvSpPr/>
          <p:nvPr/>
        </p:nvSpPr>
        <p:spPr>
          <a:xfrm>
            <a:off x="456840" y="347652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7" name=""/>
          <p:cNvSpPr/>
          <p:nvPr/>
        </p:nvSpPr>
        <p:spPr>
          <a:xfrm>
            <a:off x="456840" y="394308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8" name=""/>
          <p:cNvSpPr/>
          <p:nvPr/>
        </p:nvSpPr>
        <p:spPr>
          <a:xfrm>
            <a:off x="8867520" y="34765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106"/>
                </a:moveTo>
                <a:lnTo>
                  <a:pt x="0" y="1324"/>
                </a:lnTo>
                <a:lnTo>
                  <a:pt x="28" y="132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9" name=""/>
          <p:cNvSpPr/>
          <p:nvPr/>
        </p:nvSpPr>
        <p:spPr>
          <a:xfrm>
            <a:off x="456840" y="34765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0" y="1324"/>
                </a:lnTo>
                <a:lnTo>
                  <a:pt x="28" y="132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0" name=""/>
          <p:cNvSpPr/>
          <p:nvPr/>
        </p:nvSpPr>
        <p:spPr>
          <a:xfrm>
            <a:off x="632520" y="3627720"/>
            <a:ext cx="192600" cy="178560"/>
          </a:xfrm>
          <a:custGeom>
            <a:avLst/>
            <a:gdLst/>
            <a:ahLst/>
            <a:rect l="0" t="0" r="r" b="b"/>
            <a:pathLst>
              <a:path w="535" h="496">
                <a:moveTo>
                  <a:pt x="301" y="496"/>
                </a:moveTo>
                <a:lnTo>
                  <a:pt x="268" y="477"/>
                </a:lnTo>
                <a:lnTo>
                  <a:pt x="344" y="344"/>
                </a:lnTo>
                <a:lnTo>
                  <a:pt x="458" y="344"/>
                </a:lnTo>
                <a:cubicBezTo>
                  <a:pt x="463" y="344"/>
                  <a:pt x="468" y="343"/>
                  <a:pt x="473" y="341"/>
                </a:cubicBezTo>
                <a:cubicBezTo>
                  <a:pt x="478" y="339"/>
                  <a:pt x="482" y="336"/>
                  <a:pt x="485" y="333"/>
                </a:cubicBezTo>
                <a:cubicBezTo>
                  <a:pt x="489" y="329"/>
                  <a:pt x="492" y="325"/>
                  <a:pt x="494" y="320"/>
                </a:cubicBezTo>
                <a:cubicBezTo>
                  <a:pt x="496" y="316"/>
                  <a:pt x="496" y="311"/>
                  <a:pt x="496" y="306"/>
                </a:cubicBezTo>
                <a:lnTo>
                  <a:pt x="496" y="77"/>
                </a:lnTo>
                <a:cubicBezTo>
                  <a:pt x="496" y="72"/>
                  <a:pt x="496" y="66"/>
                  <a:pt x="494" y="62"/>
                </a:cubicBezTo>
                <a:cubicBezTo>
                  <a:pt x="492" y="57"/>
                  <a:pt x="489" y="53"/>
                  <a:pt x="485" y="49"/>
                </a:cubicBezTo>
                <a:cubicBezTo>
                  <a:pt x="482" y="46"/>
                  <a:pt x="478" y="43"/>
                  <a:pt x="473" y="41"/>
                </a:cubicBezTo>
                <a:cubicBezTo>
                  <a:pt x="468" y="39"/>
                  <a:pt x="463" y="38"/>
                  <a:pt x="458" y="38"/>
                </a:cubicBezTo>
                <a:lnTo>
                  <a:pt x="77" y="38"/>
                </a:lnTo>
                <a:cubicBezTo>
                  <a:pt x="71" y="38"/>
                  <a:pt x="67" y="39"/>
                  <a:pt x="62" y="41"/>
                </a:cubicBezTo>
                <a:cubicBezTo>
                  <a:pt x="57" y="43"/>
                  <a:pt x="53" y="46"/>
                  <a:pt x="50" y="49"/>
                </a:cubicBezTo>
                <a:cubicBezTo>
                  <a:pt x="46" y="53"/>
                  <a:pt x="43" y="57"/>
                  <a:pt x="41" y="62"/>
                </a:cubicBezTo>
                <a:cubicBezTo>
                  <a:pt x="39" y="66"/>
                  <a:pt x="38" y="72"/>
                  <a:pt x="38" y="77"/>
                </a:cubicBezTo>
                <a:lnTo>
                  <a:pt x="38" y="306"/>
                </a:lnTo>
                <a:cubicBezTo>
                  <a:pt x="38" y="311"/>
                  <a:pt x="39" y="316"/>
                  <a:pt x="41" y="320"/>
                </a:cubicBezTo>
                <a:cubicBezTo>
                  <a:pt x="43" y="325"/>
                  <a:pt x="46" y="329"/>
                  <a:pt x="50" y="333"/>
                </a:cubicBezTo>
                <a:cubicBezTo>
                  <a:pt x="53" y="336"/>
                  <a:pt x="57" y="339"/>
                  <a:pt x="62" y="341"/>
                </a:cubicBezTo>
                <a:cubicBezTo>
                  <a:pt x="67" y="343"/>
                  <a:pt x="71" y="344"/>
                  <a:pt x="77" y="344"/>
                </a:cubicBezTo>
                <a:lnTo>
                  <a:pt x="249" y="344"/>
                </a:lnTo>
                <a:lnTo>
                  <a:pt x="249" y="382"/>
                </a:lnTo>
                <a:lnTo>
                  <a:pt x="77" y="382"/>
                </a:lnTo>
                <a:cubicBezTo>
                  <a:pt x="66" y="382"/>
                  <a:pt x="57" y="380"/>
                  <a:pt x="47" y="376"/>
                </a:cubicBezTo>
                <a:cubicBezTo>
                  <a:pt x="38" y="372"/>
                  <a:pt x="30" y="367"/>
                  <a:pt x="23" y="359"/>
                </a:cubicBezTo>
                <a:cubicBezTo>
                  <a:pt x="16" y="352"/>
                  <a:pt x="10" y="344"/>
                  <a:pt x="6" y="335"/>
                </a:cubicBezTo>
                <a:cubicBezTo>
                  <a:pt x="2" y="325"/>
                  <a:pt x="0" y="316"/>
                  <a:pt x="0" y="306"/>
                </a:cubicBezTo>
                <a:lnTo>
                  <a:pt x="0" y="77"/>
                </a:lnTo>
                <a:cubicBezTo>
                  <a:pt x="0" y="66"/>
                  <a:pt x="2" y="56"/>
                  <a:pt x="6" y="47"/>
                </a:cubicBezTo>
                <a:cubicBezTo>
                  <a:pt x="10" y="38"/>
                  <a:pt x="16" y="29"/>
                  <a:pt x="23" y="22"/>
                </a:cubicBezTo>
                <a:cubicBezTo>
                  <a:pt x="30" y="15"/>
                  <a:pt x="38" y="10"/>
                  <a:pt x="47" y="6"/>
                </a:cubicBezTo>
                <a:cubicBezTo>
                  <a:pt x="57" y="2"/>
                  <a:pt x="66" y="0"/>
                  <a:pt x="77" y="0"/>
                </a:cubicBezTo>
                <a:lnTo>
                  <a:pt x="458" y="0"/>
                </a:lnTo>
                <a:cubicBezTo>
                  <a:pt x="469" y="0"/>
                  <a:pt x="478" y="2"/>
                  <a:pt x="488" y="6"/>
                </a:cubicBezTo>
                <a:cubicBezTo>
                  <a:pt x="497" y="10"/>
                  <a:pt x="505" y="15"/>
                  <a:pt x="512" y="22"/>
                </a:cubicBezTo>
                <a:cubicBezTo>
                  <a:pt x="519" y="29"/>
                  <a:pt x="525" y="38"/>
                  <a:pt x="529" y="47"/>
                </a:cubicBezTo>
                <a:cubicBezTo>
                  <a:pt x="533" y="56"/>
                  <a:pt x="535" y="66"/>
                  <a:pt x="535" y="77"/>
                </a:cubicBezTo>
                <a:lnTo>
                  <a:pt x="535" y="306"/>
                </a:lnTo>
                <a:cubicBezTo>
                  <a:pt x="535" y="316"/>
                  <a:pt x="533" y="325"/>
                  <a:pt x="529" y="335"/>
                </a:cubicBezTo>
                <a:cubicBezTo>
                  <a:pt x="525" y="344"/>
                  <a:pt x="519" y="352"/>
                  <a:pt x="512" y="359"/>
                </a:cubicBezTo>
                <a:cubicBezTo>
                  <a:pt x="505" y="367"/>
                  <a:pt x="497" y="372"/>
                  <a:pt x="488" y="376"/>
                </a:cubicBezTo>
                <a:cubicBezTo>
                  <a:pt x="478" y="380"/>
                  <a:pt x="469" y="382"/>
                  <a:pt x="458" y="382"/>
                </a:cubicBezTo>
                <a:lnTo>
                  <a:pt x="366" y="382"/>
                </a:lnTo>
                <a:lnTo>
                  <a:pt x="301" y="496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1" name=""/>
          <p:cNvSpPr/>
          <p:nvPr/>
        </p:nvSpPr>
        <p:spPr>
          <a:xfrm>
            <a:off x="673920" y="3668760"/>
            <a:ext cx="109800" cy="55440"/>
          </a:xfrm>
          <a:custGeom>
            <a:avLst/>
            <a:gdLst/>
            <a:ahLst/>
            <a:rect l="0" t="0" r="r" b="b"/>
            <a:pathLst>
              <a:path w="305" h="154">
                <a:moveTo>
                  <a:pt x="0" y="0"/>
                </a:moveTo>
                <a:lnTo>
                  <a:pt x="305" y="0"/>
                </a:lnTo>
                <a:lnTo>
                  <a:pt x="305" y="38"/>
                </a:lnTo>
                <a:lnTo>
                  <a:pt x="0" y="38"/>
                </a:lnTo>
                <a:lnTo>
                  <a:pt x="0" y="0"/>
                </a:lnTo>
                <a:moveTo>
                  <a:pt x="0" y="115"/>
                </a:moveTo>
                <a:lnTo>
                  <a:pt x="191" y="115"/>
                </a:lnTo>
                <a:lnTo>
                  <a:pt x="191" y="154"/>
                </a:lnTo>
                <a:lnTo>
                  <a:pt x="0" y="154"/>
                </a:lnTo>
                <a:lnTo>
                  <a:pt x="0" y="115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2" name=""/>
          <p:cNvSpPr txBox="1"/>
          <p:nvPr/>
        </p:nvSpPr>
        <p:spPr>
          <a:xfrm>
            <a:off x="4943160" y="2980800"/>
            <a:ext cx="16495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oude stroom blijft staan.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4" name=""/>
          <p:cNvSpPr txBox="1"/>
          <p:nvPr/>
        </p:nvSpPr>
        <p:spPr>
          <a:xfrm>
            <a:off x="838440" y="3635280"/>
            <a:ext cx="53744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Gevraagd: past dit op de manier waarop jullie releasen?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7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58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582" name=""/>
          <p:cNvSpPr txBox="1"/>
          <p:nvPr/>
        </p:nvSpPr>
        <p:spPr>
          <a:xfrm>
            <a:off x="7763040" y="1953720"/>
            <a:ext cx="122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dd784b"/>
                </a:solidFill>
                <a:latin typeface="Arial"/>
                <a:ea typeface="Arial"/>
              </a:rPr>
              <a:t>D E E L   4   VA N   5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3" name=""/>
          <p:cNvSpPr txBox="1"/>
          <p:nvPr/>
        </p:nvSpPr>
        <p:spPr>
          <a:xfrm>
            <a:off x="4314960" y="2194200"/>
            <a:ext cx="516240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Business-architectuur en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4" name=""/>
          <p:cNvSpPr txBox="1"/>
          <p:nvPr/>
        </p:nvSpPr>
        <p:spPr>
          <a:xfrm>
            <a:off x="7496280" y="2613240"/>
            <a:ext cx="141660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stories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6" name=""/>
          <p:cNvSpPr txBox="1"/>
          <p:nvPr/>
        </p:nvSpPr>
        <p:spPr>
          <a:xfrm>
            <a:off x="5105520" y="3125520"/>
            <a:ext cx="40651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Niels · de lijn van story naar koppelvlakfunctionaliteit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9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59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594" name=""/>
          <p:cNvSpPr/>
          <p:nvPr/>
        </p:nvSpPr>
        <p:spPr>
          <a:xfrm>
            <a:off x="456840" y="2095200"/>
            <a:ext cx="8420760" cy="1143360"/>
          </a:xfrm>
          <a:custGeom>
            <a:avLst/>
            <a:gdLst/>
            <a:ahLst/>
            <a:rect l="0" t="0" r="r" b="b"/>
            <a:pathLst>
              <a:path w="23391" h="3176">
                <a:moveTo>
                  <a:pt x="0" y="0"/>
                </a:moveTo>
                <a:lnTo>
                  <a:pt x="23391" y="0"/>
                </a:lnTo>
                <a:lnTo>
                  <a:pt x="23391" y="3176"/>
                </a:lnTo>
                <a:lnTo>
                  <a:pt x="0" y="31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5" name=""/>
          <p:cNvSpPr/>
          <p:nvPr/>
        </p:nvSpPr>
        <p:spPr>
          <a:xfrm>
            <a:off x="456840" y="20952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6" name=""/>
          <p:cNvSpPr/>
          <p:nvPr/>
        </p:nvSpPr>
        <p:spPr>
          <a:xfrm>
            <a:off x="456840" y="322884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7" name=""/>
          <p:cNvSpPr/>
          <p:nvPr/>
        </p:nvSpPr>
        <p:spPr>
          <a:xfrm>
            <a:off x="8867520" y="2095200"/>
            <a:ext cx="10080" cy="1143360"/>
          </a:xfrm>
          <a:custGeom>
            <a:avLst/>
            <a:gdLst/>
            <a:ahLst/>
            <a:rect l="0" t="0" r="r" b="b"/>
            <a:pathLst>
              <a:path w="28" h="3176">
                <a:moveTo>
                  <a:pt x="0" y="106"/>
                </a:moveTo>
                <a:lnTo>
                  <a:pt x="0" y="3176"/>
                </a:lnTo>
                <a:lnTo>
                  <a:pt x="28" y="317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8" name=""/>
          <p:cNvSpPr/>
          <p:nvPr/>
        </p:nvSpPr>
        <p:spPr>
          <a:xfrm>
            <a:off x="456840" y="2095200"/>
            <a:ext cx="10080" cy="1143360"/>
          </a:xfrm>
          <a:custGeom>
            <a:avLst/>
            <a:gdLst/>
            <a:ahLst/>
            <a:rect l="0" t="0" r="r" b="b"/>
            <a:pathLst>
              <a:path w="28" h="3176">
                <a:moveTo>
                  <a:pt x="0" y="0"/>
                </a:moveTo>
                <a:lnTo>
                  <a:pt x="0" y="3176"/>
                </a:lnTo>
                <a:lnTo>
                  <a:pt x="28" y="317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9" name=""/>
          <p:cNvSpPr txBox="1"/>
          <p:nvPr/>
        </p:nvSpPr>
        <p:spPr>
          <a:xfrm>
            <a:off x="439920" y="1424880"/>
            <a:ext cx="6881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Business-architectuur en de stories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0" name=""/>
          <p:cNvSpPr txBox="1"/>
          <p:nvPr/>
        </p:nvSpPr>
        <p:spPr>
          <a:xfrm>
            <a:off x="649440" y="2320920"/>
            <a:ext cx="13402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Blok van Niels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1" name=""/>
          <p:cNvSpPr txBox="1"/>
          <p:nvPr/>
        </p:nvSpPr>
        <p:spPr>
          <a:xfrm>
            <a:off x="649440" y="2647080"/>
            <a:ext cx="7317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Afgesproken op 15 september: de business-architectuur doorontwikkelen langs de lijn van story naar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2" name=""/>
          <p:cNvSpPr txBox="1"/>
          <p:nvPr/>
        </p:nvSpPr>
        <p:spPr>
          <a:xfrm>
            <a:off x="649440" y="2875680"/>
            <a:ext cx="8460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koppelvlakfunctionaliteit, en de stories opnieuw ophalen bij de PoC-scholen. Deze plek in het deck is voor die sheets.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3" name=""/>
          <p:cNvSpPr/>
          <p:nvPr/>
        </p:nvSpPr>
        <p:spPr>
          <a:xfrm>
            <a:off x="2104920" y="358128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2" y="0"/>
                </a:moveTo>
                <a:lnTo>
                  <a:pt x="341" y="0"/>
                </a:lnTo>
                <a:lnTo>
                  <a:pt x="341" y="27"/>
                </a:lnTo>
                <a:lnTo>
                  <a:pt x="262" y="27"/>
                </a:lnTo>
                <a:lnTo>
                  <a:pt x="262" y="0"/>
                </a:lnTo>
                <a:moveTo>
                  <a:pt x="393" y="0"/>
                </a:moveTo>
                <a:lnTo>
                  <a:pt x="473" y="0"/>
                </a:lnTo>
                <a:lnTo>
                  <a:pt x="473" y="27"/>
                </a:lnTo>
                <a:lnTo>
                  <a:pt x="393" y="27"/>
                </a:lnTo>
                <a:lnTo>
                  <a:pt x="393" y="0"/>
                </a:lnTo>
                <a:moveTo>
                  <a:pt x="524" y="0"/>
                </a:moveTo>
                <a:lnTo>
                  <a:pt x="604" y="0"/>
                </a:lnTo>
                <a:lnTo>
                  <a:pt x="604" y="27"/>
                </a:lnTo>
                <a:lnTo>
                  <a:pt x="524" y="27"/>
                </a:lnTo>
                <a:lnTo>
                  <a:pt x="524" y="0"/>
                </a:lnTo>
                <a:moveTo>
                  <a:pt x="656" y="0"/>
                </a:moveTo>
                <a:lnTo>
                  <a:pt x="735" y="0"/>
                </a:lnTo>
                <a:lnTo>
                  <a:pt x="735" y="27"/>
                </a:lnTo>
                <a:lnTo>
                  <a:pt x="656" y="27"/>
                </a:lnTo>
                <a:lnTo>
                  <a:pt x="656" y="0"/>
                </a:lnTo>
                <a:moveTo>
                  <a:pt x="787" y="0"/>
                </a:moveTo>
                <a:lnTo>
                  <a:pt x="866" y="0"/>
                </a:lnTo>
                <a:lnTo>
                  <a:pt x="866" y="27"/>
                </a:lnTo>
                <a:lnTo>
                  <a:pt x="787" y="27"/>
                </a:lnTo>
                <a:lnTo>
                  <a:pt x="787" y="0"/>
                </a:lnTo>
                <a:moveTo>
                  <a:pt x="918" y="0"/>
                </a:moveTo>
                <a:lnTo>
                  <a:pt x="997" y="0"/>
                </a:lnTo>
                <a:lnTo>
                  <a:pt x="997" y="27"/>
                </a:lnTo>
                <a:lnTo>
                  <a:pt x="918" y="27"/>
                </a:lnTo>
                <a:lnTo>
                  <a:pt x="918" y="0"/>
                </a:lnTo>
                <a:moveTo>
                  <a:pt x="1049" y="0"/>
                </a:moveTo>
                <a:lnTo>
                  <a:pt x="1128" y="0"/>
                </a:lnTo>
                <a:lnTo>
                  <a:pt x="1128" y="27"/>
                </a:lnTo>
                <a:lnTo>
                  <a:pt x="1049" y="27"/>
                </a:lnTo>
                <a:lnTo>
                  <a:pt x="1049" y="0"/>
                </a:lnTo>
                <a:moveTo>
                  <a:pt x="1180" y="0"/>
                </a:moveTo>
                <a:lnTo>
                  <a:pt x="1260" y="0"/>
                </a:lnTo>
                <a:lnTo>
                  <a:pt x="1260" y="27"/>
                </a:lnTo>
                <a:lnTo>
                  <a:pt x="1180" y="27"/>
                </a:lnTo>
                <a:lnTo>
                  <a:pt x="1180" y="0"/>
                </a:lnTo>
                <a:moveTo>
                  <a:pt x="1311" y="0"/>
                </a:moveTo>
                <a:lnTo>
                  <a:pt x="1391" y="0"/>
                </a:lnTo>
                <a:lnTo>
                  <a:pt x="1391" y="27"/>
                </a:lnTo>
                <a:lnTo>
                  <a:pt x="1311" y="27"/>
                </a:lnTo>
                <a:lnTo>
                  <a:pt x="1311" y="0"/>
                </a:lnTo>
                <a:moveTo>
                  <a:pt x="1443" y="0"/>
                </a:moveTo>
                <a:lnTo>
                  <a:pt x="1522" y="0"/>
                </a:lnTo>
                <a:lnTo>
                  <a:pt x="1522" y="27"/>
                </a:lnTo>
                <a:lnTo>
                  <a:pt x="1443" y="27"/>
                </a:lnTo>
                <a:lnTo>
                  <a:pt x="1443" y="0"/>
                </a:lnTo>
                <a:moveTo>
                  <a:pt x="1574" y="0"/>
                </a:moveTo>
                <a:lnTo>
                  <a:pt x="1653" y="0"/>
                </a:lnTo>
                <a:lnTo>
                  <a:pt x="1653" y="27"/>
                </a:lnTo>
                <a:lnTo>
                  <a:pt x="1574" y="27"/>
                </a:lnTo>
                <a:lnTo>
                  <a:pt x="1574" y="0"/>
                </a:lnTo>
                <a:moveTo>
                  <a:pt x="1705" y="0"/>
                </a:moveTo>
                <a:lnTo>
                  <a:pt x="1784" y="0"/>
                </a:lnTo>
                <a:lnTo>
                  <a:pt x="1784" y="27"/>
                </a:lnTo>
                <a:lnTo>
                  <a:pt x="1705" y="27"/>
                </a:lnTo>
                <a:lnTo>
                  <a:pt x="1705" y="0"/>
                </a:lnTo>
                <a:moveTo>
                  <a:pt x="1836" y="0"/>
                </a:moveTo>
                <a:lnTo>
                  <a:pt x="1915" y="0"/>
                </a:lnTo>
                <a:lnTo>
                  <a:pt x="1915" y="27"/>
                </a:lnTo>
                <a:lnTo>
                  <a:pt x="1836" y="27"/>
                </a:lnTo>
                <a:lnTo>
                  <a:pt x="1836" y="0"/>
                </a:lnTo>
                <a:moveTo>
                  <a:pt x="1967" y="0"/>
                </a:moveTo>
                <a:lnTo>
                  <a:pt x="2047" y="0"/>
                </a:lnTo>
                <a:lnTo>
                  <a:pt x="2047" y="27"/>
                </a:lnTo>
                <a:lnTo>
                  <a:pt x="1967" y="27"/>
                </a:lnTo>
                <a:lnTo>
                  <a:pt x="1967" y="0"/>
                </a:lnTo>
                <a:moveTo>
                  <a:pt x="2098" y="0"/>
                </a:moveTo>
                <a:lnTo>
                  <a:pt x="2178" y="0"/>
                </a:lnTo>
                <a:lnTo>
                  <a:pt x="2178" y="27"/>
                </a:lnTo>
                <a:lnTo>
                  <a:pt x="2098" y="27"/>
                </a:lnTo>
                <a:lnTo>
                  <a:pt x="2098" y="0"/>
                </a:lnTo>
                <a:moveTo>
                  <a:pt x="2230" y="0"/>
                </a:moveTo>
                <a:lnTo>
                  <a:pt x="2309" y="0"/>
                </a:lnTo>
                <a:lnTo>
                  <a:pt x="2309" y="27"/>
                </a:lnTo>
                <a:lnTo>
                  <a:pt x="2230" y="27"/>
                </a:lnTo>
                <a:lnTo>
                  <a:pt x="2230" y="0"/>
                </a:lnTo>
                <a:moveTo>
                  <a:pt x="2361" y="0"/>
                </a:moveTo>
                <a:lnTo>
                  <a:pt x="2440" y="0"/>
                </a:lnTo>
                <a:lnTo>
                  <a:pt x="2440" y="27"/>
                </a:lnTo>
                <a:lnTo>
                  <a:pt x="2361" y="27"/>
                </a:lnTo>
                <a:lnTo>
                  <a:pt x="2361" y="0"/>
                </a:lnTo>
                <a:moveTo>
                  <a:pt x="2492" y="0"/>
                </a:moveTo>
                <a:lnTo>
                  <a:pt x="2571" y="0"/>
                </a:lnTo>
                <a:lnTo>
                  <a:pt x="2571" y="27"/>
                </a:lnTo>
                <a:lnTo>
                  <a:pt x="2492" y="27"/>
                </a:lnTo>
                <a:lnTo>
                  <a:pt x="2492" y="0"/>
                </a:lnTo>
                <a:moveTo>
                  <a:pt x="2623" y="0"/>
                </a:moveTo>
                <a:lnTo>
                  <a:pt x="2702" y="0"/>
                </a:lnTo>
                <a:lnTo>
                  <a:pt x="2702" y="27"/>
                </a:lnTo>
                <a:lnTo>
                  <a:pt x="2623" y="27"/>
                </a:lnTo>
                <a:lnTo>
                  <a:pt x="2623" y="0"/>
                </a:lnTo>
                <a:moveTo>
                  <a:pt x="2754" y="0"/>
                </a:moveTo>
                <a:lnTo>
                  <a:pt x="2834" y="0"/>
                </a:lnTo>
                <a:lnTo>
                  <a:pt x="2834" y="27"/>
                </a:lnTo>
                <a:lnTo>
                  <a:pt x="2754" y="27"/>
                </a:lnTo>
                <a:lnTo>
                  <a:pt x="2754" y="0"/>
                </a:lnTo>
                <a:moveTo>
                  <a:pt x="2885" y="0"/>
                </a:moveTo>
                <a:lnTo>
                  <a:pt x="2965" y="0"/>
                </a:lnTo>
                <a:lnTo>
                  <a:pt x="2965" y="27"/>
                </a:lnTo>
                <a:lnTo>
                  <a:pt x="2885" y="27"/>
                </a:lnTo>
                <a:lnTo>
                  <a:pt x="2885" y="0"/>
                </a:lnTo>
                <a:moveTo>
                  <a:pt x="3017" y="0"/>
                </a:moveTo>
                <a:lnTo>
                  <a:pt x="3096" y="0"/>
                </a:lnTo>
                <a:lnTo>
                  <a:pt x="3096" y="27"/>
                </a:lnTo>
                <a:lnTo>
                  <a:pt x="3017" y="27"/>
                </a:lnTo>
                <a:lnTo>
                  <a:pt x="3017" y="0"/>
                </a:lnTo>
                <a:moveTo>
                  <a:pt x="3148" y="0"/>
                </a:moveTo>
                <a:lnTo>
                  <a:pt x="3227" y="0"/>
                </a:lnTo>
                <a:lnTo>
                  <a:pt x="3227" y="27"/>
                </a:lnTo>
                <a:lnTo>
                  <a:pt x="3148" y="27"/>
                </a:lnTo>
                <a:lnTo>
                  <a:pt x="3148" y="0"/>
                </a:lnTo>
                <a:moveTo>
                  <a:pt x="3279" y="0"/>
                </a:moveTo>
                <a:lnTo>
                  <a:pt x="3358" y="0"/>
                </a:lnTo>
                <a:lnTo>
                  <a:pt x="3358" y="27"/>
                </a:lnTo>
                <a:lnTo>
                  <a:pt x="3279" y="27"/>
                </a:lnTo>
                <a:lnTo>
                  <a:pt x="3279" y="0"/>
                </a:lnTo>
                <a:moveTo>
                  <a:pt x="3410" y="0"/>
                </a:moveTo>
                <a:lnTo>
                  <a:pt x="3489" y="0"/>
                </a:lnTo>
                <a:lnTo>
                  <a:pt x="3489" y="27"/>
                </a:lnTo>
                <a:lnTo>
                  <a:pt x="3410" y="27"/>
                </a:lnTo>
                <a:lnTo>
                  <a:pt x="3410" y="0"/>
                </a:lnTo>
                <a:moveTo>
                  <a:pt x="3542" y="0"/>
                </a:moveTo>
                <a:lnTo>
                  <a:pt x="3622" y="0"/>
                </a:lnTo>
                <a:lnTo>
                  <a:pt x="3622" y="27"/>
                </a:lnTo>
                <a:lnTo>
                  <a:pt x="3542" y="27"/>
                </a:lnTo>
                <a:lnTo>
                  <a:pt x="3542" y="0"/>
                </a:lnTo>
                <a:moveTo>
                  <a:pt x="3673" y="0"/>
                </a:moveTo>
                <a:lnTo>
                  <a:pt x="3753" y="0"/>
                </a:lnTo>
                <a:lnTo>
                  <a:pt x="3753" y="27"/>
                </a:lnTo>
                <a:lnTo>
                  <a:pt x="3673" y="27"/>
                </a:lnTo>
                <a:lnTo>
                  <a:pt x="3673" y="0"/>
                </a:lnTo>
                <a:moveTo>
                  <a:pt x="3805" y="0"/>
                </a:moveTo>
                <a:lnTo>
                  <a:pt x="3884" y="0"/>
                </a:lnTo>
                <a:lnTo>
                  <a:pt x="3884" y="27"/>
                </a:lnTo>
                <a:lnTo>
                  <a:pt x="3805" y="27"/>
                </a:lnTo>
                <a:lnTo>
                  <a:pt x="3805" y="0"/>
                </a:lnTo>
                <a:moveTo>
                  <a:pt x="3936" y="0"/>
                </a:moveTo>
                <a:lnTo>
                  <a:pt x="4015" y="0"/>
                </a:lnTo>
                <a:lnTo>
                  <a:pt x="4015" y="27"/>
                </a:lnTo>
                <a:lnTo>
                  <a:pt x="3936" y="27"/>
                </a:lnTo>
                <a:lnTo>
                  <a:pt x="3936" y="0"/>
                </a:lnTo>
                <a:moveTo>
                  <a:pt x="4067" y="0"/>
                </a:moveTo>
                <a:lnTo>
                  <a:pt x="4146" y="0"/>
                </a:lnTo>
                <a:lnTo>
                  <a:pt x="4146" y="27"/>
                </a:lnTo>
                <a:lnTo>
                  <a:pt x="4067" y="27"/>
                </a:lnTo>
                <a:lnTo>
                  <a:pt x="4067" y="0"/>
                </a:lnTo>
                <a:moveTo>
                  <a:pt x="4198" y="0"/>
                </a:moveTo>
                <a:lnTo>
                  <a:pt x="4277" y="0"/>
                </a:lnTo>
                <a:lnTo>
                  <a:pt x="4277" y="27"/>
                </a:lnTo>
                <a:lnTo>
                  <a:pt x="4198" y="27"/>
                </a:lnTo>
                <a:lnTo>
                  <a:pt x="4198" y="0"/>
                </a:lnTo>
                <a:moveTo>
                  <a:pt x="4329" y="0"/>
                </a:moveTo>
                <a:lnTo>
                  <a:pt x="4409" y="0"/>
                </a:lnTo>
                <a:lnTo>
                  <a:pt x="4409" y="27"/>
                </a:lnTo>
                <a:lnTo>
                  <a:pt x="4329" y="27"/>
                </a:lnTo>
                <a:lnTo>
                  <a:pt x="4329" y="0"/>
                </a:lnTo>
                <a:moveTo>
                  <a:pt x="4460" y="0"/>
                </a:moveTo>
                <a:lnTo>
                  <a:pt x="4540" y="0"/>
                </a:lnTo>
                <a:lnTo>
                  <a:pt x="4540" y="27"/>
                </a:lnTo>
                <a:lnTo>
                  <a:pt x="4460" y="27"/>
                </a:lnTo>
                <a:lnTo>
                  <a:pt x="4460" y="0"/>
                </a:lnTo>
                <a:moveTo>
                  <a:pt x="4592" y="0"/>
                </a:moveTo>
                <a:lnTo>
                  <a:pt x="4671" y="0"/>
                </a:lnTo>
                <a:lnTo>
                  <a:pt x="4671" y="27"/>
                </a:lnTo>
                <a:lnTo>
                  <a:pt x="4592" y="27"/>
                </a:lnTo>
                <a:lnTo>
                  <a:pt x="4592" y="0"/>
                </a:lnTo>
                <a:moveTo>
                  <a:pt x="4723" y="0"/>
                </a:moveTo>
                <a:lnTo>
                  <a:pt x="4802" y="0"/>
                </a:lnTo>
                <a:lnTo>
                  <a:pt x="4802" y="27"/>
                </a:lnTo>
                <a:lnTo>
                  <a:pt x="4723" y="27"/>
                </a:lnTo>
                <a:lnTo>
                  <a:pt x="4723" y="0"/>
                </a:lnTo>
                <a:moveTo>
                  <a:pt x="4854" y="0"/>
                </a:moveTo>
                <a:lnTo>
                  <a:pt x="4933" y="0"/>
                </a:lnTo>
                <a:lnTo>
                  <a:pt x="4933" y="27"/>
                </a:lnTo>
                <a:lnTo>
                  <a:pt x="4854" y="27"/>
                </a:lnTo>
                <a:lnTo>
                  <a:pt x="4854" y="0"/>
                </a:lnTo>
                <a:moveTo>
                  <a:pt x="4985" y="0"/>
                </a:moveTo>
                <a:lnTo>
                  <a:pt x="5064" y="0"/>
                </a:lnTo>
                <a:lnTo>
                  <a:pt x="5064" y="27"/>
                </a:lnTo>
                <a:lnTo>
                  <a:pt x="4985" y="27"/>
                </a:lnTo>
                <a:lnTo>
                  <a:pt x="4985" y="0"/>
                </a:lnTo>
                <a:moveTo>
                  <a:pt x="5116" y="0"/>
                </a:moveTo>
                <a:lnTo>
                  <a:pt x="5196" y="0"/>
                </a:lnTo>
                <a:lnTo>
                  <a:pt x="5196" y="27"/>
                </a:lnTo>
                <a:lnTo>
                  <a:pt x="5116" y="27"/>
                </a:lnTo>
                <a:lnTo>
                  <a:pt x="5116" y="0"/>
                </a:lnTo>
                <a:moveTo>
                  <a:pt x="5247" y="0"/>
                </a:moveTo>
                <a:lnTo>
                  <a:pt x="5327" y="0"/>
                </a:lnTo>
                <a:lnTo>
                  <a:pt x="5327" y="27"/>
                </a:lnTo>
                <a:lnTo>
                  <a:pt x="5247" y="27"/>
                </a:lnTo>
                <a:lnTo>
                  <a:pt x="5247" y="0"/>
                </a:lnTo>
                <a:moveTo>
                  <a:pt x="5379" y="0"/>
                </a:moveTo>
                <a:lnTo>
                  <a:pt x="5458" y="0"/>
                </a:lnTo>
                <a:lnTo>
                  <a:pt x="5458" y="27"/>
                </a:lnTo>
                <a:lnTo>
                  <a:pt x="5379" y="27"/>
                </a:lnTo>
                <a:lnTo>
                  <a:pt x="5379" y="0"/>
                </a:lnTo>
                <a:moveTo>
                  <a:pt x="5510" y="0"/>
                </a:moveTo>
                <a:lnTo>
                  <a:pt x="5589" y="0"/>
                </a:lnTo>
                <a:lnTo>
                  <a:pt x="5589" y="27"/>
                </a:lnTo>
                <a:lnTo>
                  <a:pt x="5510" y="27"/>
                </a:lnTo>
                <a:lnTo>
                  <a:pt x="5510" y="0"/>
                </a:lnTo>
                <a:moveTo>
                  <a:pt x="5641" y="0"/>
                </a:moveTo>
                <a:lnTo>
                  <a:pt x="5720" y="0"/>
                </a:lnTo>
                <a:lnTo>
                  <a:pt x="5720" y="27"/>
                </a:lnTo>
                <a:lnTo>
                  <a:pt x="5641" y="27"/>
                </a:lnTo>
                <a:lnTo>
                  <a:pt x="5641" y="0"/>
                </a:lnTo>
                <a:moveTo>
                  <a:pt x="5772" y="0"/>
                </a:moveTo>
                <a:lnTo>
                  <a:pt x="5851" y="0"/>
                </a:lnTo>
                <a:lnTo>
                  <a:pt x="5851" y="27"/>
                </a:lnTo>
                <a:lnTo>
                  <a:pt x="5772" y="27"/>
                </a:lnTo>
                <a:lnTo>
                  <a:pt x="5772" y="0"/>
                </a:lnTo>
                <a:moveTo>
                  <a:pt x="5903" y="0"/>
                </a:moveTo>
                <a:lnTo>
                  <a:pt x="5983" y="0"/>
                </a:lnTo>
                <a:lnTo>
                  <a:pt x="5983" y="27"/>
                </a:lnTo>
                <a:lnTo>
                  <a:pt x="5903" y="27"/>
                </a:lnTo>
                <a:lnTo>
                  <a:pt x="5903" y="0"/>
                </a:lnTo>
                <a:moveTo>
                  <a:pt x="6034" y="0"/>
                </a:moveTo>
                <a:lnTo>
                  <a:pt x="6114" y="0"/>
                </a:lnTo>
                <a:lnTo>
                  <a:pt x="6114" y="27"/>
                </a:lnTo>
                <a:lnTo>
                  <a:pt x="6034" y="27"/>
                </a:lnTo>
                <a:lnTo>
                  <a:pt x="6034" y="0"/>
                </a:lnTo>
                <a:moveTo>
                  <a:pt x="6166" y="0"/>
                </a:moveTo>
                <a:lnTo>
                  <a:pt x="6245" y="0"/>
                </a:lnTo>
                <a:lnTo>
                  <a:pt x="6245" y="27"/>
                </a:lnTo>
                <a:lnTo>
                  <a:pt x="6166" y="27"/>
                </a:lnTo>
                <a:lnTo>
                  <a:pt x="616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4" name=""/>
          <p:cNvSpPr/>
          <p:nvPr/>
        </p:nvSpPr>
        <p:spPr>
          <a:xfrm>
            <a:off x="5800680" y="3581280"/>
            <a:ext cx="762120" cy="9720"/>
          </a:xfrm>
          <a:custGeom>
            <a:avLst/>
            <a:gdLst/>
            <a:ahLst/>
            <a:rect l="0" t="0" r="r" b="b"/>
            <a:pathLst>
              <a:path w="2117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5" y="0"/>
                </a:lnTo>
                <a:lnTo>
                  <a:pt x="215" y="27"/>
                </a:lnTo>
                <a:lnTo>
                  <a:pt x="135" y="27"/>
                </a:lnTo>
                <a:lnTo>
                  <a:pt x="135" y="0"/>
                </a:lnTo>
                <a:moveTo>
                  <a:pt x="271" y="0"/>
                </a:moveTo>
                <a:lnTo>
                  <a:pt x="351" y="0"/>
                </a:lnTo>
                <a:lnTo>
                  <a:pt x="351" y="27"/>
                </a:lnTo>
                <a:lnTo>
                  <a:pt x="271" y="27"/>
                </a:lnTo>
                <a:lnTo>
                  <a:pt x="271" y="0"/>
                </a:lnTo>
                <a:moveTo>
                  <a:pt x="407" y="0"/>
                </a:moveTo>
                <a:lnTo>
                  <a:pt x="486" y="0"/>
                </a:lnTo>
                <a:lnTo>
                  <a:pt x="486" y="27"/>
                </a:lnTo>
                <a:lnTo>
                  <a:pt x="407" y="27"/>
                </a:lnTo>
                <a:lnTo>
                  <a:pt x="407" y="0"/>
                </a:lnTo>
                <a:moveTo>
                  <a:pt x="543" y="0"/>
                </a:moveTo>
                <a:lnTo>
                  <a:pt x="622" y="0"/>
                </a:lnTo>
                <a:lnTo>
                  <a:pt x="622" y="27"/>
                </a:lnTo>
                <a:lnTo>
                  <a:pt x="543" y="27"/>
                </a:lnTo>
                <a:lnTo>
                  <a:pt x="543" y="0"/>
                </a:lnTo>
                <a:moveTo>
                  <a:pt x="679" y="0"/>
                </a:moveTo>
                <a:lnTo>
                  <a:pt x="758" y="0"/>
                </a:lnTo>
                <a:lnTo>
                  <a:pt x="758" y="27"/>
                </a:lnTo>
                <a:lnTo>
                  <a:pt x="679" y="27"/>
                </a:lnTo>
                <a:lnTo>
                  <a:pt x="679" y="0"/>
                </a:lnTo>
                <a:moveTo>
                  <a:pt x="815" y="0"/>
                </a:moveTo>
                <a:lnTo>
                  <a:pt x="894" y="0"/>
                </a:lnTo>
                <a:lnTo>
                  <a:pt x="894" y="27"/>
                </a:lnTo>
                <a:lnTo>
                  <a:pt x="815" y="27"/>
                </a:lnTo>
                <a:lnTo>
                  <a:pt x="815" y="0"/>
                </a:lnTo>
                <a:moveTo>
                  <a:pt x="950" y="0"/>
                </a:moveTo>
                <a:lnTo>
                  <a:pt x="1030" y="0"/>
                </a:lnTo>
                <a:lnTo>
                  <a:pt x="1030" y="27"/>
                </a:lnTo>
                <a:lnTo>
                  <a:pt x="950" y="27"/>
                </a:lnTo>
                <a:lnTo>
                  <a:pt x="950" y="0"/>
                </a:lnTo>
                <a:moveTo>
                  <a:pt x="1086" y="0"/>
                </a:moveTo>
                <a:lnTo>
                  <a:pt x="1166" y="0"/>
                </a:lnTo>
                <a:lnTo>
                  <a:pt x="1166" y="27"/>
                </a:lnTo>
                <a:lnTo>
                  <a:pt x="1086" y="27"/>
                </a:lnTo>
                <a:lnTo>
                  <a:pt x="1086" y="0"/>
                </a:lnTo>
                <a:moveTo>
                  <a:pt x="1222" y="0"/>
                </a:moveTo>
                <a:lnTo>
                  <a:pt x="1301" y="0"/>
                </a:lnTo>
                <a:lnTo>
                  <a:pt x="1301" y="27"/>
                </a:lnTo>
                <a:lnTo>
                  <a:pt x="1222" y="27"/>
                </a:lnTo>
                <a:lnTo>
                  <a:pt x="1222" y="0"/>
                </a:lnTo>
                <a:moveTo>
                  <a:pt x="1358" y="0"/>
                </a:moveTo>
                <a:lnTo>
                  <a:pt x="1437" y="0"/>
                </a:lnTo>
                <a:lnTo>
                  <a:pt x="1437" y="27"/>
                </a:lnTo>
                <a:lnTo>
                  <a:pt x="1358" y="27"/>
                </a:lnTo>
                <a:lnTo>
                  <a:pt x="1358" y="0"/>
                </a:lnTo>
                <a:moveTo>
                  <a:pt x="1494" y="0"/>
                </a:moveTo>
                <a:lnTo>
                  <a:pt x="1573" y="0"/>
                </a:lnTo>
                <a:lnTo>
                  <a:pt x="1573" y="27"/>
                </a:lnTo>
                <a:lnTo>
                  <a:pt x="1494" y="27"/>
                </a:lnTo>
                <a:lnTo>
                  <a:pt x="1494" y="0"/>
                </a:lnTo>
                <a:moveTo>
                  <a:pt x="1629" y="0"/>
                </a:moveTo>
                <a:lnTo>
                  <a:pt x="1709" y="0"/>
                </a:lnTo>
                <a:lnTo>
                  <a:pt x="1709" y="27"/>
                </a:lnTo>
                <a:lnTo>
                  <a:pt x="1629" y="27"/>
                </a:lnTo>
                <a:lnTo>
                  <a:pt x="1629" y="0"/>
                </a:lnTo>
                <a:moveTo>
                  <a:pt x="1765" y="0"/>
                </a:moveTo>
                <a:lnTo>
                  <a:pt x="1845" y="0"/>
                </a:lnTo>
                <a:lnTo>
                  <a:pt x="1845" y="27"/>
                </a:lnTo>
                <a:lnTo>
                  <a:pt x="1765" y="27"/>
                </a:lnTo>
                <a:lnTo>
                  <a:pt x="1765" y="0"/>
                </a:lnTo>
                <a:moveTo>
                  <a:pt x="1902" y="0"/>
                </a:moveTo>
                <a:lnTo>
                  <a:pt x="1981" y="0"/>
                </a:lnTo>
                <a:lnTo>
                  <a:pt x="1981" y="27"/>
                </a:lnTo>
                <a:lnTo>
                  <a:pt x="1902" y="27"/>
                </a:lnTo>
                <a:lnTo>
                  <a:pt x="190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7"/>
                </a:lnTo>
                <a:lnTo>
                  <a:pt x="2038" y="27"/>
                </a:lnTo>
                <a:lnTo>
                  <a:pt x="203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5" name=""/>
          <p:cNvSpPr txBox="1"/>
          <p:nvPr/>
        </p:nvSpPr>
        <p:spPr>
          <a:xfrm>
            <a:off x="457200" y="3425400"/>
            <a:ext cx="9231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Vertrekpunt: de milestone 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requirementsboom doorontwikkelen</a:t>
            </a:r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, negen open issues, en 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 die op draft staat zolang de boom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7" name=""/>
          <p:cNvSpPr txBox="1"/>
          <p:nvPr/>
        </p:nvSpPr>
        <p:spPr>
          <a:xfrm>
            <a:off x="457200" y="3644640"/>
            <a:ext cx="636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beweegt.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1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1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615" name=""/>
          <p:cNvSpPr txBox="1"/>
          <p:nvPr/>
        </p:nvSpPr>
        <p:spPr>
          <a:xfrm>
            <a:off x="7763040" y="1953720"/>
            <a:ext cx="122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dd784b"/>
                </a:solidFill>
                <a:latin typeface="Arial"/>
                <a:ea typeface="Arial"/>
              </a:rPr>
              <a:t>D E E L   5   VA N   5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6" name=""/>
          <p:cNvSpPr txBox="1"/>
          <p:nvPr/>
        </p:nvSpPr>
        <p:spPr>
          <a:xfrm>
            <a:off x="5943600" y="2194200"/>
            <a:ext cx="331560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Open punten en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7" name=""/>
          <p:cNvSpPr txBox="1"/>
          <p:nvPr/>
        </p:nvSpPr>
        <p:spPr>
          <a:xfrm>
            <a:off x="7029360" y="2613240"/>
            <a:ext cx="200772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80" spc="-1" strike="noStrike">
                <a:solidFill>
                  <a:srgbClr val="1a1a2e"/>
                </a:solidFill>
                <a:latin typeface="Arial"/>
                <a:ea typeface="Arial"/>
              </a:rPr>
              <a:t>afronding</a:t>
            </a:r>
            <a:endParaRPr b="0" lang="en-US" sz="2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9" name=""/>
          <p:cNvSpPr txBox="1"/>
          <p:nvPr/>
        </p:nvSpPr>
        <p:spPr>
          <a:xfrm>
            <a:off x="5915160" y="3125520"/>
            <a:ext cx="3213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Koppeling-ID · gevraagd · vervolg · peiling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2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2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627" name=""/>
          <p:cNvSpPr txBox="1"/>
          <p:nvPr/>
        </p:nvSpPr>
        <p:spPr>
          <a:xfrm>
            <a:off x="439920" y="1177200"/>
            <a:ext cx="5843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Een korte naam per koppeling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8" name=""/>
          <p:cNvSpPr/>
          <p:nvPr/>
        </p:nvSpPr>
        <p:spPr>
          <a:xfrm>
            <a:off x="461880" y="2124000"/>
            <a:ext cx="1991160" cy="957600"/>
          </a:xfrm>
          <a:custGeom>
            <a:avLst/>
            <a:gdLst/>
            <a:ahLst/>
            <a:rect l="0" t="0" r="r" b="b"/>
            <a:pathLst>
              <a:path w="5531" h="2660">
                <a:moveTo>
                  <a:pt x="0" y="2355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2" y="35"/>
                  <a:pt x="169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5226" y="0"/>
                </a:lnTo>
                <a:cubicBezTo>
                  <a:pt x="5246" y="0"/>
                  <a:pt x="5266" y="1"/>
                  <a:pt x="5286" y="5"/>
                </a:cubicBezTo>
                <a:cubicBezTo>
                  <a:pt x="5305" y="8"/>
                  <a:pt x="5324" y="13"/>
                  <a:pt x="5343" y="20"/>
                </a:cubicBezTo>
                <a:cubicBezTo>
                  <a:pt x="5361" y="26"/>
                  <a:pt x="5379" y="35"/>
                  <a:pt x="5395" y="44"/>
                </a:cubicBezTo>
                <a:cubicBezTo>
                  <a:pt x="5412" y="54"/>
                  <a:pt x="5427" y="65"/>
                  <a:pt x="5441" y="77"/>
                </a:cubicBezTo>
                <a:cubicBezTo>
                  <a:pt x="5456" y="89"/>
                  <a:pt x="5468" y="103"/>
                  <a:pt x="5479" y="117"/>
                </a:cubicBezTo>
                <a:cubicBezTo>
                  <a:pt x="5490" y="132"/>
                  <a:pt x="5500" y="147"/>
                  <a:pt x="5507" y="163"/>
                </a:cubicBezTo>
                <a:cubicBezTo>
                  <a:pt x="5515" y="179"/>
                  <a:pt x="5521" y="196"/>
                  <a:pt x="5525" y="213"/>
                </a:cubicBezTo>
                <a:cubicBezTo>
                  <a:pt x="5529" y="230"/>
                  <a:pt x="5531" y="247"/>
                  <a:pt x="5531" y="264"/>
                </a:cubicBezTo>
                <a:lnTo>
                  <a:pt x="5531" y="2355"/>
                </a:lnTo>
                <a:cubicBezTo>
                  <a:pt x="5531" y="2375"/>
                  <a:pt x="5529" y="2395"/>
                  <a:pt x="5525" y="2415"/>
                </a:cubicBezTo>
                <a:cubicBezTo>
                  <a:pt x="5521" y="2434"/>
                  <a:pt x="5515" y="2453"/>
                  <a:pt x="5507" y="2472"/>
                </a:cubicBezTo>
                <a:cubicBezTo>
                  <a:pt x="5500" y="2490"/>
                  <a:pt x="5490" y="2508"/>
                  <a:pt x="5479" y="2525"/>
                </a:cubicBezTo>
                <a:cubicBezTo>
                  <a:pt x="5468" y="2541"/>
                  <a:pt x="5456" y="2557"/>
                  <a:pt x="5441" y="2571"/>
                </a:cubicBezTo>
                <a:cubicBezTo>
                  <a:pt x="5427" y="2585"/>
                  <a:pt x="5412" y="2597"/>
                  <a:pt x="5395" y="2608"/>
                </a:cubicBezTo>
                <a:cubicBezTo>
                  <a:pt x="5379" y="2620"/>
                  <a:pt x="5361" y="2629"/>
                  <a:pt x="5343" y="2637"/>
                </a:cubicBezTo>
                <a:cubicBezTo>
                  <a:pt x="5324" y="2644"/>
                  <a:pt x="5305" y="2650"/>
                  <a:pt x="5286" y="2654"/>
                </a:cubicBezTo>
                <a:cubicBezTo>
                  <a:pt x="5266" y="2658"/>
                  <a:pt x="5246" y="2660"/>
                  <a:pt x="5226" y="2660"/>
                </a:cubicBezTo>
                <a:lnTo>
                  <a:pt x="304" y="2660"/>
                </a:lnTo>
                <a:cubicBezTo>
                  <a:pt x="284" y="2660"/>
                  <a:pt x="264" y="2658"/>
                  <a:pt x="245" y="2654"/>
                </a:cubicBezTo>
                <a:cubicBezTo>
                  <a:pt x="225" y="2650"/>
                  <a:pt x="206" y="2644"/>
                  <a:pt x="188" y="2637"/>
                </a:cubicBezTo>
                <a:cubicBezTo>
                  <a:pt x="169" y="2629"/>
                  <a:pt x="152" y="2620"/>
                  <a:pt x="135" y="2608"/>
                </a:cubicBezTo>
                <a:cubicBezTo>
                  <a:pt x="118" y="2597"/>
                  <a:pt x="103" y="2585"/>
                  <a:pt x="89" y="2571"/>
                </a:cubicBezTo>
                <a:cubicBezTo>
                  <a:pt x="75" y="2557"/>
                  <a:pt x="62" y="2541"/>
                  <a:pt x="51" y="2525"/>
                </a:cubicBezTo>
                <a:cubicBezTo>
                  <a:pt x="40" y="2508"/>
                  <a:pt x="31" y="2490"/>
                  <a:pt x="23" y="2472"/>
                </a:cubicBezTo>
                <a:cubicBezTo>
                  <a:pt x="15" y="2453"/>
                  <a:pt x="9" y="2434"/>
                  <a:pt x="6" y="2415"/>
                </a:cubicBezTo>
                <a:cubicBezTo>
                  <a:pt x="2" y="2395"/>
                  <a:pt x="0" y="2375"/>
                  <a:pt x="0" y="23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9" name=""/>
          <p:cNvSpPr/>
          <p:nvPr/>
        </p:nvSpPr>
        <p:spPr>
          <a:xfrm>
            <a:off x="4568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0" name=""/>
          <p:cNvSpPr/>
          <p:nvPr/>
        </p:nvSpPr>
        <p:spPr>
          <a:xfrm>
            <a:off x="4568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1" name=""/>
          <p:cNvSpPr/>
          <p:nvPr/>
        </p:nvSpPr>
        <p:spPr>
          <a:xfrm>
            <a:off x="4568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2" name=""/>
          <p:cNvSpPr/>
          <p:nvPr/>
        </p:nvSpPr>
        <p:spPr>
          <a:xfrm>
            <a:off x="4568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3" name=""/>
          <p:cNvSpPr/>
          <p:nvPr/>
        </p:nvSpPr>
        <p:spPr>
          <a:xfrm>
            <a:off x="1365480" y="2273400"/>
            <a:ext cx="192240" cy="208080"/>
          </a:xfrm>
          <a:custGeom>
            <a:avLst/>
            <a:gdLst/>
            <a:ahLst/>
            <a:rect l="0" t="0" r="r" b="b"/>
            <a:pathLst>
              <a:path w="534" h="578">
                <a:moveTo>
                  <a:pt x="489" y="44"/>
                </a:moveTo>
                <a:lnTo>
                  <a:pt x="401" y="44"/>
                </a:lnTo>
                <a:lnTo>
                  <a:pt x="401" y="0"/>
                </a:lnTo>
                <a:lnTo>
                  <a:pt x="356" y="0"/>
                </a:lnTo>
                <a:lnTo>
                  <a:pt x="356" y="44"/>
                </a:lnTo>
                <a:lnTo>
                  <a:pt x="177" y="44"/>
                </a:lnTo>
                <a:lnTo>
                  <a:pt x="177" y="0"/>
                </a:lnTo>
                <a:lnTo>
                  <a:pt x="133" y="0"/>
                </a:lnTo>
                <a:lnTo>
                  <a:pt x="133" y="44"/>
                </a:lnTo>
                <a:lnTo>
                  <a:pt x="44" y="44"/>
                </a:lnTo>
                <a:cubicBezTo>
                  <a:pt x="20" y="44"/>
                  <a:pt x="0" y="64"/>
                  <a:pt x="0" y="88"/>
                </a:cubicBezTo>
                <a:lnTo>
                  <a:pt x="0" y="534"/>
                </a:lnTo>
                <a:cubicBezTo>
                  <a:pt x="0" y="558"/>
                  <a:pt x="20" y="578"/>
                  <a:pt x="44" y="578"/>
                </a:cubicBezTo>
                <a:lnTo>
                  <a:pt x="489" y="578"/>
                </a:lnTo>
                <a:cubicBezTo>
                  <a:pt x="514" y="578"/>
                  <a:pt x="534" y="558"/>
                  <a:pt x="534" y="534"/>
                </a:cubicBezTo>
                <a:lnTo>
                  <a:pt x="534" y="88"/>
                </a:lnTo>
                <a:cubicBezTo>
                  <a:pt x="534" y="64"/>
                  <a:pt x="514" y="44"/>
                  <a:pt x="489" y="44"/>
                </a:cubicBezTo>
                <a:moveTo>
                  <a:pt x="489" y="534"/>
                </a:moveTo>
                <a:lnTo>
                  <a:pt x="44" y="534"/>
                </a:lnTo>
                <a:lnTo>
                  <a:pt x="44" y="222"/>
                </a:lnTo>
                <a:lnTo>
                  <a:pt x="489" y="222"/>
                </a:lnTo>
                <a:lnTo>
                  <a:pt x="489" y="534"/>
                </a:lnTo>
                <a:moveTo>
                  <a:pt x="489" y="177"/>
                </a:moveTo>
                <a:lnTo>
                  <a:pt x="44" y="177"/>
                </a:lnTo>
                <a:lnTo>
                  <a:pt x="44" y="88"/>
                </a:lnTo>
                <a:lnTo>
                  <a:pt x="133" y="88"/>
                </a:lnTo>
                <a:lnTo>
                  <a:pt x="133" y="133"/>
                </a:lnTo>
                <a:lnTo>
                  <a:pt x="177" y="133"/>
                </a:lnTo>
                <a:lnTo>
                  <a:pt x="177" y="88"/>
                </a:lnTo>
                <a:lnTo>
                  <a:pt x="356" y="88"/>
                </a:lnTo>
                <a:lnTo>
                  <a:pt x="356" y="133"/>
                </a:lnTo>
                <a:lnTo>
                  <a:pt x="401" y="133"/>
                </a:lnTo>
                <a:lnTo>
                  <a:pt x="401" y="88"/>
                </a:lnTo>
                <a:lnTo>
                  <a:pt x="489" y="88"/>
                </a:lnTo>
                <a:lnTo>
                  <a:pt x="489" y="177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4" name=""/>
          <p:cNvSpPr txBox="1"/>
          <p:nvPr/>
        </p:nvSpPr>
        <p:spPr>
          <a:xfrm>
            <a:off x="457200" y="1755720"/>
            <a:ext cx="5861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6b7280"/>
                </a:solidFill>
                <a:latin typeface="Arial"/>
                <a:ea typeface="Arial"/>
              </a:rPr>
              <a:t>De ID noemt twee applicatiecomponenten, in beide richtingen dezelfde speciﬁcatie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5" name=""/>
          <p:cNvSpPr txBox="1"/>
          <p:nvPr/>
        </p:nvSpPr>
        <p:spPr>
          <a:xfrm>
            <a:off x="1053360" y="2552400"/>
            <a:ext cx="90144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20" spc="-1" strike="noStrike">
                <a:solidFill>
                  <a:srgbClr val="1b2a6b"/>
                </a:solidFill>
                <a:latin typeface="Arial"/>
                <a:ea typeface="Arial"/>
              </a:rPr>
              <a:t>OC-P&amp;R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6" name=""/>
          <p:cNvSpPr/>
          <p:nvPr/>
        </p:nvSpPr>
        <p:spPr>
          <a:xfrm>
            <a:off x="2604960" y="2124000"/>
            <a:ext cx="1991160" cy="957600"/>
          </a:xfrm>
          <a:custGeom>
            <a:avLst/>
            <a:gdLst/>
            <a:ahLst/>
            <a:rect l="0" t="0" r="r" b="b"/>
            <a:pathLst>
              <a:path w="5531" h="2660">
                <a:moveTo>
                  <a:pt x="0" y="2355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2" y="35"/>
                  <a:pt x="169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5226" y="0"/>
                </a:lnTo>
                <a:cubicBezTo>
                  <a:pt x="5246" y="0"/>
                  <a:pt x="5266" y="1"/>
                  <a:pt x="5286" y="5"/>
                </a:cubicBezTo>
                <a:cubicBezTo>
                  <a:pt x="5305" y="8"/>
                  <a:pt x="5324" y="13"/>
                  <a:pt x="5343" y="20"/>
                </a:cubicBezTo>
                <a:cubicBezTo>
                  <a:pt x="5361" y="26"/>
                  <a:pt x="5379" y="35"/>
                  <a:pt x="5395" y="44"/>
                </a:cubicBezTo>
                <a:cubicBezTo>
                  <a:pt x="5412" y="54"/>
                  <a:pt x="5427" y="65"/>
                  <a:pt x="5442" y="77"/>
                </a:cubicBezTo>
                <a:cubicBezTo>
                  <a:pt x="5456" y="89"/>
                  <a:pt x="5468" y="103"/>
                  <a:pt x="5479" y="117"/>
                </a:cubicBezTo>
                <a:cubicBezTo>
                  <a:pt x="5490" y="132"/>
                  <a:pt x="5500" y="147"/>
                  <a:pt x="5507" y="163"/>
                </a:cubicBezTo>
                <a:cubicBezTo>
                  <a:pt x="5515" y="179"/>
                  <a:pt x="5521" y="196"/>
                  <a:pt x="5525" y="213"/>
                </a:cubicBezTo>
                <a:cubicBezTo>
                  <a:pt x="5529" y="230"/>
                  <a:pt x="5531" y="247"/>
                  <a:pt x="5531" y="264"/>
                </a:cubicBezTo>
                <a:lnTo>
                  <a:pt x="5531" y="2355"/>
                </a:lnTo>
                <a:cubicBezTo>
                  <a:pt x="5531" y="2375"/>
                  <a:pt x="5529" y="2395"/>
                  <a:pt x="5525" y="2415"/>
                </a:cubicBezTo>
                <a:cubicBezTo>
                  <a:pt x="5521" y="2434"/>
                  <a:pt x="5515" y="2453"/>
                  <a:pt x="5507" y="2472"/>
                </a:cubicBezTo>
                <a:cubicBezTo>
                  <a:pt x="5500" y="2490"/>
                  <a:pt x="5490" y="2508"/>
                  <a:pt x="5479" y="2525"/>
                </a:cubicBezTo>
                <a:cubicBezTo>
                  <a:pt x="5468" y="2541"/>
                  <a:pt x="5456" y="2557"/>
                  <a:pt x="5442" y="2571"/>
                </a:cubicBezTo>
                <a:cubicBezTo>
                  <a:pt x="5427" y="2585"/>
                  <a:pt x="5412" y="2597"/>
                  <a:pt x="5395" y="2608"/>
                </a:cubicBezTo>
                <a:cubicBezTo>
                  <a:pt x="5379" y="2620"/>
                  <a:pt x="5361" y="2629"/>
                  <a:pt x="5343" y="2637"/>
                </a:cubicBezTo>
                <a:cubicBezTo>
                  <a:pt x="5324" y="2644"/>
                  <a:pt x="5305" y="2650"/>
                  <a:pt x="5286" y="2654"/>
                </a:cubicBezTo>
                <a:cubicBezTo>
                  <a:pt x="5266" y="2658"/>
                  <a:pt x="5246" y="2660"/>
                  <a:pt x="5226" y="2660"/>
                </a:cubicBezTo>
                <a:lnTo>
                  <a:pt x="304" y="2660"/>
                </a:lnTo>
                <a:cubicBezTo>
                  <a:pt x="284" y="2660"/>
                  <a:pt x="264" y="2658"/>
                  <a:pt x="245" y="2654"/>
                </a:cubicBezTo>
                <a:cubicBezTo>
                  <a:pt x="225" y="2650"/>
                  <a:pt x="206" y="2644"/>
                  <a:pt x="188" y="2637"/>
                </a:cubicBezTo>
                <a:cubicBezTo>
                  <a:pt x="169" y="2629"/>
                  <a:pt x="152" y="2620"/>
                  <a:pt x="135" y="2608"/>
                </a:cubicBezTo>
                <a:cubicBezTo>
                  <a:pt x="118" y="2597"/>
                  <a:pt x="103" y="2585"/>
                  <a:pt x="89" y="2571"/>
                </a:cubicBezTo>
                <a:cubicBezTo>
                  <a:pt x="75" y="2557"/>
                  <a:pt x="62" y="2541"/>
                  <a:pt x="51" y="2525"/>
                </a:cubicBezTo>
                <a:cubicBezTo>
                  <a:pt x="40" y="2508"/>
                  <a:pt x="31" y="2490"/>
                  <a:pt x="23" y="2472"/>
                </a:cubicBezTo>
                <a:cubicBezTo>
                  <a:pt x="15" y="2453"/>
                  <a:pt x="10" y="2434"/>
                  <a:pt x="6" y="2415"/>
                </a:cubicBezTo>
                <a:cubicBezTo>
                  <a:pt x="2" y="2395"/>
                  <a:pt x="0" y="2375"/>
                  <a:pt x="0" y="23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7" name=""/>
          <p:cNvSpPr/>
          <p:nvPr/>
        </p:nvSpPr>
        <p:spPr>
          <a:xfrm>
            <a:off x="2600280" y="2104920"/>
            <a:ext cx="2000520" cy="981360"/>
          </a:xfrm>
          <a:custGeom>
            <a:avLst/>
            <a:gdLst/>
            <a:ahLst/>
            <a:rect l="0" t="0" r="r" b="b"/>
            <a:pathLst>
              <a:path w="5557" h="2726">
                <a:moveTo>
                  <a:pt x="0" y="0"/>
                </a:moveTo>
                <a:lnTo>
                  <a:pt x="5557" y="0"/>
                </a:lnTo>
                <a:lnTo>
                  <a:pt x="5557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8" name=""/>
          <p:cNvSpPr/>
          <p:nvPr/>
        </p:nvSpPr>
        <p:spPr>
          <a:xfrm>
            <a:off x="2600280" y="2104920"/>
            <a:ext cx="2000520" cy="981360"/>
          </a:xfrm>
          <a:custGeom>
            <a:avLst/>
            <a:gdLst/>
            <a:ahLst/>
            <a:rect l="0" t="0" r="r" b="b"/>
            <a:pathLst>
              <a:path w="5557" h="2726">
                <a:moveTo>
                  <a:pt x="0" y="0"/>
                </a:moveTo>
                <a:lnTo>
                  <a:pt x="5557" y="0"/>
                </a:lnTo>
                <a:lnTo>
                  <a:pt x="5557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9" name=""/>
          <p:cNvSpPr/>
          <p:nvPr/>
        </p:nvSpPr>
        <p:spPr>
          <a:xfrm>
            <a:off x="2600280" y="2104920"/>
            <a:ext cx="2000520" cy="981360"/>
          </a:xfrm>
          <a:custGeom>
            <a:avLst/>
            <a:gdLst/>
            <a:ahLst/>
            <a:rect l="0" t="0" r="r" b="b"/>
            <a:pathLst>
              <a:path w="5557" h="2726">
                <a:moveTo>
                  <a:pt x="0" y="0"/>
                </a:moveTo>
                <a:lnTo>
                  <a:pt x="5557" y="0"/>
                </a:lnTo>
                <a:lnTo>
                  <a:pt x="5557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0" name=""/>
          <p:cNvSpPr/>
          <p:nvPr/>
        </p:nvSpPr>
        <p:spPr>
          <a:xfrm>
            <a:off x="2600280" y="2104920"/>
            <a:ext cx="2000520" cy="981360"/>
          </a:xfrm>
          <a:custGeom>
            <a:avLst/>
            <a:gdLst/>
            <a:ahLst/>
            <a:rect l="0" t="0" r="r" b="b"/>
            <a:pathLst>
              <a:path w="5557" h="2726">
                <a:moveTo>
                  <a:pt x="0" y="0"/>
                </a:moveTo>
                <a:lnTo>
                  <a:pt x="5557" y="0"/>
                </a:lnTo>
                <a:lnTo>
                  <a:pt x="5557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1" name=""/>
          <p:cNvSpPr/>
          <p:nvPr/>
        </p:nvSpPr>
        <p:spPr>
          <a:xfrm>
            <a:off x="3515040" y="2281320"/>
            <a:ext cx="160200" cy="208440"/>
          </a:xfrm>
          <a:custGeom>
            <a:avLst/>
            <a:gdLst/>
            <a:ahLst/>
            <a:rect l="0" t="0" r="r" b="b"/>
            <a:pathLst>
              <a:path w="445" h="579">
                <a:moveTo>
                  <a:pt x="401" y="0"/>
                </a:moveTo>
                <a:lnTo>
                  <a:pt x="44" y="0"/>
                </a:lnTo>
                <a:cubicBezTo>
                  <a:pt x="38" y="0"/>
                  <a:pt x="33" y="1"/>
                  <a:pt x="27" y="3"/>
                </a:cubicBezTo>
                <a:cubicBezTo>
                  <a:pt x="22" y="5"/>
                  <a:pt x="17" y="9"/>
                  <a:pt x="13" y="13"/>
                </a:cubicBezTo>
                <a:cubicBezTo>
                  <a:pt x="9" y="17"/>
                  <a:pt x="5" y="22"/>
                  <a:pt x="3" y="27"/>
                </a:cubicBezTo>
                <a:cubicBezTo>
                  <a:pt x="1" y="33"/>
                  <a:pt x="0" y="38"/>
                  <a:pt x="0" y="44"/>
                </a:cubicBezTo>
                <a:lnTo>
                  <a:pt x="0" y="534"/>
                </a:lnTo>
                <a:cubicBezTo>
                  <a:pt x="0" y="540"/>
                  <a:pt x="1" y="546"/>
                  <a:pt x="3" y="551"/>
                </a:cubicBezTo>
                <a:cubicBezTo>
                  <a:pt x="5" y="557"/>
                  <a:pt x="9" y="561"/>
                  <a:pt x="13" y="566"/>
                </a:cubicBezTo>
                <a:cubicBezTo>
                  <a:pt x="17" y="570"/>
                  <a:pt x="22" y="573"/>
                  <a:pt x="27" y="575"/>
                </a:cubicBezTo>
                <a:cubicBezTo>
                  <a:pt x="33" y="577"/>
                  <a:pt x="38" y="579"/>
                  <a:pt x="44" y="579"/>
                </a:cubicBezTo>
                <a:lnTo>
                  <a:pt x="401" y="579"/>
                </a:lnTo>
                <a:cubicBezTo>
                  <a:pt x="407" y="579"/>
                  <a:pt x="412" y="577"/>
                  <a:pt x="418" y="575"/>
                </a:cubicBezTo>
                <a:cubicBezTo>
                  <a:pt x="423" y="573"/>
                  <a:pt x="428" y="570"/>
                  <a:pt x="432" y="566"/>
                </a:cubicBezTo>
                <a:cubicBezTo>
                  <a:pt x="436" y="561"/>
                  <a:pt x="439" y="557"/>
                  <a:pt x="442" y="551"/>
                </a:cubicBezTo>
                <a:cubicBezTo>
                  <a:pt x="444" y="546"/>
                  <a:pt x="445" y="540"/>
                  <a:pt x="445" y="534"/>
                </a:cubicBezTo>
                <a:lnTo>
                  <a:pt x="445" y="44"/>
                </a:lnTo>
                <a:cubicBezTo>
                  <a:pt x="445" y="38"/>
                  <a:pt x="444" y="33"/>
                  <a:pt x="442" y="27"/>
                </a:cubicBezTo>
                <a:cubicBezTo>
                  <a:pt x="439" y="22"/>
                  <a:pt x="436" y="17"/>
                  <a:pt x="432" y="13"/>
                </a:cubicBezTo>
                <a:cubicBezTo>
                  <a:pt x="428" y="9"/>
                  <a:pt x="423" y="5"/>
                  <a:pt x="418" y="3"/>
                </a:cubicBezTo>
                <a:cubicBezTo>
                  <a:pt x="412" y="1"/>
                  <a:pt x="407" y="0"/>
                  <a:pt x="401" y="0"/>
                </a:cubicBezTo>
                <a:moveTo>
                  <a:pt x="401" y="44"/>
                </a:moveTo>
                <a:lnTo>
                  <a:pt x="401" y="178"/>
                </a:lnTo>
                <a:lnTo>
                  <a:pt x="44" y="178"/>
                </a:lnTo>
                <a:lnTo>
                  <a:pt x="44" y="44"/>
                </a:lnTo>
                <a:lnTo>
                  <a:pt x="401" y="44"/>
                </a:lnTo>
                <a:moveTo>
                  <a:pt x="44" y="356"/>
                </a:moveTo>
                <a:lnTo>
                  <a:pt x="44" y="222"/>
                </a:lnTo>
                <a:lnTo>
                  <a:pt x="401" y="222"/>
                </a:lnTo>
                <a:lnTo>
                  <a:pt x="401" y="356"/>
                </a:lnTo>
                <a:lnTo>
                  <a:pt x="44" y="356"/>
                </a:lnTo>
                <a:moveTo>
                  <a:pt x="44" y="534"/>
                </a:moveTo>
                <a:lnTo>
                  <a:pt x="44" y="401"/>
                </a:lnTo>
                <a:lnTo>
                  <a:pt x="401" y="401"/>
                </a:lnTo>
                <a:lnTo>
                  <a:pt x="401" y="534"/>
                </a:lnTo>
                <a:lnTo>
                  <a:pt x="44" y="534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2" name=""/>
          <p:cNvSpPr/>
          <p:nvPr/>
        </p:nvSpPr>
        <p:spPr>
          <a:xfrm>
            <a:off x="3547080" y="2313360"/>
            <a:ext cx="16200" cy="16200"/>
          </a:xfrm>
          <a:custGeom>
            <a:avLst/>
            <a:gdLst/>
            <a:ahLst/>
            <a:rect l="0" t="0" r="r" b="b"/>
            <a:pathLst>
              <a:path w="45" h="45">
                <a:moveTo>
                  <a:pt x="45" y="23"/>
                </a:moveTo>
                <a:cubicBezTo>
                  <a:pt x="45" y="29"/>
                  <a:pt x="43" y="34"/>
                  <a:pt x="38" y="39"/>
                </a:cubicBezTo>
                <a:cubicBezTo>
                  <a:pt x="34" y="43"/>
                  <a:pt x="29" y="45"/>
                  <a:pt x="22" y="45"/>
                </a:cubicBezTo>
                <a:cubicBezTo>
                  <a:pt x="16" y="45"/>
                  <a:pt x="10" y="43"/>
                  <a:pt x="6" y="39"/>
                </a:cubicBezTo>
                <a:cubicBezTo>
                  <a:pt x="2" y="34"/>
                  <a:pt x="0" y="29"/>
                  <a:pt x="0" y="23"/>
                </a:cubicBezTo>
                <a:cubicBezTo>
                  <a:pt x="0" y="16"/>
                  <a:pt x="2" y="11"/>
                  <a:pt x="6" y="6"/>
                </a:cubicBezTo>
                <a:cubicBezTo>
                  <a:pt x="10" y="2"/>
                  <a:pt x="16" y="0"/>
                  <a:pt x="22" y="0"/>
                </a:cubicBezTo>
                <a:cubicBezTo>
                  <a:pt x="29" y="0"/>
                  <a:pt x="34" y="2"/>
                  <a:pt x="38" y="6"/>
                </a:cubicBezTo>
                <a:cubicBezTo>
                  <a:pt x="43" y="11"/>
                  <a:pt x="45" y="16"/>
                  <a:pt x="45" y="2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3" name=""/>
          <p:cNvSpPr/>
          <p:nvPr/>
        </p:nvSpPr>
        <p:spPr>
          <a:xfrm>
            <a:off x="3547080" y="2377080"/>
            <a:ext cx="16200" cy="16560"/>
          </a:xfrm>
          <a:custGeom>
            <a:avLst/>
            <a:gdLst/>
            <a:ahLst/>
            <a:rect l="0" t="0" r="r" b="b"/>
            <a:pathLst>
              <a:path w="45" h="46">
                <a:moveTo>
                  <a:pt x="45" y="24"/>
                </a:moveTo>
                <a:cubicBezTo>
                  <a:pt x="45" y="30"/>
                  <a:pt x="43" y="35"/>
                  <a:pt x="38" y="39"/>
                </a:cubicBezTo>
                <a:cubicBezTo>
                  <a:pt x="34" y="44"/>
                  <a:pt x="29" y="46"/>
                  <a:pt x="22" y="46"/>
                </a:cubicBezTo>
                <a:cubicBezTo>
                  <a:pt x="16" y="46"/>
                  <a:pt x="10" y="44"/>
                  <a:pt x="6" y="39"/>
                </a:cubicBezTo>
                <a:cubicBezTo>
                  <a:pt x="2" y="35"/>
                  <a:pt x="0" y="30"/>
                  <a:pt x="0" y="24"/>
                </a:cubicBezTo>
                <a:cubicBezTo>
                  <a:pt x="0" y="17"/>
                  <a:pt x="2" y="11"/>
                  <a:pt x="6" y="7"/>
                </a:cubicBezTo>
                <a:cubicBezTo>
                  <a:pt x="10" y="3"/>
                  <a:pt x="16" y="0"/>
                  <a:pt x="22" y="0"/>
                </a:cubicBezTo>
                <a:cubicBezTo>
                  <a:pt x="29" y="0"/>
                  <a:pt x="34" y="3"/>
                  <a:pt x="38" y="7"/>
                </a:cubicBezTo>
                <a:cubicBezTo>
                  <a:pt x="43" y="11"/>
                  <a:pt x="45" y="17"/>
                  <a:pt x="45" y="24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4" name=""/>
          <p:cNvSpPr/>
          <p:nvPr/>
        </p:nvSpPr>
        <p:spPr>
          <a:xfrm>
            <a:off x="3547080" y="2441160"/>
            <a:ext cx="16200" cy="16560"/>
          </a:xfrm>
          <a:custGeom>
            <a:avLst/>
            <a:gdLst/>
            <a:ahLst/>
            <a:rect l="0" t="0" r="r" b="b"/>
            <a:pathLst>
              <a:path w="45" h="46">
                <a:moveTo>
                  <a:pt x="45" y="23"/>
                </a:moveTo>
                <a:cubicBezTo>
                  <a:pt x="45" y="30"/>
                  <a:pt x="43" y="35"/>
                  <a:pt x="38" y="39"/>
                </a:cubicBezTo>
                <a:cubicBezTo>
                  <a:pt x="34" y="43"/>
                  <a:pt x="29" y="46"/>
                  <a:pt x="22" y="46"/>
                </a:cubicBezTo>
                <a:cubicBezTo>
                  <a:pt x="16" y="46"/>
                  <a:pt x="10" y="43"/>
                  <a:pt x="6" y="39"/>
                </a:cubicBezTo>
                <a:cubicBezTo>
                  <a:pt x="2" y="35"/>
                  <a:pt x="0" y="30"/>
                  <a:pt x="0" y="23"/>
                </a:cubicBezTo>
                <a:cubicBezTo>
                  <a:pt x="0" y="16"/>
                  <a:pt x="2" y="11"/>
                  <a:pt x="6" y="7"/>
                </a:cubicBezTo>
                <a:cubicBezTo>
                  <a:pt x="10" y="2"/>
                  <a:pt x="16" y="0"/>
                  <a:pt x="22" y="0"/>
                </a:cubicBezTo>
                <a:cubicBezTo>
                  <a:pt x="29" y="0"/>
                  <a:pt x="34" y="2"/>
                  <a:pt x="38" y="7"/>
                </a:cubicBezTo>
                <a:cubicBezTo>
                  <a:pt x="43" y="11"/>
                  <a:pt x="45" y="16"/>
                  <a:pt x="45" y="2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5" name=""/>
          <p:cNvSpPr txBox="1"/>
          <p:nvPr/>
        </p:nvSpPr>
        <p:spPr>
          <a:xfrm>
            <a:off x="924840" y="2810880"/>
            <a:ext cx="11955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planning en rooster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6" name=""/>
          <p:cNvSpPr txBox="1"/>
          <p:nvPr/>
        </p:nvSpPr>
        <p:spPr>
          <a:xfrm>
            <a:off x="3187800" y="2552400"/>
            <a:ext cx="87840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20" spc="-1" strike="noStrike">
                <a:solidFill>
                  <a:srgbClr val="1b2a6b"/>
                </a:solidFill>
                <a:latin typeface="Arial"/>
                <a:ea typeface="Arial"/>
              </a:rPr>
              <a:t>OC-KRS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7" name=""/>
          <p:cNvSpPr/>
          <p:nvPr/>
        </p:nvSpPr>
        <p:spPr>
          <a:xfrm>
            <a:off x="4738680" y="2124000"/>
            <a:ext cx="1990800" cy="957600"/>
          </a:xfrm>
          <a:custGeom>
            <a:avLst/>
            <a:gdLst/>
            <a:ahLst/>
            <a:rect l="0" t="0" r="r" b="b"/>
            <a:pathLst>
              <a:path w="5530" h="2660">
                <a:moveTo>
                  <a:pt x="0" y="2355"/>
                </a:moveTo>
                <a:lnTo>
                  <a:pt x="0" y="264"/>
                </a:lnTo>
                <a:cubicBezTo>
                  <a:pt x="0" y="247"/>
                  <a:pt x="1" y="230"/>
                  <a:pt x="5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0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1" y="35"/>
                  <a:pt x="169" y="26"/>
                  <a:pt x="187" y="20"/>
                </a:cubicBezTo>
                <a:cubicBezTo>
                  <a:pt x="206" y="13"/>
                  <a:pt x="225" y="8"/>
                  <a:pt x="244" y="5"/>
                </a:cubicBezTo>
                <a:cubicBezTo>
                  <a:pt x="264" y="1"/>
                  <a:pt x="284" y="0"/>
                  <a:pt x="304" y="0"/>
                </a:cubicBezTo>
                <a:lnTo>
                  <a:pt x="5226" y="0"/>
                </a:lnTo>
                <a:cubicBezTo>
                  <a:pt x="5246" y="0"/>
                  <a:pt x="5266" y="1"/>
                  <a:pt x="5285" y="5"/>
                </a:cubicBezTo>
                <a:cubicBezTo>
                  <a:pt x="5305" y="8"/>
                  <a:pt x="5324" y="13"/>
                  <a:pt x="5342" y="20"/>
                </a:cubicBezTo>
                <a:cubicBezTo>
                  <a:pt x="5361" y="26"/>
                  <a:pt x="5378" y="35"/>
                  <a:pt x="5395" y="44"/>
                </a:cubicBezTo>
                <a:cubicBezTo>
                  <a:pt x="5412" y="54"/>
                  <a:pt x="5427" y="65"/>
                  <a:pt x="5441" y="77"/>
                </a:cubicBezTo>
                <a:cubicBezTo>
                  <a:pt x="5455" y="89"/>
                  <a:pt x="5468" y="103"/>
                  <a:pt x="5479" y="117"/>
                </a:cubicBezTo>
                <a:cubicBezTo>
                  <a:pt x="5490" y="132"/>
                  <a:pt x="5500" y="147"/>
                  <a:pt x="5507" y="163"/>
                </a:cubicBezTo>
                <a:cubicBezTo>
                  <a:pt x="5515" y="179"/>
                  <a:pt x="5521" y="196"/>
                  <a:pt x="5524" y="213"/>
                </a:cubicBezTo>
                <a:cubicBezTo>
                  <a:pt x="5528" y="230"/>
                  <a:pt x="5530" y="247"/>
                  <a:pt x="5530" y="264"/>
                </a:cubicBezTo>
                <a:lnTo>
                  <a:pt x="5530" y="2355"/>
                </a:lnTo>
                <a:cubicBezTo>
                  <a:pt x="5530" y="2375"/>
                  <a:pt x="5528" y="2395"/>
                  <a:pt x="5524" y="2415"/>
                </a:cubicBezTo>
                <a:cubicBezTo>
                  <a:pt x="5521" y="2434"/>
                  <a:pt x="5515" y="2453"/>
                  <a:pt x="5507" y="2472"/>
                </a:cubicBezTo>
                <a:cubicBezTo>
                  <a:pt x="5500" y="2490"/>
                  <a:pt x="5490" y="2508"/>
                  <a:pt x="5479" y="2525"/>
                </a:cubicBezTo>
                <a:cubicBezTo>
                  <a:pt x="5468" y="2541"/>
                  <a:pt x="5455" y="2557"/>
                  <a:pt x="5441" y="2571"/>
                </a:cubicBezTo>
                <a:cubicBezTo>
                  <a:pt x="5427" y="2585"/>
                  <a:pt x="5412" y="2597"/>
                  <a:pt x="5395" y="2608"/>
                </a:cubicBezTo>
                <a:cubicBezTo>
                  <a:pt x="5378" y="2620"/>
                  <a:pt x="5361" y="2629"/>
                  <a:pt x="5342" y="2637"/>
                </a:cubicBezTo>
                <a:cubicBezTo>
                  <a:pt x="5324" y="2644"/>
                  <a:pt x="5305" y="2650"/>
                  <a:pt x="5285" y="2654"/>
                </a:cubicBezTo>
                <a:cubicBezTo>
                  <a:pt x="5266" y="2658"/>
                  <a:pt x="5246" y="2660"/>
                  <a:pt x="5226" y="2660"/>
                </a:cubicBezTo>
                <a:lnTo>
                  <a:pt x="304" y="2660"/>
                </a:lnTo>
                <a:cubicBezTo>
                  <a:pt x="284" y="2660"/>
                  <a:pt x="264" y="2658"/>
                  <a:pt x="244" y="2654"/>
                </a:cubicBezTo>
                <a:cubicBezTo>
                  <a:pt x="225" y="2650"/>
                  <a:pt x="206" y="2644"/>
                  <a:pt x="187" y="2637"/>
                </a:cubicBezTo>
                <a:cubicBezTo>
                  <a:pt x="169" y="2629"/>
                  <a:pt x="151" y="2620"/>
                  <a:pt x="135" y="2608"/>
                </a:cubicBezTo>
                <a:cubicBezTo>
                  <a:pt x="118" y="2597"/>
                  <a:pt x="103" y="2585"/>
                  <a:pt x="89" y="2571"/>
                </a:cubicBezTo>
                <a:cubicBezTo>
                  <a:pt x="75" y="2557"/>
                  <a:pt x="62" y="2541"/>
                  <a:pt x="51" y="2525"/>
                </a:cubicBezTo>
                <a:cubicBezTo>
                  <a:pt x="40" y="2508"/>
                  <a:pt x="30" y="2490"/>
                  <a:pt x="23" y="2472"/>
                </a:cubicBezTo>
                <a:cubicBezTo>
                  <a:pt x="15" y="2453"/>
                  <a:pt x="9" y="2434"/>
                  <a:pt x="5" y="2415"/>
                </a:cubicBezTo>
                <a:cubicBezTo>
                  <a:pt x="1" y="2395"/>
                  <a:pt x="0" y="2375"/>
                  <a:pt x="0" y="23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8" name=""/>
          <p:cNvSpPr/>
          <p:nvPr/>
        </p:nvSpPr>
        <p:spPr>
          <a:xfrm>
            <a:off x="47336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9" name=""/>
          <p:cNvSpPr/>
          <p:nvPr/>
        </p:nvSpPr>
        <p:spPr>
          <a:xfrm>
            <a:off x="47336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0" name=""/>
          <p:cNvSpPr/>
          <p:nvPr/>
        </p:nvSpPr>
        <p:spPr>
          <a:xfrm>
            <a:off x="47336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1" name=""/>
          <p:cNvSpPr/>
          <p:nvPr/>
        </p:nvSpPr>
        <p:spPr>
          <a:xfrm>
            <a:off x="473364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2" name=""/>
          <p:cNvSpPr/>
          <p:nvPr/>
        </p:nvSpPr>
        <p:spPr>
          <a:xfrm>
            <a:off x="5626080" y="2273400"/>
            <a:ext cx="224280" cy="224280"/>
          </a:xfrm>
          <a:custGeom>
            <a:avLst/>
            <a:gdLst/>
            <a:ahLst/>
            <a:rect l="0" t="0" r="r" b="b"/>
            <a:pathLst>
              <a:path w="623" h="623">
                <a:moveTo>
                  <a:pt x="59" y="578"/>
                </a:moveTo>
                <a:lnTo>
                  <a:pt x="201" y="312"/>
                </a:lnTo>
                <a:lnTo>
                  <a:pt x="364" y="456"/>
                </a:lnTo>
                <a:cubicBezTo>
                  <a:pt x="375" y="466"/>
                  <a:pt x="388" y="469"/>
                  <a:pt x="402" y="466"/>
                </a:cubicBezTo>
                <a:cubicBezTo>
                  <a:pt x="417" y="464"/>
                  <a:pt x="427" y="456"/>
                  <a:pt x="434" y="443"/>
                </a:cubicBezTo>
                <a:lnTo>
                  <a:pt x="556" y="197"/>
                </a:lnTo>
                <a:lnTo>
                  <a:pt x="516" y="177"/>
                </a:lnTo>
                <a:lnTo>
                  <a:pt x="394" y="423"/>
                </a:lnTo>
                <a:lnTo>
                  <a:pt x="231" y="279"/>
                </a:lnTo>
                <a:cubicBezTo>
                  <a:pt x="220" y="269"/>
                  <a:pt x="208" y="265"/>
                  <a:pt x="193" y="267"/>
                </a:cubicBezTo>
                <a:cubicBezTo>
                  <a:pt x="179" y="270"/>
                  <a:pt x="169" y="277"/>
                  <a:pt x="162" y="289"/>
                </a:cubicBezTo>
                <a:lnTo>
                  <a:pt x="44" y="512"/>
                </a:lnTo>
                <a:lnTo>
                  <a:pt x="44" y="0"/>
                </a:lnTo>
                <a:lnTo>
                  <a:pt x="0" y="0"/>
                </a:lnTo>
                <a:lnTo>
                  <a:pt x="0" y="578"/>
                </a:lnTo>
                <a:cubicBezTo>
                  <a:pt x="0" y="584"/>
                  <a:pt x="1" y="590"/>
                  <a:pt x="3" y="595"/>
                </a:cubicBezTo>
                <a:cubicBezTo>
                  <a:pt x="6" y="601"/>
                  <a:pt x="9" y="606"/>
                  <a:pt x="13" y="610"/>
                </a:cubicBezTo>
                <a:cubicBezTo>
                  <a:pt x="17" y="614"/>
                  <a:pt x="22" y="617"/>
                  <a:pt x="27" y="619"/>
                </a:cubicBezTo>
                <a:cubicBezTo>
                  <a:pt x="33" y="622"/>
                  <a:pt x="38" y="623"/>
                  <a:pt x="44" y="623"/>
                </a:cubicBezTo>
                <a:lnTo>
                  <a:pt x="623" y="623"/>
                </a:lnTo>
                <a:lnTo>
                  <a:pt x="623" y="578"/>
                </a:lnTo>
                <a:lnTo>
                  <a:pt x="59" y="578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3" name=""/>
          <p:cNvSpPr txBox="1"/>
          <p:nvPr/>
        </p:nvSpPr>
        <p:spPr>
          <a:xfrm>
            <a:off x="3187800" y="2810880"/>
            <a:ext cx="901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kernregistratie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4" name=""/>
          <p:cNvSpPr txBox="1"/>
          <p:nvPr/>
        </p:nvSpPr>
        <p:spPr>
          <a:xfrm>
            <a:off x="5341320" y="2552400"/>
            <a:ext cx="8665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20" spc="-1" strike="noStrike">
                <a:solidFill>
                  <a:srgbClr val="1b2a6b"/>
                </a:solidFill>
                <a:latin typeface="Arial"/>
                <a:ea typeface="Arial"/>
              </a:rPr>
              <a:t>OC-SVS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5" name=""/>
          <p:cNvSpPr/>
          <p:nvPr/>
        </p:nvSpPr>
        <p:spPr>
          <a:xfrm>
            <a:off x="6881760" y="2124000"/>
            <a:ext cx="1990800" cy="957600"/>
          </a:xfrm>
          <a:custGeom>
            <a:avLst/>
            <a:gdLst/>
            <a:ahLst/>
            <a:rect l="0" t="0" r="r" b="b"/>
            <a:pathLst>
              <a:path w="5530" h="2660">
                <a:moveTo>
                  <a:pt x="0" y="2355"/>
                </a:moveTo>
                <a:lnTo>
                  <a:pt x="0" y="264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0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1" y="35"/>
                  <a:pt x="169" y="26"/>
                  <a:pt x="187" y="20"/>
                </a:cubicBezTo>
                <a:cubicBezTo>
                  <a:pt x="206" y="13"/>
                  <a:pt x="225" y="8"/>
                  <a:pt x="246" y="5"/>
                </a:cubicBezTo>
                <a:cubicBezTo>
                  <a:pt x="265" y="1"/>
                  <a:pt x="285" y="0"/>
                  <a:pt x="305" y="0"/>
                </a:cubicBezTo>
                <a:lnTo>
                  <a:pt x="5226" y="0"/>
                </a:lnTo>
                <a:cubicBezTo>
                  <a:pt x="5246" y="0"/>
                  <a:pt x="5266" y="1"/>
                  <a:pt x="5286" y="5"/>
                </a:cubicBezTo>
                <a:cubicBezTo>
                  <a:pt x="5305" y="8"/>
                  <a:pt x="5324" y="13"/>
                  <a:pt x="5343" y="20"/>
                </a:cubicBezTo>
                <a:cubicBezTo>
                  <a:pt x="5361" y="26"/>
                  <a:pt x="5379" y="35"/>
                  <a:pt x="5395" y="44"/>
                </a:cubicBezTo>
                <a:cubicBezTo>
                  <a:pt x="5412" y="54"/>
                  <a:pt x="5427" y="65"/>
                  <a:pt x="5441" y="77"/>
                </a:cubicBezTo>
                <a:cubicBezTo>
                  <a:pt x="5455" y="89"/>
                  <a:pt x="5468" y="103"/>
                  <a:pt x="5479" y="117"/>
                </a:cubicBezTo>
                <a:cubicBezTo>
                  <a:pt x="5490" y="132"/>
                  <a:pt x="5500" y="147"/>
                  <a:pt x="5507" y="163"/>
                </a:cubicBezTo>
                <a:cubicBezTo>
                  <a:pt x="5515" y="179"/>
                  <a:pt x="5521" y="196"/>
                  <a:pt x="5525" y="213"/>
                </a:cubicBezTo>
                <a:cubicBezTo>
                  <a:pt x="5528" y="230"/>
                  <a:pt x="5530" y="247"/>
                  <a:pt x="5530" y="264"/>
                </a:cubicBezTo>
                <a:lnTo>
                  <a:pt x="5530" y="2355"/>
                </a:lnTo>
                <a:cubicBezTo>
                  <a:pt x="5530" y="2375"/>
                  <a:pt x="5528" y="2395"/>
                  <a:pt x="5525" y="2415"/>
                </a:cubicBezTo>
                <a:cubicBezTo>
                  <a:pt x="5521" y="2434"/>
                  <a:pt x="5515" y="2453"/>
                  <a:pt x="5507" y="2472"/>
                </a:cubicBezTo>
                <a:cubicBezTo>
                  <a:pt x="5500" y="2490"/>
                  <a:pt x="5490" y="2508"/>
                  <a:pt x="5479" y="2525"/>
                </a:cubicBezTo>
                <a:cubicBezTo>
                  <a:pt x="5468" y="2541"/>
                  <a:pt x="5455" y="2557"/>
                  <a:pt x="5441" y="2571"/>
                </a:cubicBezTo>
                <a:cubicBezTo>
                  <a:pt x="5427" y="2585"/>
                  <a:pt x="5412" y="2597"/>
                  <a:pt x="5395" y="2608"/>
                </a:cubicBezTo>
                <a:cubicBezTo>
                  <a:pt x="5379" y="2620"/>
                  <a:pt x="5361" y="2629"/>
                  <a:pt x="5343" y="2637"/>
                </a:cubicBezTo>
                <a:cubicBezTo>
                  <a:pt x="5324" y="2644"/>
                  <a:pt x="5305" y="2650"/>
                  <a:pt x="5286" y="2654"/>
                </a:cubicBezTo>
                <a:cubicBezTo>
                  <a:pt x="5266" y="2658"/>
                  <a:pt x="5246" y="2660"/>
                  <a:pt x="5226" y="2660"/>
                </a:cubicBezTo>
                <a:lnTo>
                  <a:pt x="305" y="2660"/>
                </a:lnTo>
                <a:cubicBezTo>
                  <a:pt x="285" y="2660"/>
                  <a:pt x="265" y="2658"/>
                  <a:pt x="246" y="2654"/>
                </a:cubicBezTo>
                <a:cubicBezTo>
                  <a:pt x="225" y="2650"/>
                  <a:pt x="206" y="2644"/>
                  <a:pt x="187" y="2637"/>
                </a:cubicBezTo>
                <a:cubicBezTo>
                  <a:pt x="169" y="2629"/>
                  <a:pt x="151" y="2620"/>
                  <a:pt x="135" y="2608"/>
                </a:cubicBezTo>
                <a:cubicBezTo>
                  <a:pt x="118" y="2597"/>
                  <a:pt x="103" y="2585"/>
                  <a:pt x="89" y="2571"/>
                </a:cubicBezTo>
                <a:cubicBezTo>
                  <a:pt x="75" y="2557"/>
                  <a:pt x="62" y="2541"/>
                  <a:pt x="51" y="2525"/>
                </a:cubicBezTo>
                <a:cubicBezTo>
                  <a:pt x="40" y="2508"/>
                  <a:pt x="30" y="2490"/>
                  <a:pt x="23" y="2472"/>
                </a:cubicBezTo>
                <a:cubicBezTo>
                  <a:pt x="15" y="2453"/>
                  <a:pt x="9" y="2434"/>
                  <a:pt x="5" y="2415"/>
                </a:cubicBezTo>
                <a:cubicBezTo>
                  <a:pt x="2" y="2395"/>
                  <a:pt x="0" y="2375"/>
                  <a:pt x="0" y="23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6" name=""/>
          <p:cNvSpPr/>
          <p:nvPr/>
        </p:nvSpPr>
        <p:spPr>
          <a:xfrm>
            <a:off x="687672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7" name=""/>
          <p:cNvSpPr/>
          <p:nvPr/>
        </p:nvSpPr>
        <p:spPr>
          <a:xfrm>
            <a:off x="687672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8" name=""/>
          <p:cNvSpPr/>
          <p:nvPr/>
        </p:nvSpPr>
        <p:spPr>
          <a:xfrm>
            <a:off x="687672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9" name=""/>
          <p:cNvSpPr/>
          <p:nvPr/>
        </p:nvSpPr>
        <p:spPr>
          <a:xfrm>
            <a:off x="6876720" y="2104920"/>
            <a:ext cx="2000880" cy="981360"/>
          </a:xfrm>
          <a:custGeom>
            <a:avLst/>
            <a:gdLst/>
            <a:ahLst/>
            <a:rect l="0" t="0" r="r" b="b"/>
            <a:pathLst>
              <a:path w="5558" h="2726">
                <a:moveTo>
                  <a:pt x="0" y="0"/>
                </a:moveTo>
                <a:lnTo>
                  <a:pt x="5558" y="0"/>
                </a:lnTo>
                <a:lnTo>
                  <a:pt x="555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0" name=""/>
          <p:cNvSpPr/>
          <p:nvPr/>
        </p:nvSpPr>
        <p:spPr>
          <a:xfrm>
            <a:off x="7775640" y="2305080"/>
            <a:ext cx="176400" cy="192600"/>
          </a:xfrm>
          <a:custGeom>
            <a:avLst/>
            <a:gdLst/>
            <a:ahLst/>
            <a:rect l="0" t="0" r="r" b="b"/>
            <a:pathLst>
              <a:path w="490" h="535">
                <a:moveTo>
                  <a:pt x="490" y="535"/>
                </a:moveTo>
                <a:lnTo>
                  <a:pt x="445" y="535"/>
                </a:lnTo>
                <a:lnTo>
                  <a:pt x="445" y="468"/>
                </a:lnTo>
                <a:cubicBezTo>
                  <a:pt x="445" y="453"/>
                  <a:pt x="443" y="439"/>
                  <a:pt x="437" y="426"/>
                </a:cubicBezTo>
                <a:cubicBezTo>
                  <a:pt x="431" y="412"/>
                  <a:pt x="423" y="400"/>
                  <a:pt x="413" y="390"/>
                </a:cubicBezTo>
                <a:cubicBezTo>
                  <a:pt x="402" y="379"/>
                  <a:pt x="390" y="371"/>
                  <a:pt x="377" y="365"/>
                </a:cubicBezTo>
                <a:cubicBezTo>
                  <a:pt x="363" y="360"/>
                  <a:pt x="349" y="357"/>
                  <a:pt x="334" y="357"/>
                </a:cubicBezTo>
                <a:lnTo>
                  <a:pt x="201" y="357"/>
                </a:lnTo>
                <a:cubicBezTo>
                  <a:pt x="186" y="357"/>
                  <a:pt x="172" y="360"/>
                  <a:pt x="158" y="365"/>
                </a:cubicBezTo>
                <a:cubicBezTo>
                  <a:pt x="145" y="371"/>
                  <a:pt x="133" y="379"/>
                  <a:pt x="122" y="390"/>
                </a:cubicBezTo>
                <a:cubicBezTo>
                  <a:pt x="111" y="400"/>
                  <a:pt x="103" y="412"/>
                  <a:pt x="97" y="426"/>
                </a:cubicBezTo>
                <a:cubicBezTo>
                  <a:pt x="92" y="439"/>
                  <a:pt x="89" y="453"/>
                  <a:pt x="89" y="468"/>
                </a:cubicBezTo>
                <a:lnTo>
                  <a:pt x="89" y="535"/>
                </a:lnTo>
                <a:lnTo>
                  <a:pt x="44" y="535"/>
                </a:lnTo>
                <a:lnTo>
                  <a:pt x="44" y="468"/>
                </a:lnTo>
                <a:cubicBezTo>
                  <a:pt x="44" y="458"/>
                  <a:pt x="45" y="448"/>
                  <a:pt x="47" y="438"/>
                </a:cubicBezTo>
                <a:cubicBezTo>
                  <a:pt x="49" y="428"/>
                  <a:pt x="52" y="418"/>
                  <a:pt x="56" y="409"/>
                </a:cubicBezTo>
                <a:cubicBezTo>
                  <a:pt x="60" y="399"/>
                  <a:pt x="65" y="390"/>
                  <a:pt x="71" y="382"/>
                </a:cubicBezTo>
                <a:cubicBezTo>
                  <a:pt x="76" y="373"/>
                  <a:pt x="83" y="365"/>
                  <a:pt x="90" y="358"/>
                </a:cubicBezTo>
                <a:cubicBezTo>
                  <a:pt x="97" y="351"/>
                  <a:pt x="105" y="344"/>
                  <a:pt x="114" y="339"/>
                </a:cubicBezTo>
                <a:cubicBezTo>
                  <a:pt x="123" y="333"/>
                  <a:pt x="132" y="328"/>
                  <a:pt x="142" y="324"/>
                </a:cubicBezTo>
                <a:cubicBezTo>
                  <a:pt x="151" y="321"/>
                  <a:pt x="161" y="318"/>
                  <a:pt x="171" y="316"/>
                </a:cubicBezTo>
                <a:cubicBezTo>
                  <a:pt x="181" y="314"/>
                  <a:pt x="191" y="313"/>
                  <a:pt x="201" y="313"/>
                </a:cubicBezTo>
                <a:lnTo>
                  <a:pt x="334" y="313"/>
                </a:lnTo>
                <a:cubicBezTo>
                  <a:pt x="345" y="313"/>
                  <a:pt x="355" y="314"/>
                  <a:pt x="365" y="316"/>
                </a:cubicBezTo>
                <a:cubicBezTo>
                  <a:pt x="375" y="318"/>
                  <a:pt x="384" y="321"/>
                  <a:pt x="394" y="324"/>
                </a:cubicBezTo>
                <a:cubicBezTo>
                  <a:pt x="403" y="328"/>
                  <a:pt x="412" y="333"/>
                  <a:pt x="421" y="339"/>
                </a:cubicBezTo>
                <a:cubicBezTo>
                  <a:pt x="429" y="344"/>
                  <a:pt x="437" y="351"/>
                  <a:pt x="444" y="358"/>
                </a:cubicBezTo>
                <a:cubicBezTo>
                  <a:pt x="451" y="365"/>
                  <a:pt x="458" y="373"/>
                  <a:pt x="464" y="382"/>
                </a:cubicBezTo>
                <a:cubicBezTo>
                  <a:pt x="469" y="390"/>
                  <a:pt x="474" y="399"/>
                  <a:pt x="478" y="409"/>
                </a:cubicBezTo>
                <a:cubicBezTo>
                  <a:pt x="482" y="418"/>
                  <a:pt x="485" y="428"/>
                  <a:pt x="487" y="438"/>
                </a:cubicBezTo>
                <a:cubicBezTo>
                  <a:pt x="489" y="448"/>
                  <a:pt x="490" y="458"/>
                  <a:pt x="490" y="468"/>
                </a:cubicBezTo>
                <a:lnTo>
                  <a:pt x="490" y="535"/>
                </a:lnTo>
                <a:moveTo>
                  <a:pt x="22" y="0"/>
                </a:moveTo>
                <a:cubicBezTo>
                  <a:pt x="16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lnTo>
                  <a:pt x="0" y="223"/>
                </a:lnTo>
                <a:lnTo>
                  <a:pt x="44" y="223"/>
                </a:lnTo>
                <a:lnTo>
                  <a:pt x="44" y="23"/>
                </a:lnTo>
                <a:cubicBezTo>
                  <a:pt x="44" y="17"/>
                  <a:pt x="42" y="11"/>
                  <a:pt x="38" y="7"/>
                </a:cubicBezTo>
                <a:cubicBezTo>
                  <a:pt x="34" y="3"/>
                  <a:pt x="28" y="0"/>
                  <a:pt x="22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1" name=""/>
          <p:cNvSpPr/>
          <p:nvPr/>
        </p:nvSpPr>
        <p:spPr>
          <a:xfrm>
            <a:off x="7775640" y="2273400"/>
            <a:ext cx="192240" cy="128160"/>
          </a:xfrm>
          <a:custGeom>
            <a:avLst/>
            <a:gdLst/>
            <a:ahLst/>
            <a:rect l="0" t="0" r="r" b="b"/>
            <a:pathLst>
              <a:path w="534" h="356">
                <a:moveTo>
                  <a:pt x="0" y="0"/>
                </a:moveTo>
                <a:lnTo>
                  <a:pt x="0" y="44"/>
                </a:lnTo>
                <a:lnTo>
                  <a:pt x="111" y="44"/>
                </a:lnTo>
                <a:lnTo>
                  <a:pt x="111" y="200"/>
                </a:lnTo>
                <a:cubicBezTo>
                  <a:pt x="111" y="210"/>
                  <a:pt x="112" y="220"/>
                  <a:pt x="114" y="230"/>
                </a:cubicBezTo>
                <a:cubicBezTo>
                  <a:pt x="116" y="240"/>
                  <a:pt x="119" y="250"/>
                  <a:pt x="123" y="260"/>
                </a:cubicBezTo>
                <a:cubicBezTo>
                  <a:pt x="127" y="270"/>
                  <a:pt x="132" y="278"/>
                  <a:pt x="137" y="287"/>
                </a:cubicBezTo>
                <a:cubicBezTo>
                  <a:pt x="143" y="295"/>
                  <a:pt x="149" y="303"/>
                  <a:pt x="157" y="311"/>
                </a:cubicBezTo>
                <a:cubicBezTo>
                  <a:pt x="164" y="318"/>
                  <a:pt x="172" y="324"/>
                  <a:pt x="180" y="330"/>
                </a:cubicBezTo>
                <a:cubicBezTo>
                  <a:pt x="189" y="336"/>
                  <a:pt x="198" y="340"/>
                  <a:pt x="207" y="344"/>
                </a:cubicBezTo>
                <a:cubicBezTo>
                  <a:pt x="217" y="348"/>
                  <a:pt x="226" y="351"/>
                  <a:pt x="236" y="353"/>
                </a:cubicBezTo>
                <a:cubicBezTo>
                  <a:pt x="246" y="355"/>
                  <a:pt x="256" y="356"/>
                  <a:pt x="267" y="356"/>
                </a:cubicBezTo>
                <a:cubicBezTo>
                  <a:pt x="277" y="356"/>
                  <a:pt x="287" y="355"/>
                  <a:pt x="297" y="353"/>
                </a:cubicBezTo>
                <a:cubicBezTo>
                  <a:pt x="307" y="351"/>
                  <a:pt x="317" y="348"/>
                  <a:pt x="326" y="344"/>
                </a:cubicBezTo>
                <a:cubicBezTo>
                  <a:pt x="336" y="340"/>
                  <a:pt x="345" y="336"/>
                  <a:pt x="353" y="330"/>
                </a:cubicBezTo>
                <a:cubicBezTo>
                  <a:pt x="362" y="324"/>
                  <a:pt x="369" y="318"/>
                  <a:pt x="377" y="311"/>
                </a:cubicBezTo>
                <a:cubicBezTo>
                  <a:pt x="384" y="303"/>
                  <a:pt x="390" y="295"/>
                  <a:pt x="396" y="287"/>
                </a:cubicBezTo>
                <a:cubicBezTo>
                  <a:pt x="402" y="278"/>
                  <a:pt x="406" y="270"/>
                  <a:pt x="410" y="260"/>
                </a:cubicBezTo>
                <a:cubicBezTo>
                  <a:pt x="414" y="250"/>
                  <a:pt x="417" y="240"/>
                  <a:pt x="419" y="230"/>
                </a:cubicBezTo>
                <a:cubicBezTo>
                  <a:pt x="421" y="220"/>
                  <a:pt x="422" y="210"/>
                  <a:pt x="422" y="200"/>
                </a:cubicBezTo>
                <a:lnTo>
                  <a:pt x="422" y="44"/>
                </a:lnTo>
                <a:lnTo>
                  <a:pt x="534" y="44"/>
                </a:lnTo>
                <a:lnTo>
                  <a:pt x="534" y="0"/>
                </a:lnTo>
                <a:lnTo>
                  <a:pt x="0" y="0"/>
                </a:lnTo>
                <a:moveTo>
                  <a:pt x="156" y="44"/>
                </a:moveTo>
                <a:lnTo>
                  <a:pt x="378" y="44"/>
                </a:lnTo>
                <a:lnTo>
                  <a:pt x="378" y="111"/>
                </a:lnTo>
                <a:lnTo>
                  <a:pt x="156" y="111"/>
                </a:lnTo>
                <a:lnTo>
                  <a:pt x="156" y="44"/>
                </a:lnTo>
                <a:moveTo>
                  <a:pt x="267" y="312"/>
                </a:moveTo>
                <a:cubicBezTo>
                  <a:pt x="252" y="312"/>
                  <a:pt x="238" y="309"/>
                  <a:pt x="224" y="303"/>
                </a:cubicBezTo>
                <a:cubicBezTo>
                  <a:pt x="211" y="298"/>
                  <a:pt x="199" y="290"/>
                  <a:pt x="188" y="279"/>
                </a:cubicBezTo>
                <a:cubicBezTo>
                  <a:pt x="178" y="269"/>
                  <a:pt x="170" y="257"/>
                  <a:pt x="164" y="242"/>
                </a:cubicBezTo>
                <a:cubicBezTo>
                  <a:pt x="158" y="228"/>
                  <a:pt x="156" y="214"/>
                  <a:pt x="156" y="200"/>
                </a:cubicBezTo>
                <a:lnTo>
                  <a:pt x="156" y="155"/>
                </a:lnTo>
                <a:lnTo>
                  <a:pt x="378" y="155"/>
                </a:lnTo>
                <a:lnTo>
                  <a:pt x="378" y="200"/>
                </a:lnTo>
                <a:cubicBezTo>
                  <a:pt x="378" y="214"/>
                  <a:pt x="375" y="228"/>
                  <a:pt x="369" y="242"/>
                </a:cubicBezTo>
                <a:cubicBezTo>
                  <a:pt x="364" y="257"/>
                  <a:pt x="356" y="269"/>
                  <a:pt x="345" y="279"/>
                </a:cubicBezTo>
                <a:cubicBezTo>
                  <a:pt x="335" y="290"/>
                  <a:pt x="323" y="298"/>
                  <a:pt x="309" y="303"/>
                </a:cubicBezTo>
                <a:cubicBezTo>
                  <a:pt x="296" y="309"/>
                  <a:pt x="281" y="312"/>
                  <a:pt x="267" y="31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2" name=""/>
          <p:cNvSpPr txBox="1"/>
          <p:nvPr/>
        </p:nvSpPr>
        <p:spPr>
          <a:xfrm>
            <a:off x="5165280" y="2810880"/>
            <a:ext cx="1239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studentvolgsysteem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3" name=""/>
          <p:cNvSpPr txBox="1"/>
          <p:nvPr/>
        </p:nvSpPr>
        <p:spPr>
          <a:xfrm>
            <a:off x="7457040" y="2552400"/>
            <a:ext cx="8953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20" spc="-1" strike="noStrike">
                <a:solidFill>
                  <a:srgbClr val="1b2a6b"/>
                </a:solidFill>
                <a:latin typeface="Arial"/>
                <a:ea typeface="Arial"/>
              </a:rPr>
              <a:t>OC-LMS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4" name=""/>
          <p:cNvSpPr/>
          <p:nvPr/>
        </p:nvSpPr>
        <p:spPr>
          <a:xfrm>
            <a:off x="456840" y="3247920"/>
            <a:ext cx="8420760" cy="533520"/>
          </a:xfrm>
          <a:custGeom>
            <a:avLst/>
            <a:gdLst/>
            <a:ahLst/>
            <a:rect l="0" t="0" r="r" b="b"/>
            <a:pathLst>
              <a:path w="23391" h="1482">
                <a:moveTo>
                  <a:pt x="0" y="0"/>
                </a:moveTo>
                <a:lnTo>
                  <a:pt x="23391" y="0"/>
                </a:lnTo>
                <a:lnTo>
                  <a:pt x="2339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5" name=""/>
          <p:cNvSpPr/>
          <p:nvPr/>
        </p:nvSpPr>
        <p:spPr>
          <a:xfrm>
            <a:off x="456840" y="324792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6" name=""/>
          <p:cNvSpPr/>
          <p:nvPr/>
        </p:nvSpPr>
        <p:spPr>
          <a:xfrm>
            <a:off x="456840" y="37717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7" name=""/>
          <p:cNvSpPr/>
          <p:nvPr/>
        </p:nvSpPr>
        <p:spPr>
          <a:xfrm>
            <a:off x="8867520" y="32479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106"/>
                </a:moveTo>
                <a:lnTo>
                  <a:pt x="0" y="1482"/>
                </a:lnTo>
                <a:lnTo>
                  <a:pt x="28" y="148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8" name=""/>
          <p:cNvSpPr/>
          <p:nvPr/>
        </p:nvSpPr>
        <p:spPr>
          <a:xfrm>
            <a:off x="456840" y="32479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0" y="1482"/>
                </a:lnTo>
                <a:lnTo>
                  <a:pt x="28" y="1482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9" name=""/>
          <p:cNvSpPr/>
          <p:nvPr/>
        </p:nvSpPr>
        <p:spPr>
          <a:xfrm>
            <a:off x="663480" y="3414960"/>
            <a:ext cx="149040" cy="208440"/>
          </a:xfrm>
          <a:custGeom>
            <a:avLst/>
            <a:gdLst/>
            <a:ahLst/>
            <a:rect l="0" t="0" r="r" b="b"/>
            <a:pathLst>
              <a:path w="414" h="579">
                <a:moveTo>
                  <a:pt x="104" y="455"/>
                </a:moveTo>
                <a:lnTo>
                  <a:pt x="311" y="455"/>
                </a:lnTo>
                <a:lnTo>
                  <a:pt x="311" y="497"/>
                </a:lnTo>
                <a:lnTo>
                  <a:pt x="104" y="497"/>
                </a:lnTo>
                <a:lnTo>
                  <a:pt x="104" y="455"/>
                </a:lnTo>
                <a:moveTo>
                  <a:pt x="146" y="538"/>
                </a:moveTo>
                <a:lnTo>
                  <a:pt x="269" y="538"/>
                </a:lnTo>
                <a:lnTo>
                  <a:pt x="269" y="579"/>
                </a:lnTo>
                <a:lnTo>
                  <a:pt x="146" y="579"/>
                </a:lnTo>
                <a:lnTo>
                  <a:pt x="146" y="538"/>
                </a:lnTo>
                <a:moveTo>
                  <a:pt x="207" y="0"/>
                </a:moveTo>
                <a:cubicBezTo>
                  <a:pt x="194" y="0"/>
                  <a:pt x="180" y="2"/>
                  <a:pt x="167" y="4"/>
                </a:cubicBezTo>
                <a:cubicBezTo>
                  <a:pt x="154" y="7"/>
                  <a:pt x="141" y="11"/>
                  <a:pt x="128" y="16"/>
                </a:cubicBezTo>
                <a:cubicBezTo>
                  <a:pt x="116" y="21"/>
                  <a:pt x="104" y="28"/>
                  <a:pt x="93" y="36"/>
                </a:cubicBezTo>
                <a:cubicBezTo>
                  <a:pt x="82" y="44"/>
                  <a:pt x="71" y="52"/>
                  <a:pt x="62" y="62"/>
                </a:cubicBezTo>
                <a:cubicBezTo>
                  <a:pt x="52" y="71"/>
                  <a:pt x="43" y="82"/>
                  <a:pt x="36" y="93"/>
                </a:cubicBezTo>
                <a:cubicBezTo>
                  <a:pt x="28" y="104"/>
                  <a:pt x="22" y="116"/>
                  <a:pt x="17" y="129"/>
                </a:cubicBezTo>
                <a:cubicBezTo>
                  <a:pt x="11" y="141"/>
                  <a:pt x="7" y="154"/>
                  <a:pt x="4" y="167"/>
                </a:cubicBezTo>
                <a:cubicBezTo>
                  <a:pt x="1" y="181"/>
                  <a:pt x="0" y="194"/>
                  <a:pt x="0" y="208"/>
                </a:cubicBezTo>
                <a:cubicBezTo>
                  <a:pt x="-1" y="238"/>
                  <a:pt x="4" y="267"/>
                  <a:pt x="18" y="295"/>
                </a:cubicBezTo>
                <a:cubicBezTo>
                  <a:pt x="30" y="323"/>
                  <a:pt x="49" y="346"/>
                  <a:pt x="72" y="365"/>
                </a:cubicBezTo>
                <a:cubicBezTo>
                  <a:pt x="93" y="384"/>
                  <a:pt x="104" y="395"/>
                  <a:pt x="104" y="414"/>
                </a:cubicBezTo>
                <a:lnTo>
                  <a:pt x="146" y="414"/>
                </a:lnTo>
                <a:cubicBezTo>
                  <a:pt x="146" y="376"/>
                  <a:pt x="123" y="355"/>
                  <a:pt x="100" y="334"/>
                </a:cubicBezTo>
                <a:cubicBezTo>
                  <a:pt x="81" y="319"/>
                  <a:pt x="66" y="301"/>
                  <a:pt x="56" y="278"/>
                </a:cubicBezTo>
                <a:cubicBezTo>
                  <a:pt x="45" y="256"/>
                  <a:pt x="41" y="232"/>
                  <a:pt x="42" y="208"/>
                </a:cubicBezTo>
                <a:cubicBezTo>
                  <a:pt x="42" y="197"/>
                  <a:pt x="43" y="186"/>
                  <a:pt x="46" y="176"/>
                </a:cubicBezTo>
                <a:cubicBezTo>
                  <a:pt x="48" y="165"/>
                  <a:pt x="51" y="155"/>
                  <a:pt x="55" y="145"/>
                </a:cubicBezTo>
                <a:cubicBezTo>
                  <a:pt x="59" y="135"/>
                  <a:pt x="64" y="125"/>
                  <a:pt x="70" y="116"/>
                </a:cubicBezTo>
                <a:cubicBezTo>
                  <a:pt x="76" y="107"/>
                  <a:pt x="83" y="99"/>
                  <a:pt x="91" y="91"/>
                </a:cubicBezTo>
                <a:cubicBezTo>
                  <a:pt x="98" y="83"/>
                  <a:pt x="107" y="76"/>
                  <a:pt x="116" y="70"/>
                </a:cubicBezTo>
                <a:cubicBezTo>
                  <a:pt x="125" y="64"/>
                  <a:pt x="134" y="59"/>
                  <a:pt x="144" y="55"/>
                </a:cubicBezTo>
                <a:cubicBezTo>
                  <a:pt x="154" y="51"/>
                  <a:pt x="165" y="48"/>
                  <a:pt x="175" y="46"/>
                </a:cubicBezTo>
                <a:cubicBezTo>
                  <a:pt x="186" y="44"/>
                  <a:pt x="197" y="43"/>
                  <a:pt x="207" y="43"/>
                </a:cubicBezTo>
                <a:cubicBezTo>
                  <a:pt x="218" y="43"/>
                  <a:pt x="229" y="44"/>
                  <a:pt x="240" y="46"/>
                </a:cubicBezTo>
                <a:cubicBezTo>
                  <a:pt x="250" y="48"/>
                  <a:pt x="261" y="51"/>
                  <a:pt x="271" y="55"/>
                </a:cubicBezTo>
                <a:cubicBezTo>
                  <a:pt x="281" y="59"/>
                  <a:pt x="290" y="64"/>
                  <a:pt x="299" y="70"/>
                </a:cubicBezTo>
                <a:cubicBezTo>
                  <a:pt x="308" y="76"/>
                  <a:pt x="316" y="83"/>
                  <a:pt x="324" y="91"/>
                </a:cubicBezTo>
                <a:cubicBezTo>
                  <a:pt x="332" y="99"/>
                  <a:pt x="339" y="107"/>
                  <a:pt x="345" y="116"/>
                </a:cubicBezTo>
                <a:cubicBezTo>
                  <a:pt x="351" y="125"/>
                  <a:pt x="356" y="135"/>
                  <a:pt x="360" y="145"/>
                </a:cubicBezTo>
                <a:cubicBezTo>
                  <a:pt x="364" y="155"/>
                  <a:pt x="367" y="165"/>
                  <a:pt x="369" y="176"/>
                </a:cubicBezTo>
                <a:cubicBezTo>
                  <a:pt x="371" y="186"/>
                  <a:pt x="372" y="197"/>
                  <a:pt x="372" y="208"/>
                </a:cubicBezTo>
                <a:cubicBezTo>
                  <a:pt x="374" y="232"/>
                  <a:pt x="369" y="256"/>
                  <a:pt x="359" y="278"/>
                </a:cubicBezTo>
                <a:cubicBezTo>
                  <a:pt x="349" y="301"/>
                  <a:pt x="334" y="319"/>
                  <a:pt x="314" y="334"/>
                </a:cubicBezTo>
                <a:cubicBezTo>
                  <a:pt x="292" y="355"/>
                  <a:pt x="269" y="376"/>
                  <a:pt x="269" y="414"/>
                </a:cubicBezTo>
                <a:lnTo>
                  <a:pt x="311" y="414"/>
                </a:lnTo>
                <a:cubicBezTo>
                  <a:pt x="311" y="395"/>
                  <a:pt x="321" y="384"/>
                  <a:pt x="342" y="365"/>
                </a:cubicBezTo>
                <a:cubicBezTo>
                  <a:pt x="366" y="346"/>
                  <a:pt x="384" y="322"/>
                  <a:pt x="397" y="295"/>
                </a:cubicBezTo>
                <a:cubicBezTo>
                  <a:pt x="410" y="267"/>
                  <a:pt x="415" y="238"/>
                  <a:pt x="414" y="208"/>
                </a:cubicBezTo>
                <a:cubicBezTo>
                  <a:pt x="414" y="194"/>
                  <a:pt x="412" y="181"/>
                  <a:pt x="410" y="167"/>
                </a:cubicBezTo>
                <a:cubicBezTo>
                  <a:pt x="407" y="154"/>
                  <a:pt x="403" y="141"/>
                  <a:pt x="398" y="129"/>
                </a:cubicBezTo>
                <a:cubicBezTo>
                  <a:pt x="393" y="116"/>
                  <a:pt x="386" y="104"/>
                  <a:pt x="379" y="93"/>
                </a:cubicBezTo>
                <a:cubicBezTo>
                  <a:pt x="371" y="82"/>
                  <a:pt x="363" y="71"/>
                  <a:pt x="353" y="62"/>
                </a:cubicBezTo>
                <a:cubicBezTo>
                  <a:pt x="344" y="52"/>
                  <a:pt x="333" y="44"/>
                  <a:pt x="322" y="36"/>
                </a:cubicBezTo>
                <a:cubicBezTo>
                  <a:pt x="311" y="28"/>
                  <a:pt x="299" y="21"/>
                  <a:pt x="286" y="16"/>
                </a:cubicBezTo>
                <a:cubicBezTo>
                  <a:pt x="274" y="11"/>
                  <a:pt x="261" y="7"/>
                  <a:pt x="248" y="4"/>
                </a:cubicBezTo>
                <a:cubicBezTo>
                  <a:pt x="234" y="2"/>
                  <a:pt x="221" y="0"/>
                  <a:pt x="207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0" name=""/>
          <p:cNvSpPr txBox="1"/>
          <p:nvPr/>
        </p:nvSpPr>
        <p:spPr>
          <a:xfrm>
            <a:off x="7504560" y="2810880"/>
            <a:ext cx="8406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leeromgeving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1" name=""/>
          <p:cNvSpPr txBox="1"/>
          <p:nvPr/>
        </p:nvSpPr>
        <p:spPr>
          <a:xfrm>
            <a:off x="856800" y="3452040"/>
            <a:ext cx="76543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SIS en P&amp;R groeperen voor de leesbaarheid; de speciﬁcatie volgt de component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2" name=""/>
          <p:cNvSpPr/>
          <p:nvPr/>
        </p:nvSpPr>
        <p:spPr>
          <a:xfrm>
            <a:off x="1761840" y="4047840"/>
            <a:ext cx="629280" cy="10440"/>
          </a:xfrm>
          <a:custGeom>
            <a:avLst/>
            <a:gdLst/>
            <a:ahLst/>
            <a:rect l="0" t="0" r="r" b="b"/>
            <a:pathLst>
              <a:path w="1748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9"/>
                </a:lnTo>
                <a:lnTo>
                  <a:pt x="129" y="29"/>
                </a:lnTo>
                <a:lnTo>
                  <a:pt x="129" y="0"/>
                </a:lnTo>
                <a:moveTo>
                  <a:pt x="257" y="0"/>
                </a:moveTo>
                <a:lnTo>
                  <a:pt x="336" y="0"/>
                </a:lnTo>
                <a:lnTo>
                  <a:pt x="336" y="29"/>
                </a:lnTo>
                <a:lnTo>
                  <a:pt x="257" y="29"/>
                </a:lnTo>
                <a:lnTo>
                  <a:pt x="257" y="0"/>
                </a:lnTo>
                <a:moveTo>
                  <a:pt x="385" y="0"/>
                </a:moveTo>
                <a:lnTo>
                  <a:pt x="464" y="0"/>
                </a:lnTo>
                <a:lnTo>
                  <a:pt x="464" y="29"/>
                </a:lnTo>
                <a:lnTo>
                  <a:pt x="385" y="29"/>
                </a:lnTo>
                <a:lnTo>
                  <a:pt x="385" y="0"/>
                </a:lnTo>
                <a:moveTo>
                  <a:pt x="513" y="0"/>
                </a:moveTo>
                <a:lnTo>
                  <a:pt x="593" y="0"/>
                </a:lnTo>
                <a:lnTo>
                  <a:pt x="593" y="29"/>
                </a:lnTo>
                <a:lnTo>
                  <a:pt x="513" y="29"/>
                </a:lnTo>
                <a:lnTo>
                  <a:pt x="513" y="0"/>
                </a:lnTo>
                <a:moveTo>
                  <a:pt x="641" y="0"/>
                </a:moveTo>
                <a:lnTo>
                  <a:pt x="721" y="0"/>
                </a:lnTo>
                <a:lnTo>
                  <a:pt x="721" y="29"/>
                </a:lnTo>
                <a:lnTo>
                  <a:pt x="641" y="29"/>
                </a:lnTo>
                <a:lnTo>
                  <a:pt x="641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29"/>
                </a:lnTo>
                <a:lnTo>
                  <a:pt x="770" y="29"/>
                </a:lnTo>
                <a:lnTo>
                  <a:pt x="770" y="0"/>
                </a:lnTo>
                <a:moveTo>
                  <a:pt x="898" y="0"/>
                </a:moveTo>
                <a:lnTo>
                  <a:pt x="977" y="0"/>
                </a:lnTo>
                <a:lnTo>
                  <a:pt x="977" y="29"/>
                </a:lnTo>
                <a:lnTo>
                  <a:pt x="898" y="29"/>
                </a:lnTo>
                <a:lnTo>
                  <a:pt x="898" y="0"/>
                </a:lnTo>
                <a:moveTo>
                  <a:pt x="1026" y="0"/>
                </a:moveTo>
                <a:lnTo>
                  <a:pt x="1105" y="0"/>
                </a:lnTo>
                <a:lnTo>
                  <a:pt x="1105" y="29"/>
                </a:lnTo>
                <a:lnTo>
                  <a:pt x="1026" y="29"/>
                </a:lnTo>
                <a:lnTo>
                  <a:pt x="1026" y="0"/>
                </a:lnTo>
                <a:moveTo>
                  <a:pt x="1154" y="0"/>
                </a:moveTo>
                <a:lnTo>
                  <a:pt x="1235" y="0"/>
                </a:lnTo>
                <a:lnTo>
                  <a:pt x="1235" y="29"/>
                </a:lnTo>
                <a:lnTo>
                  <a:pt x="1154" y="29"/>
                </a:lnTo>
                <a:lnTo>
                  <a:pt x="1154" y="0"/>
                </a:lnTo>
                <a:moveTo>
                  <a:pt x="1284" y="0"/>
                </a:moveTo>
                <a:lnTo>
                  <a:pt x="1363" y="0"/>
                </a:lnTo>
                <a:lnTo>
                  <a:pt x="1363" y="29"/>
                </a:lnTo>
                <a:lnTo>
                  <a:pt x="1284" y="29"/>
                </a:lnTo>
                <a:lnTo>
                  <a:pt x="1284" y="0"/>
                </a:lnTo>
                <a:moveTo>
                  <a:pt x="1412" y="0"/>
                </a:moveTo>
                <a:lnTo>
                  <a:pt x="1491" y="0"/>
                </a:lnTo>
                <a:lnTo>
                  <a:pt x="1491" y="29"/>
                </a:lnTo>
                <a:lnTo>
                  <a:pt x="1412" y="29"/>
                </a:lnTo>
                <a:lnTo>
                  <a:pt x="1412" y="0"/>
                </a:lnTo>
                <a:moveTo>
                  <a:pt x="1540" y="0"/>
                </a:moveTo>
                <a:lnTo>
                  <a:pt x="1619" y="0"/>
                </a:lnTo>
                <a:lnTo>
                  <a:pt x="1619" y="29"/>
                </a:lnTo>
                <a:lnTo>
                  <a:pt x="1540" y="29"/>
                </a:lnTo>
                <a:lnTo>
                  <a:pt x="1540" y="0"/>
                </a:lnTo>
                <a:moveTo>
                  <a:pt x="1668" y="0"/>
                </a:moveTo>
                <a:lnTo>
                  <a:pt x="1748" y="0"/>
                </a:lnTo>
                <a:lnTo>
                  <a:pt x="1748" y="29"/>
                </a:lnTo>
                <a:lnTo>
                  <a:pt x="1668" y="29"/>
                </a:lnTo>
                <a:lnTo>
                  <a:pt x="166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4" name=""/>
          <p:cNvSpPr txBox="1"/>
          <p:nvPr/>
        </p:nvSpPr>
        <p:spPr>
          <a:xfrm>
            <a:off x="457200" y="3903480"/>
            <a:ext cx="51336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Voorstel, uitgewerkt in </a:t>
            </a:r>
            <a:r>
              <a:rPr b="0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Public #107</a:t>
            </a:r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; de voorbeelduitwerking gebruikt deze ID's al.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7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8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682" name=""/>
          <p:cNvSpPr/>
          <p:nvPr/>
        </p:nvSpPr>
        <p:spPr>
          <a:xfrm>
            <a:off x="461880" y="1347480"/>
            <a:ext cx="4886640" cy="2391120"/>
          </a:xfrm>
          <a:custGeom>
            <a:avLst/>
            <a:gdLst/>
            <a:ahLst/>
            <a:rect l="0" t="0" r="r" b="b"/>
            <a:pathLst>
              <a:path w="13574" h="6642">
                <a:moveTo>
                  <a:pt x="0" y="649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90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3428" y="0"/>
                </a:lnTo>
                <a:cubicBezTo>
                  <a:pt x="13438" y="0"/>
                  <a:pt x="13447" y="1"/>
                  <a:pt x="13457" y="3"/>
                </a:cubicBezTo>
                <a:cubicBezTo>
                  <a:pt x="13466" y="5"/>
                  <a:pt x="13475" y="8"/>
                  <a:pt x="13484" y="11"/>
                </a:cubicBezTo>
                <a:cubicBezTo>
                  <a:pt x="13493" y="15"/>
                  <a:pt x="13501" y="20"/>
                  <a:pt x="13509" y="25"/>
                </a:cubicBezTo>
                <a:cubicBezTo>
                  <a:pt x="13517" y="30"/>
                  <a:pt x="13524" y="36"/>
                  <a:pt x="13531" y="43"/>
                </a:cubicBezTo>
                <a:cubicBezTo>
                  <a:pt x="13538" y="50"/>
                  <a:pt x="13544" y="57"/>
                  <a:pt x="13549" y="65"/>
                </a:cubicBezTo>
                <a:cubicBezTo>
                  <a:pt x="13555" y="73"/>
                  <a:pt x="13559" y="81"/>
                  <a:pt x="13563" y="90"/>
                </a:cubicBezTo>
                <a:cubicBezTo>
                  <a:pt x="13566" y="99"/>
                  <a:pt x="13569" y="108"/>
                  <a:pt x="13571" y="117"/>
                </a:cubicBezTo>
                <a:cubicBezTo>
                  <a:pt x="13573" y="127"/>
                  <a:pt x="13574" y="136"/>
                  <a:pt x="13574" y="146"/>
                </a:cubicBezTo>
                <a:lnTo>
                  <a:pt x="13574" y="6497"/>
                </a:lnTo>
                <a:cubicBezTo>
                  <a:pt x="13574" y="6506"/>
                  <a:pt x="13573" y="6516"/>
                  <a:pt x="13571" y="6525"/>
                </a:cubicBezTo>
                <a:cubicBezTo>
                  <a:pt x="13569" y="6535"/>
                  <a:pt x="13566" y="6544"/>
                  <a:pt x="13563" y="6553"/>
                </a:cubicBezTo>
                <a:cubicBezTo>
                  <a:pt x="13559" y="6561"/>
                  <a:pt x="13555" y="6570"/>
                  <a:pt x="13549" y="6578"/>
                </a:cubicBezTo>
                <a:cubicBezTo>
                  <a:pt x="13544" y="6586"/>
                  <a:pt x="13538" y="6593"/>
                  <a:pt x="13531" y="6600"/>
                </a:cubicBezTo>
                <a:cubicBezTo>
                  <a:pt x="13524" y="6607"/>
                  <a:pt x="13517" y="6613"/>
                  <a:pt x="13509" y="6618"/>
                </a:cubicBezTo>
                <a:cubicBezTo>
                  <a:pt x="13501" y="6623"/>
                  <a:pt x="13493" y="6628"/>
                  <a:pt x="13484" y="6631"/>
                </a:cubicBezTo>
                <a:cubicBezTo>
                  <a:pt x="13475" y="6635"/>
                  <a:pt x="13466" y="6638"/>
                  <a:pt x="13457" y="6640"/>
                </a:cubicBezTo>
                <a:cubicBezTo>
                  <a:pt x="13447" y="6641"/>
                  <a:pt x="13438" y="6642"/>
                  <a:pt x="13428" y="6642"/>
                </a:cubicBezTo>
                <a:lnTo>
                  <a:pt x="145" y="6642"/>
                </a:lnTo>
                <a:cubicBezTo>
                  <a:pt x="136" y="6642"/>
                  <a:pt x="126" y="6641"/>
                  <a:pt x="117" y="6640"/>
                </a:cubicBezTo>
                <a:cubicBezTo>
                  <a:pt x="107" y="6638"/>
                  <a:pt x="98" y="6635"/>
                  <a:pt x="90" y="6631"/>
                </a:cubicBezTo>
                <a:cubicBezTo>
                  <a:pt x="81" y="6628"/>
                  <a:pt x="72" y="6623"/>
                  <a:pt x="64" y="6618"/>
                </a:cubicBezTo>
                <a:cubicBezTo>
                  <a:pt x="56" y="6613"/>
                  <a:pt x="49" y="6607"/>
                  <a:pt x="42" y="6600"/>
                </a:cubicBezTo>
                <a:cubicBezTo>
                  <a:pt x="36" y="6593"/>
                  <a:pt x="30" y="6586"/>
                  <a:pt x="24" y="6578"/>
                </a:cubicBezTo>
                <a:cubicBezTo>
                  <a:pt x="19" y="6570"/>
                  <a:pt x="14" y="6561"/>
                  <a:pt x="11" y="6553"/>
                </a:cubicBezTo>
                <a:cubicBezTo>
                  <a:pt x="7" y="6544"/>
                  <a:pt x="4" y="6535"/>
                  <a:pt x="3" y="6525"/>
                </a:cubicBezTo>
                <a:cubicBezTo>
                  <a:pt x="1" y="6516"/>
                  <a:pt x="0" y="6506"/>
                  <a:pt x="0" y="64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3" name=""/>
          <p:cNvSpPr/>
          <p:nvPr/>
        </p:nvSpPr>
        <p:spPr>
          <a:xfrm>
            <a:off x="461880" y="1347480"/>
            <a:ext cx="4886640" cy="2391120"/>
          </a:xfrm>
          <a:custGeom>
            <a:avLst/>
            <a:gdLst/>
            <a:ahLst/>
            <a:rect l="0" t="0" r="r" b="b"/>
            <a:pathLst>
              <a:path w="13574" h="6642">
                <a:moveTo>
                  <a:pt x="0" y="649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90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3428" y="0"/>
                </a:lnTo>
                <a:cubicBezTo>
                  <a:pt x="13438" y="0"/>
                  <a:pt x="13447" y="1"/>
                  <a:pt x="13457" y="3"/>
                </a:cubicBezTo>
                <a:cubicBezTo>
                  <a:pt x="13466" y="5"/>
                  <a:pt x="13475" y="8"/>
                  <a:pt x="13484" y="11"/>
                </a:cubicBezTo>
                <a:cubicBezTo>
                  <a:pt x="13493" y="15"/>
                  <a:pt x="13501" y="20"/>
                  <a:pt x="13509" y="25"/>
                </a:cubicBezTo>
                <a:cubicBezTo>
                  <a:pt x="13517" y="30"/>
                  <a:pt x="13524" y="36"/>
                  <a:pt x="13531" y="43"/>
                </a:cubicBezTo>
                <a:cubicBezTo>
                  <a:pt x="13538" y="50"/>
                  <a:pt x="13544" y="57"/>
                  <a:pt x="13549" y="65"/>
                </a:cubicBezTo>
                <a:cubicBezTo>
                  <a:pt x="13555" y="73"/>
                  <a:pt x="13559" y="81"/>
                  <a:pt x="13563" y="90"/>
                </a:cubicBezTo>
                <a:cubicBezTo>
                  <a:pt x="13566" y="99"/>
                  <a:pt x="13569" y="108"/>
                  <a:pt x="13571" y="117"/>
                </a:cubicBezTo>
                <a:cubicBezTo>
                  <a:pt x="13573" y="127"/>
                  <a:pt x="13574" y="136"/>
                  <a:pt x="13574" y="146"/>
                </a:cubicBezTo>
                <a:lnTo>
                  <a:pt x="13574" y="6497"/>
                </a:lnTo>
                <a:cubicBezTo>
                  <a:pt x="13574" y="6506"/>
                  <a:pt x="13573" y="6516"/>
                  <a:pt x="13571" y="6525"/>
                </a:cubicBezTo>
                <a:cubicBezTo>
                  <a:pt x="13569" y="6535"/>
                  <a:pt x="13566" y="6544"/>
                  <a:pt x="13563" y="6553"/>
                </a:cubicBezTo>
                <a:cubicBezTo>
                  <a:pt x="13559" y="6561"/>
                  <a:pt x="13555" y="6570"/>
                  <a:pt x="13549" y="6578"/>
                </a:cubicBezTo>
                <a:cubicBezTo>
                  <a:pt x="13544" y="6586"/>
                  <a:pt x="13538" y="6593"/>
                  <a:pt x="13531" y="6600"/>
                </a:cubicBezTo>
                <a:cubicBezTo>
                  <a:pt x="13524" y="6607"/>
                  <a:pt x="13517" y="6613"/>
                  <a:pt x="13509" y="6618"/>
                </a:cubicBezTo>
                <a:cubicBezTo>
                  <a:pt x="13501" y="6623"/>
                  <a:pt x="13493" y="6628"/>
                  <a:pt x="13484" y="6631"/>
                </a:cubicBezTo>
                <a:cubicBezTo>
                  <a:pt x="13475" y="6635"/>
                  <a:pt x="13466" y="6638"/>
                  <a:pt x="13457" y="6640"/>
                </a:cubicBezTo>
                <a:cubicBezTo>
                  <a:pt x="13447" y="6641"/>
                  <a:pt x="13438" y="6642"/>
                  <a:pt x="13428" y="6642"/>
                </a:cubicBezTo>
                <a:lnTo>
                  <a:pt x="145" y="6642"/>
                </a:lnTo>
                <a:cubicBezTo>
                  <a:pt x="136" y="6642"/>
                  <a:pt x="126" y="6641"/>
                  <a:pt x="117" y="6640"/>
                </a:cubicBezTo>
                <a:cubicBezTo>
                  <a:pt x="107" y="6638"/>
                  <a:pt x="98" y="6635"/>
                  <a:pt x="90" y="6631"/>
                </a:cubicBezTo>
                <a:cubicBezTo>
                  <a:pt x="81" y="6628"/>
                  <a:pt x="72" y="6623"/>
                  <a:pt x="64" y="6618"/>
                </a:cubicBezTo>
                <a:cubicBezTo>
                  <a:pt x="56" y="6613"/>
                  <a:pt x="49" y="6607"/>
                  <a:pt x="42" y="6600"/>
                </a:cubicBezTo>
                <a:cubicBezTo>
                  <a:pt x="36" y="6593"/>
                  <a:pt x="30" y="6586"/>
                  <a:pt x="24" y="6578"/>
                </a:cubicBezTo>
                <a:cubicBezTo>
                  <a:pt x="19" y="6570"/>
                  <a:pt x="14" y="6561"/>
                  <a:pt x="11" y="6553"/>
                </a:cubicBezTo>
                <a:cubicBezTo>
                  <a:pt x="7" y="6544"/>
                  <a:pt x="4" y="6535"/>
                  <a:pt x="3" y="6525"/>
                </a:cubicBezTo>
                <a:cubicBezTo>
                  <a:pt x="1" y="6516"/>
                  <a:pt x="0" y="6506"/>
                  <a:pt x="0" y="649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84" name="" descr=""/>
          <p:cNvPicPr/>
          <p:nvPr/>
        </p:nvPicPr>
        <p:blipFill>
          <a:blip r:embed="rId2"/>
          <a:stretch/>
        </p:blipFill>
        <p:spPr>
          <a:xfrm>
            <a:off x="466920" y="1352520"/>
            <a:ext cx="4876200" cy="2381040"/>
          </a:xfrm>
          <a:prstGeom prst="rect">
            <a:avLst/>
          </a:prstGeom>
          <a:ln w="0">
            <a:noFill/>
          </a:ln>
        </p:spPr>
      </p:pic>
      <p:sp>
        <p:nvSpPr>
          <p:cNvPr id="2685" name=""/>
          <p:cNvSpPr/>
          <p:nvPr/>
        </p:nvSpPr>
        <p:spPr>
          <a:xfrm>
            <a:off x="466560" y="1352520"/>
            <a:ext cx="4876920" cy="2381400"/>
          </a:xfrm>
          <a:custGeom>
            <a:avLst/>
            <a:gdLst/>
            <a:ahLst/>
            <a:rect l="0" t="0" r="r" b="b"/>
            <a:pathLst>
              <a:path w="13547" h="6615">
                <a:moveTo>
                  <a:pt x="0" y="0"/>
                </a:moveTo>
                <a:lnTo>
                  <a:pt x="13547" y="0"/>
                </a:lnTo>
                <a:lnTo>
                  <a:pt x="13547" y="6615"/>
                </a:lnTo>
                <a:lnTo>
                  <a:pt x="0" y="6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6" name=""/>
          <p:cNvSpPr/>
          <p:nvPr/>
        </p:nvSpPr>
        <p:spPr>
          <a:xfrm>
            <a:off x="1364400" y="2199600"/>
            <a:ext cx="446040" cy="361800"/>
          </a:xfrm>
          <a:custGeom>
            <a:avLst/>
            <a:gdLst/>
            <a:ahLst/>
            <a:rect l="0" t="0" r="r" b="b"/>
            <a:pathLst>
              <a:path fill="none" w="1239" h="1005">
                <a:moveTo>
                  <a:pt x="0" y="0"/>
                </a:moveTo>
                <a:lnTo>
                  <a:pt x="674" y="273"/>
                </a:lnTo>
                <a:lnTo>
                  <a:pt x="680" y="560"/>
                </a:lnTo>
                <a:lnTo>
                  <a:pt x="727" y="637"/>
                </a:lnTo>
                <a:lnTo>
                  <a:pt x="1239" y="1005"/>
                </a:lnTo>
              </a:path>
            </a:pathLst>
          </a:custGeom>
          <a:ln w="23400">
            <a:solidFill>
              <a:srgbClr val="ffffff">
                <a:alpha val="85000"/>
              </a:srgbClr>
            </a:solidFill>
            <a:miter/>
          </a:ln>
        </p:spPr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7" name=""/>
          <p:cNvSpPr/>
          <p:nvPr/>
        </p:nvSpPr>
        <p:spPr>
          <a:xfrm>
            <a:off x="1364400" y="2199600"/>
            <a:ext cx="446040" cy="361800"/>
          </a:xfrm>
          <a:custGeom>
            <a:avLst/>
            <a:gdLst/>
            <a:ahLst/>
            <a:rect l="0" t="0" r="r" b="b"/>
            <a:pathLst>
              <a:path fill="none" w="1239" h="1005">
                <a:moveTo>
                  <a:pt x="0" y="0"/>
                </a:moveTo>
                <a:lnTo>
                  <a:pt x="674" y="273"/>
                </a:lnTo>
                <a:lnTo>
                  <a:pt x="680" y="560"/>
                </a:lnTo>
                <a:lnTo>
                  <a:pt x="727" y="637"/>
                </a:lnTo>
                <a:lnTo>
                  <a:pt x="1239" y="1005"/>
                </a:lnTo>
              </a:path>
            </a:pathLst>
          </a:custGeom>
          <a:ln w="10440">
            <a:solidFill>
              <a:srgbClr val="d9531e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8" name=""/>
          <p:cNvSpPr/>
          <p:nvPr/>
        </p:nvSpPr>
        <p:spPr>
          <a:xfrm>
            <a:off x="1744200" y="2501280"/>
            <a:ext cx="71280" cy="64080"/>
          </a:xfrm>
          <a:custGeom>
            <a:avLst/>
            <a:gdLst/>
            <a:ahLst/>
            <a:rect l="0" t="0" r="r" b="b"/>
            <a:pathLst>
              <a:path w="198" h="178">
                <a:moveTo>
                  <a:pt x="105" y="0"/>
                </a:moveTo>
                <a:lnTo>
                  <a:pt x="198" y="178"/>
                </a:lnTo>
                <a:lnTo>
                  <a:pt x="0" y="146"/>
                </a:lnTo>
                <a:lnTo>
                  <a:pt x="105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9" name=""/>
          <p:cNvSpPr/>
          <p:nvPr/>
        </p:nvSpPr>
        <p:spPr>
          <a:xfrm>
            <a:off x="4036320" y="1889280"/>
            <a:ext cx="1208880" cy="1153800"/>
          </a:xfrm>
          <a:custGeom>
            <a:avLst/>
            <a:gdLst/>
            <a:ahLst/>
            <a:rect l="0" t="0" r="r" b="b"/>
            <a:pathLst>
              <a:path fill="none" w="3358" h="3205">
                <a:moveTo>
                  <a:pt x="2524" y="0"/>
                </a:moveTo>
                <a:lnTo>
                  <a:pt x="2709" y="220"/>
                </a:lnTo>
                <a:lnTo>
                  <a:pt x="2744" y="351"/>
                </a:lnTo>
                <a:lnTo>
                  <a:pt x="2798" y="440"/>
                </a:lnTo>
                <a:lnTo>
                  <a:pt x="2786" y="422"/>
                </a:lnTo>
                <a:lnTo>
                  <a:pt x="3358" y="422"/>
                </a:lnTo>
                <a:lnTo>
                  <a:pt x="3358" y="3205"/>
                </a:lnTo>
                <a:lnTo>
                  <a:pt x="0" y="3205"/>
                </a:lnTo>
                <a:lnTo>
                  <a:pt x="262" y="2461"/>
                </a:lnTo>
              </a:path>
            </a:pathLst>
          </a:custGeom>
          <a:ln w="23400">
            <a:solidFill>
              <a:srgbClr val="ffffff">
                <a:alpha val="85000"/>
              </a:srgbClr>
            </a:solidFill>
            <a:miter/>
          </a:ln>
        </p:spPr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0" name=""/>
          <p:cNvSpPr/>
          <p:nvPr/>
        </p:nvSpPr>
        <p:spPr>
          <a:xfrm>
            <a:off x="4036320" y="1889280"/>
            <a:ext cx="1208880" cy="1153800"/>
          </a:xfrm>
          <a:custGeom>
            <a:avLst/>
            <a:gdLst/>
            <a:ahLst/>
            <a:rect l="0" t="0" r="r" b="b"/>
            <a:pathLst>
              <a:path fill="none" w="3358" h="3205">
                <a:moveTo>
                  <a:pt x="2524" y="0"/>
                </a:moveTo>
                <a:lnTo>
                  <a:pt x="2709" y="220"/>
                </a:lnTo>
                <a:lnTo>
                  <a:pt x="2744" y="351"/>
                </a:lnTo>
                <a:lnTo>
                  <a:pt x="2798" y="440"/>
                </a:lnTo>
                <a:lnTo>
                  <a:pt x="2786" y="422"/>
                </a:lnTo>
                <a:lnTo>
                  <a:pt x="3358" y="422"/>
                </a:lnTo>
                <a:lnTo>
                  <a:pt x="3358" y="3205"/>
                </a:lnTo>
                <a:lnTo>
                  <a:pt x="0" y="3205"/>
                </a:lnTo>
                <a:lnTo>
                  <a:pt x="262" y="2461"/>
                </a:lnTo>
              </a:path>
            </a:pathLst>
          </a:custGeom>
          <a:ln w="10440">
            <a:solidFill>
              <a:srgbClr val="d9531e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1" name=""/>
          <p:cNvSpPr/>
          <p:nvPr/>
        </p:nvSpPr>
        <p:spPr>
          <a:xfrm>
            <a:off x="4080960" y="2769120"/>
            <a:ext cx="61200" cy="71640"/>
          </a:xfrm>
          <a:custGeom>
            <a:avLst/>
            <a:gdLst/>
            <a:ahLst/>
            <a:rect l="0" t="0" r="r" b="b"/>
            <a:pathLst>
              <a:path w="170" h="199">
                <a:moveTo>
                  <a:pt x="0" y="139"/>
                </a:moveTo>
                <a:lnTo>
                  <a:pt x="145" y="0"/>
                </a:lnTo>
                <a:lnTo>
                  <a:pt x="170" y="199"/>
                </a:lnTo>
                <a:lnTo>
                  <a:pt x="0" y="1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2" name=""/>
          <p:cNvSpPr/>
          <p:nvPr/>
        </p:nvSpPr>
        <p:spPr>
          <a:xfrm>
            <a:off x="995760" y="1932120"/>
            <a:ext cx="375480" cy="387720"/>
          </a:xfrm>
          <a:custGeom>
            <a:avLst/>
            <a:gdLst/>
            <a:ahLst/>
            <a:rect l="0" t="0" r="r" b="b"/>
            <a:pathLst>
              <a:path w="1043" h="1077">
                <a:moveTo>
                  <a:pt x="24" y="0"/>
                </a:moveTo>
                <a:lnTo>
                  <a:pt x="1019" y="0"/>
                </a:lnTo>
                <a:cubicBezTo>
                  <a:pt x="1026" y="0"/>
                  <a:pt x="1031" y="2"/>
                  <a:pt x="1036" y="7"/>
                </a:cubicBezTo>
                <a:cubicBezTo>
                  <a:pt x="1041" y="12"/>
                  <a:pt x="1043" y="17"/>
                  <a:pt x="1043" y="24"/>
                </a:cubicBezTo>
                <a:lnTo>
                  <a:pt x="1043" y="1053"/>
                </a:lnTo>
                <a:cubicBezTo>
                  <a:pt x="1043" y="1060"/>
                  <a:pt x="1041" y="1065"/>
                  <a:pt x="1036" y="1070"/>
                </a:cubicBezTo>
                <a:cubicBezTo>
                  <a:pt x="1031" y="1075"/>
                  <a:pt x="1026" y="1077"/>
                  <a:pt x="1019" y="1077"/>
                </a:cubicBezTo>
                <a:lnTo>
                  <a:pt x="24" y="1077"/>
                </a:lnTo>
                <a:cubicBezTo>
                  <a:pt x="18" y="1077"/>
                  <a:pt x="12" y="1075"/>
                  <a:pt x="7" y="1070"/>
                </a:cubicBezTo>
                <a:cubicBezTo>
                  <a:pt x="3" y="1065"/>
                  <a:pt x="0" y="1060"/>
                  <a:pt x="0" y="1053"/>
                </a:cubicBezTo>
                <a:lnTo>
                  <a:pt x="0" y="24"/>
                </a:lnTo>
                <a:cubicBezTo>
                  <a:pt x="0" y="17"/>
                  <a:pt x="3" y="12"/>
                  <a:pt x="7" y="7"/>
                </a:cubicBezTo>
                <a:cubicBezTo>
                  <a:pt x="12" y="2"/>
                  <a:pt x="18" y="0"/>
                  <a:pt x="24" y="0"/>
                </a:cubicBezTo>
                <a:close/>
              </a:path>
            </a:pathLst>
          </a:custGeom>
          <a:noFill/>
          <a:ln w="8280">
            <a:solidFill>
              <a:srgbClr val="1f6f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3" name=""/>
          <p:cNvSpPr/>
          <p:nvPr/>
        </p:nvSpPr>
        <p:spPr>
          <a:xfrm>
            <a:off x="1715760" y="2554920"/>
            <a:ext cx="349560" cy="130680"/>
          </a:xfrm>
          <a:custGeom>
            <a:avLst/>
            <a:gdLst/>
            <a:ahLst/>
            <a:rect l="0" t="0" r="r" b="b"/>
            <a:pathLst>
              <a:path w="971" h="363">
                <a:moveTo>
                  <a:pt x="24" y="0"/>
                </a:moveTo>
                <a:lnTo>
                  <a:pt x="947" y="0"/>
                </a:lnTo>
                <a:cubicBezTo>
                  <a:pt x="954" y="0"/>
                  <a:pt x="960" y="2"/>
                  <a:pt x="964" y="7"/>
                </a:cubicBezTo>
                <a:cubicBezTo>
                  <a:pt x="969" y="11"/>
                  <a:pt x="971" y="17"/>
                  <a:pt x="971" y="23"/>
                </a:cubicBezTo>
                <a:lnTo>
                  <a:pt x="971" y="339"/>
                </a:lnTo>
                <a:cubicBezTo>
                  <a:pt x="971" y="346"/>
                  <a:pt x="969" y="351"/>
                  <a:pt x="964" y="356"/>
                </a:cubicBezTo>
                <a:cubicBezTo>
                  <a:pt x="960" y="361"/>
                  <a:pt x="954" y="363"/>
                  <a:pt x="947" y="363"/>
                </a:cubicBezTo>
                <a:lnTo>
                  <a:pt x="24" y="363"/>
                </a:lnTo>
                <a:cubicBezTo>
                  <a:pt x="17" y="363"/>
                  <a:pt x="12" y="361"/>
                  <a:pt x="7" y="356"/>
                </a:cubicBezTo>
                <a:cubicBezTo>
                  <a:pt x="2" y="351"/>
                  <a:pt x="0" y="346"/>
                  <a:pt x="0" y="339"/>
                </a:cubicBezTo>
                <a:lnTo>
                  <a:pt x="0" y="23"/>
                </a:lnTo>
                <a:cubicBezTo>
                  <a:pt x="0" y="17"/>
                  <a:pt x="2" y="11"/>
                  <a:pt x="7" y="7"/>
                </a:cubicBezTo>
                <a:cubicBezTo>
                  <a:pt x="12" y="2"/>
                  <a:pt x="17" y="0"/>
                  <a:pt x="24" y="0"/>
                </a:cubicBezTo>
                <a:close/>
              </a:path>
            </a:pathLst>
          </a:custGeom>
          <a:noFill/>
          <a:ln w="8280">
            <a:solidFill>
              <a:srgbClr val="1f6f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4" name=""/>
          <p:cNvSpPr/>
          <p:nvPr/>
        </p:nvSpPr>
        <p:spPr>
          <a:xfrm>
            <a:off x="4582440" y="1726920"/>
            <a:ext cx="591840" cy="169200"/>
          </a:xfrm>
          <a:custGeom>
            <a:avLst/>
            <a:gdLst/>
            <a:ahLst/>
            <a:rect l="0" t="0" r="r" b="b"/>
            <a:pathLst>
              <a:path w="1644" h="470">
                <a:moveTo>
                  <a:pt x="24" y="0"/>
                </a:moveTo>
                <a:lnTo>
                  <a:pt x="1620" y="0"/>
                </a:lnTo>
                <a:cubicBezTo>
                  <a:pt x="1627" y="0"/>
                  <a:pt x="1632" y="2"/>
                  <a:pt x="1637" y="7"/>
                </a:cubicBezTo>
                <a:cubicBezTo>
                  <a:pt x="1642" y="11"/>
                  <a:pt x="1644" y="17"/>
                  <a:pt x="1644" y="23"/>
                </a:cubicBezTo>
                <a:lnTo>
                  <a:pt x="1644" y="446"/>
                </a:lnTo>
                <a:cubicBezTo>
                  <a:pt x="1644" y="453"/>
                  <a:pt x="1642" y="459"/>
                  <a:pt x="1637" y="463"/>
                </a:cubicBezTo>
                <a:cubicBezTo>
                  <a:pt x="1632" y="468"/>
                  <a:pt x="1627" y="470"/>
                  <a:pt x="1620" y="470"/>
                </a:cubicBezTo>
                <a:lnTo>
                  <a:pt x="24" y="470"/>
                </a:lnTo>
                <a:cubicBezTo>
                  <a:pt x="18" y="470"/>
                  <a:pt x="12" y="468"/>
                  <a:pt x="7" y="463"/>
                </a:cubicBezTo>
                <a:cubicBezTo>
                  <a:pt x="3" y="459"/>
                  <a:pt x="0" y="453"/>
                  <a:pt x="0" y="446"/>
                </a:cubicBezTo>
                <a:lnTo>
                  <a:pt x="0" y="23"/>
                </a:lnTo>
                <a:cubicBezTo>
                  <a:pt x="0" y="17"/>
                  <a:pt x="3" y="11"/>
                  <a:pt x="7" y="7"/>
                </a:cubicBezTo>
                <a:cubicBezTo>
                  <a:pt x="12" y="2"/>
                  <a:pt x="18" y="0"/>
                  <a:pt x="24" y="0"/>
                </a:cubicBezTo>
                <a:close/>
              </a:path>
            </a:pathLst>
          </a:custGeom>
          <a:noFill/>
          <a:ln w="8280">
            <a:solidFill>
              <a:srgbClr val="1f6f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5" name=""/>
          <p:cNvSpPr/>
          <p:nvPr/>
        </p:nvSpPr>
        <p:spPr>
          <a:xfrm>
            <a:off x="3770640" y="2651040"/>
            <a:ext cx="761040" cy="131040"/>
          </a:xfrm>
          <a:custGeom>
            <a:avLst/>
            <a:gdLst/>
            <a:ahLst/>
            <a:rect l="0" t="0" r="r" b="b"/>
            <a:pathLst>
              <a:path w="2114" h="364">
                <a:moveTo>
                  <a:pt x="24" y="0"/>
                </a:moveTo>
                <a:lnTo>
                  <a:pt x="2090" y="0"/>
                </a:lnTo>
                <a:cubicBezTo>
                  <a:pt x="2096" y="0"/>
                  <a:pt x="2102" y="2"/>
                  <a:pt x="2107" y="7"/>
                </a:cubicBezTo>
                <a:cubicBezTo>
                  <a:pt x="2111" y="12"/>
                  <a:pt x="2114" y="17"/>
                  <a:pt x="2114" y="24"/>
                </a:cubicBezTo>
                <a:lnTo>
                  <a:pt x="2114" y="340"/>
                </a:lnTo>
                <a:cubicBezTo>
                  <a:pt x="2114" y="346"/>
                  <a:pt x="2111" y="352"/>
                  <a:pt x="2107" y="357"/>
                </a:cubicBezTo>
                <a:cubicBezTo>
                  <a:pt x="2102" y="361"/>
                  <a:pt x="2096" y="364"/>
                  <a:pt x="2090" y="364"/>
                </a:cubicBezTo>
                <a:lnTo>
                  <a:pt x="24" y="364"/>
                </a:lnTo>
                <a:cubicBezTo>
                  <a:pt x="17" y="364"/>
                  <a:pt x="11" y="361"/>
                  <a:pt x="7" y="357"/>
                </a:cubicBezTo>
                <a:cubicBezTo>
                  <a:pt x="2" y="352"/>
                  <a:pt x="0" y="346"/>
                  <a:pt x="0" y="340"/>
                </a:cubicBezTo>
                <a:lnTo>
                  <a:pt x="0" y="24"/>
                </a:lnTo>
                <a:cubicBezTo>
                  <a:pt x="0" y="17"/>
                  <a:pt x="2" y="12"/>
                  <a:pt x="7" y="7"/>
                </a:cubicBezTo>
                <a:cubicBezTo>
                  <a:pt x="11" y="2"/>
                  <a:pt x="17" y="0"/>
                  <a:pt x="24" y="0"/>
                </a:cubicBezTo>
                <a:close/>
              </a:path>
            </a:pathLst>
          </a:custGeom>
          <a:noFill/>
          <a:ln w="8280">
            <a:solidFill>
              <a:srgbClr val="1f6f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6" name=""/>
          <p:cNvSpPr/>
          <p:nvPr/>
        </p:nvSpPr>
        <p:spPr>
          <a:xfrm>
            <a:off x="1418040" y="2229480"/>
            <a:ext cx="137520" cy="45360"/>
          </a:xfrm>
          <a:custGeom>
            <a:avLst/>
            <a:gdLst/>
            <a:ahLst/>
            <a:rect l="0" t="0" r="r" b="b"/>
            <a:pathLst>
              <a:path w="382" h="126">
                <a:moveTo>
                  <a:pt x="24" y="0"/>
                </a:moveTo>
                <a:lnTo>
                  <a:pt x="358" y="0"/>
                </a:lnTo>
                <a:cubicBezTo>
                  <a:pt x="365" y="0"/>
                  <a:pt x="370" y="3"/>
                  <a:pt x="375" y="7"/>
                </a:cubicBezTo>
                <a:cubicBezTo>
                  <a:pt x="379" y="12"/>
                  <a:pt x="382" y="17"/>
                  <a:pt x="382" y="24"/>
                </a:cubicBezTo>
                <a:lnTo>
                  <a:pt x="382" y="102"/>
                </a:lnTo>
                <a:cubicBezTo>
                  <a:pt x="382" y="109"/>
                  <a:pt x="379" y="114"/>
                  <a:pt x="375" y="119"/>
                </a:cubicBezTo>
                <a:cubicBezTo>
                  <a:pt x="370" y="124"/>
                  <a:pt x="365" y="126"/>
                  <a:pt x="358" y="126"/>
                </a:cubicBezTo>
                <a:lnTo>
                  <a:pt x="24" y="126"/>
                </a:lnTo>
                <a:cubicBezTo>
                  <a:pt x="17" y="126"/>
                  <a:pt x="11" y="124"/>
                  <a:pt x="7" y="119"/>
                </a:cubicBezTo>
                <a:cubicBezTo>
                  <a:pt x="2" y="114"/>
                  <a:pt x="0" y="109"/>
                  <a:pt x="0" y="102"/>
                </a:cubicBezTo>
                <a:lnTo>
                  <a:pt x="0" y="24"/>
                </a:lnTo>
                <a:cubicBezTo>
                  <a:pt x="0" y="17"/>
                  <a:pt x="2" y="12"/>
                  <a:pt x="7" y="7"/>
                </a:cubicBezTo>
                <a:cubicBezTo>
                  <a:pt x="11" y="3"/>
                  <a:pt x="17" y="0"/>
                  <a:pt x="2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7" name=""/>
          <p:cNvSpPr/>
          <p:nvPr/>
        </p:nvSpPr>
        <p:spPr>
          <a:xfrm>
            <a:off x="1418040" y="2229480"/>
            <a:ext cx="137520" cy="45360"/>
          </a:xfrm>
          <a:custGeom>
            <a:avLst/>
            <a:gdLst/>
            <a:ahLst/>
            <a:rect l="0" t="0" r="r" b="b"/>
            <a:pathLst>
              <a:path w="382" h="126">
                <a:moveTo>
                  <a:pt x="24" y="0"/>
                </a:moveTo>
                <a:lnTo>
                  <a:pt x="358" y="0"/>
                </a:lnTo>
                <a:cubicBezTo>
                  <a:pt x="365" y="0"/>
                  <a:pt x="370" y="3"/>
                  <a:pt x="375" y="7"/>
                </a:cubicBezTo>
                <a:cubicBezTo>
                  <a:pt x="379" y="12"/>
                  <a:pt x="382" y="17"/>
                  <a:pt x="382" y="24"/>
                </a:cubicBezTo>
                <a:lnTo>
                  <a:pt x="382" y="102"/>
                </a:lnTo>
                <a:cubicBezTo>
                  <a:pt x="382" y="109"/>
                  <a:pt x="379" y="114"/>
                  <a:pt x="375" y="119"/>
                </a:cubicBezTo>
                <a:cubicBezTo>
                  <a:pt x="370" y="124"/>
                  <a:pt x="365" y="126"/>
                  <a:pt x="358" y="126"/>
                </a:cubicBezTo>
                <a:lnTo>
                  <a:pt x="24" y="126"/>
                </a:lnTo>
                <a:cubicBezTo>
                  <a:pt x="17" y="126"/>
                  <a:pt x="11" y="124"/>
                  <a:pt x="7" y="119"/>
                </a:cubicBezTo>
                <a:cubicBezTo>
                  <a:pt x="2" y="114"/>
                  <a:pt x="0" y="109"/>
                  <a:pt x="0" y="102"/>
                </a:cubicBezTo>
                <a:lnTo>
                  <a:pt x="0" y="24"/>
                </a:lnTo>
                <a:cubicBezTo>
                  <a:pt x="0" y="17"/>
                  <a:pt x="2" y="12"/>
                  <a:pt x="7" y="7"/>
                </a:cubicBezTo>
                <a:cubicBezTo>
                  <a:pt x="11" y="3"/>
                  <a:pt x="17" y="0"/>
                  <a:pt x="24" y="0"/>
                </a:cubicBezTo>
                <a:close/>
              </a:path>
            </a:pathLst>
          </a:custGeom>
          <a:noFill/>
          <a:ln w="3960">
            <a:solidFill>
              <a:srgbClr val="d9531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8" name=""/>
          <p:cNvSpPr txBox="1"/>
          <p:nvPr/>
        </p:nvSpPr>
        <p:spPr>
          <a:xfrm>
            <a:off x="439920" y="729360"/>
            <a:ext cx="4760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valt er onder een ID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9" name=""/>
          <p:cNvSpPr/>
          <p:nvPr/>
        </p:nvSpPr>
        <p:spPr>
          <a:xfrm>
            <a:off x="4572000" y="3025440"/>
            <a:ext cx="137520" cy="45360"/>
          </a:xfrm>
          <a:custGeom>
            <a:avLst/>
            <a:gdLst/>
            <a:ahLst/>
            <a:rect l="0" t="0" r="r" b="b"/>
            <a:pathLst>
              <a:path w="382" h="126">
                <a:moveTo>
                  <a:pt x="23" y="0"/>
                </a:moveTo>
                <a:lnTo>
                  <a:pt x="358" y="0"/>
                </a:lnTo>
                <a:cubicBezTo>
                  <a:pt x="364" y="0"/>
                  <a:pt x="370" y="2"/>
                  <a:pt x="375" y="7"/>
                </a:cubicBezTo>
                <a:cubicBezTo>
                  <a:pt x="379" y="12"/>
                  <a:pt x="382" y="17"/>
                  <a:pt x="382" y="24"/>
                </a:cubicBezTo>
                <a:lnTo>
                  <a:pt x="382" y="102"/>
                </a:lnTo>
                <a:cubicBezTo>
                  <a:pt x="382" y="109"/>
                  <a:pt x="379" y="114"/>
                  <a:pt x="375" y="119"/>
                </a:cubicBezTo>
                <a:cubicBezTo>
                  <a:pt x="370" y="124"/>
                  <a:pt x="364" y="126"/>
                  <a:pt x="358" y="126"/>
                </a:cubicBezTo>
                <a:lnTo>
                  <a:pt x="23" y="126"/>
                </a:lnTo>
                <a:cubicBezTo>
                  <a:pt x="17" y="126"/>
                  <a:pt x="11" y="124"/>
                  <a:pt x="7" y="119"/>
                </a:cubicBezTo>
                <a:cubicBezTo>
                  <a:pt x="2" y="114"/>
                  <a:pt x="0" y="109"/>
                  <a:pt x="0" y="102"/>
                </a:cubicBezTo>
                <a:lnTo>
                  <a:pt x="0" y="24"/>
                </a:lnTo>
                <a:cubicBezTo>
                  <a:pt x="0" y="17"/>
                  <a:pt x="2" y="12"/>
                  <a:pt x="7" y="7"/>
                </a:cubicBezTo>
                <a:cubicBezTo>
                  <a:pt x="11" y="2"/>
                  <a:pt x="17" y="0"/>
                  <a:pt x="2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0" name=""/>
          <p:cNvSpPr/>
          <p:nvPr/>
        </p:nvSpPr>
        <p:spPr>
          <a:xfrm>
            <a:off x="4572000" y="3025440"/>
            <a:ext cx="137520" cy="45360"/>
          </a:xfrm>
          <a:custGeom>
            <a:avLst/>
            <a:gdLst/>
            <a:ahLst/>
            <a:rect l="0" t="0" r="r" b="b"/>
            <a:pathLst>
              <a:path w="382" h="126">
                <a:moveTo>
                  <a:pt x="23" y="0"/>
                </a:moveTo>
                <a:lnTo>
                  <a:pt x="358" y="0"/>
                </a:lnTo>
                <a:cubicBezTo>
                  <a:pt x="364" y="0"/>
                  <a:pt x="370" y="2"/>
                  <a:pt x="375" y="7"/>
                </a:cubicBezTo>
                <a:cubicBezTo>
                  <a:pt x="379" y="12"/>
                  <a:pt x="382" y="17"/>
                  <a:pt x="382" y="24"/>
                </a:cubicBezTo>
                <a:lnTo>
                  <a:pt x="382" y="102"/>
                </a:lnTo>
                <a:cubicBezTo>
                  <a:pt x="382" y="109"/>
                  <a:pt x="379" y="114"/>
                  <a:pt x="375" y="119"/>
                </a:cubicBezTo>
                <a:cubicBezTo>
                  <a:pt x="370" y="124"/>
                  <a:pt x="364" y="126"/>
                  <a:pt x="358" y="126"/>
                </a:cubicBezTo>
                <a:lnTo>
                  <a:pt x="23" y="126"/>
                </a:lnTo>
                <a:cubicBezTo>
                  <a:pt x="17" y="126"/>
                  <a:pt x="11" y="124"/>
                  <a:pt x="7" y="119"/>
                </a:cubicBezTo>
                <a:cubicBezTo>
                  <a:pt x="2" y="114"/>
                  <a:pt x="0" y="109"/>
                  <a:pt x="0" y="102"/>
                </a:cubicBezTo>
                <a:lnTo>
                  <a:pt x="0" y="24"/>
                </a:lnTo>
                <a:cubicBezTo>
                  <a:pt x="0" y="17"/>
                  <a:pt x="2" y="12"/>
                  <a:pt x="7" y="7"/>
                </a:cubicBezTo>
                <a:cubicBezTo>
                  <a:pt x="11" y="2"/>
                  <a:pt x="17" y="0"/>
                  <a:pt x="23" y="0"/>
                </a:cubicBezTo>
                <a:close/>
              </a:path>
            </a:pathLst>
          </a:custGeom>
          <a:noFill/>
          <a:ln w="3960">
            <a:solidFill>
              <a:srgbClr val="d9531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1" name=""/>
          <p:cNvSpPr txBox="1"/>
          <p:nvPr/>
        </p:nvSpPr>
        <p:spPr>
          <a:xfrm>
            <a:off x="1418040" y="2232000"/>
            <a:ext cx="13644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0" spc="-1" strike="noStrike">
                <a:solidFill>
                  <a:srgbClr val="d9531e"/>
                </a:solidFill>
                <a:latin typeface="DejaVuSans"/>
                <a:ea typeface="DejaVuSans"/>
              </a:rPr>
              <a:t>OC-KRS</a:t>
            </a:r>
            <a:endParaRPr b="0" lang="en-US" sz="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2" name=""/>
          <p:cNvSpPr txBox="1"/>
          <p:nvPr/>
        </p:nvSpPr>
        <p:spPr>
          <a:xfrm>
            <a:off x="4572720" y="3025800"/>
            <a:ext cx="13500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0" spc="-1" strike="noStrike">
                <a:solidFill>
                  <a:srgbClr val="d9531e"/>
                </a:solidFill>
                <a:latin typeface="DejaVuSans"/>
                <a:ea typeface="DejaVuSans"/>
              </a:rPr>
              <a:t>OC-SVS</a:t>
            </a:r>
            <a:endParaRPr b="0" lang="en-US" sz="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3" name=""/>
          <p:cNvSpPr/>
          <p:nvPr/>
        </p:nvSpPr>
        <p:spPr>
          <a:xfrm>
            <a:off x="5505120" y="1685880"/>
            <a:ext cx="3372480" cy="705240"/>
          </a:xfrm>
          <a:custGeom>
            <a:avLst/>
            <a:gdLst/>
            <a:ahLst/>
            <a:rect l="0" t="0" r="r" b="b"/>
            <a:pathLst>
              <a:path w="9368" h="1959">
                <a:moveTo>
                  <a:pt x="0" y="0"/>
                </a:moveTo>
                <a:lnTo>
                  <a:pt x="9368" y="0"/>
                </a:lnTo>
                <a:lnTo>
                  <a:pt x="936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4" name=""/>
          <p:cNvSpPr/>
          <p:nvPr/>
        </p:nvSpPr>
        <p:spPr>
          <a:xfrm>
            <a:off x="5505120" y="1685880"/>
            <a:ext cx="3372480" cy="38160"/>
          </a:xfrm>
          <a:custGeom>
            <a:avLst/>
            <a:gdLst/>
            <a:ahLst/>
            <a:rect l="0" t="0" r="r" b="b"/>
            <a:pathLst>
              <a:path w="9368" h="106">
                <a:moveTo>
                  <a:pt x="0" y="0"/>
                </a:moveTo>
                <a:lnTo>
                  <a:pt x="9368" y="0"/>
                </a:lnTo>
                <a:lnTo>
                  <a:pt x="9368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5" name=""/>
          <p:cNvSpPr/>
          <p:nvPr/>
        </p:nvSpPr>
        <p:spPr>
          <a:xfrm>
            <a:off x="5505120" y="2381040"/>
            <a:ext cx="3372480" cy="10080"/>
          </a:xfrm>
          <a:custGeom>
            <a:avLst/>
            <a:gdLst/>
            <a:ahLst/>
            <a:rect l="0" t="0" r="r" b="b"/>
            <a:pathLst>
              <a:path w="9368" h="28">
                <a:moveTo>
                  <a:pt x="0" y="0"/>
                </a:moveTo>
                <a:lnTo>
                  <a:pt x="9368" y="0"/>
                </a:lnTo>
                <a:lnTo>
                  <a:pt x="93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6" name=""/>
          <p:cNvSpPr/>
          <p:nvPr/>
        </p:nvSpPr>
        <p:spPr>
          <a:xfrm>
            <a:off x="8867520" y="168588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105"/>
                </a:moveTo>
                <a:lnTo>
                  <a:pt x="0" y="1959"/>
                </a:lnTo>
                <a:lnTo>
                  <a:pt x="28" y="1959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7" name=""/>
          <p:cNvSpPr/>
          <p:nvPr/>
        </p:nvSpPr>
        <p:spPr>
          <a:xfrm>
            <a:off x="5505120" y="168588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0"/>
                </a:moveTo>
                <a:lnTo>
                  <a:pt x="0" y="1959"/>
                </a:lnTo>
                <a:lnTo>
                  <a:pt x="28" y="1959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8" name=""/>
          <p:cNvSpPr/>
          <p:nvPr/>
        </p:nvSpPr>
        <p:spPr>
          <a:xfrm>
            <a:off x="5505120" y="2466720"/>
            <a:ext cx="3372480" cy="533880"/>
          </a:xfrm>
          <a:custGeom>
            <a:avLst/>
            <a:gdLst/>
            <a:ahLst/>
            <a:rect l="0" t="0" r="r" b="b"/>
            <a:pathLst>
              <a:path w="9368" h="1483">
                <a:moveTo>
                  <a:pt x="0" y="0"/>
                </a:moveTo>
                <a:lnTo>
                  <a:pt x="9368" y="0"/>
                </a:lnTo>
                <a:lnTo>
                  <a:pt x="936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9" name=""/>
          <p:cNvSpPr/>
          <p:nvPr/>
        </p:nvSpPr>
        <p:spPr>
          <a:xfrm>
            <a:off x="5505120" y="2466720"/>
            <a:ext cx="3372480" cy="38520"/>
          </a:xfrm>
          <a:custGeom>
            <a:avLst/>
            <a:gdLst/>
            <a:ahLst/>
            <a:rect l="0" t="0" r="r" b="b"/>
            <a:pathLst>
              <a:path w="9368" h="107">
                <a:moveTo>
                  <a:pt x="0" y="0"/>
                </a:moveTo>
                <a:lnTo>
                  <a:pt x="9368" y="0"/>
                </a:lnTo>
                <a:lnTo>
                  <a:pt x="936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0" name=""/>
          <p:cNvSpPr/>
          <p:nvPr/>
        </p:nvSpPr>
        <p:spPr>
          <a:xfrm>
            <a:off x="5505120" y="2990520"/>
            <a:ext cx="3372480" cy="10080"/>
          </a:xfrm>
          <a:custGeom>
            <a:avLst/>
            <a:gdLst/>
            <a:ahLst/>
            <a:rect l="0" t="0" r="r" b="b"/>
            <a:pathLst>
              <a:path w="9368" h="28">
                <a:moveTo>
                  <a:pt x="0" y="0"/>
                </a:moveTo>
                <a:lnTo>
                  <a:pt x="9368" y="0"/>
                </a:lnTo>
                <a:lnTo>
                  <a:pt x="93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1" name=""/>
          <p:cNvSpPr/>
          <p:nvPr/>
        </p:nvSpPr>
        <p:spPr>
          <a:xfrm>
            <a:off x="8867520" y="246672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106"/>
                </a:moveTo>
                <a:lnTo>
                  <a:pt x="0" y="1483"/>
                </a:lnTo>
                <a:lnTo>
                  <a:pt x="28" y="148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2" name=""/>
          <p:cNvSpPr/>
          <p:nvPr/>
        </p:nvSpPr>
        <p:spPr>
          <a:xfrm>
            <a:off x="5505120" y="246672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0" y="1483"/>
                </a:lnTo>
                <a:lnTo>
                  <a:pt x="28" y="148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3" name=""/>
          <p:cNvSpPr/>
          <p:nvPr/>
        </p:nvSpPr>
        <p:spPr>
          <a:xfrm>
            <a:off x="5505120" y="3076560"/>
            <a:ext cx="3372480" cy="524160"/>
          </a:xfrm>
          <a:custGeom>
            <a:avLst/>
            <a:gdLst/>
            <a:ahLst/>
            <a:rect l="0" t="0" r="r" b="b"/>
            <a:pathLst>
              <a:path w="9368" h="1456">
                <a:moveTo>
                  <a:pt x="0" y="0"/>
                </a:moveTo>
                <a:lnTo>
                  <a:pt x="9368" y="0"/>
                </a:lnTo>
                <a:lnTo>
                  <a:pt x="9368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4" name=""/>
          <p:cNvSpPr/>
          <p:nvPr/>
        </p:nvSpPr>
        <p:spPr>
          <a:xfrm>
            <a:off x="5505120" y="3076560"/>
            <a:ext cx="3372480" cy="38160"/>
          </a:xfrm>
          <a:custGeom>
            <a:avLst/>
            <a:gdLst/>
            <a:ahLst/>
            <a:rect l="0" t="0" r="r" b="b"/>
            <a:pathLst>
              <a:path w="9368" h="106">
                <a:moveTo>
                  <a:pt x="0" y="0"/>
                </a:moveTo>
                <a:lnTo>
                  <a:pt x="9368" y="0"/>
                </a:lnTo>
                <a:lnTo>
                  <a:pt x="9368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5" name=""/>
          <p:cNvSpPr/>
          <p:nvPr/>
        </p:nvSpPr>
        <p:spPr>
          <a:xfrm>
            <a:off x="5505120" y="3590640"/>
            <a:ext cx="3372480" cy="10080"/>
          </a:xfrm>
          <a:custGeom>
            <a:avLst/>
            <a:gdLst/>
            <a:ahLst/>
            <a:rect l="0" t="0" r="r" b="b"/>
            <a:pathLst>
              <a:path w="9368" h="28">
                <a:moveTo>
                  <a:pt x="0" y="0"/>
                </a:moveTo>
                <a:lnTo>
                  <a:pt x="9368" y="0"/>
                </a:lnTo>
                <a:lnTo>
                  <a:pt x="93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6" name=""/>
          <p:cNvSpPr/>
          <p:nvPr/>
        </p:nvSpPr>
        <p:spPr>
          <a:xfrm>
            <a:off x="8867520" y="3076560"/>
            <a:ext cx="10080" cy="524160"/>
          </a:xfrm>
          <a:custGeom>
            <a:avLst/>
            <a:gdLst/>
            <a:ahLst/>
            <a:rect l="0" t="0" r="r" b="b"/>
            <a:pathLst>
              <a:path w="28" h="1456">
                <a:moveTo>
                  <a:pt x="0" y="105"/>
                </a:moveTo>
                <a:lnTo>
                  <a:pt x="0" y="1456"/>
                </a:lnTo>
                <a:lnTo>
                  <a:pt x="28" y="1456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7" name=""/>
          <p:cNvSpPr/>
          <p:nvPr/>
        </p:nvSpPr>
        <p:spPr>
          <a:xfrm>
            <a:off x="5505120" y="3076560"/>
            <a:ext cx="10080" cy="524160"/>
          </a:xfrm>
          <a:custGeom>
            <a:avLst/>
            <a:gdLst/>
            <a:ahLst/>
            <a:rect l="0" t="0" r="r" b="b"/>
            <a:pathLst>
              <a:path w="28" h="1456">
                <a:moveTo>
                  <a:pt x="0" y="0"/>
                </a:moveTo>
                <a:lnTo>
                  <a:pt x="0" y="1456"/>
                </a:lnTo>
                <a:lnTo>
                  <a:pt x="28" y="1456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8" name=""/>
          <p:cNvSpPr txBox="1"/>
          <p:nvPr/>
        </p:nvSpPr>
        <p:spPr>
          <a:xfrm>
            <a:off x="457200" y="3803400"/>
            <a:ext cx="2975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Catalogus met kernregistratie en studentvolgsysteem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9" name=""/>
          <p:cNvSpPr txBox="1"/>
          <p:nvPr/>
        </p:nvSpPr>
        <p:spPr>
          <a:xfrm>
            <a:off x="5626440" y="1811880"/>
            <a:ext cx="1978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Meerdere lijnen, een naam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0" name=""/>
          <p:cNvSpPr txBox="1"/>
          <p:nvPr/>
        </p:nvSpPr>
        <p:spPr>
          <a:xfrm>
            <a:off x="5626440" y="1987920"/>
            <a:ext cx="32558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links en rechts op de plaat; samen OC-SVS-KRS, of twee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1" name=""/>
          <p:cNvSpPr txBox="1"/>
          <p:nvPr/>
        </p:nvSpPr>
        <p:spPr>
          <a:xfrm>
            <a:off x="5626440" y="2149920"/>
            <a:ext cx="5752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eigen ID's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2" name=""/>
          <p:cNvSpPr txBox="1"/>
          <p:nvPr/>
        </p:nvSpPr>
        <p:spPr>
          <a:xfrm>
            <a:off x="5626440" y="2593080"/>
            <a:ext cx="2247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grens zit in de bouwstenen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3" name=""/>
          <p:cNvSpPr txBox="1"/>
          <p:nvPr/>
        </p:nvSpPr>
        <p:spPr>
          <a:xfrm>
            <a:off x="5626440" y="2759400"/>
            <a:ext cx="30456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diensten en endpoints bepalen waar een ID ophoudt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4" name=""/>
          <p:cNvSpPr txBox="1"/>
          <p:nvPr/>
        </p:nvSpPr>
        <p:spPr>
          <a:xfrm>
            <a:off x="5626440" y="3202560"/>
            <a:ext cx="1959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Het beeld scherpt nog aan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5" name=""/>
          <p:cNvSpPr/>
          <p:nvPr/>
        </p:nvSpPr>
        <p:spPr>
          <a:xfrm>
            <a:off x="456840" y="4057560"/>
            <a:ext cx="8420760" cy="466920"/>
          </a:xfrm>
          <a:custGeom>
            <a:avLst/>
            <a:gdLst/>
            <a:ahLst/>
            <a:rect l="0" t="0" r="r" b="b"/>
            <a:pathLst>
              <a:path w="23391" h="1297">
                <a:moveTo>
                  <a:pt x="0" y="0"/>
                </a:moveTo>
                <a:lnTo>
                  <a:pt x="23391" y="0"/>
                </a:lnTo>
                <a:lnTo>
                  <a:pt x="23391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6" name=""/>
          <p:cNvSpPr/>
          <p:nvPr/>
        </p:nvSpPr>
        <p:spPr>
          <a:xfrm>
            <a:off x="456840" y="40575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7" name=""/>
          <p:cNvSpPr/>
          <p:nvPr/>
        </p:nvSpPr>
        <p:spPr>
          <a:xfrm>
            <a:off x="456840" y="45147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8" name=""/>
          <p:cNvSpPr/>
          <p:nvPr/>
        </p:nvSpPr>
        <p:spPr>
          <a:xfrm>
            <a:off x="8867520" y="40575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106"/>
                </a:moveTo>
                <a:lnTo>
                  <a:pt x="0" y="1297"/>
                </a:lnTo>
                <a:lnTo>
                  <a:pt x="28" y="129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9" name=""/>
          <p:cNvSpPr/>
          <p:nvPr/>
        </p:nvSpPr>
        <p:spPr>
          <a:xfrm>
            <a:off x="456840" y="40575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0" y="1297"/>
                </a:lnTo>
                <a:lnTo>
                  <a:pt x="28" y="129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0" name=""/>
          <p:cNvSpPr/>
          <p:nvPr/>
        </p:nvSpPr>
        <p:spPr>
          <a:xfrm>
            <a:off x="632520" y="4208760"/>
            <a:ext cx="192600" cy="178560"/>
          </a:xfrm>
          <a:custGeom>
            <a:avLst/>
            <a:gdLst/>
            <a:ahLst/>
            <a:rect l="0" t="0" r="r" b="b"/>
            <a:pathLst>
              <a:path w="535" h="496">
                <a:moveTo>
                  <a:pt x="301" y="496"/>
                </a:moveTo>
                <a:lnTo>
                  <a:pt x="268" y="477"/>
                </a:lnTo>
                <a:lnTo>
                  <a:pt x="344" y="343"/>
                </a:lnTo>
                <a:lnTo>
                  <a:pt x="458" y="343"/>
                </a:lnTo>
                <a:cubicBezTo>
                  <a:pt x="463" y="343"/>
                  <a:pt x="468" y="342"/>
                  <a:pt x="473" y="340"/>
                </a:cubicBezTo>
                <a:cubicBezTo>
                  <a:pt x="478" y="338"/>
                  <a:pt x="482" y="335"/>
                  <a:pt x="485" y="331"/>
                </a:cubicBezTo>
                <a:cubicBezTo>
                  <a:pt x="489" y="328"/>
                  <a:pt x="492" y="324"/>
                  <a:pt x="494" y="319"/>
                </a:cubicBezTo>
                <a:cubicBezTo>
                  <a:pt x="496" y="314"/>
                  <a:pt x="496" y="310"/>
                  <a:pt x="496" y="305"/>
                </a:cubicBezTo>
                <a:lnTo>
                  <a:pt x="496" y="76"/>
                </a:lnTo>
                <a:cubicBezTo>
                  <a:pt x="496" y="71"/>
                  <a:pt x="496" y="66"/>
                  <a:pt x="494" y="61"/>
                </a:cubicBezTo>
                <a:cubicBezTo>
                  <a:pt x="492" y="57"/>
                  <a:pt x="489" y="53"/>
                  <a:pt x="485" y="49"/>
                </a:cubicBezTo>
                <a:cubicBezTo>
                  <a:pt x="482" y="46"/>
                  <a:pt x="478" y="43"/>
                  <a:pt x="473" y="41"/>
                </a:cubicBezTo>
                <a:cubicBezTo>
                  <a:pt x="468" y="39"/>
                  <a:pt x="463" y="38"/>
                  <a:pt x="458" y="38"/>
                </a:cubicBezTo>
                <a:lnTo>
                  <a:pt x="77" y="38"/>
                </a:lnTo>
                <a:cubicBezTo>
                  <a:pt x="71" y="38"/>
                  <a:pt x="67" y="39"/>
                  <a:pt x="62" y="41"/>
                </a:cubicBezTo>
                <a:cubicBezTo>
                  <a:pt x="57" y="43"/>
                  <a:pt x="53" y="46"/>
                  <a:pt x="50" y="49"/>
                </a:cubicBezTo>
                <a:cubicBezTo>
                  <a:pt x="46" y="53"/>
                  <a:pt x="43" y="57"/>
                  <a:pt x="41" y="61"/>
                </a:cubicBezTo>
                <a:cubicBezTo>
                  <a:pt x="39" y="66"/>
                  <a:pt x="38" y="71"/>
                  <a:pt x="38" y="76"/>
                </a:cubicBezTo>
                <a:lnTo>
                  <a:pt x="38" y="305"/>
                </a:lnTo>
                <a:cubicBezTo>
                  <a:pt x="38" y="310"/>
                  <a:pt x="39" y="314"/>
                  <a:pt x="41" y="319"/>
                </a:cubicBezTo>
                <a:cubicBezTo>
                  <a:pt x="43" y="324"/>
                  <a:pt x="46" y="328"/>
                  <a:pt x="50" y="331"/>
                </a:cubicBezTo>
                <a:cubicBezTo>
                  <a:pt x="53" y="335"/>
                  <a:pt x="57" y="338"/>
                  <a:pt x="62" y="340"/>
                </a:cubicBezTo>
                <a:cubicBezTo>
                  <a:pt x="67" y="342"/>
                  <a:pt x="71" y="343"/>
                  <a:pt x="77" y="343"/>
                </a:cubicBezTo>
                <a:lnTo>
                  <a:pt x="249" y="343"/>
                </a:lnTo>
                <a:lnTo>
                  <a:pt x="249" y="381"/>
                </a:lnTo>
                <a:lnTo>
                  <a:pt x="77" y="381"/>
                </a:lnTo>
                <a:cubicBezTo>
                  <a:pt x="66" y="381"/>
                  <a:pt x="57" y="379"/>
                  <a:pt x="47" y="375"/>
                </a:cubicBezTo>
                <a:cubicBezTo>
                  <a:pt x="38" y="371"/>
                  <a:pt x="30" y="366"/>
                  <a:pt x="23" y="358"/>
                </a:cubicBezTo>
                <a:cubicBezTo>
                  <a:pt x="16" y="351"/>
                  <a:pt x="10" y="343"/>
                  <a:pt x="6" y="334"/>
                </a:cubicBezTo>
                <a:cubicBezTo>
                  <a:pt x="2" y="324"/>
                  <a:pt x="0" y="315"/>
                  <a:pt x="0" y="305"/>
                </a:cubicBezTo>
                <a:lnTo>
                  <a:pt x="0" y="76"/>
                </a:lnTo>
                <a:cubicBezTo>
                  <a:pt x="0" y="66"/>
                  <a:pt x="2" y="56"/>
                  <a:pt x="6" y="47"/>
                </a:cubicBezTo>
                <a:cubicBezTo>
                  <a:pt x="10" y="38"/>
                  <a:pt x="16" y="29"/>
                  <a:pt x="23" y="22"/>
                </a:cubicBezTo>
                <a:cubicBezTo>
                  <a:pt x="30" y="15"/>
                  <a:pt x="38" y="10"/>
                  <a:pt x="47" y="6"/>
                </a:cubicBezTo>
                <a:cubicBezTo>
                  <a:pt x="57" y="2"/>
                  <a:pt x="66" y="0"/>
                  <a:pt x="77" y="0"/>
                </a:cubicBezTo>
                <a:lnTo>
                  <a:pt x="458" y="0"/>
                </a:lnTo>
                <a:cubicBezTo>
                  <a:pt x="469" y="0"/>
                  <a:pt x="478" y="2"/>
                  <a:pt x="488" y="6"/>
                </a:cubicBezTo>
                <a:cubicBezTo>
                  <a:pt x="497" y="10"/>
                  <a:pt x="505" y="15"/>
                  <a:pt x="512" y="22"/>
                </a:cubicBezTo>
                <a:cubicBezTo>
                  <a:pt x="519" y="29"/>
                  <a:pt x="525" y="38"/>
                  <a:pt x="529" y="47"/>
                </a:cubicBezTo>
                <a:cubicBezTo>
                  <a:pt x="533" y="56"/>
                  <a:pt x="535" y="66"/>
                  <a:pt x="535" y="76"/>
                </a:cubicBezTo>
                <a:lnTo>
                  <a:pt x="535" y="305"/>
                </a:lnTo>
                <a:cubicBezTo>
                  <a:pt x="535" y="315"/>
                  <a:pt x="533" y="324"/>
                  <a:pt x="529" y="334"/>
                </a:cubicBezTo>
                <a:cubicBezTo>
                  <a:pt x="525" y="343"/>
                  <a:pt x="519" y="351"/>
                  <a:pt x="512" y="358"/>
                </a:cubicBezTo>
                <a:cubicBezTo>
                  <a:pt x="505" y="366"/>
                  <a:pt x="497" y="371"/>
                  <a:pt x="488" y="375"/>
                </a:cubicBezTo>
                <a:cubicBezTo>
                  <a:pt x="478" y="379"/>
                  <a:pt x="469" y="381"/>
                  <a:pt x="458" y="381"/>
                </a:cubicBezTo>
                <a:lnTo>
                  <a:pt x="366" y="381"/>
                </a:lnTo>
                <a:lnTo>
                  <a:pt x="301" y="49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1" name=""/>
          <p:cNvSpPr/>
          <p:nvPr/>
        </p:nvSpPr>
        <p:spPr>
          <a:xfrm>
            <a:off x="673920" y="4249800"/>
            <a:ext cx="109800" cy="55080"/>
          </a:xfrm>
          <a:custGeom>
            <a:avLst/>
            <a:gdLst/>
            <a:ahLst/>
            <a:rect l="0" t="0" r="r" b="b"/>
            <a:pathLst>
              <a:path w="305" h="153">
                <a:moveTo>
                  <a:pt x="0" y="0"/>
                </a:moveTo>
                <a:lnTo>
                  <a:pt x="305" y="0"/>
                </a:lnTo>
                <a:lnTo>
                  <a:pt x="305" y="38"/>
                </a:lnTo>
                <a:lnTo>
                  <a:pt x="0" y="38"/>
                </a:lnTo>
                <a:lnTo>
                  <a:pt x="0" y="0"/>
                </a:lnTo>
                <a:moveTo>
                  <a:pt x="0" y="114"/>
                </a:moveTo>
                <a:lnTo>
                  <a:pt x="191" y="114"/>
                </a:lnTo>
                <a:lnTo>
                  <a:pt x="191" y="153"/>
                </a:lnTo>
                <a:lnTo>
                  <a:pt x="0" y="153"/>
                </a:lnTo>
                <a:lnTo>
                  <a:pt x="0" y="114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2" name=""/>
          <p:cNvSpPr txBox="1"/>
          <p:nvPr/>
        </p:nvSpPr>
        <p:spPr>
          <a:xfrm>
            <a:off x="5626440" y="3369240"/>
            <a:ext cx="32025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vastleggen in een ADR zodra de detaillering het draagt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4" name=""/>
          <p:cNvSpPr txBox="1"/>
          <p:nvPr/>
        </p:nvSpPr>
        <p:spPr>
          <a:xfrm>
            <a:off x="838440" y="4216320"/>
            <a:ext cx="42786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Gevraagd: wat vinden jullie van dit concept?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3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74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742" name=""/>
          <p:cNvSpPr/>
          <p:nvPr/>
        </p:nvSpPr>
        <p:spPr>
          <a:xfrm>
            <a:off x="461880" y="757080"/>
            <a:ext cx="8410680" cy="3191040"/>
          </a:xfrm>
          <a:custGeom>
            <a:avLst/>
            <a:gdLst/>
            <a:ahLst/>
            <a:rect l="0" t="0" r="r" b="b"/>
            <a:pathLst>
              <a:path w="23363" h="8864">
                <a:moveTo>
                  <a:pt x="0" y="871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3218" y="0"/>
                </a:lnTo>
                <a:cubicBezTo>
                  <a:pt x="23227" y="0"/>
                  <a:pt x="23237" y="1"/>
                  <a:pt x="23246" y="3"/>
                </a:cubicBezTo>
                <a:cubicBezTo>
                  <a:pt x="23256" y="5"/>
                  <a:pt x="23265" y="7"/>
                  <a:pt x="23274" y="11"/>
                </a:cubicBezTo>
                <a:cubicBezTo>
                  <a:pt x="23282" y="15"/>
                  <a:pt x="23291" y="19"/>
                  <a:pt x="23299" y="24"/>
                </a:cubicBezTo>
                <a:cubicBezTo>
                  <a:pt x="23307" y="30"/>
                  <a:pt x="23314" y="36"/>
                  <a:pt x="23321" y="43"/>
                </a:cubicBezTo>
                <a:cubicBezTo>
                  <a:pt x="23328" y="49"/>
                  <a:pt x="23334" y="57"/>
                  <a:pt x="23339" y="65"/>
                </a:cubicBezTo>
                <a:cubicBezTo>
                  <a:pt x="23344" y="73"/>
                  <a:pt x="23349" y="81"/>
                  <a:pt x="23352" y="90"/>
                </a:cubicBezTo>
                <a:cubicBezTo>
                  <a:pt x="23356" y="99"/>
                  <a:pt x="23359" y="108"/>
                  <a:pt x="23361" y="117"/>
                </a:cubicBezTo>
                <a:cubicBezTo>
                  <a:pt x="23363" y="126"/>
                  <a:pt x="23363" y="136"/>
                  <a:pt x="23363" y="145"/>
                </a:cubicBezTo>
                <a:lnTo>
                  <a:pt x="23363" y="8719"/>
                </a:lnTo>
                <a:cubicBezTo>
                  <a:pt x="23363" y="8729"/>
                  <a:pt x="23363" y="8738"/>
                  <a:pt x="23361" y="8747"/>
                </a:cubicBezTo>
                <a:cubicBezTo>
                  <a:pt x="23359" y="8757"/>
                  <a:pt x="23356" y="8766"/>
                  <a:pt x="23352" y="8775"/>
                </a:cubicBezTo>
                <a:cubicBezTo>
                  <a:pt x="23349" y="8783"/>
                  <a:pt x="23344" y="8792"/>
                  <a:pt x="23339" y="8800"/>
                </a:cubicBezTo>
                <a:cubicBezTo>
                  <a:pt x="23334" y="8808"/>
                  <a:pt x="23328" y="8815"/>
                  <a:pt x="23321" y="8822"/>
                </a:cubicBezTo>
                <a:cubicBezTo>
                  <a:pt x="23314" y="8829"/>
                  <a:pt x="23307" y="8835"/>
                  <a:pt x="23299" y="8840"/>
                </a:cubicBezTo>
                <a:cubicBezTo>
                  <a:pt x="23291" y="8845"/>
                  <a:pt x="23282" y="8850"/>
                  <a:pt x="23274" y="8853"/>
                </a:cubicBezTo>
                <a:cubicBezTo>
                  <a:pt x="23265" y="8857"/>
                  <a:pt x="23256" y="8860"/>
                  <a:pt x="23246" y="8862"/>
                </a:cubicBezTo>
                <a:cubicBezTo>
                  <a:pt x="23237" y="8864"/>
                  <a:pt x="23227" y="8864"/>
                  <a:pt x="23218" y="8864"/>
                </a:cubicBezTo>
                <a:lnTo>
                  <a:pt x="145" y="8864"/>
                </a:lnTo>
                <a:cubicBezTo>
                  <a:pt x="136" y="8864"/>
                  <a:pt x="126" y="8864"/>
                  <a:pt x="117" y="8862"/>
                </a:cubicBezTo>
                <a:cubicBezTo>
                  <a:pt x="107" y="8860"/>
                  <a:pt x="98" y="8857"/>
                  <a:pt x="90" y="8853"/>
                </a:cubicBezTo>
                <a:cubicBezTo>
                  <a:pt x="81" y="8850"/>
                  <a:pt x="72" y="8845"/>
                  <a:pt x="64" y="8840"/>
                </a:cubicBezTo>
                <a:cubicBezTo>
                  <a:pt x="56" y="8835"/>
                  <a:pt x="49" y="8829"/>
                  <a:pt x="42" y="8822"/>
                </a:cubicBezTo>
                <a:cubicBezTo>
                  <a:pt x="36" y="8815"/>
                  <a:pt x="30" y="8808"/>
                  <a:pt x="24" y="8800"/>
                </a:cubicBezTo>
                <a:cubicBezTo>
                  <a:pt x="19" y="8792"/>
                  <a:pt x="14" y="8783"/>
                  <a:pt x="11" y="8775"/>
                </a:cubicBezTo>
                <a:cubicBezTo>
                  <a:pt x="7" y="8766"/>
                  <a:pt x="4" y="8757"/>
                  <a:pt x="3" y="8747"/>
                </a:cubicBezTo>
                <a:cubicBezTo>
                  <a:pt x="1" y="8738"/>
                  <a:pt x="0" y="8729"/>
                  <a:pt x="0" y="87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3" name=""/>
          <p:cNvSpPr/>
          <p:nvPr/>
        </p:nvSpPr>
        <p:spPr>
          <a:xfrm>
            <a:off x="461880" y="757080"/>
            <a:ext cx="8410680" cy="3191040"/>
          </a:xfrm>
          <a:custGeom>
            <a:avLst/>
            <a:gdLst/>
            <a:ahLst/>
            <a:rect l="0" t="0" r="r" b="b"/>
            <a:pathLst>
              <a:path w="23363" h="8864">
                <a:moveTo>
                  <a:pt x="0" y="871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3218" y="0"/>
                </a:lnTo>
                <a:cubicBezTo>
                  <a:pt x="23227" y="0"/>
                  <a:pt x="23237" y="1"/>
                  <a:pt x="23246" y="3"/>
                </a:cubicBezTo>
                <a:cubicBezTo>
                  <a:pt x="23256" y="5"/>
                  <a:pt x="23265" y="7"/>
                  <a:pt x="23274" y="11"/>
                </a:cubicBezTo>
                <a:cubicBezTo>
                  <a:pt x="23282" y="15"/>
                  <a:pt x="23291" y="19"/>
                  <a:pt x="23299" y="24"/>
                </a:cubicBezTo>
                <a:cubicBezTo>
                  <a:pt x="23307" y="30"/>
                  <a:pt x="23314" y="36"/>
                  <a:pt x="23321" y="43"/>
                </a:cubicBezTo>
                <a:cubicBezTo>
                  <a:pt x="23328" y="49"/>
                  <a:pt x="23334" y="57"/>
                  <a:pt x="23339" y="65"/>
                </a:cubicBezTo>
                <a:cubicBezTo>
                  <a:pt x="23344" y="73"/>
                  <a:pt x="23349" y="81"/>
                  <a:pt x="23352" y="90"/>
                </a:cubicBezTo>
                <a:cubicBezTo>
                  <a:pt x="23356" y="99"/>
                  <a:pt x="23359" y="108"/>
                  <a:pt x="23361" y="117"/>
                </a:cubicBezTo>
                <a:cubicBezTo>
                  <a:pt x="23363" y="126"/>
                  <a:pt x="23363" y="136"/>
                  <a:pt x="23363" y="145"/>
                </a:cubicBezTo>
                <a:lnTo>
                  <a:pt x="23363" y="8719"/>
                </a:lnTo>
                <a:cubicBezTo>
                  <a:pt x="23363" y="8729"/>
                  <a:pt x="23363" y="8738"/>
                  <a:pt x="23361" y="8747"/>
                </a:cubicBezTo>
                <a:cubicBezTo>
                  <a:pt x="23359" y="8757"/>
                  <a:pt x="23356" y="8766"/>
                  <a:pt x="23352" y="8775"/>
                </a:cubicBezTo>
                <a:cubicBezTo>
                  <a:pt x="23349" y="8783"/>
                  <a:pt x="23344" y="8792"/>
                  <a:pt x="23339" y="8800"/>
                </a:cubicBezTo>
                <a:cubicBezTo>
                  <a:pt x="23334" y="8808"/>
                  <a:pt x="23328" y="8815"/>
                  <a:pt x="23321" y="8822"/>
                </a:cubicBezTo>
                <a:cubicBezTo>
                  <a:pt x="23314" y="8829"/>
                  <a:pt x="23307" y="8835"/>
                  <a:pt x="23299" y="8840"/>
                </a:cubicBezTo>
                <a:cubicBezTo>
                  <a:pt x="23291" y="8845"/>
                  <a:pt x="23282" y="8850"/>
                  <a:pt x="23274" y="8853"/>
                </a:cubicBezTo>
                <a:cubicBezTo>
                  <a:pt x="23265" y="8857"/>
                  <a:pt x="23256" y="8860"/>
                  <a:pt x="23246" y="8862"/>
                </a:cubicBezTo>
                <a:cubicBezTo>
                  <a:pt x="23237" y="8864"/>
                  <a:pt x="23227" y="8864"/>
                  <a:pt x="23218" y="8864"/>
                </a:cubicBezTo>
                <a:lnTo>
                  <a:pt x="145" y="8864"/>
                </a:lnTo>
                <a:cubicBezTo>
                  <a:pt x="136" y="8864"/>
                  <a:pt x="126" y="8864"/>
                  <a:pt x="117" y="8862"/>
                </a:cubicBezTo>
                <a:cubicBezTo>
                  <a:pt x="107" y="8860"/>
                  <a:pt x="98" y="8857"/>
                  <a:pt x="90" y="8853"/>
                </a:cubicBezTo>
                <a:cubicBezTo>
                  <a:pt x="81" y="8850"/>
                  <a:pt x="72" y="8845"/>
                  <a:pt x="64" y="8840"/>
                </a:cubicBezTo>
                <a:cubicBezTo>
                  <a:pt x="56" y="8835"/>
                  <a:pt x="49" y="8829"/>
                  <a:pt x="42" y="8822"/>
                </a:cubicBezTo>
                <a:cubicBezTo>
                  <a:pt x="36" y="8815"/>
                  <a:pt x="30" y="8808"/>
                  <a:pt x="24" y="8800"/>
                </a:cubicBezTo>
                <a:cubicBezTo>
                  <a:pt x="19" y="8792"/>
                  <a:pt x="14" y="8783"/>
                  <a:pt x="11" y="8775"/>
                </a:cubicBezTo>
                <a:cubicBezTo>
                  <a:pt x="7" y="8766"/>
                  <a:pt x="4" y="8757"/>
                  <a:pt x="3" y="8747"/>
                </a:cubicBezTo>
                <a:cubicBezTo>
                  <a:pt x="1" y="8738"/>
                  <a:pt x="0" y="8729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744" name="" descr=""/>
          <p:cNvPicPr/>
          <p:nvPr/>
        </p:nvPicPr>
        <p:blipFill>
          <a:blip r:embed="rId2"/>
          <a:stretch/>
        </p:blipFill>
        <p:spPr>
          <a:xfrm>
            <a:off x="1419120" y="762120"/>
            <a:ext cx="6505200" cy="3180960"/>
          </a:xfrm>
          <a:prstGeom prst="rect">
            <a:avLst/>
          </a:prstGeom>
          <a:ln w="0">
            <a:noFill/>
          </a:ln>
        </p:spPr>
      </p:pic>
      <p:sp>
        <p:nvSpPr>
          <p:cNvPr id="2745" name=""/>
          <p:cNvSpPr/>
          <p:nvPr/>
        </p:nvSpPr>
        <p:spPr>
          <a:xfrm>
            <a:off x="1419120" y="761760"/>
            <a:ext cx="6505920" cy="3181680"/>
          </a:xfrm>
          <a:custGeom>
            <a:avLst/>
            <a:gdLst/>
            <a:ahLst/>
            <a:rect l="0" t="0" r="r" b="b"/>
            <a:pathLst>
              <a:path w="18072" h="8838">
                <a:moveTo>
                  <a:pt x="0" y="0"/>
                </a:moveTo>
                <a:lnTo>
                  <a:pt x="18072" y="0"/>
                </a:lnTo>
                <a:lnTo>
                  <a:pt x="18072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6" name=""/>
          <p:cNvSpPr/>
          <p:nvPr/>
        </p:nvSpPr>
        <p:spPr>
          <a:xfrm flipH="1">
            <a:off x="2616840" y="2425320"/>
            <a:ext cx="477360" cy="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-15480" bIns="-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7" name=""/>
          <p:cNvSpPr/>
          <p:nvPr/>
        </p:nvSpPr>
        <p:spPr>
          <a:xfrm flipH="1">
            <a:off x="2616840" y="2425320"/>
            <a:ext cx="477360" cy="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8" name=""/>
          <p:cNvSpPr/>
          <p:nvPr/>
        </p:nvSpPr>
        <p:spPr>
          <a:xfrm>
            <a:off x="2608200" y="2382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239"/>
                </a:moveTo>
                <a:lnTo>
                  <a:pt x="0" y="119"/>
                </a:lnTo>
                <a:lnTo>
                  <a:pt x="239" y="0"/>
                </a:lnTo>
                <a:lnTo>
                  <a:pt x="239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9" name=""/>
          <p:cNvSpPr/>
          <p:nvPr/>
        </p:nvSpPr>
        <p:spPr>
          <a:xfrm flipV="1">
            <a:off x="3317040" y="1479240"/>
            <a:ext cx="0" cy="89748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0" name=""/>
          <p:cNvSpPr/>
          <p:nvPr/>
        </p:nvSpPr>
        <p:spPr>
          <a:xfrm flipV="1">
            <a:off x="3317040" y="1479240"/>
            <a:ext cx="0" cy="89748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1" name=""/>
          <p:cNvSpPr/>
          <p:nvPr/>
        </p:nvSpPr>
        <p:spPr>
          <a:xfrm>
            <a:off x="3274200" y="1470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239"/>
                </a:moveTo>
                <a:lnTo>
                  <a:pt x="120" y="0"/>
                </a:lnTo>
                <a:lnTo>
                  <a:pt x="239" y="239"/>
                </a:lnTo>
                <a:lnTo>
                  <a:pt x="0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2" name=""/>
          <p:cNvSpPr/>
          <p:nvPr/>
        </p:nvSpPr>
        <p:spPr>
          <a:xfrm flipV="1">
            <a:off x="4974840" y="2096640"/>
            <a:ext cx="0" cy="4086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3" name=""/>
          <p:cNvSpPr/>
          <p:nvPr/>
        </p:nvSpPr>
        <p:spPr>
          <a:xfrm flipV="1">
            <a:off x="4974840" y="2096640"/>
            <a:ext cx="0" cy="4086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4" name=""/>
          <p:cNvSpPr/>
          <p:nvPr/>
        </p:nvSpPr>
        <p:spPr>
          <a:xfrm>
            <a:off x="4932000" y="2088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239"/>
                </a:moveTo>
                <a:lnTo>
                  <a:pt x="119" y="0"/>
                </a:lnTo>
                <a:lnTo>
                  <a:pt x="239" y="239"/>
                </a:lnTo>
                <a:lnTo>
                  <a:pt x="0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5" name=""/>
          <p:cNvSpPr/>
          <p:nvPr/>
        </p:nvSpPr>
        <p:spPr>
          <a:xfrm>
            <a:off x="2616840" y="2385360"/>
            <a:ext cx="477720" cy="240480"/>
          </a:xfrm>
          <a:custGeom>
            <a:avLst/>
            <a:gdLst/>
            <a:ahLst/>
            <a:rect l="0" t="0" r="r" b="b"/>
            <a:pathLst>
              <a:path fill="none" w="1327" h="668">
                <a:moveTo>
                  <a:pt x="0" y="0"/>
                </a:moveTo>
                <a:lnTo>
                  <a:pt x="660" y="0"/>
                </a:lnTo>
                <a:lnTo>
                  <a:pt x="660" y="668"/>
                </a:lnTo>
                <a:lnTo>
                  <a:pt x="1327" y="668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6" name=""/>
          <p:cNvSpPr/>
          <p:nvPr/>
        </p:nvSpPr>
        <p:spPr>
          <a:xfrm>
            <a:off x="2616840" y="2385360"/>
            <a:ext cx="477720" cy="240480"/>
          </a:xfrm>
          <a:custGeom>
            <a:avLst/>
            <a:gdLst/>
            <a:ahLst/>
            <a:rect l="0" t="0" r="r" b="b"/>
            <a:pathLst>
              <a:path fill="none" w="1327" h="668">
                <a:moveTo>
                  <a:pt x="0" y="0"/>
                </a:moveTo>
                <a:lnTo>
                  <a:pt x="660" y="0"/>
                </a:lnTo>
                <a:lnTo>
                  <a:pt x="660" y="668"/>
                </a:lnTo>
                <a:lnTo>
                  <a:pt x="1327" y="668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7" name=""/>
          <p:cNvSpPr/>
          <p:nvPr/>
        </p:nvSpPr>
        <p:spPr>
          <a:xfrm>
            <a:off x="3016800" y="2582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0"/>
                </a:moveTo>
                <a:lnTo>
                  <a:pt x="239" y="120"/>
                </a:lnTo>
                <a:lnTo>
                  <a:pt x="0" y="239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8" name=""/>
          <p:cNvSpPr/>
          <p:nvPr/>
        </p:nvSpPr>
        <p:spPr>
          <a:xfrm>
            <a:off x="2616840" y="1796400"/>
            <a:ext cx="477720" cy="703800"/>
          </a:xfrm>
          <a:custGeom>
            <a:avLst/>
            <a:gdLst/>
            <a:ahLst/>
            <a:rect l="0" t="0" r="r" b="b"/>
            <a:pathLst>
              <a:path fill="none" w="1327" h="1955">
                <a:moveTo>
                  <a:pt x="0" y="0"/>
                </a:moveTo>
                <a:lnTo>
                  <a:pt x="660" y="0"/>
                </a:lnTo>
                <a:lnTo>
                  <a:pt x="660" y="1955"/>
                </a:lnTo>
                <a:lnTo>
                  <a:pt x="1327" y="1955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9" name=""/>
          <p:cNvSpPr/>
          <p:nvPr/>
        </p:nvSpPr>
        <p:spPr>
          <a:xfrm>
            <a:off x="2616840" y="1796400"/>
            <a:ext cx="477720" cy="703800"/>
          </a:xfrm>
          <a:custGeom>
            <a:avLst/>
            <a:gdLst/>
            <a:ahLst/>
            <a:rect l="0" t="0" r="r" b="b"/>
            <a:pathLst>
              <a:path fill="none" w="1327" h="1955">
                <a:moveTo>
                  <a:pt x="0" y="0"/>
                </a:moveTo>
                <a:lnTo>
                  <a:pt x="660" y="0"/>
                </a:lnTo>
                <a:lnTo>
                  <a:pt x="660" y="1955"/>
                </a:lnTo>
                <a:lnTo>
                  <a:pt x="1327" y="1955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0" name=""/>
          <p:cNvSpPr/>
          <p:nvPr/>
        </p:nvSpPr>
        <p:spPr>
          <a:xfrm>
            <a:off x="3016800" y="2457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0"/>
                </a:moveTo>
                <a:lnTo>
                  <a:pt x="239" y="119"/>
                </a:lnTo>
                <a:lnTo>
                  <a:pt x="0" y="239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1" name=""/>
          <p:cNvSpPr/>
          <p:nvPr/>
        </p:nvSpPr>
        <p:spPr>
          <a:xfrm>
            <a:off x="2373840" y="2045160"/>
            <a:ext cx="0" cy="25452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2" name=""/>
          <p:cNvSpPr/>
          <p:nvPr/>
        </p:nvSpPr>
        <p:spPr>
          <a:xfrm>
            <a:off x="2373840" y="2045160"/>
            <a:ext cx="0" cy="25452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3" name=""/>
          <p:cNvSpPr/>
          <p:nvPr/>
        </p:nvSpPr>
        <p:spPr>
          <a:xfrm>
            <a:off x="2331000" y="22222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0"/>
                </a:moveTo>
                <a:lnTo>
                  <a:pt x="120" y="240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4" name=""/>
          <p:cNvSpPr/>
          <p:nvPr/>
        </p:nvSpPr>
        <p:spPr>
          <a:xfrm>
            <a:off x="2419560" y="2045160"/>
            <a:ext cx="0" cy="25452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5" name=""/>
          <p:cNvSpPr/>
          <p:nvPr/>
        </p:nvSpPr>
        <p:spPr>
          <a:xfrm>
            <a:off x="2419560" y="2045160"/>
            <a:ext cx="0" cy="25452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6" name=""/>
          <p:cNvSpPr/>
          <p:nvPr/>
        </p:nvSpPr>
        <p:spPr>
          <a:xfrm>
            <a:off x="2376720" y="22222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0"/>
                </a:moveTo>
                <a:lnTo>
                  <a:pt x="119" y="240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7" name=""/>
          <p:cNvSpPr/>
          <p:nvPr/>
        </p:nvSpPr>
        <p:spPr>
          <a:xfrm>
            <a:off x="2616840" y="1373400"/>
            <a:ext cx="306000" cy="469080"/>
          </a:xfrm>
          <a:custGeom>
            <a:avLst/>
            <a:gdLst/>
            <a:ahLst/>
            <a:rect l="0" t="0" r="r" b="b"/>
            <a:pathLst>
              <a:path fill="none" w="850" h="1303">
                <a:moveTo>
                  <a:pt x="0" y="1303"/>
                </a:moveTo>
                <a:lnTo>
                  <a:pt x="420" y="1303"/>
                </a:lnTo>
                <a:lnTo>
                  <a:pt x="420" y="0"/>
                </a:lnTo>
                <a:lnTo>
                  <a:pt x="850" y="0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8" name=""/>
          <p:cNvSpPr/>
          <p:nvPr/>
        </p:nvSpPr>
        <p:spPr>
          <a:xfrm>
            <a:off x="2616840" y="1373400"/>
            <a:ext cx="306000" cy="469080"/>
          </a:xfrm>
          <a:custGeom>
            <a:avLst/>
            <a:gdLst/>
            <a:ahLst/>
            <a:rect l="0" t="0" r="r" b="b"/>
            <a:pathLst>
              <a:path fill="none" w="850" h="1303">
                <a:moveTo>
                  <a:pt x="0" y="1303"/>
                </a:moveTo>
                <a:lnTo>
                  <a:pt x="420" y="1303"/>
                </a:lnTo>
                <a:lnTo>
                  <a:pt x="420" y="0"/>
                </a:lnTo>
                <a:lnTo>
                  <a:pt x="850" y="0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9" name=""/>
          <p:cNvSpPr/>
          <p:nvPr/>
        </p:nvSpPr>
        <p:spPr>
          <a:xfrm>
            <a:off x="2845440" y="133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0"/>
                </a:moveTo>
                <a:lnTo>
                  <a:pt x="239" y="119"/>
                </a:lnTo>
                <a:lnTo>
                  <a:pt x="0" y="239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0" name=""/>
          <p:cNvSpPr/>
          <p:nvPr/>
        </p:nvSpPr>
        <p:spPr>
          <a:xfrm>
            <a:off x="6455520" y="1373400"/>
            <a:ext cx="463320" cy="600840"/>
          </a:xfrm>
          <a:custGeom>
            <a:avLst/>
            <a:gdLst/>
            <a:ahLst/>
            <a:rect l="0" t="0" r="r" b="b"/>
            <a:pathLst>
              <a:path fill="none" w="1287" h="1669">
                <a:moveTo>
                  <a:pt x="1287" y="0"/>
                </a:moveTo>
                <a:lnTo>
                  <a:pt x="643" y="0"/>
                </a:lnTo>
                <a:lnTo>
                  <a:pt x="643" y="1669"/>
                </a:lnTo>
                <a:lnTo>
                  <a:pt x="0" y="1669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1" name=""/>
          <p:cNvSpPr/>
          <p:nvPr/>
        </p:nvSpPr>
        <p:spPr>
          <a:xfrm>
            <a:off x="6455520" y="1373400"/>
            <a:ext cx="463320" cy="600840"/>
          </a:xfrm>
          <a:custGeom>
            <a:avLst/>
            <a:gdLst/>
            <a:ahLst/>
            <a:rect l="0" t="0" r="r" b="b"/>
            <a:pathLst>
              <a:path fill="none" w="1287" h="1669">
                <a:moveTo>
                  <a:pt x="1287" y="0"/>
                </a:moveTo>
                <a:lnTo>
                  <a:pt x="643" y="0"/>
                </a:lnTo>
                <a:lnTo>
                  <a:pt x="643" y="1669"/>
                </a:lnTo>
                <a:lnTo>
                  <a:pt x="0" y="1669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2" name=""/>
          <p:cNvSpPr/>
          <p:nvPr/>
        </p:nvSpPr>
        <p:spPr>
          <a:xfrm>
            <a:off x="6446880" y="1931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239"/>
                </a:moveTo>
                <a:lnTo>
                  <a:pt x="0" y="119"/>
                </a:lnTo>
                <a:lnTo>
                  <a:pt x="239" y="0"/>
                </a:lnTo>
                <a:lnTo>
                  <a:pt x="239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3" name=""/>
          <p:cNvSpPr/>
          <p:nvPr/>
        </p:nvSpPr>
        <p:spPr>
          <a:xfrm>
            <a:off x="2616840" y="1750680"/>
            <a:ext cx="477720" cy="920880"/>
          </a:xfrm>
          <a:custGeom>
            <a:avLst/>
            <a:gdLst/>
            <a:ahLst/>
            <a:rect l="0" t="0" r="r" b="b"/>
            <a:pathLst>
              <a:path fill="none" w="1327" h="2558">
                <a:moveTo>
                  <a:pt x="0" y="0"/>
                </a:moveTo>
                <a:lnTo>
                  <a:pt x="660" y="0"/>
                </a:lnTo>
                <a:lnTo>
                  <a:pt x="660" y="2558"/>
                </a:lnTo>
                <a:lnTo>
                  <a:pt x="1327" y="2558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4" name=""/>
          <p:cNvSpPr/>
          <p:nvPr/>
        </p:nvSpPr>
        <p:spPr>
          <a:xfrm>
            <a:off x="2616840" y="1750680"/>
            <a:ext cx="477720" cy="920880"/>
          </a:xfrm>
          <a:custGeom>
            <a:avLst/>
            <a:gdLst/>
            <a:ahLst/>
            <a:rect l="0" t="0" r="r" b="b"/>
            <a:pathLst>
              <a:path fill="none" w="1327" h="2558">
                <a:moveTo>
                  <a:pt x="0" y="0"/>
                </a:moveTo>
                <a:lnTo>
                  <a:pt x="660" y="0"/>
                </a:lnTo>
                <a:lnTo>
                  <a:pt x="660" y="2558"/>
                </a:lnTo>
                <a:lnTo>
                  <a:pt x="1327" y="2558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5" name=""/>
          <p:cNvSpPr/>
          <p:nvPr/>
        </p:nvSpPr>
        <p:spPr>
          <a:xfrm>
            <a:off x="3016800" y="2628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0"/>
                </a:moveTo>
                <a:lnTo>
                  <a:pt x="239" y="119"/>
                </a:lnTo>
                <a:lnTo>
                  <a:pt x="0" y="239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6" name=""/>
          <p:cNvSpPr/>
          <p:nvPr/>
        </p:nvSpPr>
        <p:spPr>
          <a:xfrm>
            <a:off x="2571120" y="2045160"/>
            <a:ext cx="0" cy="76896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7" name=""/>
          <p:cNvSpPr/>
          <p:nvPr/>
        </p:nvSpPr>
        <p:spPr>
          <a:xfrm>
            <a:off x="2571120" y="2045160"/>
            <a:ext cx="0" cy="76896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8" name=""/>
          <p:cNvSpPr/>
          <p:nvPr/>
        </p:nvSpPr>
        <p:spPr>
          <a:xfrm>
            <a:off x="2527920" y="273708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0"/>
                </a:moveTo>
                <a:lnTo>
                  <a:pt x="120" y="239"/>
                </a:lnTo>
                <a:lnTo>
                  <a:pt x="0" y="0"/>
                </a:lnTo>
                <a:lnTo>
                  <a:pt x="24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9" name=""/>
          <p:cNvSpPr/>
          <p:nvPr/>
        </p:nvSpPr>
        <p:spPr>
          <a:xfrm>
            <a:off x="2616840" y="1419120"/>
            <a:ext cx="306000" cy="469080"/>
          </a:xfrm>
          <a:custGeom>
            <a:avLst/>
            <a:gdLst/>
            <a:ahLst/>
            <a:rect l="0" t="0" r="r" b="b"/>
            <a:pathLst>
              <a:path fill="none" w="850" h="1303">
                <a:moveTo>
                  <a:pt x="850" y="0"/>
                </a:moveTo>
                <a:lnTo>
                  <a:pt x="420" y="0"/>
                </a:lnTo>
                <a:lnTo>
                  <a:pt x="420" y="1303"/>
                </a:lnTo>
                <a:lnTo>
                  <a:pt x="0" y="1303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0" name=""/>
          <p:cNvSpPr/>
          <p:nvPr/>
        </p:nvSpPr>
        <p:spPr>
          <a:xfrm>
            <a:off x="2616840" y="1419120"/>
            <a:ext cx="306000" cy="469080"/>
          </a:xfrm>
          <a:custGeom>
            <a:avLst/>
            <a:gdLst/>
            <a:ahLst/>
            <a:rect l="0" t="0" r="r" b="b"/>
            <a:pathLst>
              <a:path fill="none" w="850" h="1303">
                <a:moveTo>
                  <a:pt x="850" y="0"/>
                </a:moveTo>
                <a:lnTo>
                  <a:pt x="420" y="0"/>
                </a:lnTo>
                <a:lnTo>
                  <a:pt x="420" y="1303"/>
                </a:lnTo>
                <a:lnTo>
                  <a:pt x="0" y="1303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1" name=""/>
          <p:cNvSpPr/>
          <p:nvPr/>
        </p:nvSpPr>
        <p:spPr>
          <a:xfrm>
            <a:off x="2608200" y="184500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240"/>
                </a:moveTo>
                <a:lnTo>
                  <a:pt x="0" y="119"/>
                </a:lnTo>
                <a:lnTo>
                  <a:pt x="239" y="0"/>
                </a:lnTo>
                <a:lnTo>
                  <a:pt x="239" y="24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2" name=""/>
          <p:cNvSpPr/>
          <p:nvPr/>
        </p:nvSpPr>
        <p:spPr>
          <a:xfrm>
            <a:off x="2616840" y="1327680"/>
            <a:ext cx="306000" cy="377640"/>
          </a:xfrm>
          <a:custGeom>
            <a:avLst/>
            <a:gdLst/>
            <a:ahLst/>
            <a:rect l="0" t="0" r="r" b="b"/>
            <a:pathLst>
              <a:path fill="none" w="850" h="1049">
                <a:moveTo>
                  <a:pt x="850" y="0"/>
                </a:moveTo>
                <a:lnTo>
                  <a:pt x="420" y="0"/>
                </a:lnTo>
                <a:lnTo>
                  <a:pt x="420" y="1049"/>
                </a:lnTo>
                <a:lnTo>
                  <a:pt x="0" y="1049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3" name=""/>
          <p:cNvSpPr/>
          <p:nvPr/>
        </p:nvSpPr>
        <p:spPr>
          <a:xfrm>
            <a:off x="2616840" y="1327680"/>
            <a:ext cx="306000" cy="377640"/>
          </a:xfrm>
          <a:custGeom>
            <a:avLst/>
            <a:gdLst/>
            <a:ahLst/>
            <a:rect l="0" t="0" r="r" b="b"/>
            <a:pathLst>
              <a:path fill="none" w="850" h="1049">
                <a:moveTo>
                  <a:pt x="850" y="0"/>
                </a:moveTo>
                <a:lnTo>
                  <a:pt x="420" y="0"/>
                </a:lnTo>
                <a:lnTo>
                  <a:pt x="420" y="1049"/>
                </a:lnTo>
                <a:lnTo>
                  <a:pt x="0" y="1049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4" name=""/>
          <p:cNvSpPr/>
          <p:nvPr/>
        </p:nvSpPr>
        <p:spPr>
          <a:xfrm>
            <a:off x="2608200" y="1662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239"/>
                </a:moveTo>
                <a:lnTo>
                  <a:pt x="0" y="120"/>
                </a:lnTo>
                <a:lnTo>
                  <a:pt x="239" y="0"/>
                </a:lnTo>
                <a:lnTo>
                  <a:pt x="239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5" name=""/>
          <p:cNvSpPr/>
          <p:nvPr/>
        </p:nvSpPr>
        <p:spPr>
          <a:xfrm>
            <a:off x="4811760" y="1373400"/>
            <a:ext cx="574560" cy="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-15480" bIns="-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6" name=""/>
          <p:cNvSpPr/>
          <p:nvPr/>
        </p:nvSpPr>
        <p:spPr>
          <a:xfrm>
            <a:off x="4811760" y="1373400"/>
            <a:ext cx="574560" cy="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7" name=""/>
          <p:cNvSpPr/>
          <p:nvPr/>
        </p:nvSpPr>
        <p:spPr>
          <a:xfrm>
            <a:off x="5309280" y="133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0"/>
                </a:moveTo>
                <a:lnTo>
                  <a:pt x="239" y="119"/>
                </a:lnTo>
                <a:lnTo>
                  <a:pt x="0" y="239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8" name=""/>
          <p:cNvSpPr/>
          <p:nvPr/>
        </p:nvSpPr>
        <p:spPr>
          <a:xfrm>
            <a:off x="4668840" y="1479240"/>
            <a:ext cx="0" cy="3744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9" name=""/>
          <p:cNvSpPr/>
          <p:nvPr/>
        </p:nvSpPr>
        <p:spPr>
          <a:xfrm>
            <a:off x="4668840" y="1479240"/>
            <a:ext cx="0" cy="3744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0" name=""/>
          <p:cNvSpPr/>
          <p:nvPr/>
        </p:nvSpPr>
        <p:spPr>
          <a:xfrm>
            <a:off x="4626000" y="1776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0"/>
                </a:moveTo>
                <a:lnTo>
                  <a:pt x="119" y="239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1" name=""/>
          <p:cNvSpPr/>
          <p:nvPr/>
        </p:nvSpPr>
        <p:spPr>
          <a:xfrm>
            <a:off x="5426280" y="1479240"/>
            <a:ext cx="392040" cy="1106640"/>
          </a:xfrm>
          <a:custGeom>
            <a:avLst/>
            <a:gdLst/>
            <a:ahLst/>
            <a:rect l="0" t="0" r="r" b="b"/>
            <a:pathLst>
              <a:path fill="none" w="1089" h="3074">
                <a:moveTo>
                  <a:pt x="1089" y="0"/>
                </a:moveTo>
                <a:lnTo>
                  <a:pt x="1089" y="1422"/>
                </a:lnTo>
                <a:lnTo>
                  <a:pt x="0" y="1422"/>
                </a:lnTo>
                <a:lnTo>
                  <a:pt x="0" y="3074"/>
                </a:lnTo>
              </a:path>
            </a:pathLst>
          </a:custGeom>
          <a:ln w="31320">
            <a:solidFill>
              <a:srgbClr val="ffffff">
                <a:alpha val="85000"/>
              </a:srgbClr>
            </a:solidFill>
            <a:miter/>
          </a:ln>
        </p:spPr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2" name=""/>
          <p:cNvSpPr/>
          <p:nvPr/>
        </p:nvSpPr>
        <p:spPr>
          <a:xfrm>
            <a:off x="5426280" y="1479240"/>
            <a:ext cx="392040" cy="1106640"/>
          </a:xfrm>
          <a:custGeom>
            <a:avLst/>
            <a:gdLst/>
            <a:ahLst/>
            <a:rect l="0" t="0" r="r" b="b"/>
            <a:pathLst>
              <a:path fill="none" w="1089" h="3074">
                <a:moveTo>
                  <a:pt x="1089" y="0"/>
                </a:moveTo>
                <a:lnTo>
                  <a:pt x="1089" y="1422"/>
                </a:lnTo>
                <a:lnTo>
                  <a:pt x="0" y="1422"/>
                </a:lnTo>
                <a:lnTo>
                  <a:pt x="0" y="3074"/>
                </a:lnTo>
              </a:path>
            </a:pathLst>
          </a:custGeom>
          <a:ln w="14040">
            <a:solidFill>
              <a:srgbClr val="d9531e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3" name=""/>
          <p:cNvSpPr/>
          <p:nvPr/>
        </p:nvSpPr>
        <p:spPr>
          <a:xfrm>
            <a:off x="5383440" y="2508120"/>
            <a:ext cx="86400" cy="86400"/>
          </a:xfrm>
          <a:custGeom>
            <a:avLst/>
            <a:gdLst/>
            <a:ahLst/>
            <a:rect l="0" t="0" r="r" b="b"/>
            <a:pathLst>
              <a:path w="240" h="240">
                <a:moveTo>
                  <a:pt x="240" y="0"/>
                </a:moveTo>
                <a:lnTo>
                  <a:pt x="119" y="240"/>
                </a:lnTo>
                <a:lnTo>
                  <a:pt x="0" y="0"/>
                </a:lnTo>
                <a:lnTo>
                  <a:pt x="24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4" name=""/>
          <p:cNvSpPr/>
          <p:nvPr/>
        </p:nvSpPr>
        <p:spPr>
          <a:xfrm>
            <a:off x="5863680" y="1479240"/>
            <a:ext cx="0" cy="3744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5" name=""/>
          <p:cNvSpPr/>
          <p:nvPr/>
        </p:nvSpPr>
        <p:spPr>
          <a:xfrm>
            <a:off x="5863680" y="1479240"/>
            <a:ext cx="0" cy="3744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6" name=""/>
          <p:cNvSpPr/>
          <p:nvPr/>
        </p:nvSpPr>
        <p:spPr>
          <a:xfrm>
            <a:off x="5820840" y="1776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0"/>
                </a:moveTo>
                <a:lnTo>
                  <a:pt x="119" y="239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7" name=""/>
          <p:cNvSpPr/>
          <p:nvPr/>
        </p:nvSpPr>
        <p:spPr>
          <a:xfrm>
            <a:off x="5772240" y="1479240"/>
            <a:ext cx="0" cy="3744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8" name=""/>
          <p:cNvSpPr/>
          <p:nvPr/>
        </p:nvSpPr>
        <p:spPr>
          <a:xfrm>
            <a:off x="5772240" y="1479240"/>
            <a:ext cx="0" cy="3744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9" name=""/>
          <p:cNvSpPr/>
          <p:nvPr/>
        </p:nvSpPr>
        <p:spPr>
          <a:xfrm>
            <a:off x="5729400" y="1776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0"/>
                </a:moveTo>
                <a:lnTo>
                  <a:pt x="119" y="239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0" name=""/>
          <p:cNvSpPr/>
          <p:nvPr/>
        </p:nvSpPr>
        <p:spPr>
          <a:xfrm>
            <a:off x="4974840" y="2096640"/>
            <a:ext cx="0" cy="4086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1" name=""/>
          <p:cNvSpPr/>
          <p:nvPr/>
        </p:nvSpPr>
        <p:spPr>
          <a:xfrm>
            <a:off x="4974840" y="2096640"/>
            <a:ext cx="0" cy="4086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2" name=""/>
          <p:cNvSpPr/>
          <p:nvPr/>
        </p:nvSpPr>
        <p:spPr>
          <a:xfrm>
            <a:off x="4932000" y="2428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0"/>
                </a:moveTo>
                <a:lnTo>
                  <a:pt x="119" y="239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3" name=""/>
          <p:cNvSpPr/>
          <p:nvPr/>
        </p:nvSpPr>
        <p:spPr>
          <a:xfrm>
            <a:off x="6455520" y="2019600"/>
            <a:ext cx="462960" cy="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-15480" bIns="-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4" name=""/>
          <p:cNvSpPr/>
          <p:nvPr/>
        </p:nvSpPr>
        <p:spPr>
          <a:xfrm>
            <a:off x="6455520" y="2019600"/>
            <a:ext cx="462960" cy="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5" name=""/>
          <p:cNvSpPr/>
          <p:nvPr/>
        </p:nvSpPr>
        <p:spPr>
          <a:xfrm>
            <a:off x="6841440" y="1976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0"/>
                </a:moveTo>
                <a:lnTo>
                  <a:pt x="239" y="120"/>
                </a:lnTo>
                <a:lnTo>
                  <a:pt x="0" y="239"/>
                </a:lnTo>
                <a:lnTo>
                  <a:pt x="0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6" name=""/>
          <p:cNvSpPr/>
          <p:nvPr/>
        </p:nvSpPr>
        <p:spPr>
          <a:xfrm flipV="1">
            <a:off x="4714560" y="1479240"/>
            <a:ext cx="0" cy="3744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7" name=""/>
          <p:cNvSpPr/>
          <p:nvPr/>
        </p:nvSpPr>
        <p:spPr>
          <a:xfrm flipV="1">
            <a:off x="4714560" y="1479240"/>
            <a:ext cx="0" cy="3744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8" name=""/>
          <p:cNvSpPr/>
          <p:nvPr/>
        </p:nvSpPr>
        <p:spPr>
          <a:xfrm>
            <a:off x="4671720" y="147060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0" y="239"/>
                </a:moveTo>
                <a:lnTo>
                  <a:pt x="119" y="0"/>
                </a:lnTo>
                <a:lnTo>
                  <a:pt x="240" y="239"/>
                </a:lnTo>
                <a:lnTo>
                  <a:pt x="0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9" name=""/>
          <p:cNvSpPr/>
          <p:nvPr/>
        </p:nvSpPr>
        <p:spPr>
          <a:xfrm flipV="1">
            <a:off x="5772240" y="1479240"/>
            <a:ext cx="0" cy="3744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0" name=""/>
          <p:cNvSpPr/>
          <p:nvPr/>
        </p:nvSpPr>
        <p:spPr>
          <a:xfrm flipV="1">
            <a:off x="5772240" y="1479240"/>
            <a:ext cx="0" cy="3744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1" name=""/>
          <p:cNvSpPr/>
          <p:nvPr/>
        </p:nvSpPr>
        <p:spPr>
          <a:xfrm>
            <a:off x="5729400" y="1470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0" y="239"/>
                </a:moveTo>
                <a:lnTo>
                  <a:pt x="119" y="0"/>
                </a:lnTo>
                <a:lnTo>
                  <a:pt x="239" y="239"/>
                </a:lnTo>
                <a:lnTo>
                  <a:pt x="0" y="239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2" name=""/>
          <p:cNvSpPr/>
          <p:nvPr/>
        </p:nvSpPr>
        <p:spPr>
          <a:xfrm>
            <a:off x="6238080" y="2096640"/>
            <a:ext cx="0" cy="40860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3" name=""/>
          <p:cNvSpPr/>
          <p:nvPr/>
        </p:nvSpPr>
        <p:spPr>
          <a:xfrm>
            <a:off x="6238080" y="2096640"/>
            <a:ext cx="0" cy="40860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4" name=""/>
          <p:cNvSpPr/>
          <p:nvPr/>
        </p:nvSpPr>
        <p:spPr>
          <a:xfrm>
            <a:off x="6195240" y="2428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0"/>
                </a:moveTo>
                <a:lnTo>
                  <a:pt x="120" y="239"/>
                </a:lnTo>
                <a:lnTo>
                  <a:pt x="0" y="0"/>
                </a:lnTo>
                <a:lnTo>
                  <a:pt x="239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5" name=""/>
          <p:cNvSpPr/>
          <p:nvPr/>
        </p:nvSpPr>
        <p:spPr>
          <a:xfrm flipV="1">
            <a:off x="4220280" y="2662560"/>
            <a:ext cx="0" cy="331560"/>
          </a:xfrm>
          <a:prstGeom prst="line">
            <a:avLst/>
          </a:prstGeom>
          <a:ln w="31320">
            <a:solidFill>
              <a:srgbClr val="ffffff">
                <a:alpha val="8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480" rIns="15480" tIns="15480" bIns="154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6" name=""/>
          <p:cNvSpPr/>
          <p:nvPr/>
        </p:nvSpPr>
        <p:spPr>
          <a:xfrm flipV="1">
            <a:off x="4220280" y="2662560"/>
            <a:ext cx="0" cy="331560"/>
          </a:xfrm>
          <a:prstGeom prst="line">
            <a:avLst/>
          </a:prstGeom>
          <a:ln w="14040">
            <a:solidFill>
              <a:srgbClr val="d953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7" name=""/>
          <p:cNvSpPr/>
          <p:nvPr/>
        </p:nvSpPr>
        <p:spPr>
          <a:xfrm>
            <a:off x="4177440" y="2653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0" y="240"/>
                </a:moveTo>
                <a:lnTo>
                  <a:pt x="119" y="0"/>
                </a:lnTo>
                <a:lnTo>
                  <a:pt x="239" y="240"/>
                </a:lnTo>
                <a:lnTo>
                  <a:pt x="0" y="24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8" name=""/>
          <p:cNvSpPr/>
          <p:nvPr/>
        </p:nvSpPr>
        <p:spPr>
          <a:xfrm>
            <a:off x="3085560" y="2368080"/>
            <a:ext cx="466200" cy="174960"/>
          </a:xfrm>
          <a:custGeom>
            <a:avLst/>
            <a:gdLst/>
            <a:ahLst/>
            <a:rect l="0" t="0" r="r" b="b"/>
            <a:pathLst>
              <a:path w="1295" h="486">
                <a:moveTo>
                  <a:pt x="31" y="0"/>
                </a:moveTo>
                <a:lnTo>
                  <a:pt x="1263" y="0"/>
                </a:lnTo>
                <a:cubicBezTo>
                  <a:pt x="1272" y="0"/>
                  <a:pt x="1279" y="3"/>
                  <a:pt x="1286" y="10"/>
                </a:cubicBezTo>
                <a:cubicBezTo>
                  <a:pt x="1292" y="16"/>
                  <a:pt x="1295" y="23"/>
                  <a:pt x="1295" y="32"/>
                </a:cubicBezTo>
                <a:lnTo>
                  <a:pt x="1295" y="454"/>
                </a:lnTo>
                <a:cubicBezTo>
                  <a:pt x="1295" y="463"/>
                  <a:pt x="1292" y="470"/>
                  <a:pt x="1286" y="476"/>
                </a:cubicBezTo>
                <a:cubicBezTo>
                  <a:pt x="1279" y="483"/>
                  <a:pt x="1272" y="486"/>
                  <a:pt x="1263" y="486"/>
                </a:cubicBezTo>
                <a:lnTo>
                  <a:pt x="31" y="486"/>
                </a:lnTo>
                <a:cubicBezTo>
                  <a:pt x="23" y="486"/>
                  <a:pt x="15" y="483"/>
                  <a:pt x="9" y="476"/>
                </a:cubicBezTo>
                <a:cubicBezTo>
                  <a:pt x="3" y="470"/>
                  <a:pt x="0" y="463"/>
                  <a:pt x="0" y="454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9" name=""/>
          <p:cNvSpPr/>
          <p:nvPr/>
        </p:nvSpPr>
        <p:spPr>
          <a:xfrm>
            <a:off x="2125080" y="2291040"/>
            <a:ext cx="500400" cy="191880"/>
          </a:xfrm>
          <a:custGeom>
            <a:avLst/>
            <a:gdLst/>
            <a:ahLst/>
            <a:rect l="0" t="0" r="r" b="b"/>
            <a:pathLst>
              <a:path w="1390" h="533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6"/>
                  <a:pt x="1390" y="23"/>
                  <a:pt x="1390" y="32"/>
                </a:cubicBezTo>
                <a:lnTo>
                  <a:pt x="1390" y="501"/>
                </a:lnTo>
                <a:cubicBezTo>
                  <a:pt x="1390" y="510"/>
                  <a:pt x="1387" y="517"/>
                  <a:pt x="1381" y="524"/>
                </a:cubicBezTo>
                <a:cubicBezTo>
                  <a:pt x="1375" y="530"/>
                  <a:pt x="1367" y="533"/>
                  <a:pt x="1359" y="533"/>
                </a:cubicBezTo>
                <a:lnTo>
                  <a:pt x="32" y="533"/>
                </a:lnTo>
                <a:cubicBezTo>
                  <a:pt x="23" y="533"/>
                  <a:pt x="15" y="530"/>
                  <a:pt x="9" y="524"/>
                </a:cubicBezTo>
                <a:cubicBezTo>
                  <a:pt x="3" y="517"/>
                  <a:pt x="0" y="510"/>
                  <a:pt x="0" y="501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0" name=""/>
          <p:cNvSpPr/>
          <p:nvPr/>
        </p:nvSpPr>
        <p:spPr>
          <a:xfrm>
            <a:off x="3085560" y="2368080"/>
            <a:ext cx="466200" cy="174960"/>
          </a:xfrm>
          <a:custGeom>
            <a:avLst/>
            <a:gdLst/>
            <a:ahLst/>
            <a:rect l="0" t="0" r="r" b="b"/>
            <a:pathLst>
              <a:path w="1295" h="486">
                <a:moveTo>
                  <a:pt x="31" y="0"/>
                </a:moveTo>
                <a:lnTo>
                  <a:pt x="1263" y="0"/>
                </a:lnTo>
                <a:cubicBezTo>
                  <a:pt x="1272" y="0"/>
                  <a:pt x="1279" y="3"/>
                  <a:pt x="1286" y="10"/>
                </a:cubicBezTo>
                <a:cubicBezTo>
                  <a:pt x="1292" y="16"/>
                  <a:pt x="1295" y="23"/>
                  <a:pt x="1295" y="32"/>
                </a:cubicBezTo>
                <a:lnTo>
                  <a:pt x="1295" y="454"/>
                </a:lnTo>
                <a:cubicBezTo>
                  <a:pt x="1295" y="463"/>
                  <a:pt x="1292" y="470"/>
                  <a:pt x="1286" y="476"/>
                </a:cubicBezTo>
                <a:cubicBezTo>
                  <a:pt x="1279" y="483"/>
                  <a:pt x="1272" y="486"/>
                  <a:pt x="1263" y="486"/>
                </a:cubicBezTo>
                <a:lnTo>
                  <a:pt x="31" y="486"/>
                </a:lnTo>
                <a:cubicBezTo>
                  <a:pt x="23" y="486"/>
                  <a:pt x="15" y="483"/>
                  <a:pt x="9" y="476"/>
                </a:cubicBezTo>
                <a:cubicBezTo>
                  <a:pt x="3" y="470"/>
                  <a:pt x="0" y="463"/>
                  <a:pt x="0" y="454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1" name=""/>
          <p:cNvSpPr/>
          <p:nvPr/>
        </p:nvSpPr>
        <p:spPr>
          <a:xfrm>
            <a:off x="2913840" y="1262160"/>
            <a:ext cx="637920" cy="226080"/>
          </a:xfrm>
          <a:custGeom>
            <a:avLst/>
            <a:gdLst/>
            <a:ahLst/>
            <a:rect l="0" t="0" r="r" b="b"/>
            <a:pathLst>
              <a:path w="1772" h="628">
                <a:moveTo>
                  <a:pt x="32" y="0"/>
                </a:moveTo>
                <a:lnTo>
                  <a:pt x="1740" y="0"/>
                </a:lnTo>
                <a:cubicBezTo>
                  <a:pt x="1749" y="0"/>
                  <a:pt x="1756" y="3"/>
                  <a:pt x="1763" y="9"/>
                </a:cubicBezTo>
                <a:cubicBezTo>
                  <a:pt x="1769" y="15"/>
                  <a:pt x="1772" y="23"/>
                  <a:pt x="1772" y="31"/>
                </a:cubicBezTo>
                <a:lnTo>
                  <a:pt x="1772" y="596"/>
                </a:lnTo>
                <a:cubicBezTo>
                  <a:pt x="1772" y="605"/>
                  <a:pt x="1769" y="612"/>
                  <a:pt x="1763" y="619"/>
                </a:cubicBezTo>
                <a:cubicBezTo>
                  <a:pt x="1756" y="625"/>
                  <a:pt x="1749" y="628"/>
                  <a:pt x="1740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2" name=""/>
          <p:cNvSpPr/>
          <p:nvPr/>
        </p:nvSpPr>
        <p:spPr>
          <a:xfrm>
            <a:off x="4077360" y="2496960"/>
            <a:ext cx="1357920" cy="174600"/>
          </a:xfrm>
          <a:custGeom>
            <a:avLst/>
            <a:gdLst/>
            <a:ahLst/>
            <a:rect l="0" t="0" r="r" b="b"/>
            <a:pathLst>
              <a:path w="3772" h="485">
                <a:moveTo>
                  <a:pt x="32" y="0"/>
                </a:moveTo>
                <a:lnTo>
                  <a:pt x="3740" y="0"/>
                </a:lnTo>
                <a:cubicBezTo>
                  <a:pt x="3749" y="0"/>
                  <a:pt x="3757" y="3"/>
                  <a:pt x="3763" y="9"/>
                </a:cubicBezTo>
                <a:cubicBezTo>
                  <a:pt x="3769" y="15"/>
                  <a:pt x="3772" y="23"/>
                  <a:pt x="3772" y="31"/>
                </a:cubicBezTo>
                <a:lnTo>
                  <a:pt x="3772" y="453"/>
                </a:lnTo>
                <a:cubicBezTo>
                  <a:pt x="3772" y="462"/>
                  <a:pt x="3769" y="469"/>
                  <a:pt x="3763" y="476"/>
                </a:cubicBezTo>
                <a:cubicBezTo>
                  <a:pt x="3757" y="482"/>
                  <a:pt x="3749" y="485"/>
                  <a:pt x="3740" y="485"/>
                </a:cubicBezTo>
                <a:lnTo>
                  <a:pt x="32" y="485"/>
                </a:lnTo>
                <a:cubicBezTo>
                  <a:pt x="23" y="485"/>
                  <a:pt x="15" y="482"/>
                  <a:pt x="9" y="476"/>
                </a:cubicBezTo>
                <a:cubicBezTo>
                  <a:pt x="3" y="469"/>
                  <a:pt x="0" y="462"/>
                  <a:pt x="0" y="453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3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4" name=""/>
          <p:cNvSpPr/>
          <p:nvPr/>
        </p:nvSpPr>
        <p:spPr>
          <a:xfrm>
            <a:off x="2125080" y="2291040"/>
            <a:ext cx="500400" cy="191880"/>
          </a:xfrm>
          <a:custGeom>
            <a:avLst/>
            <a:gdLst/>
            <a:ahLst/>
            <a:rect l="0" t="0" r="r" b="b"/>
            <a:pathLst>
              <a:path w="1390" h="533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6"/>
                  <a:pt x="1390" y="23"/>
                  <a:pt x="1390" y="32"/>
                </a:cubicBezTo>
                <a:lnTo>
                  <a:pt x="1390" y="501"/>
                </a:lnTo>
                <a:cubicBezTo>
                  <a:pt x="1390" y="510"/>
                  <a:pt x="1387" y="517"/>
                  <a:pt x="1381" y="524"/>
                </a:cubicBezTo>
                <a:cubicBezTo>
                  <a:pt x="1375" y="530"/>
                  <a:pt x="1367" y="533"/>
                  <a:pt x="1359" y="533"/>
                </a:cubicBezTo>
                <a:lnTo>
                  <a:pt x="32" y="533"/>
                </a:lnTo>
                <a:cubicBezTo>
                  <a:pt x="23" y="533"/>
                  <a:pt x="15" y="530"/>
                  <a:pt x="9" y="524"/>
                </a:cubicBezTo>
                <a:cubicBezTo>
                  <a:pt x="3" y="517"/>
                  <a:pt x="0" y="510"/>
                  <a:pt x="0" y="501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5" name=""/>
          <p:cNvSpPr/>
          <p:nvPr/>
        </p:nvSpPr>
        <p:spPr>
          <a:xfrm>
            <a:off x="3085560" y="2539800"/>
            <a:ext cx="466200" cy="174600"/>
          </a:xfrm>
          <a:custGeom>
            <a:avLst/>
            <a:gdLst/>
            <a:ahLst/>
            <a:rect l="0" t="0" r="r" b="b"/>
            <a:pathLst>
              <a:path w="1295" h="485">
                <a:moveTo>
                  <a:pt x="31" y="0"/>
                </a:moveTo>
                <a:lnTo>
                  <a:pt x="1263" y="0"/>
                </a:lnTo>
                <a:cubicBezTo>
                  <a:pt x="1272" y="0"/>
                  <a:pt x="1279" y="3"/>
                  <a:pt x="1286" y="9"/>
                </a:cubicBezTo>
                <a:cubicBezTo>
                  <a:pt x="1292" y="15"/>
                  <a:pt x="1295" y="23"/>
                  <a:pt x="1295" y="32"/>
                </a:cubicBezTo>
                <a:lnTo>
                  <a:pt x="1295" y="453"/>
                </a:lnTo>
                <a:cubicBezTo>
                  <a:pt x="1295" y="462"/>
                  <a:pt x="1292" y="470"/>
                  <a:pt x="1286" y="476"/>
                </a:cubicBezTo>
                <a:cubicBezTo>
                  <a:pt x="1279" y="482"/>
                  <a:pt x="1272" y="485"/>
                  <a:pt x="1263" y="485"/>
                </a:cubicBezTo>
                <a:lnTo>
                  <a:pt x="31" y="485"/>
                </a:lnTo>
                <a:cubicBezTo>
                  <a:pt x="23" y="485"/>
                  <a:pt x="15" y="482"/>
                  <a:pt x="9" y="476"/>
                </a:cubicBezTo>
                <a:cubicBezTo>
                  <a:pt x="3" y="470"/>
                  <a:pt x="0" y="462"/>
                  <a:pt x="0" y="453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6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7" name=""/>
          <p:cNvSpPr/>
          <p:nvPr/>
        </p:nvSpPr>
        <p:spPr>
          <a:xfrm>
            <a:off x="3085560" y="2368080"/>
            <a:ext cx="466200" cy="174960"/>
          </a:xfrm>
          <a:custGeom>
            <a:avLst/>
            <a:gdLst/>
            <a:ahLst/>
            <a:rect l="0" t="0" r="r" b="b"/>
            <a:pathLst>
              <a:path w="1295" h="486">
                <a:moveTo>
                  <a:pt x="31" y="0"/>
                </a:moveTo>
                <a:lnTo>
                  <a:pt x="1263" y="0"/>
                </a:lnTo>
                <a:cubicBezTo>
                  <a:pt x="1272" y="0"/>
                  <a:pt x="1279" y="3"/>
                  <a:pt x="1286" y="10"/>
                </a:cubicBezTo>
                <a:cubicBezTo>
                  <a:pt x="1292" y="16"/>
                  <a:pt x="1295" y="23"/>
                  <a:pt x="1295" y="32"/>
                </a:cubicBezTo>
                <a:lnTo>
                  <a:pt x="1295" y="454"/>
                </a:lnTo>
                <a:cubicBezTo>
                  <a:pt x="1295" y="463"/>
                  <a:pt x="1292" y="470"/>
                  <a:pt x="1286" y="476"/>
                </a:cubicBezTo>
                <a:cubicBezTo>
                  <a:pt x="1279" y="483"/>
                  <a:pt x="1272" y="486"/>
                  <a:pt x="1263" y="486"/>
                </a:cubicBezTo>
                <a:lnTo>
                  <a:pt x="31" y="486"/>
                </a:lnTo>
                <a:cubicBezTo>
                  <a:pt x="23" y="486"/>
                  <a:pt x="15" y="483"/>
                  <a:pt x="9" y="476"/>
                </a:cubicBezTo>
                <a:cubicBezTo>
                  <a:pt x="3" y="470"/>
                  <a:pt x="0" y="463"/>
                  <a:pt x="0" y="454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8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9" name=""/>
          <p:cNvSpPr/>
          <p:nvPr/>
        </p:nvSpPr>
        <p:spPr>
          <a:xfrm>
            <a:off x="2125080" y="2291040"/>
            <a:ext cx="500400" cy="191880"/>
          </a:xfrm>
          <a:custGeom>
            <a:avLst/>
            <a:gdLst/>
            <a:ahLst/>
            <a:rect l="0" t="0" r="r" b="b"/>
            <a:pathLst>
              <a:path w="1390" h="533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6"/>
                  <a:pt x="1390" y="23"/>
                  <a:pt x="1390" y="32"/>
                </a:cubicBezTo>
                <a:lnTo>
                  <a:pt x="1390" y="501"/>
                </a:lnTo>
                <a:cubicBezTo>
                  <a:pt x="1390" y="510"/>
                  <a:pt x="1387" y="517"/>
                  <a:pt x="1381" y="524"/>
                </a:cubicBezTo>
                <a:cubicBezTo>
                  <a:pt x="1375" y="530"/>
                  <a:pt x="1367" y="533"/>
                  <a:pt x="1359" y="533"/>
                </a:cubicBezTo>
                <a:lnTo>
                  <a:pt x="32" y="533"/>
                </a:lnTo>
                <a:cubicBezTo>
                  <a:pt x="23" y="533"/>
                  <a:pt x="15" y="530"/>
                  <a:pt x="9" y="524"/>
                </a:cubicBezTo>
                <a:cubicBezTo>
                  <a:pt x="3" y="517"/>
                  <a:pt x="0" y="510"/>
                  <a:pt x="0" y="501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0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1" name=""/>
          <p:cNvSpPr/>
          <p:nvPr/>
        </p:nvSpPr>
        <p:spPr>
          <a:xfrm>
            <a:off x="2125080" y="2291040"/>
            <a:ext cx="500400" cy="191880"/>
          </a:xfrm>
          <a:custGeom>
            <a:avLst/>
            <a:gdLst/>
            <a:ahLst/>
            <a:rect l="0" t="0" r="r" b="b"/>
            <a:pathLst>
              <a:path w="1390" h="533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6"/>
                  <a:pt x="1390" y="23"/>
                  <a:pt x="1390" y="32"/>
                </a:cubicBezTo>
                <a:lnTo>
                  <a:pt x="1390" y="501"/>
                </a:lnTo>
                <a:cubicBezTo>
                  <a:pt x="1390" y="510"/>
                  <a:pt x="1387" y="517"/>
                  <a:pt x="1381" y="524"/>
                </a:cubicBezTo>
                <a:cubicBezTo>
                  <a:pt x="1375" y="530"/>
                  <a:pt x="1367" y="533"/>
                  <a:pt x="1359" y="533"/>
                </a:cubicBezTo>
                <a:lnTo>
                  <a:pt x="32" y="533"/>
                </a:lnTo>
                <a:cubicBezTo>
                  <a:pt x="23" y="533"/>
                  <a:pt x="15" y="530"/>
                  <a:pt x="9" y="524"/>
                </a:cubicBezTo>
                <a:cubicBezTo>
                  <a:pt x="3" y="517"/>
                  <a:pt x="0" y="510"/>
                  <a:pt x="0" y="501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2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3" name=""/>
          <p:cNvSpPr/>
          <p:nvPr/>
        </p:nvSpPr>
        <p:spPr>
          <a:xfrm>
            <a:off x="2913840" y="1262160"/>
            <a:ext cx="637920" cy="226080"/>
          </a:xfrm>
          <a:custGeom>
            <a:avLst/>
            <a:gdLst/>
            <a:ahLst/>
            <a:rect l="0" t="0" r="r" b="b"/>
            <a:pathLst>
              <a:path w="1772" h="628">
                <a:moveTo>
                  <a:pt x="32" y="0"/>
                </a:moveTo>
                <a:lnTo>
                  <a:pt x="1740" y="0"/>
                </a:lnTo>
                <a:cubicBezTo>
                  <a:pt x="1749" y="0"/>
                  <a:pt x="1756" y="3"/>
                  <a:pt x="1763" y="9"/>
                </a:cubicBezTo>
                <a:cubicBezTo>
                  <a:pt x="1769" y="15"/>
                  <a:pt x="1772" y="23"/>
                  <a:pt x="1772" y="31"/>
                </a:cubicBezTo>
                <a:lnTo>
                  <a:pt x="1772" y="596"/>
                </a:lnTo>
                <a:cubicBezTo>
                  <a:pt x="1772" y="605"/>
                  <a:pt x="1769" y="612"/>
                  <a:pt x="1763" y="619"/>
                </a:cubicBezTo>
                <a:cubicBezTo>
                  <a:pt x="1756" y="625"/>
                  <a:pt x="1749" y="628"/>
                  <a:pt x="1740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4" name=""/>
          <p:cNvSpPr/>
          <p:nvPr/>
        </p:nvSpPr>
        <p:spPr>
          <a:xfrm>
            <a:off x="6909840" y="1262160"/>
            <a:ext cx="789480" cy="226080"/>
          </a:xfrm>
          <a:custGeom>
            <a:avLst/>
            <a:gdLst/>
            <a:ahLst/>
            <a:rect l="0" t="0" r="r" b="b"/>
            <a:pathLst>
              <a:path w="2193" h="628">
                <a:moveTo>
                  <a:pt x="32" y="0"/>
                </a:moveTo>
                <a:lnTo>
                  <a:pt x="2161" y="0"/>
                </a:lnTo>
                <a:cubicBezTo>
                  <a:pt x="2170" y="0"/>
                  <a:pt x="2177" y="3"/>
                  <a:pt x="2183" y="9"/>
                </a:cubicBezTo>
                <a:cubicBezTo>
                  <a:pt x="2189" y="15"/>
                  <a:pt x="2193" y="23"/>
                  <a:pt x="2193" y="31"/>
                </a:cubicBezTo>
                <a:lnTo>
                  <a:pt x="2193" y="596"/>
                </a:lnTo>
                <a:cubicBezTo>
                  <a:pt x="2193" y="605"/>
                  <a:pt x="2189" y="612"/>
                  <a:pt x="2183" y="619"/>
                </a:cubicBezTo>
                <a:cubicBezTo>
                  <a:pt x="2177" y="625"/>
                  <a:pt x="2170" y="628"/>
                  <a:pt x="2161" y="628"/>
                </a:cubicBezTo>
                <a:lnTo>
                  <a:pt x="32" y="628"/>
                </a:lnTo>
                <a:cubicBezTo>
                  <a:pt x="23" y="628"/>
                  <a:pt x="16" y="625"/>
                  <a:pt x="9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5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6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7" name=""/>
          <p:cNvSpPr/>
          <p:nvPr/>
        </p:nvSpPr>
        <p:spPr>
          <a:xfrm>
            <a:off x="3085560" y="2539800"/>
            <a:ext cx="466200" cy="174600"/>
          </a:xfrm>
          <a:custGeom>
            <a:avLst/>
            <a:gdLst/>
            <a:ahLst/>
            <a:rect l="0" t="0" r="r" b="b"/>
            <a:pathLst>
              <a:path w="1295" h="485">
                <a:moveTo>
                  <a:pt x="31" y="0"/>
                </a:moveTo>
                <a:lnTo>
                  <a:pt x="1263" y="0"/>
                </a:lnTo>
                <a:cubicBezTo>
                  <a:pt x="1272" y="0"/>
                  <a:pt x="1279" y="3"/>
                  <a:pt x="1286" y="9"/>
                </a:cubicBezTo>
                <a:cubicBezTo>
                  <a:pt x="1292" y="15"/>
                  <a:pt x="1295" y="23"/>
                  <a:pt x="1295" y="32"/>
                </a:cubicBezTo>
                <a:lnTo>
                  <a:pt x="1295" y="453"/>
                </a:lnTo>
                <a:cubicBezTo>
                  <a:pt x="1295" y="462"/>
                  <a:pt x="1292" y="470"/>
                  <a:pt x="1286" y="476"/>
                </a:cubicBezTo>
                <a:cubicBezTo>
                  <a:pt x="1279" y="482"/>
                  <a:pt x="1272" y="485"/>
                  <a:pt x="1263" y="485"/>
                </a:cubicBezTo>
                <a:lnTo>
                  <a:pt x="31" y="485"/>
                </a:lnTo>
                <a:cubicBezTo>
                  <a:pt x="23" y="485"/>
                  <a:pt x="15" y="482"/>
                  <a:pt x="9" y="476"/>
                </a:cubicBezTo>
                <a:cubicBezTo>
                  <a:pt x="3" y="470"/>
                  <a:pt x="0" y="462"/>
                  <a:pt x="0" y="453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8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9" name=""/>
          <p:cNvSpPr/>
          <p:nvPr/>
        </p:nvSpPr>
        <p:spPr>
          <a:xfrm>
            <a:off x="2539440" y="2805480"/>
            <a:ext cx="326160" cy="174600"/>
          </a:xfrm>
          <a:custGeom>
            <a:avLst/>
            <a:gdLst/>
            <a:ahLst/>
            <a:rect l="0" t="0" r="r" b="b"/>
            <a:pathLst>
              <a:path w="906" h="485">
                <a:moveTo>
                  <a:pt x="32" y="0"/>
                </a:moveTo>
                <a:lnTo>
                  <a:pt x="875" y="0"/>
                </a:lnTo>
                <a:cubicBezTo>
                  <a:pt x="883" y="0"/>
                  <a:pt x="891" y="3"/>
                  <a:pt x="897" y="9"/>
                </a:cubicBezTo>
                <a:cubicBezTo>
                  <a:pt x="903" y="16"/>
                  <a:pt x="906" y="23"/>
                  <a:pt x="906" y="32"/>
                </a:cubicBezTo>
                <a:lnTo>
                  <a:pt x="906" y="454"/>
                </a:lnTo>
                <a:cubicBezTo>
                  <a:pt x="906" y="463"/>
                  <a:pt x="903" y="470"/>
                  <a:pt x="897" y="476"/>
                </a:cubicBezTo>
                <a:cubicBezTo>
                  <a:pt x="891" y="482"/>
                  <a:pt x="883" y="485"/>
                  <a:pt x="875" y="485"/>
                </a:cubicBezTo>
                <a:lnTo>
                  <a:pt x="32" y="485"/>
                </a:lnTo>
                <a:cubicBezTo>
                  <a:pt x="23" y="485"/>
                  <a:pt x="16" y="482"/>
                  <a:pt x="10" y="476"/>
                </a:cubicBezTo>
                <a:cubicBezTo>
                  <a:pt x="3" y="470"/>
                  <a:pt x="0" y="463"/>
                  <a:pt x="0" y="454"/>
                </a:cubicBezTo>
                <a:lnTo>
                  <a:pt x="0" y="32"/>
                </a:lnTo>
                <a:cubicBezTo>
                  <a:pt x="0" y="23"/>
                  <a:pt x="3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0" name=""/>
          <p:cNvSpPr/>
          <p:nvPr/>
        </p:nvSpPr>
        <p:spPr>
          <a:xfrm>
            <a:off x="2913840" y="1262160"/>
            <a:ext cx="637920" cy="226080"/>
          </a:xfrm>
          <a:custGeom>
            <a:avLst/>
            <a:gdLst/>
            <a:ahLst/>
            <a:rect l="0" t="0" r="r" b="b"/>
            <a:pathLst>
              <a:path w="1772" h="628">
                <a:moveTo>
                  <a:pt x="32" y="0"/>
                </a:moveTo>
                <a:lnTo>
                  <a:pt x="1740" y="0"/>
                </a:lnTo>
                <a:cubicBezTo>
                  <a:pt x="1749" y="0"/>
                  <a:pt x="1756" y="3"/>
                  <a:pt x="1763" y="9"/>
                </a:cubicBezTo>
                <a:cubicBezTo>
                  <a:pt x="1769" y="15"/>
                  <a:pt x="1772" y="23"/>
                  <a:pt x="1772" y="31"/>
                </a:cubicBezTo>
                <a:lnTo>
                  <a:pt x="1772" y="596"/>
                </a:lnTo>
                <a:cubicBezTo>
                  <a:pt x="1772" y="605"/>
                  <a:pt x="1769" y="612"/>
                  <a:pt x="1763" y="619"/>
                </a:cubicBezTo>
                <a:cubicBezTo>
                  <a:pt x="1756" y="625"/>
                  <a:pt x="1749" y="628"/>
                  <a:pt x="1740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1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2" name=""/>
          <p:cNvSpPr/>
          <p:nvPr/>
        </p:nvSpPr>
        <p:spPr>
          <a:xfrm>
            <a:off x="2913840" y="1262160"/>
            <a:ext cx="637920" cy="226080"/>
          </a:xfrm>
          <a:custGeom>
            <a:avLst/>
            <a:gdLst/>
            <a:ahLst/>
            <a:rect l="0" t="0" r="r" b="b"/>
            <a:pathLst>
              <a:path w="1772" h="628">
                <a:moveTo>
                  <a:pt x="32" y="0"/>
                </a:moveTo>
                <a:lnTo>
                  <a:pt x="1740" y="0"/>
                </a:lnTo>
                <a:cubicBezTo>
                  <a:pt x="1749" y="0"/>
                  <a:pt x="1756" y="3"/>
                  <a:pt x="1763" y="9"/>
                </a:cubicBezTo>
                <a:cubicBezTo>
                  <a:pt x="1769" y="15"/>
                  <a:pt x="1772" y="23"/>
                  <a:pt x="1772" y="31"/>
                </a:cubicBezTo>
                <a:lnTo>
                  <a:pt x="1772" y="596"/>
                </a:lnTo>
                <a:cubicBezTo>
                  <a:pt x="1772" y="605"/>
                  <a:pt x="1769" y="612"/>
                  <a:pt x="1763" y="619"/>
                </a:cubicBezTo>
                <a:cubicBezTo>
                  <a:pt x="1756" y="625"/>
                  <a:pt x="1749" y="628"/>
                  <a:pt x="1740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3" name=""/>
          <p:cNvSpPr/>
          <p:nvPr/>
        </p:nvSpPr>
        <p:spPr>
          <a:xfrm>
            <a:off x="2125080" y="1536480"/>
            <a:ext cx="500400" cy="517680"/>
          </a:xfrm>
          <a:custGeom>
            <a:avLst/>
            <a:gdLst/>
            <a:ahLst/>
            <a:rect l="0" t="0" r="r" b="b"/>
            <a:pathLst>
              <a:path w="1390" h="1438">
                <a:moveTo>
                  <a:pt x="32" y="0"/>
                </a:moveTo>
                <a:lnTo>
                  <a:pt x="1359" y="0"/>
                </a:lnTo>
                <a:cubicBezTo>
                  <a:pt x="1367" y="0"/>
                  <a:pt x="1375" y="3"/>
                  <a:pt x="1381" y="9"/>
                </a:cubicBezTo>
                <a:cubicBezTo>
                  <a:pt x="1387" y="15"/>
                  <a:pt x="1390" y="23"/>
                  <a:pt x="1390" y="32"/>
                </a:cubicBezTo>
                <a:lnTo>
                  <a:pt x="1390" y="1406"/>
                </a:lnTo>
                <a:cubicBezTo>
                  <a:pt x="1390" y="1415"/>
                  <a:pt x="1387" y="1422"/>
                  <a:pt x="1381" y="1429"/>
                </a:cubicBezTo>
                <a:cubicBezTo>
                  <a:pt x="1375" y="1435"/>
                  <a:pt x="1367" y="1438"/>
                  <a:pt x="1359" y="1438"/>
                </a:cubicBezTo>
                <a:lnTo>
                  <a:pt x="32" y="1438"/>
                </a:lnTo>
                <a:cubicBezTo>
                  <a:pt x="23" y="1438"/>
                  <a:pt x="15" y="1435"/>
                  <a:pt x="9" y="1429"/>
                </a:cubicBezTo>
                <a:cubicBezTo>
                  <a:pt x="3" y="1422"/>
                  <a:pt x="0" y="1415"/>
                  <a:pt x="0" y="140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4" name=""/>
          <p:cNvSpPr/>
          <p:nvPr/>
        </p:nvSpPr>
        <p:spPr>
          <a:xfrm>
            <a:off x="3702960" y="1262160"/>
            <a:ext cx="1117800" cy="226080"/>
          </a:xfrm>
          <a:custGeom>
            <a:avLst/>
            <a:gdLst/>
            <a:ahLst/>
            <a:rect l="0" t="0" r="r" b="b"/>
            <a:pathLst>
              <a:path w="3105" h="628">
                <a:moveTo>
                  <a:pt x="31" y="0"/>
                </a:moveTo>
                <a:lnTo>
                  <a:pt x="3073" y="0"/>
                </a:lnTo>
                <a:cubicBezTo>
                  <a:pt x="3082" y="0"/>
                  <a:pt x="3090" y="3"/>
                  <a:pt x="3096" y="9"/>
                </a:cubicBezTo>
                <a:cubicBezTo>
                  <a:pt x="3102" y="15"/>
                  <a:pt x="3105" y="23"/>
                  <a:pt x="3105" y="31"/>
                </a:cubicBezTo>
                <a:lnTo>
                  <a:pt x="3105" y="596"/>
                </a:lnTo>
                <a:cubicBezTo>
                  <a:pt x="3105" y="605"/>
                  <a:pt x="3102" y="612"/>
                  <a:pt x="3096" y="619"/>
                </a:cubicBezTo>
                <a:cubicBezTo>
                  <a:pt x="3090" y="625"/>
                  <a:pt x="3082" y="628"/>
                  <a:pt x="3073" y="628"/>
                </a:cubicBezTo>
                <a:lnTo>
                  <a:pt x="31" y="628"/>
                </a:lnTo>
                <a:cubicBezTo>
                  <a:pt x="23" y="628"/>
                  <a:pt x="15" y="625"/>
                  <a:pt x="9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5" name=""/>
          <p:cNvSpPr/>
          <p:nvPr/>
        </p:nvSpPr>
        <p:spPr>
          <a:xfrm>
            <a:off x="5377680" y="1262160"/>
            <a:ext cx="880920" cy="226080"/>
          </a:xfrm>
          <a:custGeom>
            <a:avLst/>
            <a:gdLst/>
            <a:ahLst/>
            <a:rect l="0" t="0" r="r" b="b"/>
            <a:pathLst>
              <a:path w="2447" h="628">
                <a:moveTo>
                  <a:pt x="32" y="0"/>
                </a:moveTo>
                <a:lnTo>
                  <a:pt x="2415" y="0"/>
                </a:lnTo>
                <a:cubicBezTo>
                  <a:pt x="2424" y="0"/>
                  <a:pt x="2431" y="3"/>
                  <a:pt x="2438" y="9"/>
                </a:cubicBezTo>
                <a:cubicBezTo>
                  <a:pt x="2444" y="15"/>
                  <a:pt x="2447" y="23"/>
                  <a:pt x="2447" y="31"/>
                </a:cubicBezTo>
                <a:lnTo>
                  <a:pt x="2447" y="596"/>
                </a:lnTo>
                <a:cubicBezTo>
                  <a:pt x="2447" y="605"/>
                  <a:pt x="2444" y="612"/>
                  <a:pt x="2438" y="619"/>
                </a:cubicBezTo>
                <a:cubicBezTo>
                  <a:pt x="2431" y="625"/>
                  <a:pt x="2424" y="628"/>
                  <a:pt x="2415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4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6" name=""/>
          <p:cNvSpPr/>
          <p:nvPr/>
        </p:nvSpPr>
        <p:spPr>
          <a:xfrm>
            <a:off x="3702960" y="1262160"/>
            <a:ext cx="1117800" cy="226080"/>
          </a:xfrm>
          <a:custGeom>
            <a:avLst/>
            <a:gdLst/>
            <a:ahLst/>
            <a:rect l="0" t="0" r="r" b="b"/>
            <a:pathLst>
              <a:path w="3105" h="628">
                <a:moveTo>
                  <a:pt x="31" y="0"/>
                </a:moveTo>
                <a:lnTo>
                  <a:pt x="3073" y="0"/>
                </a:lnTo>
                <a:cubicBezTo>
                  <a:pt x="3082" y="0"/>
                  <a:pt x="3090" y="3"/>
                  <a:pt x="3096" y="9"/>
                </a:cubicBezTo>
                <a:cubicBezTo>
                  <a:pt x="3102" y="15"/>
                  <a:pt x="3105" y="23"/>
                  <a:pt x="3105" y="31"/>
                </a:cubicBezTo>
                <a:lnTo>
                  <a:pt x="3105" y="596"/>
                </a:lnTo>
                <a:cubicBezTo>
                  <a:pt x="3105" y="605"/>
                  <a:pt x="3102" y="612"/>
                  <a:pt x="3096" y="619"/>
                </a:cubicBezTo>
                <a:cubicBezTo>
                  <a:pt x="3090" y="625"/>
                  <a:pt x="3082" y="628"/>
                  <a:pt x="3073" y="628"/>
                </a:cubicBezTo>
                <a:lnTo>
                  <a:pt x="31" y="628"/>
                </a:lnTo>
                <a:cubicBezTo>
                  <a:pt x="23" y="628"/>
                  <a:pt x="15" y="625"/>
                  <a:pt x="9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7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8" name=""/>
          <p:cNvSpPr/>
          <p:nvPr/>
        </p:nvSpPr>
        <p:spPr>
          <a:xfrm>
            <a:off x="5377680" y="1262160"/>
            <a:ext cx="880920" cy="226080"/>
          </a:xfrm>
          <a:custGeom>
            <a:avLst/>
            <a:gdLst/>
            <a:ahLst/>
            <a:rect l="0" t="0" r="r" b="b"/>
            <a:pathLst>
              <a:path w="2447" h="628">
                <a:moveTo>
                  <a:pt x="32" y="0"/>
                </a:moveTo>
                <a:lnTo>
                  <a:pt x="2415" y="0"/>
                </a:lnTo>
                <a:cubicBezTo>
                  <a:pt x="2424" y="0"/>
                  <a:pt x="2431" y="3"/>
                  <a:pt x="2438" y="9"/>
                </a:cubicBezTo>
                <a:cubicBezTo>
                  <a:pt x="2444" y="15"/>
                  <a:pt x="2447" y="23"/>
                  <a:pt x="2447" y="31"/>
                </a:cubicBezTo>
                <a:lnTo>
                  <a:pt x="2447" y="596"/>
                </a:lnTo>
                <a:cubicBezTo>
                  <a:pt x="2447" y="605"/>
                  <a:pt x="2444" y="612"/>
                  <a:pt x="2438" y="619"/>
                </a:cubicBezTo>
                <a:cubicBezTo>
                  <a:pt x="2431" y="625"/>
                  <a:pt x="2424" y="628"/>
                  <a:pt x="2415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4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9" name=""/>
          <p:cNvSpPr/>
          <p:nvPr/>
        </p:nvSpPr>
        <p:spPr>
          <a:xfrm>
            <a:off x="4077360" y="2496960"/>
            <a:ext cx="1357920" cy="174600"/>
          </a:xfrm>
          <a:custGeom>
            <a:avLst/>
            <a:gdLst/>
            <a:ahLst/>
            <a:rect l="0" t="0" r="r" b="b"/>
            <a:pathLst>
              <a:path w="3772" h="485">
                <a:moveTo>
                  <a:pt x="32" y="0"/>
                </a:moveTo>
                <a:lnTo>
                  <a:pt x="3740" y="0"/>
                </a:lnTo>
                <a:cubicBezTo>
                  <a:pt x="3749" y="0"/>
                  <a:pt x="3757" y="3"/>
                  <a:pt x="3763" y="9"/>
                </a:cubicBezTo>
                <a:cubicBezTo>
                  <a:pt x="3769" y="15"/>
                  <a:pt x="3772" y="23"/>
                  <a:pt x="3772" y="31"/>
                </a:cubicBezTo>
                <a:lnTo>
                  <a:pt x="3772" y="453"/>
                </a:lnTo>
                <a:cubicBezTo>
                  <a:pt x="3772" y="462"/>
                  <a:pt x="3769" y="469"/>
                  <a:pt x="3763" y="476"/>
                </a:cubicBezTo>
                <a:cubicBezTo>
                  <a:pt x="3757" y="482"/>
                  <a:pt x="3749" y="485"/>
                  <a:pt x="3740" y="485"/>
                </a:cubicBezTo>
                <a:lnTo>
                  <a:pt x="32" y="485"/>
                </a:lnTo>
                <a:cubicBezTo>
                  <a:pt x="23" y="485"/>
                  <a:pt x="15" y="482"/>
                  <a:pt x="9" y="476"/>
                </a:cubicBezTo>
                <a:cubicBezTo>
                  <a:pt x="3" y="469"/>
                  <a:pt x="0" y="462"/>
                  <a:pt x="0" y="453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0" name=""/>
          <p:cNvSpPr/>
          <p:nvPr/>
        </p:nvSpPr>
        <p:spPr>
          <a:xfrm>
            <a:off x="5377680" y="1262160"/>
            <a:ext cx="880920" cy="226080"/>
          </a:xfrm>
          <a:custGeom>
            <a:avLst/>
            <a:gdLst/>
            <a:ahLst/>
            <a:rect l="0" t="0" r="r" b="b"/>
            <a:pathLst>
              <a:path w="2447" h="628">
                <a:moveTo>
                  <a:pt x="32" y="0"/>
                </a:moveTo>
                <a:lnTo>
                  <a:pt x="2415" y="0"/>
                </a:lnTo>
                <a:cubicBezTo>
                  <a:pt x="2424" y="0"/>
                  <a:pt x="2431" y="3"/>
                  <a:pt x="2438" y="9"/>
                </a:cubicBezTo>
                <a:cubicBezTo>
                  <a:pt x="2444" y="15"/>
                  <a:pt x="2447" y="23"/>
                  <a:pt x="2447" y="31"/>
                </a:cubicBezTo>
                <a:lnTo>
                  <a:pt x="2447" y="596"/>
                </a:lnTo>
                <a:cubicBezTo>
                  <a:pt x="2447" y="605"/>
                  <a:pt x="2444" y="612"/>
                  <a:pt x="2438" y="619"/>
                </a:cubicBezTo>
                <a:cubicBezTo>
                  <a:pt x="2431" y="625"/>
                  <a:pt x="2424" y="628"/>
                  <a:pt x="2415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4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1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2" name=""/>
          <p:cNvSpPr/>
          <p:nvPr/>
        </p:nvSpPr>
        <p:spPr>
          <a:xfrm>
            <a:off x="5377680" y="1262160"/>
            <a:ext cx="880920" cy="226080"/>
          </a:xfrm>
          <a:custGeom>
            <a:avLst/>
            <a:gdLst/>
            <a:ahLst/>
            <a:rect l="0" t="0" r="r" b="b"/>
            <a:pathLst>
              <a:path w="2447" h="628">
                <a:moveTo>
                  <a:pt x="32" y="0"/>
                </a:moveTo>
                <a:lnTo>
                  <a:pt x="2415" y="0"/>
                </a:lnTo>
                <a:cubicBezTo>
                  <a:pt x="2424" y="0"/>
                  <a:pt x="2431" y="3"/>
                  <a:pt x="2438" y="9"/>
                </a:cubicBezTo>
                <a:cubicBezTo>
                  <a:pt x="2444" y="15"/>
                  <a:pt x="2447" y="23"/>
                  <a:pt x="2447" y="31"/>
                </a:cubicBezTo>
                <a:lnTo>
                  <a:pt x="2447" y="596"/>
                </a:lnTo>
                <a:cubicBezTo>
                  <a:pt x="2447" y="605"/>
                  <a:pt x="2444" y="612"/>
                  <a:pt x="2438" y="619"/>
                </a:cubicBezTo>
                <a:cubicBezTo>
                  <a:pt x="2431" y="625"/>
                  <a:pt x="2424" y="628"/>
                  <a:pt x="2415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4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3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4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5" name=""/>
          <p:cNvSpPr/>
          <p:nvPr/>
        </p:nvSpPr>
        <p:spPr>
          <a:xfrm>
            <a:off x="4077360" y="2496960"/>
            <a:ext cx="1357920" cy="174600"/>
          </a:xfrm>
          <a:custGeom>
            <a:avLst/>
            <a:gdLst/>
            <a:ahLst/>
            <a:rect l="0" t="0" r="r" b="b"/>
            <a:pathLst>
              <a:path w="3772" h="485">
                <a:moveTo>
                  <a:pt x="32" y="0"/>
                </a:moveTo>
                <a:lnTo>
                  <a:pt x="3740" y="0"/>
                </a:lnTo>
                <a:cubicBezTo>
                  <a:pt x="3749" y="0"/>
                  <a:pt x="3757" y="3"/>
                  <a:pt x="3763" y="9"/>
                </a:cubicBezTo>
                <a:cubicBezTo>
                  <a:pt x="3769" y="15"/>
                  <a:pt x="3772" y="23"/>
                  <a:pt x="3772" y="31"/>
                </a:cubicBezTo>
                <a:lnTo>
                  <a:pt x="3772" y="453"/>
                </a:lnTo>
                <a:cubicBezTo>
                  <a:pt x="3772" y="462"/>
                  <a:pt x="3769" y="469"/>
                  <a:pt x="3763" y="476"/>
                </a:cubicBezTo>
                <a:cubicBezTo>
                  <a:pt x="3757" y="482"/>
                  <a:pt x="3749" y="485"/>
                  <a:pt x="3740" y="485"/>
                </a:cubicBezTo>
                <a:lnTo>
                  <a:pt x="32" y="485"/>
                </a:lnTo>
                <a:cubicBezTo>
                  <a:pt x="23" y="485"/>
                  <a:pt x="15" y="482"/>
                  <a:pt x="9" y="476"/>
                </a:cubicBezTo>
                <a:cubicBezTo>
                  <a:pt x="3" y="469"/>
                  <a:pt x="0" y="462"/>
                  <a:pt x="0" y="453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6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7" name=""/>
          <p:cNvSpPr/>
          <p:nvPr/>
        </p:nvSpPr>
        <p:spPr>
          <a:xfrm>
            <a:off x="6909840" y="1845000"/>
            <a:ext cx="789480" cy="329040"/>
          </a:xfrm>
          <a:custGeom>
            <a:avLst/>
            <a:gdLst/>
            <a:ahLst/>
            <a:rect l="0" t="0" r="r" b="b"/>
            <a:pathLst>
              <a:path w="2193" h="914">
                <a:moveTo>
                  <a:pt x="32" y="0"/>
                </a:moveTo>
                <a:lnTo>
                  <a:pt x="2161" y="0"/>
                </a:lnTo>
                <a:cubicBezTo>
                  <a:pt x="2170" y="0"/>
                  <a:pt x="2177" y="3"/>
                  <a:pt x="2183" y="10"/>
                </a:cubicBezTo>
                <a:cubicBezTo>
                  <a:pt x="2189" y="16"/>
                  <a:pt x="2193" y="23"/>
                  <a:pt x="2193" y="32"/>
                </a:cubicBezTo>
                <a:lnTo>
                  <a:pt x="2193" y="883"/>
                </a:lnTo>
                <a:cubicBezTo>
                  <a:pt x="2193" y="891"/>
                  <a:pt x="2189" y="899"/>
                  <a:pt x="2183" y="905"/>
                </a:cubicBezTo>
                <a:cubicBezTo>
                  <a:pt x="2177" y="911"/>
                  <a:pt x="2170" y="914"/>
                  <a:pt x="2161" y="914"/>
                </a:cubicBezTo>
                <a:lnTo>
                  <a:pt x="32" y="914"/>
                </a:lnTo>
                <a:cubicBezTo>
                  <a:pt x="23" y="914"/>
                  <a:pt x="16" y="911"/>
                  <a:pt x="9" y="905"/>
                </a:cubicBezTo>
                <a:cubicBezTo>
                  <a:pt x="3" y="899"/>
                  <a:pt x="0" y="891"/>
                  <a:pt x="0" y="883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8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9" name=""/>
          <p:cNvSpPr/>
          <p:nvPr/>
        </p:nvSpPr>
        <p:spPr>
          <a:xfrm>
            <a:off x="3702960" y="1262160"/>
            <a:ext cx="1117800" cy="226080"/>
          </a:xfrm>
          <a:custGeom>
            <a:avLst/>
            <a:gdLst/>
            <a:ahLst/>
            <a:rect l="0" t="0" r="r" b="b"/>
            <a:pathLst>
              <a:path w="3105" h="628">
                <a:moveTo>
                  <a:pt x="31" y="0"/>
                </a:moveTo>
                <a:lnTo>
                  <a:pt x="3073" y="0"/>
                </a:lnTo>
                <a:cubicBezTo>
                  <a:pt x="3082" y="0"/>
                  <a:pt x="3090" y="3"/>
                  <a:pt x="3096" y="9"/>
                </a:cubicBezTo>
                <a:cubicBezTo>
                  <a:pt x="3102" y="15"/>
                  <a:pt x="3105" y="23"/>
                  <a:pt x="3105" y="31"/>
                </a:cubicBezTo>
                <a:lnTo>
                  <a:pt x="3105" y="596"/>
                </a:lnTo>
                <a:cubicBezTo>
                  <a:pt x="3105" y="605"/>
                  <a:pt x="3102" y="612"/>
                  <a:pt x="3096" y="619"/>
                </a:cubicBezTo>
                <a:cubicBezTo>
                  <a:pt x="3090" y="625"/>
                  <a:pt x="3082" y="628"/>
                  <a:pt x="3073" y="628"/>
                </a:cubicBezTo>
                <a:lnTo>
                  <a:pt x="31" y="628"/>
                </a:lnTo>
                <a:cubicBezTo>
                  <a:pt x="23" y="628"/>
                  <a:pt x="15" y="625"/>
                  <a:pt x="9" y="619"/>
                </a:cubicBezTo>
                <a:cubicBezTo>
                  <a:pt x="3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0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1" name=""/>
          <p:cNvSpPr/>
          <p:nvPr/>
        </p:nvSpPr>
        <p:spPr>
          <a:xfrm>
            <a:off x="5377680" y="1262160"/>
            <a:ext cx="880920" cy="226080"/>
          </a:xfrm>
          <a:custGeom>
            <a:avLst/>
            <a:gdLst/>
            <a:ahLst/>
            <a:rect l="0" t="0" r="r" b="b"/>
            <a:pathLst>
              <a:path w="2447" h="628">
                <a:moveTo>
                  <a:pt x="32" y="0"/>
                </a:moveTo>
                <a:lnTo>
                  <a:pt x="2415" y="0"/>
                </a:lnTo>
                <a:cubicBezTo>
                  <a:pt x="2424" y="0"/>
                  <a:pt x="2431" y="3"/>
                  <a:pt x="2438" y="9"/>
                </a:cubicBezTo>
                <a:cubicBezTo>
                  <a:pt x="2444" y="15"/>
                  <a:pt x="2447" y="23"/>
                  <a:pt x="2447" y="31"/>
                </a:cubicBezTo>
                <a:lnTo>
                  <a:pt x="2447" y="596"/>
                </a:lnTo>
                <a:cubicBezTo>
                  <a:pt x="2447" y="605"/>
                  <a:pt x="2444" y="612"/>
                  <a:pt x="2438" y="619"/>
                </a:cubicBezTo>
                <a:cubicBezTo>
                  <a:pt x="2431" y="625"/>
                  <a:pt x="2424" y="628"/>
                  <a:pt x="2415" y="628"/>
                </a:cubicBezTo>
                <a:lnTo>
                  <a:pt x="32" y="628"/>
                </a:lnTo>
                <a:cubicBezTo>
                  <a:pt x="23" y="628"/>
                  <a:pt x="16" y="625"/>
                  <a:pt x="10" y="619"/>
                </a:cubicBezTo>
                <a:cubicBezTo>
                  <a:pt x="4" y="612"/>
                  <a:pt x="0" y="605"/>
                  <a:pt x="0" y="596"/>
                </a:cubicBezTo>
                <a:lnTo>
                  <a:pt x="0" y="31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2" name=""/>
          <p:cNvSpPr/>
          <p:nvPr/>
        </p:nvSpPr>
        <p:spPr>
          <a:xfrm>
            <a:off x="4517640" y="1845000"/>
            <a:ext cx="1946880" cy="260640"/>
          </a:xfrm>
          <a:custGeom>
            <a:avLst/>
            <a:gdLst/>
            <a:ahLst/>
            <a:rect l="0" t="0" r="r" b="b"/>
            <a:pathLst>
              <a:path w="5408" h="724">
                <a:moveTo>
                  <a:pt x="31" y="0"/>
                </a:moveTo>
                <a:lnTo>
                  <a:pt x="5376" y="0"/>
                </a:lnTo>
                <a:cubicBezTo>
                  <a:pt x="5385" y="0"/>
                  <a:pt x="5392" y="3"/>
                  <a:pt x="5398" y="10"/>
                </a:cubicBezTo>
                <a:cubicBezTo>
                  <a:pt x="5404" y="16"/>
                  <a:pt x="5408" y="23"/>
                  <a:pt x="5408" y="32"/>
                </a:cubicBezTo>
                <a:lnTo>
                  <a:pt x="5408" y="692"/>
                </a:lnTo>
                <a:cubicBezTo>
                  <a:pt x="5408" y="701"/>
                  <a:pt x="5404" y="708"/>
                  <a:pt x="5398" y="715"/>
                </a:cubicBezTo>
                <a:cubicBezTo>
                  <a:pt x="5392" y="721"/>
                  <a:pt x="5385" y="724"/>
                  <a:pt x="5376" y="724"/>
                </a:cubicBezTo>
                <a:lnTo>
                  <a:pt x="31" y="724"/>
                </a:lnTo>
                <a:cubicBezTo>
                  <a:pt x="23" y="724"/>
                  <a:pt x="15" y="721"/>
                  <a:pt x="9" y="715"/>
                </a:cubicBezTo>
                <a:cubicBezTo>
                  <a:pt x="3" y="708"/>
                  <a:pt x="0" y="701"/>
                  <a:pt x="0" y="69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3" name=""/>
          <p:cNvSpPr/>
          <p:nvPr/>
        </p:nvSpPr>
        <p:spPr>
          <a:xfrm>
            <a:off x="5826600" y="2496960"/>
            <a:ext cx="1015200" cy="174600"/>
          </a:xfrm>
          <a:custGeom>
            <a:avLst/>
            <a:gdLst/>
            <a:ahLst/>
            <a:rect l="0" t="0" r="r" b="b"/>
            <a:pathLst>
              <a:path w="2820" h="485">
                <a:moveTo>
                  <a:pt x="32" y="0"/>
                </a:moveTo>
                <a:lnTo>
                  <a:pt x="2788" y="0"/>
                </a:lnTo>
                <a:cubicBezTo>
                  <a:pt x="2797" y="0"/>
                  <a:pt x="2804" y="3"/>
                  <a:pt x="2810" y="9"/>
                </a:cubicBezTo>
                <a:cubicBezTo>
                  <a:pt x="2817" y="15"/>
                  <a:pt x="2820" y="23"/>
                  <a:pt x="2820" y="31"/>
                </a:cubicBezTo>
                <a:lnTo>
                  <a:pt x="2820" y="453"/>
                </a:lnTo>
                <a:cubicBezTo>
                  <a:pt x="2820" y="462"/>
                  <a:pt x="2817" y="469"/>
                  <a:pt x="2810" y="476"/>
                </a:cubicBezTo>
                <a:cubicBezTo>
                  <a:pt x="2804" y="482"/>
                  <a:pt x="2797" y="485"/>
                  <a:pt x="2788" y="485"/>
                </a:cubicBezTo>
                <a:lnTo>
                  <a:pt x="32" y="485"/>
                </a:lnTo>
                <a:cubicBezTo>
                  <a:pt x="23" y="485"/>
                  <a:pt x="16" y="482"/>
                  <a:pt x="9" y="476"/>
                </a:cubicBezTo>
                <a:cubicBezTo>
                  <a:pt x="3" y="469"/>
                  <a:pt x="0" y="462"/>
                  <a:pt x="0" y="453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4" name=""/>
          <p:cNvSpPr/>
          <p:nvPr/>
        </p:nvSpPr>
        <p:spPr>
          <a:xfrm>
            <a:off x="4040280" y="2985480"/>
            <a:ext cx="326160" cy="174960"/>
          </a:xfrm>
          <a:custGeom>
            <a:avLst/>
            <a:gdLst/>
            <a:ahLst/>
            <a:rect l="0" t="0" r="r" b="b"/>
            <a:pathLst>
              <a:path w="906" h="486">
                <a:moveTo>
                  <a:pt x="31" y="0"/>
                </a:moveTo>
                <a:lnTo>
                  <a:pt x="874" y="0"/>
                </a:lnTo>
                <a:cubicBezTo>
                  <a:pt x="883" y="0"/>
                  <a:pt x="890" y="3"/>
                  <a:pt x="896" y="10"/>
                </a:cubicBezTo>
                <a:cubicBezTo>
                  <a:pt x="903" y="16"/>
                  <a:pt x="906" y="23"/>
                  <a:pt x="906" y="32"/>
                </a:cubicBezTo>
                <a:lnTo>
                  <a:pt x="906" y="454"/>
                </a:lnTo>
                <a:cubicBezTo>
                  <a:pt x="906" y="463"/>
                  <a:pt x="903" y="470"/>
                  <a:pt x="896" y="476"/>
                </a:cubicBezTo>
                <a:cubicBezTo>
                  <a:pt x="890" y="483"/>
                  <a:pt x="883" y="486"/>
                  <a:pt x="874" y="486"/>
                </a:cubicBezTo>
                <a:lnTo>
                  <a:pt x="31" y="486"/>
                </a:lnTo>
                <a:cubicBezTo>
                  <a:pt x="23" y="486"/>
                  <a:pt x="15" y="483"/>
                  <a:pt x="9" y="476"/>
                </a:cubicBezTo>
                <a:cubicBezTo>
                  <a:pt x="3" y="470"/>
                  <a:pt x="0" y="463"/>
                  <a:pt x="0" y="454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5" name=""/>
          <p:cNvSpPr/>
          <p:nvPr/>
        </p:nvSpPr>
        <p:spPr>
          <a:xfrm>
            <a:off x="4077360" y="2496960"/>
            <a:ext cx="1357920" cy="174600"/>
          </a:xfrm>
          <a:custGeom>
            <a:avLst/>
            <a:gdLst/>
            <a:ahLst/>
            <a:rect l="0" t="0" r="r" b="b"/>
            <a:pathLst>
              <a:path w="3772" h="485">
                <a:moveTo>
                  <a:pt x="32" y="0"/>
                </a:moveTo>
                <a:lnTo>
                  <a:pt x="3740" y="0"/>
                </a:lnTo>
                <a:cubicBezTo>
                  <a:pt x="3749" y="0"/>
                  <a:pt x="3757" y="3"/>
                  <a:pt x="3763" y="9"/>
                </a:cubicBezTo>
                <a:cubicBezTo>
                  <a:pt x="3769" y="15"/>
                  <a:pt x="3772" y="23"/>
                  <a:pt x="3772" y="31"/>
                </a:cubicBezTo>
                <a:lnTo>
                  <a:pt x="3772" y="453"/>
                </a:lnTo>
                <a:cubicBezTo>
                  <a:pt x="3772" y="462"/>
                  <a:pt x="3769" y="469"/>
                  <a:pt x="3763" y="476"/>
                </a:cubicBezTo>
                <a:cubicBezTo>
                  <a:pt x="3757" y="482"/>
                  <a:pt x="3749" y="485"/>
                  <a:pt x="3740" y="485"/>
                </a:cubicBezTo>
                <a:lnTo>
                  <a:pt x="32" y="485"/>
                </a:lnTo>
                <a:cubicBezTo>
                  <a:pt x="23" y="485"/>
                  <a:pt x="15" y="482"/>
                  <a:pt x="9" y="476"/>
                </a:cubicBezTo>
                <a:cubicBezTo>
                  <a:pt x="3" y="469"/>
                  <a:pt x="0" y="462"/>
                  <a:pt x="0" y="453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160">
            <a:solidFill>
              <a:srgbClr val="1f6feb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6" name=""/>
          <p:cNvSpPr/>
          <p:nvPr/>
        </p:nvSpPr>
        <p:spPr>
          <a:xfrm>
            <a:off x="2751120" y="2399760"/>
            <a:ext cx="208800" cy="60120"/>
          </a:xfrm>
          <a:custGeom>
            <a:avLst/>
            <a:gdLst/>
            <a:ahLst/>
            <a:rect l="0" t="0" r="r" b="b"/>
            <a:pathLst>
              <a:path w="580" h="167">
                <a:moveTo>
                  <a:pt x="32" y="0"/>
                </a:moveTo>
                <a:lnTo>
                  <a:pt x="549" y="0"/>
                </a:lnTo>
                <a:cubicBezTo>
                  <a:pt x="557" y="0"/>
                  <a:pt x="565" y="3"/>
                  <a:pt x="571" y="9"/>
                </a:cubicBezTo>
                <a:cubicBezTo>
                  <a:pt x="577" y="15"/>
                  <a:pt x="580" y="23"/>
                  <a:pt x="580" y="31"/>
                </a:cubicBezTo>
                <a:lnTo>
                  <a:pt x="580" y="136"/>
                </a:lnTo>
                <a:cubicBezTo>
                  <a:pt x="580" y="144"/>
                  <a:pt x="577" y="152"/>
                  <a:pt x="571" y="158"/>
                </a:cubicBezTo>
                <a:cubicBezTo>
                  <a:pt x="565" y="164"/>
                  <a:pt x="557" y="167"/>
                  <a:pt x="549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7" name=""/>
          <p:cNvSpPr/>
          <p:nvPr/>
        </p:nvSpPr>
        <p:spPr>
          <a:xfrm>
            <a:off x="2751120" y="2399760"/>
            <a:ext cx="208800" cy="60120"/>
          </a:xfrm>
          <a:custGeom>
            <a:avLst/>
            <a:gdLst/>
            <a:ahLst/>
            <a:rect l="0" t="0" r="r" b="b"/>
            <a:pathLst>
              <a:path w="580" h="167">
                <a:moveTo>
                  <a:pt x="32" y="0"/>
                </a:moveTo>
                <a:lnTo>
                  <a:pt x="549" y="0"/>
                </a:lnTo>
                <a:cubicBezTo>
                  <a:pt x="557" y="0"/>
                  <a:pt x="565" y="3"/>
                  <a:pt x="571" y="9"/>
                </a:cubicBezTo>
                <a:cubicBezTo>
                  <a:pt x="577" y="15"/>
                  <a:pt x="580" y="23"/>
                  <a:pt x="580" y="31"/>
                </a:cubicBezTo>
                <a:lnTo>
                  <a:pt x="580" y="136"/>
                </a:lnTo>
                <a:cubicBezTo>
                  <a:pt x="580" y="144"/>
                  <a:pt x="577" y="152"/>
                  <a:pt x="571" y="158"/>
                </a:cubicBezTo>
                <a:cubicBezTo>
                  <a:pt x="565" y="164"/>
                  <a:pt x="557" y="167"/>
                  <a:pt x="549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8" name=""/>
          <p:cNvSpPr txBox="1"/>
          <p:nvPr/>
        </p:nvSpPr>
        <p:spPr>
          <a:xfrm>
            <a:off x="439920" y="148680"/>
            <a:ext cx="6195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Een eerste poging, alle stromen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9" name=""/>
          <p:cNvSpPr/>
          <p:nvPr/>
        </p:nvSpPr>
        <p:spPr>
          <a:xfrm>
            <a:off x="3239640" y="1902240"/>
            <a:ext cx="157680" cy="60480"/>
          </a:xfrm>
          <a:custGeom>
            <a:avLst/>
            <a:gdLst/>
            <a:ahLst/>
            <a:rect l="0" t="0" r="r" b="b"/>
            <a:pathLst>
              <a:path w="438" h="168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3" y="3"/>
                  <a:pt x="429" y="9"/>
                </a:cubicBezTo>
                <a:cubicBezTo>
                  <a:pt x="435" y="16"/>
                  <a:pt x="438" y="23"/>
                  <a:pt x="438" y="32"/>
                </a:cubicBezTo>
                <a:lnTo>
                  <a:pt x="438" y="136"/>
                </a:lnTo>
                <a:cubicBezTo>
                  <a:pt x="438" y="145"/>
                  <a:pt x="435" y="152"/>
                  <a:pt x="429" y="159"/>
                </a:cubicBezTo>
                <a:cubicBezTo>
                  <a:pt x="423" y="165"/>
                  <a:pt x="415" y="168"/>
                  <a:pt x="406" y="168"/>
                </a:cubicBezTo>
                <a:lnTo>
                  <a:pt x="32" y="168"/>
                </a:lnTo>
                <a:cubicBezTo>
                  <a:pt x="23" y="168"/>
                  <a:pt x="16" y="165"/>
                  <a:pt x="10" y="159"/>
                </a:cubicBezTo>
                <a:cubicBezTo>
                  <a:pt x="4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4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0" name=""/>
          <p:cNvSpPr/>
          <p:nvPr/>
        </p:nvSpPr>
        <p:spPr>
          <a:xfrm>
            <a:off x="3239640" y="1902240"/>
            <a:ext cx="157680" cy="60480"/>
          </a:xfrm>
          <a:custGeom>
            <a:avLst/>
            <a:gdLst/>
            <a:ahLst/>
            <a:rect l="0" t="0" r="r" b="b"/>
            <a:pathLst>
              <a:path w="438" h="168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3" y="3"/>
                  <a:pt x="429" y="9"/>
                </a:cubicBezTo>
                <a:cubicBezTo>
                  <a:pt x="435" y="16"/>
                  <a:pt x="438" y="23"/>
                  <a:pt x="438" y="32"/>
                </a:cubicBezTo>
                <a:lnTo>
                  <a:pt x="438" y="136"/>
                </a:lnTo>
                <a:cubicBezTo>
                  <a:pt x="438" y="145"/>
                  <a:pt x="435" y="152"/>
                  <a:pt x="429" y="159"/>
                </a:cubicBezTo>
                <a:cubicBezTo>
                  <a:pt x="423" y="165"/>
                  <a:pt x="415" y="168"/>
                  <a:pt x="406" y="168"/>
                </a:cubicBezTo>
                <a:lnTo>
                  <a:pt x="32" y="168"/>
                </a:lnTo>
                <a:cubicBezTo>
                  <a:pt x="23" y="168"/>
                  <a:pt x="16" y="165"/>
                  <a:pt x="10" y="159"/>
                </a:cubicBezTo>
                <a:cubicBezTo>
                  <a:pt x="4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4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1" name=""/>
          <p:cNvSpPr txBox="1"/>
          <p:nvPr/>
        </p:nvSpPr>
        <p:spPr>
          <a:xfrm>
            <a:off x="2746080" y="2402640"/>
            <a:ext cx="2170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KRS-LMS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2" name=""/>
          <p:cNvSpPr/>
          <p:nvPr/>
        </p:nvSpPr>
        <p:spPr>
          <a:xfrm>
            <a:off x="4871880" y="2356920"/>
            <a:ext cx="209160" cy="60120"/>
          </a:xfrm>
          <a:custGeom>
            <a:avLst/>
            <a:gdLst/>
            <a:ahLst/>
            <a:rect l="0" t="0" r="r" b="b"/>
            <a:pathLst>
              <a:path w="581" h="167">
                <a:moveTo>
                  <a:pt x="32" y="0"/>
                </a:moveTo>
                <a:lnTo>
                  <a:pt x="549" y="0"/>
                </a:lnTo>
                <a:cubicBezTo>
                  <a:pt x="558" y="0"/>
                  <a:pt x="565" y="3"/>
                  <a:pt x="571" y="9"/>
                </a:cubicBezTo>
                <a:cubicBezTo>
                  <a:pt x="578" y="16"/>
                  <a:pt x="581" y="24"/>
                  <a:pt x="581" y="32"/>
                </a:cubicBezTo>
                <a:lnTo>
                  <a:pt x="581" y="136"/>
                </a:lnTo>
                <a:cubicBezTo>
                  <a:pt x="581" y="144"/>
                  <a:pt x="578" y="152"/>
                  <a:pt x="571" y="158"/>
                </a:cubicBezTo>
                <a:cubicBezTo>
                  <a:pt x="565" y="164"/>
                  <a:pt x="558" y="167"/>
                  <a:pt x="549" y="167"/>
                </a:cubicBezTo>
                <a:lnTo>
                  <a:pt x="32" y="167"/>
                </a:lnTo>
                <a:cubicBezTo>
                  <a:pt x="23" y="167"/>
                  <a:pt x="16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2"/>
                </a:lnTo>
                <a:cubicBezTo>
                  <a:pt x="0" y="24"/>
                  <a:pt x="3" y="16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3" name=""/>
          <p:cNvSpPr/>
          <p:nvPr/>
        </p:nvSpPr>
        <p:spPr>
          <a:xfrm>
            <a:off x="4871880" y="2356920"/>
            <a:ext cx="209160" cy="60120"/>
          </a:xfrm>
          <a:custGeom>
            <a:avLst/>
            <a:gdLst/>
            <a:ahLst/>
            <a:rect l="0" t="0" r="r" b="b"/>
            <a:pathLst>
              <a:path w="581" h="167">
                <a:moveTo>
                  <a:pt x="32" y="0"/>
                </a:moveTo>
                <a:lnTo>
                  <a:pt x="549" y="0"/>
                </a:lnTo>
                <a:cubicBezTo>
                  <a:pt x="558" y="0"/>
                  <a:pt x="565" y="3"/>
                  <a:pt x="571" y="9"/>
                </a:cubicBezTo>
                <a:cubicBezTo>
                  <a:pt x="578" y="16"/>
                  <a:pt x="581" y="24"/>
                  <a:pt x="581" y="32"/>
                </a:cubicBezTo>
                <a:lnTo>
                  <a:pt x="581" y="136"/>
                </a:lnTo>
                <a:cubicBezTo>
                  <a:pt x="581" y="144"/>
                  <a:pt x="578" y="152"/>
                  <a:pt x="571" y="158"/>
                </a:cubicBezTo>
                <a:cubicBezTo>
                  <a:pt x="565" y="164"/>
                  <a:pt x="558" y="167"/>
                  <a:pt x="549" y="167"/>
                </a:cubicBezTo>
                <a:lnTo>
                  <a:pt x="32" y="167"/>
                </a:lnTo>
                <a:cubicBezTo>
                  <a:pt x="23" y="167"/>
                  <a:pt x="16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2"/>
                </a:lnTo>
                <a:cubicBezTo>
                  <a:pt x="0" y="24"/>
                  <a:pt x="3" y="16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4" name=""/>
          <p:cNvSpPr txBox="1"/>
          <p:nvPr/>
        </p:nvSpPr>
        <p:spPr>
          <a:xfrm>
            <a:off x="3243960" y="1905480"/>
            <a:ext cx="1486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KRS-P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5" name=""/>
          <p:cNvSpPr/>
          <p:nvPr/>
        </p:nvSpPr>
        <p:spPr>
          <a:xfrm>
            <a:off x="2751120" y="2482560"/>
            <a:ext cx="208800" cy="60480"/>
          </a:xfrm>
          <a:custGeom>
            <a:avLst/>
            <a:gdLst/>
            <a:ahLst/>
            <a:rect l="0" t="0" r="r" b="b"/>
            <a:pathLst>
              <a:path w="580" h="168">
                <a:moveTo>
                  <a:pt x="32" y="0"/>
                </a:moveTo>
                <a:lnTo>
                  <a:pt x="549" y="0"/>
                </a:lnTo>
                <a:cubicBezTo>
                  <a:pt x="557" y="0"/>
                  <a:pt x="565" y="3"/>
                  <a:pt x="571" y="9"/>
                </a:cubicBezTo>
                <a:cubicBezTo>
                  <a:pt x="577" y="15"/>
                  <a:pt x="580" y="23"/>
                  <a:pt x="580" y="32"/>
                </a:cubicBezTo>
                <a:lnTo>
                  <a:pt x="580" y="135"/>
                </a:lnTo>
                <a:cubicBezTo>
                  <a:pt x="580" y="144"/>
                  <a:pt x="577" y="151"/>
                  <a:pt x="571" y="157"/>
                </a:cubicBezTo>
                <a:cubicBezTo>
                  <a:pt x="565" y="165"/>
                  <a:pt x="557" y="168"/>
                  <a:pt x="549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7"/>
                </a:cubicBezTo>
                <a:cubicBezTo>
                  <a:pt x="3" y="151"/>
                  <a:pt x="0" y="144"/>
                  <a:pt x="0" y="135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6" name=""/>
          <p:cNvSpPr/>
          <p:nvPr/>
        </p:nvSpPr>
        <p:spPr>
          <a:xfrm>
            <a:off x="2751120" y="2482560"/>
            <a:ext cx="208800" cy="60480"/>
          </a:xfrm>
          <a:custGeom>
            <a:avLst/>
            <a:gdLst/>
            <a:ahLst/>
            <a:rect l="0" t="0" r="r" b="b"/>
            <a:pathLst>
              <a:path w="580" h="168">
                <a:moveTo>
                  <a:pt x="32" y="0"/>
                </a:moveTo>
                <a:lnTo>
                  <a:pt x="549" y="0"/>
                </a:lnTo>
                <a:cubicBezTo>
                  <a:pt x="557" y="0"/>
                  <a:pt x="565" y="3"/>
                  <a:pt x="571" y="9"/>
                </a:cubicBezTo>
                <a:cubicBezTo>
                  <a:pt x="577" y="15"/>
                  <a:pt x="580" y="23"/>
                  <a:pt x="580" y="32"/>
                </a:cubicBezTo>
                <a:lnTo>
                  <a:pt x="580" y="135"/>
                </a:lnTo>
                <a:cubicBezTo>
                  <a:pt x="580" y="144"/>
                  <a:pt x="577" y="151"/>
                  <a:pt x="571" y="157"/>
                </a:cubicBezTo>
                <a:cubicBezTo>
                  <a:pt x="565" y="165"/>
                  <a:pt x="557" y="168"/>
                  <a:pt x="549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7"/>
                </a:cubicBezTo>
                <a:cubicBezTo>
                  <a:pt x="3" y="151"/>
                  <a:pt x="0" y="144"/>
                  <a:pt x="0" y="135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7" name=""/>
          <p:cNvSpPr txBox="1"/>
          <p:nvPr/>
        </p:nvSpPr>
        <p:spPr>
          <a:xfrm>
            <a:off x="4870080" y="2359800"/>
            <a:ext cx="21096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KRS-SKS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8" name=""/>
          <p:cNvSpPr/>
          <p:nvPr/>
        </p:nvSpPr>
        <p:spPr>
          <a:xfrm>
            <a:off x="2645280" y="1767960"/>
            <a:ext cx="183240" cy="60480"/>
          </a:xfrm>
          <a:custGeom>
            <a:avLst/>
            <a:gdLst/>
            <a:ahLst/>
            <a:rect l="0" t="0" r="r" b="b"/>
            <a:pathLst>
              <a:path w="509" h="168">
                <a:moveTo>
                  <a:pt x="33" y="0"/>
                </a:moveTo>
                <a:lnTo>
                  <a:pt x="477" y="0"/>
                </a:lnTo>
                <a:cubicBezTo>
                  <a:pt x="486" y="0"/>
                  <a:pt x="494" y="3"/>
                  <a:pt x="500" y="9"/>
                </a:cubicBezTo>
                <a:cubicBezTo>
                  <a:pt x="506" y="16"/>
                  <a:pt x="509" y="23"/>
                  <a:pt x="509" y="32"/>
                </a:cubicBezTo>
                <a:lnTo>
                  <a:pt x="509" y="135"/>
                </a:lnTo>
                <a:cubicBezTo>
                  <a:pt x="509" y="144"/>
                  <a:pt x="506" y="151"/>
                  <a:pt x="500" y="158"/>
                </a:cubicBezTo>
                <a:cubicBezTo>
                  <a:pt x="494" y="165"/>
                  <a:pt x="486" y="168"/>
                  <a:pt x="477" y="168"/>
                </a:cubicBezTo>
                <a:lnTo>
                  <a:pt x="33" y="168"/>
                </a:lnTo>
                <a:cubicBezTo>
                  <a:pt x="24" y="168"/>
                  <a:pt x="15" y="165"/>
                  <a:pt x="9" y="158"/>
                </a:cubicBezTo>
                <a:cubicBezTo>
                  <a:pt x="3" y="151"/>
                  <a:pt x="0" y="144"/>
                  <a:pt x="0" y="135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4" y="0"/>
                  <a:pt x="3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9" name=""/>
          <p:cNvSpPr/>
          <p:nvPr/>
        </p:nvSpPr>
        <p:spPr>
          <a:xfrm>
            <a:off x="2645280" y="1767960"/>
            <a:ext cx="183240" cy="60480"/>
          </a:xfrm>
          <a:custGeom>
            <a:avLst/>
            <a:gdLst/>
            <a:ahLst/>
            <a:rect l="0" t="0" r="r" b="b"/>
            <a:pathLst>
              <a:path w="509" h="168">
                <a:moveTo>
                  <a:pt x="33" y="0"/>
                </a:moveTo>
                <a:lnTo>
                  <a:pt x="477" y="0"/>
                </a:lnTo>
                <a:cubicBezTo>
                  <a:pt x="486" y="0"/>
                  <a:pt x="494" y="3"/>
                  <a:pt x="500" y="9"/>
                </a:cubicBezTo>
                <a:cubicBezTo>
                  <a:pt x="506" y="16"/>
                  <a:pt x="509" y="23"/>
                  <a:pt x="509" y="32"/>
                </a:cubicBezTo>
                <a:lnTo>
                  <a:pt x="509" y="135"/>
                </a:lnTo>
                <a:cubicBezTo>
                  <a:pt x="509" y="144"/>
                  <a:pt x="506" y="151"/>
                  <a:pt x="500" y="158"/>
                </a:cubicBezTo>
                <a:cubicBezTo>
                  <a:pt x="494" y="165"/>
                  <a:pt x="486" y="168"/>
                  <a:pt x="477" y="168"/>
                </a:cubicBezTo>
                <a:lnTo>
                  <a:pt x="33" y="168"/>
                </a:lnTo>
                <a:cubicBezTo>
                  <a:pt x="24" y="168"/>
                  <a:pt x="15" y="165"/>
                  <a:pt x="9" y="158"/>
                </a:cubicBezTo>
                <a:cubicBezTo>
                  <a:pt x="3" y="151"/>
                  <a:pt x="0" y="144"/>
                  <a:pt x="0" y="135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4" y="0"/>
                  <a:pt x="33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0" name=""/>
          <p:cNvSpPr txBox="1"/>
          <p:nvPr/>
        </p:nvSpPr>
        <p:spPr>
          <a:xfrm>
            <a:off x="2747160" y="2482920"/>
            <a:ext cx="21420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LMS-SVS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1" name=""/>
          <p:cNvSpPr/>
          <p:nvPr/>
        </p:nvSpPr>
        <p:spPr>
          <a:xfrm>
            <a:off x="2282400" y="2145240"/>
            <a:ext cx="183240" cy="60480"/>
          </a:xfrm>
          <a:custGeom>
            <a:avLst/>
            <a:gdLst/>
            <a:ahLst/>
            <a:rect l="0" t="0" r="r" b="b"/>
            <a:pathLst>
              <a:path w="509" h="168">
                <a:moveTo>
                  <a:pt x="32" y="0"/>
                </a:moveTo>
                <a:lnTo>
                  <a:pt x="477" y="0"/>
                </a:lnTo>
                <a:cubicBezTo>
                  <a:pt x="486" y="0"/>
                  <a:pt x="493" y="3"/>
                  <a:pt x="499" y="9"/>
                </a:cubicBezTo>
                <a:cubicBezTo>
                  <a:pt x="506" y="16"/>
                  <a:pt x="509" y="23"/>
                  <a:pt x="509" y="32"/>
                </a:cubicBezTo>
                <a:lnTo>
                  <a:pt x="509" y="136"/>
                </a:lnTo>
                <a:cubicBezTo>
                  <a:pt x="509" y="145"/>
                  <a:pt x="506" y="152"/>
                  <a:pt x="499" y="159"/>
                </a:cubicBezTo>
                <a:cubicBezTo>
                  <a:pt x="493" y="165"/>
                  <a:pt x="486" y="168"/>
                  <a:pt x="477" y="168"/>
                </a:cubicBezTo>
                <a:lnTo>
                  <a:pt x="32" y="168"/>
                </a:lnTo>
                <a:cubicBezTo>
                  <a:pt x="24" y="168"/>
                  <a:pt x="16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6" y="3"/>
                  <a:pt x="24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2" name=""/>
          <p:cNvSpPr/>
          <p:nvPr/>
        </p:nvSpPr>
        <p:spPr>
          <a:xfrm>
            <a:off x="2282400" y="2145240"/>
            <a:ext cx="183240" cy="60480"/>
          </a:xfrm>
          <a:custGeom>
            <a:avLst/>
            <a:gdLst/>
            <a:ahLst/>
            <a:rect l="0" t="0" r="r" b="b"/>
            <a:pathLst>
              <a:path w="509" h="168">
                <a:moveTo>
                  <a:pt x="32" y="0"/>
                </a:moveTo>
                <a:lnTo>
                  <a:pt x="477" y="0"/>
                </a:lnTo>
                <a:cubicBezTo>
                  <a:pt x="486" y="0"/>
                  <a:pt x="493" y="3"/>
                  <a:pt x="499" y="9"/>
                </a:cubicBezTo>
                <a:cubicBezTo>
                  <a:pt x="506" y="16"/>
                  <a:pt x="509" y="23"/>
                  <a:pt x="509" y="32"/>
                </a:cubicBezTo>
                <a:lnTo>
                  <a:pt x="509" y="136"/>
                </a:lnTo>
                <a:cubicBezTo>
                  <a:pt x="509" y="145"/>
                  <a:pt x="506" y="152"/>
                  <a:pt x="499" y="159"/>
                </a:cubicBezTo>
                <a:cubicBezTo>
                  <a:pt x="493" y="165"/>
                  <a:pt x="486" y="168"/>
                  <a:pt x="477" y="168"/>
                </a:cubicBezTo>
                <a:lnTo>
                  <a:pt x="32" y="168"/>
                </a:lnTo>
                <a:cubicBezTo>
                  <a:pt x="24" y="168"/>
                  <a:pt x="16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6" y="3"/>
                  <a:pt x="24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3" name=""/>
          <p:cNvSpPr txBox="1"/>
          <p:nvPr/>
        </p:nvSpPr>
        <p:spPr>
          <a:xfrm>
            <a:off x="2644920" y="1774080"/>
            <a:ext cx="18504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OC-KRS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4" name=""/>
          <p:cNvSpPr/>
          <p:nvPr/>
        </p:nvSpPr>
        <p:spPr>
          <a:xfrm>
            <a:off x="2328120" y="2071080"/>
            <a:ext cx="183240" cy="60120"/>
          </a:xfrm>
          <a:custGeom>
            <a:avLst/>
            <a:gdLst/>
            <a:ahLst/>
            <a:rect l="0" t="0" r="r" b="b"/>
            <a:pathLst>
              <a:path w="509" h="167">
                <a:moveTo>
                  <a:pt x="31" y="0"/>
                </a:moveTo>
                <a:lnTo>
                  <a:pt x="477" y="0"/>
                </a:lnTo>
                <a:cubicBezTo>
                  <a:pt x="486" y="0"/>
                  <a:pt x="493" y="3"/>
                  <a:pt x="500" y="9"/>
                </a:cubicBezTo>
                <a:cubicBezTo>
                  <a:pt x="506" y="15"/>
                  <a:pt x="509" y="23"/>
                  <a:pt x="509" y="31"/>
                </a:cubicBezTo>
                <a:lnTo>
                  <a:pt x="509" y="135"/>
                </a:lnTo>
                <a:cubicBezTo>
                  <a:pt x="509" y="144"/>
                  <a:pt x="506" y="152"/>
                  <a:pt x="500" y="158"/>
                </a:cubicBezTo>
                <a:cubicBezTo>
                  <a:pt x="493" y="164"/>
                  <a:pt x="486" y="167"/>
                  <a:pt x="477" y="167"/>
                </a:cubicBezTo>
                <a:lnTo>
                  <a:pt x="31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5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5" name=""/>
          <p:cNvSpPr/>
          <p:nvPr/>
        </p:nvSpPr>
        <p:spPr>
          <a:xfrm>
            <a:off x="2328120" y="2071080"/>
            <a:ext cx="183240" cy="60120"/>
          </a:xfrm>
          <a:custGeom>
            <a:avLst/>
            <a:gdLst/>
            <a:ahLst/>
            <a:rect l="0" t="0" r="r" b="b"/>
            <a:pathLst>
              <a:path w="509" h="167">
                <a:moveTo>
                  <a:pt x="31" y="0"/>
                </a:moveTo>
                <a:lnTo>
                  <a:pt x="477" y="0"/>
                </a:lnTo>
                <a:cubicBezTo>
                  <a:pt x="486" y="0"/>
                  <a:pt x="493" y="3"/>
                  <a:pt x="500" y="9"/>
                </a:cubicBezTo>
                <a:cubicBezTo>
                  <a:pt x="506" y="15"/>
                  <a:pt x="509" y="23"/>
                  <a:pt x="509" y="31"/>
                </a:cubicBezTo>
                <a:lnTo>
                  <a:pt x="509" y="135"/>
                </a:lnTo>
                <a:cubicBezTo>
                  <a:pt x="509" y="144"/>
                  <a:pt x="506" y="152"/>
                  <a:pt x="500" y="158"/>
                </a:cubicBezTo>
                <a:cubicBezTo>
                  <a:pt x="493" y="164"/>
                  <a:pt x="486" y="167"/>
                  <a:pt x="477" y="167"/>
                </a:cubicBezTo>
                <a:lnTo>
                  <a:pt x="31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5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6" name=""/>
          <p:cNvSpPr txBox="1"/>
          <p:nvPr/>
        </p:nvSpPr>
        <p:spPr>
          <a:xfrm>
            <a:off x="2279880" y="2151360"/>
            <a:ext cx="1882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OC-LMS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7" name=""/>
          <p:cNvSpPr/>
          <p:nvPr/>
        </p:nvSpPr>
        <p:spPr>
          <a:xfrm>
            <a:off x="2705400" y="1582200"/>
            <a:ext cx="131760" cy="60480"/>
          </a:xfrm>
          <a:custGeom>
            <a:avLst/>
            <a:gdLst/>
            <a:ahLst/>
            <a:rect l="0" t="0" r="r" b="b"/>
            <a:pathLst>
              <a:path w="366" h="168">
                <a:moveTo>
                  <a:pt x="31" y="0"/>
                </a:moveTo>
                <a:lnTo>
                  <a:pt x="334" y="0"/>
                </a:lnTo>
                <a:cubicBezTo>
                  <a:pt x="343" y="0"/>
                  <a:pt x="350" y="3"/>
                  <a:pt x="357" y="10"/>
                </a:cubicBezTo>
                <a:cubicBezTo>
                  <a:pt x="363" y="16"/>
                  <a:pt x="366" y="24"/>
                  <a:pt x="366" y="33"/>
                </a:cubicBezTo>
                <a:lnTo>
                  <a:pt x="366" y="136"/>
                </a:lnTo>
                <a:cubicBezTo>
                  <a:pt x="366" y="145"/>
                  <a:pt x="363" y="152"/>
                  <a:pt x="357" y="158"/>
                </a:cubicBezTo>
                <a:cubicBezTo>
                  <a:pt x="350" y="165"/>
                  <a:pt x="343" y="168"/>
                  <a:pt x="334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8"/>
                </a:cubicBezTo>
                <a:cubicBezTo>
                  <a:pt x="3" y="152"/>
                  <a:pt x="0" y="145"/>
                  <a:pt x="0" y="136"/>
                </a:cubicBezTo>
                <a:lnTo>
                  <a:pt x="0" y="33"/>
                </a:lnTo>
                <a:cubicBezTo>
                  <a:pt x="0" y="24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8" name=""/>
          <p:cNvSpPr/>
          <p:nvPr/>
        </p:nvSpPr>
        <p:spPr>
          <a:xfrm>
            <a:off x="2705400" y="1582200"/>
            <a:ext cx="131760" cy="60480"/>
          </a:xfrm>
          <a:custGeom>
            <a:avLst/>
            <a:gdLst/>
            <a:ahLst/>
            <a:rect l="0" t="0" r="r" b="b"/>
            <a:pathLst>
              <a:path w="366" h="168">
                <a:moveTo>
                  <a:pt x="31" y="0"/>
                </a:moveTo>
                <a:lnTo>
                  <a:pt x="334" y="0"/>
                </a:lnTo>
                <a:cubicBezTo>
                  <a:pt x="343" y="0"/>
                  <a:pt x="350" y="3"/>
                  <a:pt x="357" y="10"/>
                </a:cubicBezTo>
                <a:cubicBezTo>
                  <a:pt x="363" y="16"/>
                  <a:pt x="366" y="24"/>
                  <a:pt x="366" y="33"/>
                </a:cubicBezTo>
                <a:lnTo>
                  <a:pt x="366" y="136"/>
                </a:lnTo>
                <a:cubicBezTo>
                  <a:pt x="366" y="145"/>
                  <a:pt x="363" y="152"/>
                  <a:pt x="357" y="158"/>
                </a:cubicBezTo>
                <a:cubicBezTo>
                  <a:pt x="350" y="165"/>
                  <a:pt x="343" y="168"/>
                  <a:pt x="334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8"/>
                </a:cubicBezTo>
                <a:cubicBezTo>
                  <a:pt x="3" y="152"/>
                  <a:pt x="0" y="145"/>
                  <a:pt x="0" y="136"/>
                </a:cubicBezTo>
                <a:lnTo>
                  <a:pt x="0" y="33"/>
                </a:lnTo>
                <a:cubicBezTo>
                  <a:pt x="0" y="24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9" name=""/>
          <p:cNvSpPr txBox="1"/>
          <p:nvPr/>
        </p:nvSpPr>
        <p:spPr>
          <a:xfrm>
            <a:off x="2325600" y="2074320"/>
            <a:ext cx="1882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OC-LMS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0" name=""/>
          <p:cNvSpPr/>
          <p:nvPr/>
        </p:nvSpPr>
        <p:spPr>
          <a:xfrm>
            <a:off x="6595560" y="1648080"/>
            <a:ext cx="183240" cy="60120"/>
          </a:xfrm>
          <a:custGeom>
            <a:avLst/>
            <a:gdLst/>
            <a:ahLst/>
            <a:rect l="0" t="0" r="r" b="b"/>
            <a:pathLst>
              <a:path w="509" h="167">
                <a:moveTo>
                  <a:pt x="32" y="0"/>
                </a:moveTo>
                <a:lnTo>
                  <a:pt x="477" y="0"/>
                </a:lnTo>
                <a:cubicBezTo>
                  <a:pt x="486" y="0"/>
                  <a:pt x="493" y="3"/>
                  <a:pt x="500" y="9"/>
                </a:cubicBezTo>
                <a:cubicBezTo>
                  <a:pt x="506" y="15"/>
                  <a:pt x="509" y="23"/>
                  <a:pt x="509" y="31"/>
                </a:cubicBezTo>
                <a:lnTo>
                  <a:pt x="509" y="135"/>
                </a:lnTo>
                <a:cubicBezTo>
                  <a:pt x="509" y="143"/>
                  <a:pt x="506" y="151"/>
                  <a:pt x="500" y="158"/>
                </a:cubicBezTo>
                <a:cubicBezTo>
                  <a:pt x="493" y="164"/>
                  <a:pt x="486" y="167"/>
                  <a:pt x="477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1"/>
                  <a:pt x="0" y="143"/>
                  <a:pt x="0" y="135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1" name=""/>
          <p:cNvSpPr/>
          <p:nvPr/>
        </p:nvSpPr>
        <p:spPr>
          <a:xfrm>
            <a:off x="6595560" y="1648080"/>
            <a:ext cx="183240" cy="60120"/>
          </a:xfrm>
          <a:custGeom>
            <a:avLst/>
            <a:gdLst/>
            <a:ahLst/>
            <a:rect l="0" t="0" r="r" b="b"/>
            <a:pathLst>
              <a:path w="509" h="167">
                <a:moveTo>
                  <a:pt x="32" y="0"/>
                </a:moveTo>
                <a:lnTo>
                  <a:pt x="477" y="0"/>
                </a:lnTo>
                <a:cubicBezTo>
                  <a:pt x="486" y="0"/>
                  <a:pt x="493" y="3"/>
                  <a:pt x="500" y="9"/>
                </a:cubicBezTo>
                <a:cubicBezTo>
                  <a:pt x="506" y="15"/>
                  <a:pt x="509" y="23"/>
                  <a:pt x="509" y="31"/>
                </a:cubicBezTo>
                <a:lnTo>
                  <a:pt x="509" y="135"/>
                </a:lnTo>
                <a:cubicBezTo>
                  <a:pt x="509" y="143"/>
                  <a:pt x="506" y="151"/>
                  <a:pt x="500" y="158"/>
                </a:cubicBezTo>
                <a:cubicBezTo>
                  <a:pt x="493" y="164"/>
                  <a:pt x="486" y="167"/>
                  <a:pt x="477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1"/>
                  <a:pt x="0" y="143"/>
                  <a:pt x="0" y="135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2" name=""/>
          <p:cNvSpPr txBox="1"/>
          <p:nvPr/>
        </p:nvSpPr>
        <p:spPr>
          <a:xfrm>
            <a:off x="2709360" y="1585440"/>
            <a:ext cx="11952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OC-P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3" name=""/>
          <p:cNvSpPr/>
          <p:nvPr/>
        </p:nvSpPr>
        <p:spPr>
          <a:xfrm>
            <a:off x="2882520" y="2648160"/>
            <a:ext cx="183240" cy="60480"/>
          </a:xfrm>
          <a:custGeom>
            <a:avLst/>
            <a:gdLst/>
            <a:ahLst/>
            <a:rect l="0" t="0" r="r" b="b"/>
            <a:pathLst>
              <a:path w="509" h="168">
                <a:moveTo>
                  <a:pt x="32" y="0"/>
                </a:moveTo>
                <a:lnTo>
                  <a:pt x="477" y="0"/>
                </a:lnTo>
                <a:cubicBezTo>
                  <a:pt x="486" y="0"/>
                  <a:pt x="494" y="4"/>
                  <a:pt x="500" y="10"/>
                </a:cubicBezTo>
                <a:cubicBezTo>
                  <a:pt x="506" y="16"/>
                  <a:pt x="509" y="23"/>
                  <a:pt x="509" y="33"/>
                </a:cubicBezTo>
                <a:lnTo>
                  <a:pt x="509" y="136"/>
                </a:lnTo>
                <a:cubicBezTo>
                  <a:pt x="509" y="145"/>
                  <a:pt x="506" y="153"/>
                  <a:pt x="500" y="159"/>
                </a:cubicBezTo>
                <a:cubicBezTo>
                  <a:pt x="494" y="165"/>
                  <a:pt x="486" y="168"/>
                  <a:pt x="477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3"/>
                </a:lnTo>
                <a:cubicBezTo>
                  <a:pt x="0" y="23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4" name=""/>
          <p:cNvSpPr/>
          <p:nvPr/>
        </p:nvSpPr>
        <p:spPr>
          <a:xfrm>
            <a:off x="2882520" y="2648160"/>
            <a:ext cx="183240" cy="60480"/>
          </a:xfrm>
          <a:custGeom>
            <a:avLst/>
            <a:gdLst/>
            <a:ahLst/>
            <a:rect l="0" t="0" r="r" b="b"/>
            <a:pathLst>
              <a:path w="509" h="168">
                <a:moveTo>
                  <a:pt x="32" y="0"/>
                </a:moveTo>
                <a:lnTo>
                  <a:pt x="477" y="0"/>
                </a:lnTo>
                <a:cubicBezTo>
                  <a:pt x="486" y="0"/>
                  <a:pt x="494" y="4"/>
                  <a:pt x="500" y="10"/>
                </a:cubicBezTo>
                <a:cubicBezTo>
                  <a:pt x="506" y="16"/>
                  <a:pt x="509" y="23"/>
                  <a:pt x="509" y="33"/>
                </a:cubicBezTo>
                <a:lnTo>
                  <a:pt x="509" y="136"/>
                </a:lnTo>
                <a:cubicBezTo>
                  <a:pt x="509" y="145"/>
                  <a:pt x="506" y="153"/>
                  <a:pt x="500" y="159"/>
                </a:cubicBezTo>
                <a:cubicBezTo>
                  <a:pt x="494" y="165"/>
                  <a:pt x="486" y="168"/>
                  <a:pt x="477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3"/>
                </a:lnTo>
                <a:cubicBezTo>
                  <a:pt x="0" y="23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5" name=""/>
          <p:cNvSpPr txBox="1"/>
          <p:nvPr/>
        </p:nvSpPr>
        <p:spPr>
          <a:xfrm>
            <a:off x="6596280" y="1654200"/>
            <a:ext cx="18216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6" name=""/>
          <p:cNvSpPr/>
          <p:nvPr/>
        </p:nvSpPr>
        <p:spPr>
          <a:xfrm>
            <a:off x="2453760" y="2402640"/>
            <a:ext cx="234720" cy="60120"/>
          </a:xfrm>
          <a:custGeom>
            <a:avLst/>
            <a:gdLst/>
            <a:ahLst/>
            <a:rect l="0" t="0" r="r" b="b"/>
            <a:pathLst>
              <a:path w="652" h="167">
                <a:moveTo>
                  <a:pt x="33" y="0"/>
                </a:moveTo>
                <a:lnTo>
                  <a:pt x="620" y="0"/>
                </a:lnTo>
                <a:cubicBezTo>
                  <a:pt x="629" y="0"/>
                  <a:pt x="637" y="3"/>
                  <a:pt x="643" y="9"/>
                </a:cubicBezTo>
                <a:cubicBezTo>
                  <a:pt x="649" y="15"/>
                  <a:pt x="652" y="23"/>
                  <a:pt x="652" y="31"/>
                </a:cubicBezTo>
                <a:lnTo>
                  <a:pt x="652" y="136"/>
                </a:lnTo>
                <a:cubicBezTo>
                  <a:pt x="652" y="144"/>
                  <a:pt x="649" y="152"/>
                  <a:pt x="643" y="158"/>
                </a:cubicBezTo>
                <a:cubicBezTo>
                  <a:pt x="637" y="164"/>
                  <a:pt x="629" y="167"/>
                  <a:pt x="620" y="167"/>
                </a:cubicBezTo>
                <a:lnTo>
                  <a:pt x="33" y="167"/>
                </a:lnTo>
                <a:cubicBezTo>
                  <a:pt x="24" y="167"/>
                  <a:pt x="16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4" y="0"/>
                  <a:pt x="3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7" name=""/>
          <p:cNvSpPr/>
          <p:nvPr/>
        </p:nvSpPr>
        <p:spPr>
          <a:xfrm>
            <a:off x="2453760" y="2402640"/>
            <a:ext cx="234720" cy="60120"/>
          </a:xfrm>
          <a:custGeom>
            <a:avLst/>
            <a:gdLst/>
            <a:ahLst/>
            <a:rect l="0" t="0" r="r" b="b"/>
            <a:pathLst>
              <a:path w="652" h="167">
                <a:moveTo>
                  <a:pt x="33" y="0"/>
                </a:moveTo>
                <a:lnTo>
                  <a:pt x="620" y="0"/>
                </a:lnTo>
                <a:cubicBezTo>
                  <a:pt x="629" y="0"/>
                  <a:pt x="637" y="3"/>
                  <a:pt x="643" y="9"/>
                </a:cubicBezTo>
                <a:cubicBezTo>
                  <a:pt x="649" y="15"/>
                  <a:pt x="652" y="23"/>
                  <a:pt x="652" y="31"/>
                </a:cubicBezTo>
                <a:lnTo>
                  <a:pt x="652" y="136"/>
                </a:lnTo>
                <a:cubicBezTo>
                  <a:pt x="652" y="144"/>
                  <a:pt x="649" y="152"/>
                  <a:pt x="643" y="158"/>
                </a:cubicBezTo>
                <a:cubicBezTo>
                  <a:pt x="637" y="164"/>
                  <a:pt x="629" y="167"/>
                  <a:pt x="620" y="167"/>
                </a:cubicBezTo>
                <a:lnTo>
                  <a:pt x="33" y="167"/>
                </a:lnTo>
                <a:cubicBezTo>
                  <a:pt x="24" y="167"/>
                  <a:pt x="16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4" y="0"/>
                  <a:pt x="33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8" name=""/>
          <p:cNvSpPr txBox="1"/>
          <p:nvPr/>
        </p:nvSpPr>
        <p:spPr>
          <a:xfrm>
            <a:off x="2883240" y="2648520"/>
            <a:ext cx="18216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OC-SVS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9" name=""/>
          <p:cNvSpPr/>
          <p:nvPr/>
        </p:nvSpPr>
        <p:spPr>
          <a:xfrm>
            <a:off x="2705400" y="1487880"/>
            <a:ext cx="131760" cy="60480"/>
          </a:xfrm>
          <a:custGeom>
            <a:avLst/>
            <a:gdLst/>
            <a:ahLst/>
            <a:rect l="0" t="0" r="r" b="b"/>
            <a:pathLst>
              <a:path w="366" h="168">
                <a:moveTo>
                  <a:pt x="31" y="0"/>
                </a:moveTo>
                <a:lnTo>
                  <a:pt x="334" y="0"/>
                </a:lnTo>
                <a:cubicBezTo>
                  <a:pt x="343" y="0"/>
                  <a:pt x="350" y="3"/>
                  <a:pt x="357" y="9"/>
                </a:cubicBezTo>
                <a:cubicBezTo>
                  <a:pt x="363" y="15"/>
                  <a:pt x="366" y="23"/>
                  <a:pt x="366" y="32"/>
                </a:cubicBezTo>
                <a:lnTo>
                  <a:pt x="366" y="136"/>
                </a:lnTo>
                <a:cubicBezTo>
                  <a:pt x="366" y="145"/>
                  <a:pt x="363" y="152"/>
                  <a:pt x="357" y="158"/>
                </a:cubicBezTo>
                <a:cubicBezTo>
                  <a:pt x="350" y="165"/>
                  <a:pt x="343" y="168"/>
                  <a:pt x="334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8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0" name=""/>
          <p:cNvSpPr/>
          <p:nvPr/>
        </p:nvSpPr>
        <p:spPr>
          <a:xfrm>
            <a:off x="2705400" y="1487880"/>
            <a:ext cx="131760" cy="60480"/>
          </a:xfrm>
          <a:custGeom>
            <a:avLst/>
            <a:gdLst/>
            <a:ahLst/>
            <a:rect l="0" t="0" r="r" b="b"/>
            <a:pathLst>
              <a:path w="366" h="168">
                <a:moveTo>
                  <a:pt x="31" y="0"/>
                </a:moveTo>
                <a:lnTo>
                  <a:pt x="334" y="0"/>
                </a:lnTo>
                <a:cubicBezTo>
                  <a:pt x="343" y="0"/>
                  <a:pt x="350" y="3"/>
                  <a:pt x="357" y="9"/>
                </a:cubicBezTo>
                <a:cubicBezTo>
                  <a:pt x="363" y="15"/>
                  <a:pt x="366" y="23"/>
                  <a:pt x="366" y="32"/>
                </a:cubicBezTo>
                <a:lnTo>
                  <a:pt x="366" y="136"/>
                </a:lnTo>
                <a:cubicBezTo>
                  <a:pt x="366" y="145"/>
                  <a:pt x="363" y="152"/>
                  <a:pt x="357" y="158"/>
                </a:cubicBezTo>
                <a:cubicBezTo>
                  <a:pt x="350" y="165"/>
                  <a:pt x="343" y="168"/>
                  <a:pt x="334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8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1" name=""/>
          <p:cNvSpPr txBox="1"/>
          <p:nvPr/>
        </p:nvSpPr>
        <p:spPr>
          <a:xfrm>
            <a:off x="2439360" y="2408760"/>
            <a:ext cx="26424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OC-CAMBO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2" name=""/>
          <p:cNvSpPr/>
          <p:nvPr/>
        </p:nvSpPr>
        <p:spPr>
          <a:xfrm>
            <a:off x="2705400" y="1416240"/>
            <a:ext cx="131760" cy="60480"/>
          </a:xfrm>
          <a:custGeom>
            <a:avLst/>
            <a:gdLst/>
            <a:ahLst/>
            <a:rect l="0" t="0" r="r" b="b"/>
            <a:pathLst>
              <a:path w="366" h="168">
                <a:moveTo>
                  <a:pt x="31" y="0"/>
                </a:moveTo>
                <a:lnTo>
                  <a:pt x="334" y="0"/>
                </a:lnTo>
                <a:cubicBezTo>
                  <a:pt x="343" y="0"/>
                  <a:pt x="350" y="4"/>
                  <a:pt x="357" y="10"/>
                </a:cubicBezTo>
                <a:cubicBezTo>
                  <a:pt x="363" y="16"/>
                  <a:pt x="366" y="23"/>
                  <a:pt x="366" y="32"/>
                </a:cubicBezTo>
                <a:lnTo>
                  <a:pt x="366" y="136"/>
                </a:lnTo>
                <a:cubicBezTo>
                  <a:pt x="366" y="145"/>
                  <a:pt x="363" y="153"/>
                  <a:pt x="357" y="159"/>
                </a:cubicBezTo>
                <a:cubicBezTo>
                  <a:pt x="350" y="165"/>
                  <a:pt x="343" y="168"/>
                  <a:pt x="334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4"/>
                  <a:pt x="23" y="0"/>
                  <a:pt x="3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3" name=""/>
          <p:cNvSpPr/>
          <p:nvPr/>
        </p:nvSpPr>
        <p:spPr>
          <a:xfrm>
            <a:off x="2705400" y="1416240"/>
            <a:ext cx="131760" cy="60480"/>
          </a:xfrm>
          <a:custGeom>
            <a:avLst/>
            <a:gdLst/>
            <a:ahLst/>
            <a:rect l="0" t="0" r="r" b="b"/>
            <a:pathLst>
              <a:path w="366" h="168">
                <a:moveTo>
                  <a:pt x="31" y="0"/>
                </a:moveTo>
                <a:lnTo>
                  <a:pt x="334" y="0"/>
                </a:lnTo>
                <a:cubicBezTo>
                  <a:pt x="343" y="0"/>
                  <a:pt x="350" y="4"/>
                  <a:pt x="357" y="10"/>
                </a:cubicBezTo>
                <a:cubicBezTo>
                  <a:pt x="363" y="16"/>
                  <a:pt x="366" y="23"/>
                  <a:pt x="366" y="32"/>
                </a:cubicBezTo>
                <a:lnTo>
                  <a:pt x="366" y="136"/>
                </a:lnTo>
                <a:cubicBezTo>
                  <a:pt x="366" y="145"/>
                  <a:pt x="363" y="153"/>
                  <a:pt x="357" y="159"/>
                </a:cubicBezTo>
                <a:cubicBezTo>
                  <a:pt x="350" y="165"/>
                  <a:pt x="343" y="168"/>
                  <a:pt x="334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4"/>
                  <a:pt x="23" y="0"/>
                  <a:pt x="31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4" name=""/>
          <p:cNvSpPr txBox="1"/>
          <p:nvPr/>
        </p:nvSpPr>
        <p:spPr>
          <a:xfrm>
            <a:off x="2709360" y="1491120"/>
            <a:ext cx="11952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OC-P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5" name=""/>
          <p:cNvSpPr/>
          <p:nvPr/>
        </p:nvSpPr>
        <p:spPr>
          <a:xfrm>
            <a:off x="5046120" y="1350720"/>
            <a:ext cx="106200" cy="60480"/>
          </a:xfrm>
          <a:custGeom>
            <a:avLst/>
            <a:gdLst/>
            <a:ahLst/>
            <a:rect l="0" t="0" r="r" b="b"/>
            <a:pathLst>
              <a:path w="295" h="168">
                <a:moveTo>
                  <a:pt x="32" y="0"/>
                </a:moveTo>
                <a:lnTo>
                  <a:pt x="263" y="0"/>
                </a:lnTo>
                <a:cubicBezTo>
                  <a:pt x="272" y="0"/>
                  <a:pt x="280" y="3"/>
                  <a:pt x="286" y="9"/>
                </a:cubicBezTo>
                <a:cubicBezTo>
                  <a:pt x="292" y="15"/>
                  <a:pt x="295" y="23"/>
                  <a:pt x="295" y="32"/>
                </a:cubicBezTo>
                <a:lnTo>
                  <a:pt x="295" y="135"/>
                </a:lnTo>
                <a:cubicBezTo>
                  <a:pt x="295" y="144"/>
                  <a:pt x="292" y="152"/>
                  <a:pt x="286" y="158"/>
                </a:cubicBezTo>
                <a:cubicBezTo>
                  <a:pt x="280" y="164"/>
                  <a:pt x="272" y="168"/>
                  <a:pt x="263" y="168"/>
                </a:cubicBezTo>
                <a:lnTo>
                  <a:pt x="32" y="168"/>
                </a:lnTo>
                <a:cubicBezTo>
                  <a:pt x="23" y="168"/>
                  <a:pt x="16" y="164"/>
                  <a:pt x="10" y="158"/>
                </a:cubicBezTo>
                <a:cubicBezTo>
                  <a:pt x="4" y="152"/>
                  <a:pt x="0" y="144"/>
                  <a:pt x="0" y="135"/>
                </a:cubicBezTo>
                <a:lnTo>
                  <a:pt x="0" y="32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6" name=""/>
          <p:cNvSpPr/>
          <p:nvPr/>
        </p:nvSpPr>
        <p:spPr>
          <a:xfrm>
            <a:off x="5046120" y="1350720"/>
            <a:ext cx="106200" cy="60480"/>
          </a:xfrm>
          <a:custGeom>
            <a:avLst/>
            <a:gdLst/>
            <a:ahLst/>
            <a:rect l="0" t="0" r="r" b="b"/>
            <a:pathLst>
              <a:path w="295" h="168">
                <a:moveTo>
                  <a:pt x="32" y="0"/>
                </a:moveTo>
                <a:lnTo>
                  <a:pt x="263" y="0"/>
                </a:lnTo>
                <a:cubicBezTo>
                  <a:pt x="272" y="0"/>
                  <a:pt x="280" y="3"/>
                  <a:pt x="286" y="9"/>
                </a:cubicBezTo>
                <a:cubicBezTo>
                  <a:pt x="292" y="15"/>
                  <a:pt x="295" y="23"/>
                  <a:pt x="295" y="32"/>
                </a:cubicBezTo>
                <a:lnTo>
                  <a:pt x="295" y="135"/>
                </a:lnTo>
                <a:cubicBezTo>
                  <a:pt x="295" y="144"/>
                  <a:pt x="292" y="152"/>
                  <a:pt x="286" y="158"/>
                </a:cubicBezTo>
                <a:cubicBezTo>
                  <a:pt x="280" y="164"/>
                  <a:pt x="272" y="168"/>
                  <a:pt x="263" y="168"/>
                </a:cubicBezTo>
                <a:lnTo>
                  <a:pt x="32" y="168"/>
                </a:lnTo>
                <a:cubicBezTo>
                  <a:pt x="23" y="168"/>
                  <a:pt x="16" y="164"/>
                  <a:pt x="10" y="158"/>
                </a:cubicBezTo>
                <a:cubicBezTo>
                  <a:pt x="4" y="152"/>
                  <a:pt x="0" y="144"/>
                  <a:pt x="0" y="135"/>
                </a:cubicBezTo>
                <a:lnTo>
                  <a:pt x="0" y="32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7" name=""/>
          <p:cNvSpPr txBox="1"/>
          <p:nvPr/>
        </p:nvSpPr>
        <p:spPr>
          <a:xfrm>
            <a:off x="2709360" y="1419480"/>
            <a:ext cx="11952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OC-P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8" name=""/>
          <p:cNvSpPr/>
          <p:nvPr/>
        </p:nvSpPr>
        <p:spPr>
          <a:xfrm>
            <a:off x="4591800" y="1642320"/>
            <a:ext cx="157680" cy="60120"/>
          </a:xfrm>
          <a:custGeom>
            <a:avLst/>
            <a:gdLst/>
            <a:ahLst/>
            <a:rect l="0" t="0" r="r" b="b"/>
            <a:pathLst>
              <a:path w="438" h="167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2" y="4"/>
                  <a:pt x="428" y="10"/>
                </a:cubicBezTo>
                <a:cubicBezTo>
                  <a:pt x="435" y="16"/>
                  <a:pt x="438" y="24"/>
                  <a:pt x="438" y="32"/>
                </a:cubicBezTo>
                <a:lnTo>
                  <a:pt x="438" y="136"/>
                </a:lnTo>
                <a:cubicBezTo>
                  <a:pt x="438" y="144"/>
                  <a:pt x="435" y="152"/>
                  <a:pt x="428" y="158"/>
                </a:cubicBezTo>
                <a:cubicBezTo>
                  <a:pt x="422" y="164"/>
                  <a:pt x="415" y="167"/>
                  <a:pt x="406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2"/>
                </a:lnTo>
                <a:cubicBezTo>
                  <a:pt x="0" y="24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9" name=""/>
          <p:cNvSpPr/>
          <p:nvPr/>
        </p:nvSpPr>
        <p:spPr>
          <a:xfrm>
            <a:off x="4591800" y="1642320"/>
            <a:ext cx="157680" cy="60120"/>
          </a:xfrm>
          <a:custGeom>
            <a:avLst/>
            <a:gdLst/>
            <a:ahLst/>
            <a:rect l="0" t="0" r="r" b="b"/>
            <a:pathLst>
              <a:path w="438" h="167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2" y="4"/>
                  <a:pt x="428" y="10"/>
                </a:cubicBezTo>
                <a:cubicBezTo>
                  <a:pt x="435" y="16"/>
                  <a:pt x="438" y="24"/>
                  <a:pt x="438" y="32"/>
                </a:cubicBezTo>
                <a:lnTo>
                  <a:pt x="438" y="136"/>
                </a:lnTo>
                <a:cubicBezTo>
                  <a:pt x="438" y="144"/>
                  <a:pt x="435" y="152"/>
                  <a:pt x="428" y="158"/>
                </a:cubicBezTo>
                <a:cubicBezTo>
                  <a:pt x="422" y="164"/>
                  <a:pt x="415" y="167"/>
                  <a:pt x="406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2"/>
                </a:lnTo>
                <a:cubicBezTo>
                  <a:pt x="0" y="24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0" name=""/>
          <p:cNvSpPr txBox="1"/>
          <p:nvPr/>
        </p:nvSpPr>
        <p:spPr>
          <a:xfrm>
            <a:off x="5059800" y="1351080"/>
            <a:ext cx="8460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P-R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1" name=""/>
          <p:cNvSpPr/>
          <p:nvPr/>
        </p:nvSpPr>
        <p:spPr>
          <a:xfrm>
            <a:off x="5346360" y="2262600"/>
            <a:ext cx="157680" cy="60120"/>
          </a:xfrm>
          <a:custGeom>
            <a:avLst/>
            <a:gdLst/>
            <a:ahLst/>
            <a:rect l="0" t="0" r="r" b="b"/>
            <a:pathLst>
              <a:path w="438" h="167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2" y="3"/>
                  <a:pt x="428" y="9"/>
                </a:cubicBezTo>
                <a:cubicBezTo>
                  <a:pt x="435" y="15"/>
                  <a:pt x="438" y="23"/>
                  <a:pt x="438" y="31"/>
                </a:cubicBezTo>
                <a:lnTo>
                  <a:pt x="438" y="136"/>
                </a:lnTo>
                <a:cubicBezTo>
                  <a:pt x="438" y="144"/>
                  <a:pt x="435" y="152"/>
                  <a:pt x="428" y="158"/>
                </a:cubicBezTo>
                <a:cubicBezTo>
                  <a:pt x="422" y="164"/>
                  <a:pt x="415" y="167"/>
                  <a:pt x="406" y="167"/>
                </a:cubicBezTo>
                <a:lnTo>
                  <a:pt x="32" y="167"/>
                </a:lnTo>
                <a:cubicBezTo>
                  <a:pt x="23" y="167"/>
                  <a:pt x="16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2" name=""/>
          <p:cNvSpPr/>
          <p:nvPr/>
        </p:nvSpPr>
        <p:spPr>
          <a:xfrm>
            <a:off x="5346360" y="2262600"/>
            <a:ext cx="157680" cy="60120"/>
          </a:xfrm>
          <a:custGeom>
            <a:avLst/>
            <a:gdLst/>
            <a:ahLst/>
            <a:rect l="0" t="0" r="r" b="b"/>
            <a:pathLst>
              <a:path w="438" h="167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2" y="3"/>
                  <a:pt x="428" y="9"/>
                </a:cubicBezTo>
                <a:cubicBezTo>
                  <a:pt x="435" y="15"/>
                  <a:pt x="438" y="23"/>
                  <a:pt x="438" y="31"/>
                </a:cubicBezTo>
                <a:lnTo>
                  <a:pt x="438" y="136"/>
                </a:lnTo>
                <a:cubicBezTo>
                  <a:pt x="438" y="144"/>
                  <a:pt x="435" y="152"/>
                  <a:pt x="428" y="158"/>
                </a:cubicBezTo>
                <a:cubicBezTo>
                  <a:pt x="422" y="164"/>
                  <a:pt x="415" y="167"/>
                  <a:pt x="406" y="167"/>
                </a:cubicBezTo>
                <a:lnTo>
                  <a:pt x="32" y="167"/>
                </a:lnTo>
                <a:cubicBezTo>
                  <a:pt x="23" y="167"/>
                  <a:pt x="16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3" name=""/>
          <p:cNvSpPr txBox="1"/>
          <p:nvPr/>
        </p:nvSpPr>
        <p:spPr>
          <a:xfrm>
            <a:off x="4597200" y="1642680"/>
            <a:ext cx="14544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P-SKS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4" name=""/>
          <p:cNvSpPr/>
          <p:nvPr/>
        </p:nvSpPr>
        <p:spPr>
          <a:xfrm>
            <a:off x="5786640" y="1642320"/>
            <a:ext cx="157680" cy="60120"/>
          </a:xfrm>
          <a:custGeom>
            <a:avLst/>
            <a:gdLst/>
            <a:ahLst/>
            <a:rect l="0" t="0" r="r" b="b"/>
            <a:pathLst>
              <a:path w="438" h="167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2" y="4"/>
                  <a:pt x="428" y="10"/>
                </a:cubicBezTo>
                <a:cubicBezTo>
                  <a:pt x="434" y="16"/>
                  <a:pt x="438" y="24"/>
                  <a:pt x="438" y="32"/>
                </a:cubicBezTo>
                <a:lnTo>
                  <a:pt x="438" y="136"/>
                </a:lnTo>
                <a:cubicBezTo>
                  <a:pt x="438" y="144"/>
                  <a:pt x="434" y="152"/>
                  <a:pt x="428" y="158"/>
                </a:cubicBezTo>
                <a:cubicBezTo>
                  <a:pt x="422" y="164"/>
                  <a:pt x="415" y="167"/>
                  <a:pt x="406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2"/>
                </a:lnTo>
                <a:cubicBezTo>
                  <a:pt x="0" y="24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5" name=""/>
          <p:cNvSpPr/>
          <p:nvPr/>
        </p:nvSpPr>
        <p:spPr>
          <a:xfrm>
            <a:off x="5786640" y="1642320"/>
            <a:ext cx="157680" cy="60120"/>
          </a:xfrm>
          <a:custGeom>
            <a:avLst/>
            <a:gdLst/>
            <a:ahLst/>
            <a:rect l="0" t="0" r="r" b="b"/>
            <a:pathLst>
              <a:path w="438" h="167">
                <a:moveTo>
                  <a:pt x="32" y="0"/>
                </a:moveTo>
                <a:lnTo>
                  <a:pt x="406" y="0"/>
                </a:lnTo>
                <a:cubicBezTo>
                  <a:pt x="415" y="0"/>
                  <a:pt x="422" y="4"/>
                  <a:pt x="428" y="10"/>
                </a:cubicBezTo>
                <a:cubicBezTo>
                  <a:pt x="434" y="16"/>
                  <a:pt x="438" y="24"/>
                  <a:pt x="438" y="32"/>
                </a:cubicBezTo>
                <a:lnTo>
                  <a:pt x="438" y="136"/>
                </a:lnTo>
                <a:cubicBezTo>
                  <a:pt x="438" y="144"/>
                  <a:pt x="434" y="152"/>
                  <a:pt x="428" y="158"/>
                </a:cubicBezTo>
                <a:cubicBezTo>
                  <a:pt x="422" y="164"/>
                  <a:pt x="415" y="167"/>
                  <a:pt x="406" y="167"/>
                </a:cubicBezTo>
                <a:lnTo>
                  <a:pt x="32" y="167"/>
                </a:lnTo>
                <a:cubicBezTo>
                  <a:pt x="23" y="167"/>
                  <a:pt x="15" y="164"/>
                  <a:pt x="9" y="158"/>
                </a:cubicBezTo>
                <a:cubicBezTo>
                  <a:pt x="3" y="152"/>
                  <a:pt x="0" y="144"/>
                  <a:pt x="0" y="136"/>
                </a:cubicBezTo>
                <a:lnTo>
                  <a:pt x="0" y="32"/>
                </a:lnTo>
                <a:cubicBezTo>
                  <a:pt x="0" y="24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6" name=""/>
          <p:cNvSpPr txBox="1"/>
          <p:nvPr/>
        </p:nvSpPr>
        <p:spPr>
          <a:xfrm>
            <a:off x="5352480" y="2265840"/>
            <a:ext cx="15012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KRS-R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7" name=""/>
          <p:cNvSpPr/>
          <p:nvPr/>
        </p:nvSpPr>
        <p:spPr>
          <a:xfrm>
            <a:off x="5695200" y="1564920"/>
            <a:ext cx="157320" cy="60480"/>
          </a:xfrm>
          <a:custGeom>
            <a:avLst/>
            <a:gdLst/>
            <a:ahLst/>
            <a:rect l="0" t="0" r="r" b="b"/>
            <a:pathLst>
              <a:path w="437" h="168">
                <a:moveTo>
                  <a:pt x="32" y="0"/>
                </a:moveTo>
                <a:lnTo>
                  <a:pt x="406" y="0"/>
                </a:lnTo>
                <a:cubicBezTo>
                  <a:pt x="414" y="0"/>
                  <a:pt x="422" y="3"/>
                  <a:pt x="428" y="10"/>
                </a:cubicBezTo>
                <a:cubicBezTo>
                  <a:pt x="434" y="16"/>
                  <a:pt x="437" y="23"/>
                  <a:pt x="437" y="32"/>
                </a:cubicBezTo>
                <a:lnTo>
                  <a:pt x="437" y="136"/>
                </a:lnTo>
                <a:cubicBezTo>
                  <a:pt x="437" y="145"/>
                  <a:pt x="434" y="153"/>
                  <a:pt x="428" y="159"/>
                </a:cubicBezTo>
                <a:cubicBezTo>
                  <a:pt x="422" y="165"/>
                  <a:pt x="414" y="168"/>
                  <a:pt x="406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8" name=""/>
          <p:cNvSpPr/>
          <p:nvPr/>
        </p:nvSpPr>
        <p:spPr>
          <a:xfrm>
            <a:off x="5695200" y="1564920"/>
            <a:ext cx="157320" cy="60480"/>
          </a:xfrm>
          <a:custGeom>
            <a:avLst/>
            <a:gdLst/>
            <a:ahLst/>
            <a:rect l="0" t="0" r="r" b="b"/>
            <a:pathLst>
              <a:path w="437" h="168">
                <a:moveTo>
                  <a:pt x="32" y="0"/>
                </a:moveTo>
                <a:lnTo>
                  <a:pt x="406" y="0"/>
                </a:lnTo>
                <a:cubicBezTo>
                  <a:pt x="414" y="0"/>
                  <a:pt x="422" y="3"/>
                  <a:pt x="428" y="10"/>
                </a:cubicBezTo>
                <a:cubicBezTo>
                  <a:pt x="434" y="16"/>
                  <a:pt x="437" y="23"/>
                  <a:pt x="437" y="32"/>
                </a:cubicBezTo>
                <a:lnTo>
                  <a:pt x="437" y="136"/>
                </a:lnTo>
                <a:cubicBezTo>
                  <a:pt x="437" y="145"/>
                  <a:pt x="434" y="153"/>
                  <a:pt x="428" y="159"/>
                </a:cubicBezTo>
                <a:cubicBezTo>
                  <a:pt x="422" y="165"/>
                  <a:pt x="414" y="168"/>
                  <a:pt x="406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9" name=""/>
          <p:cNvSpPr txBox="1"/>
          <p:nvPr/>
        </p:nvSpPr>
        <p:spPr>
          <a:xfrm>
            <a:off x="5790960" y="1642680"/>
            <a:ext cx="1468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R-SKS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0" name=""/>
          <p:cNvSpPr/>
          <p:nvPr/>
        </p:nvSpPr>
        <p:spPr>
          <a:xfrm>
            <a:off x="4871880" y="2276640"/>
            <a:ext cx="209160" cy="60480"/>
          </a:xfrm>
          <a:custGeom>
            <a:avLst/>
            <a:gdLst/>
            <a:ahLst/>
            <a:rect l="0" t="0" r="r" b="b"/>
            <a:pathLst>
              <a:path w="581" h="168">
                <a:moveTo>
                  <a:pt x="32" y="0"/>
                </a:moveTo>
                <a:lnTo>
                  <a:pt x="549" y="0"/>
                </a:lnTo>
                <a:cubicBezTo>
                  <a:pt x="558" y="0"/>
                  <a:pt x="565" y="3"/>
                  <a:pt x="571" y="10"/>
                </a:cubicBezTo>
                <a:cubicBezTo>
                  <a:pt x="578" y="16"/>
                  <a:pt x="581" y="23"/>
                  <a:pt x="581" y="32"/>
                </a:cubicBezTo>
                <a:lnTo>
                  <a:pt x="581" y="136"/>
                </a:lnTo>
                <a:cubicBezTo>
                  <a:pt x="581" y="145"/>
                  <a:pt x="578" y="153"/>
                  <a:pt x="571" y="159"/>
                </a:cubicBezTo>
                <a:cubicBezTo>
                  <a:pt x="565" y="165"/>
                  <a:pt x="558" y="168"/>
                  <a:pt x="549" y="168"/>
                </a:cubicBezTo>
                <a:lnTo>
                  <a:pt x="32" y="168"/>
                </a:lnTo>
                <a:cubicBezTo>
                  <a:pt x="23" y="168"/>
                  <a:pt x="16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1" name=""/>
          <p:cNvSpPr/>
          <p:nvPr/>
        </p:nvSpPr>
        <p:spPr>
          <a:xfrm>
            <a:off x="4871880" y="2276640"/>
            <a:ext cx="209160" cy="60480"/>
          </a:xfrm>
          <a:custGeom>
            <a:avLst/>
            <a:gdLst/>
            <a:ahLst/>
            <a:rect l="0" t="0" r="r" b="b"/>
            <a:pathLst>
              <a:path w="581" h="168">
                <a:moveTo>
                  <a:pt x="32" y="0"/>
                </a:moveTo>
                <a:lnTo>
                  <a:pt x="549" y="0"/>
                </a:lnTo>
                <a:cubicBezTo>
                  <a:pt x="558" y="0"/>
                  <a:pt x="565" y="3"/>
                  <a:pt x="571" y="10"/>
                </a:cubicBezTo>
                <a:cubicBezTo>
                  <a:pt x="578" y="16"/>
                  <a:pt x="581" y="23"/>
                  <a:pt x="581" y="32"/>
                </a:cubicBezTo>
                <a:lnTo>
                  <a:pt x="581" y="136"/>
                </a:lnTo>
                <a:cubicBezTo>
                  <a:pt x="581" y="145"/>
                  <a:pt x="578" y="153"/>
                  <a:pt x="571" y="159"/>
                </a:cubicBezTo>
                <a:cubicBezTo>
                  <a:pt x="565" y="165"/>
                  <a:pt x="558" y="168"/>
                  <a:pt x="549" y="168"/>
                </a:cubicBezTo>
                <a:lnTo>
                  <a:pt x="32" y="168"/>
                </a:lnTo>
                <a:cubicBezTo>
                  <a:pt x="23" y="168"/>
                  <a:pt x="16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2" name=""/>
          <p:cNvSpPr txBox="1"/>
          <p:nvPr/>
        </p:nvSpPr>
        <p:spPr>
          <a:xfrm>
            <a:off x="5699520" y="1568160"/>
            <a:ext cx="1468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R-SKS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3" name=""/>
          <p:cNvSpPr/>
          <p:nvPr/>
        </p:nvSpPr>
        <p:spPr>
          <a:xfrm>
            <a:off x="6581160" y="1996560"/>
            <a:ext cx="209160" cy="60480"/>
          </a:xfrm>
          <a:custGeom>
            <a:avLst/>
            <a:gdLst/>
            <a:ahLst/>
            <a:rect l="0" t="0" r="r" b="b"/>
            <a:pathLst>
              <a:path w="581" h="168">
                <a:moveTo>
                  <a:pt x="32" y="0"/>
                </a:moveTo>
                <a:lnTo>
                  <a:pt x="549" y="0"/>
                </a:lnTo>
                <a:cubicBezTo>
                  <a:pt x="558" y="0"/>
                  <a:pt x="565" y="3"/>
                  <a:pt x="571" y="10"/>
                </a:cubicBezTo>
                <a:cubicBezTo>
                  <a:pt x="578" y="17"/>
                  <a:pt x="581" y="24"/>
                  <a:pt x="581" y="33"/>
                </a:cubicBezTo>
                <a:lnTo>
                  <a:pt x="581" y="136"/>
                </a:lnTo>
                <a:cubicBezTo>
                  <a:pt x="581" y="145"/>
                  <a:pt x="578" y="152"/>
                  <a:pt x="571" y="159"/>
                </a:cubicBezTo>
                <a:cubicBezTo>
                  <a:pt x="565" y="165"/>
                  <a:pt x="558" y="168"/>
                  <a:pt x="549" y="168"/>
                </a:cubicBezTo>
                <a:lnTo>
                  <a:pt x="32" y="168"/>
                </a:lnTo>
                <a:cubicBezTo>
                  <a:pt x="23" y="168"/>
                  <a:pt x="16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3"/>
                </a:lnTo>
                <a:cubicBezTo>
                  <a:pt x="0" y="24"/>
                  <a:pt x="3" y="17"/>
                  <a:pt x="9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4" name=""/>
          <p:cNvSpPr/>
          <p:nvPr/>
        </p:nvSpPr>
        <p:spPr>
          <a:xfrm>
            <a:off x="6581160" y="1996560"/>
            <a:ext cx="209160" cy="60480"/>
          </a:xfrm>
          <a:custGeom>
            <a:avLst/>
            <a:gdLst/>
            <a:ahLst/>
            <a:rect l="0" t="0" r="r" b="b"/>
            <a:pathLst>
              <a:path w="581" h="168">
                <a:moveTo>
                  <a:pt x="32" y="0"/>
                </a:moveTo>
                <a:lnTo>
                  <a:pt x="549" y="0"/>
                </a:lnTo>
                <a:cubicBezTo>
                  <a:pt x="558" y="0"/>
                  <a:pt x="565" y="3"/>
                  <a:pt x="571" y="10"/>
                </a:cubicBezTo>
                <a:cubicBezTo>
                  <a:pt x="578" y="17"/>
                  <a:pt x="581" y="24"/>
                  <a:pt x="581" y="33"/>
                </a:cubicBezTo>
                <a:lnTo>
                  <a:pt x="581" y="136"/>
                </a:lnTo>
                <a:cubicBezTo>
                  <a:pt x="581" y="145"/>
                  <a:pt x="578" y="152"/>
                  <a:pt x="571" y="159"/>
                </a:cubicBezTo>
                <a:cubicBezTo>
                  <a:pt x="565" y="165"/>
                  <a:pt x="558" y="168"/>
                  <a:pt x="549" y="168"/>
                </a:cubicBezTo>
                <a:lnTo>
                  <a:pt x="32" y="168"/>
                </a:lnTo>
                <a:cubicBezTo>
                  <a:pt x="23" y="168"/>
                  <a:pt x="16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3"/>
                </a:lnTo>
                <a:cubicBezTo>
                  <a:pt x="0" y="24"/>
                  <a:pt x="3" y="17"/>
                  <a:pt x="9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5" name=""/>
          <p:cNvSpPr txBox="1"/>
          <p:nvPr/>
        </p:nvSpPr>
        <p:spPr>
          <a:xfrm>
            <a:off x="4870080" y="2277000"/>
            <a:ext cx="21096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KRS-SKS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6" name=""/>
          <p:cNvSpPr/>
          <p:nvPr/>
        </p:nvSpPr>
        <p:spPr>
          <a:xfrm>
            <a:off x="4637520" y="1716480"/>
            <a:ext cx="157680" cy="60480"/>
          </a:xfrm>
          <a:custGeom>
            <a:avLst/>
            <a:gdLst/>
            <a:ahLst/>
            <a:rect l="0" t="0" r="r" b="b"/>
            <a:pathLst>
              <a:path w="438" h="168">
                <a:moveTo>
                  <a:pt x="32" y="0"/>
                </a:moveTo>
                <a:lnTo>
                  <a:pt x="405" y="0"/>
                </a:lnTo>
                <a:cubicBezTo>
                  <a:pt x="414" y="0"/>
                  <a:pt x="422" y="3"/>
                  <a:pt x="428" y="9"/>
                </a:cubicBezTo>
                <a:cubicBezTo>
                  <a:pt x="435" y="16"/>
                  <a:pt x="438" y="23"/>
                  <a:pt x="438" y="32"/>
                </a:cubicBezTo>
                <a:lnTo>
                  <a:pt x="438" y="136"/>
                </a:lnTo>
                <a:cubicBezTo>
                  <a:pt x="438" y="145"/>
                  <a:pt x="435" y="152"/>
                  <a:pt x="428" y="159"/>
                </a:cubicBezTo>
                <a:cubicBezTo>
                  <a:pt x="422" y="165"/>
                  <a:pt x="414" y="168"/>
                  <a:pt x="405" y="168"/>
                </a:cubicBezTo>
                <a:lnTo>
                  <a:pt x="32" y="168"/>
                </a:lnTo>
                <a:cubicBezTo>
                  <a:pt x="23" y="168"/>
                  <a:pt x="16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7" name=""/>
          <p:cNvSpPr/>
          <p:nvPr/>
        </p:nvSpPr>
        <p:spPr>
          <a:xfrm>
            <a:off x="4637520" y="1716480"/>
            <a:ext cx="157680" cy="60480"/>
          </a:xfrm>
          <a:custGeom>
            <a:avLst/>
            <a:gdLst/>
            <a:ahLst/>
            <a:rect l="0" t="0" r="r" b="b"/>
            <a:pathLst>
              <a:path w="438" h="168">
                <a:moveTo>
                  <a:pt x="32" y="0"/>
                </a:moveTo>
                <a:lnTo>
                  <a:pt x="405" y="0"/>
                </a:lnTo>
                <a:cubicBezTo>
                  <a:pt x="414" y="0"/>
                  <a:pt x="422" y="3"/>
                  <a:pt x="428" y="9"/>
                </a:cubicBezTo>
                <a:cubicBezTo>
                  <a:pt x="435" y="16"/>
                  <a:pt x="438" y="23"/>
                  <a:pt x="438" y="32"/>
                </a:cubicBezTo>
                <a:lnTo>
                  <a:pt x="438" y="136"/>
                </a:lnTo>
                <a:cubicBezTo>
                  <a:pt x="438" y="145"/>
                  <a:pt x="435" y="152"/>
                  <a:pt x="428" y="159"/>
                </a:cubicBezTo>
                <a:cubicBezTo>
                  <a:pt x="422" y="165"/>
                  <a:pt x="414" y="168"/>
                  <a:pt x="405" y="168"/>
                </a:cubicBezTo>
                <a:lnTo>
                  <a:pt x="32" y="168"/>
                </a:lnTo>
                <a:cubicBezTo>
                  <a:pt x="23" y="168"/>
                  <a:pt x="16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8" name=""/>
          <p:cNvSpPr txBox="1"/>
          <p:nvPr/>
        </p:nvSpPr>
        <p:spPr>
          <a:xfrm>
            <a:off x="6580080" y="1996920"/>
            <a:ext cx="21420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LMS-SKS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9" name=""/>
          <p:cNvSpPr/>
          <p:nvPr/>
        </p:nvSpPr>
        <p:spPr>
          <a:xfrm>
            <a:off x="5695200" y="1716480"/>
            <a:ext cx="157320" cy="60480"/>
          </a:xfrm>
          <a:custGeom>
            <a:avLst/>
            <a:gdLst/>
            <a:ahLst/>
            <a:rect l="0" t="0" r="r" b="b"/>
            <a:pathLst>
              <a:path w="437" h="168">
                <a:moveTo>
                  <a:pt x="32" y="0"/>
                </a:moveTo>
                <a:lnTo>
                  <a:pt x="406" y="0"/>
                </a:lnTo>
                <a:cubicBezTo>
                  <a:pt x="414" y="0"/>
                  <a:pt x="422" y="3"/>
                  <a:pt x="428" y="9"/>
                </a:cubicBezTo>
                <a:cubicBezTo>
                  <a:pt x="434" y="16"/>
                  <a:pt x="437" y="23"/>
                  <a:pt x="437" y="32"/>
                </a:cubicBezTo>
                <a:lnTo>
                  <a:pt x="437" y="136"/>
                </a:lnTo>
                <a:cubicBezTo>
                  <a:pt x="437" y="145"/>
                  <a:pt x="434" y="152"/>
                  <a:pt x="428" y="159"/>
                </a:cubicBezTo>
                <a:cubicBezTo>
                  <a:pt x="422" y="165"/>
                  <a:pt x="414" y="168"/>
                  <a:pt x="406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0" name=""/>
          <p:cNvSpPr/>
          <p:nvPr/>
        </p:nvSpPr>
        <p:spPr>
          <a:xfrm>
            <a:off x="5695200" y="1716480"/>
            <a:ext cx="157320" cy="60480"/>
          </a:xfrm>
          <a:custGeom>
            <a:avLst/>
            <a:gdLst/>
            <a:ahLst/>
            <a:rect l="0" t="0" r="r" b="b"/>
            <a:pathLst>
              <a:path w="437" h="168">
                <a:moveTo>
                  <a:pt x="32" y="0"/>
                </a:moveTo>
                <a:lnTo>
                  <a:pt x="406" y="0"/>
                </a:lnTo>
                <a:cubicBezTo>
                  <a:pt x="414" y="0"/>
                  <a:pt x="422" y="3"/>
                  <a:pt x="428" y="9"/>
                </a:cubicBezTo>
                <a:cubicBezTo>
                  <a:pt x="434" y="16"/>
                  <a:pt x="437" y="23"/>
                  <a:pt x="437" y="32"/>
                </a:cubicBezTo>
                <a:lnTo>
                  <a:pt x="437" y="136"/>
                </a:lnTo>
                <a:cubicBezTo>
                  <a:pt x="437" y="145"/>
                  <a:pt x="434" y="152"/>
                  <a:pt x="428" y="159"/>
                </a:cubicBezTo>
                <a:cubicBezTo>
                  <a:pt x="422" y="165"/>
                  <a:pt x="414" y="168"/>
                  <a:pt x="406" y="168"/>
                </a:cubicBezTo>
                <a:lnTo>
                  <a:pt x="32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1" name=""/>
          <p:cNvSpPr txBox="1"/>
          <p:nvPr/>
        </p:nvSpPr>
        <p:spPr>
          <a:xfrm>
            <a:off x="4643280" y="1719720"/>
            <a:ext cx="14544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P-SKS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2" name=""/>
          <p:cNvSpPr/>
          <p:nvPr/>
        </p:nvSpPr>
        <p:spPr>
          <a:xfrm>
            <a:off x="6132600" y="2276640"/>
            <a:ext cx="208800" cy="60480"/>
          </a:xfrm>
          <a:custGeom>
            <a:avLst/>
            <a:gdLst/>
            <a:ahLst/>
            <a:rect l="0" t="0" r="r" b="b"/>
            <a:pathLst>
              <a:path w="580" h="168">
                <a:moveTo>
                  <a:pt x="31" y="0"/>
                </a:moveTo>
                <a:lnTo>
                  <a:pt x="548" y="0"/>
                </a:lnTo>
                <a:cubicBezTo>
                  <a:pt x="557" y="0"/>
                  <a:pt x="565" y="3"/>
                  <a:pt x="571" y="10"/>
                </a:cubicBezTo>
                <a:cubicBezTo>
                  <a:pt x="577" y="16"/>
                  <a:pt x="580" y="23"/>
                  <a:pt x="580" y="32"/>
                </a:cubicBezTo>
                <a:lnTo>
                  <a:pt x="580" y="136"/>
                </a:lnTo>
                <a:cubicBezTo>
                  <a:pt x="580" y="145"/>
                  <a:pt x="577" y="153"/>
                  <a:pt x="571" y="159"/>
                </a:cubicBezTo>
                <a:cubicBezTo>
                  <a:pt x="565" y="165"/>
                  <a:pt x="557" y="168"/>
                  <a:pt x="548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3" name=""/>
          <p:cNvSpPr/>
          <p:nvPr/>
        </p:nvSpPr>
        <p:spPr>
          <a:xfrm>
            <a:off x="6132600" y="2276640"/>
            <a:ext cx="208800" cy="60480"/>
          </a:xfrm>
          <a:custGeom>
            <a:avLst/>
            <a:gdLst/>
            <a:ahLst/>
            <a:rect l="0" t="0" r="r" b="b"/>
            <a:pathLst>
              <a:path w="580" h="168">
                <a:moveTo>
                  <a:pt x="31" y="0"/>
                </a:moveTo>
                <a:lnTo>
                  <a:pt x="548" y="0"/>
                </a:lnTo>
                <a:cubicBezTo>
                  <a:pt x="557" y="0"/>
                  <a:pt x="565" y="3"/>
                  <a:pt x="571" y="10"/>
                </a:cubicBezTo>
                <a:cubicBezTo>
                  <a:pt x="577" y="16"/>
                  <a:pt x="580" y="23"/>
                  <a:pt x="580" y="32"/>
                </a:cubicBezTo>
                <a:lnTo>
                  <a:pt x="580" y="136"/>
                </a:lnTo>
                <a:cubicBezTo>
                  <a:pt x="580" y="145"/>
                  <a:pt x="577" y="153"/>
                  <a:pt x="571" y="159"/>
                </a:cubicBezTo>
                <a:cubicBezTo>
                  <a:pt x="565" y="165"/>
                  <a:pt x="557" y="168"/>
                  <a:pt x="548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3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4" name=""/>
          <p:cNvSpPr txBox="1"/>
          <p:nvPr/>
        </p:nvSpPr>
        <p:spPr>
          <a:xfrm>
            <a:off x="5699520" y="1719720"/>
            <a:ext cx="1468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R-SKS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5" name=""/>
          <p:cNvSpPr/>
          <p:nvPr/>
        </p:nvSpPr>
        <p:spPr>
          <a:xfrm>
            <a:off x="4091760" y="2802600"/>
            <a:ext cx="260280" cy="60480"/>
          </a:xfrm>
          <a:custGeom>
            <a:avLst/>
            <a:gdLst/>
            <a:ahLst/>
            <a:rect l="0" t="0" r="r" b="b"/>
            <a:pathLst>
              <a:path w="723" h="168">
                <a:moveTo>
                  <a:pt x="31" y="0"/>
                </a:moveTo>
                <a:lnTo>
                  <a:pt x="691" y="0"/>
                </a:lnTo>
                <a:cubicBezTo>
                  <a:pt x="700" y="0"/>
                  <a:pt x="708" y="3"/>
                  <a:pt x="714" y="10"/>
                </a:cubicBezTo>
                <a:cubicBezTo>
                  <a:pt x="720" y="16"/>
                  <a:pt x="723" y="23"/>
                  <a:pt x="723" y="32"/>
                </a:cubicBezTo>
                <a:lnTo>
                  <a:pt x="723" y="136"/>
                </a:lnTo>
                <a:cubicBezTo>
                  <a:pt x="723" y="145"/>
                  <a:pt x="720" y="152"/>
                  <a:pt x="714" y="159"/>
                </a:cubicBezTo>
                <a:cubicBezTo>
                  <a:pt x="708" y="165"/>
                  <a:pt x="700" y="168"/>
                  <a:pt x="691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6" name=""/>
          <p:cNvSpPr/>
          <p:nvPr/>
        </p:nvSpPr>
        <p:spPr>
          <a:xfrm>
            <a:off x="4091760" y="2802600"/>
            <a:ext cx="260280" cy="60480"/>
          </a:xfrm>
          <a:custGeom>
            <a:avLst/>
            <a:gdLst/>
            <a:ahLst/>
            <a:rect l="0" t="0" r="r" b="b"/>
            <a:pathLst>
              <a:path w="723" h="168">
                <a:moveTo>
                  <a:pt x="31" y="0"/>
                </a:moveTo>
                <a:lnTo>
                  <a:pt x="691" y="0"/>
                </a:lnTo>
                <a:cubicBezTo>
                  <a:pt x="700" y="0"/>
                  <a:pt x="708" y="3"/>
                  <a:pt x="714" y="10"/>
                </a:cubicBezTo>
                <a:cubicBezTo>
                  <a:pt x="720" y="16"/>
                  <a:pt x="723" y="23"/>
                  <a:pt x="723" y="32"/>
                </a:cubicBezTo>
                <a:lnTo>
                  <a:pt x="723" y="136"/>
                </a:lnTo>
                <a:cubicBezTo>
                  <a:pt x="723" y="145"/>
                  <a:pt x="720" y="152"/>
                  <a:pt x="714" y="159"/>
                </a:cubicBezTo>
                <a:cubicBezTo>
                  <a:pt x="708" y="165"/>
                  <a:pt x="700" y="168"/>
                  <a:pt x="691" y="168"/>
                </a:cubicBezTo>
                <a:lnTo>
                  <a:pt x="31" y="168"/>
                </a:lnTo>
                <a:cubicBezTo>
                  <a:pt x="23" y="168"/>
                  <a:pt x="15" y="165"/>
                  <a:pt x="9" y="159"/>
                </a:cubicBezTo>
                <a:cubicBezTo>
                  <a:pt x="3" y="152"/>
                  <a:pt x="0" y="145"/>
                  <a:pt x="0" y="136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5400">
            <a:solidFill>
              <a:srgbClr val="d9531e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7" name=""/>
          <p:cNvSpPr txBox="1"/>
          <p:nvPr/>
        </p:nvSpPr>
        <p:spPr>
          <a:xfrm>
            <a:off x="6134400" y="2277000"/>
            <a:ext cx="2080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SKS-SVS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8" name=""/>
          <p:cNvSpPr txBox="1"/>
          <p:nvPr/>
        </p:nvSpPr>
        <p:spPr>
          <a:xfrm>
            <a:off x="4074480" y="2805840"/>
            <a:ext cx="29340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CAMBO-KRS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9" name=""/>
          <p:cNvSpPr/>
          <p:nvPr/>
        </p:nvSpPr>
        <p:spPr>
          <a:xfrm>
            <a:off x="2633400" y="4262400"/>
            <a:ext cx="1000440" cy="333720"/>
          </a:xfrm>
          <a:custGeom>
            <a:avLst/>
            <a:gdLst/>
            <a:ahLst/>
            <a:rect l="0" t="0" r="r" b="b"/>
            <a:pathLst>
              <a:path w="2779" h="927">
                <a:moveTo>
                  <a:pt x="0" y="463"/>
                </a:moveTo>
                <a:cubicBezTo>
                  <a:pt x="0" y="432"/>
                  <a:pt x="3" y="402"/>
                  <a:pt x="9" y="372"/>
                </a:cubicBezTo>
                <a:cubicBezTo>
                  <a:pt x="15" y="342"/>
                  <a:pt x="24" y="314"/>
                  <a:pt x="35" y="285"/>
                </a:cubicBezTo>
                <a:cubicBezTo>
                  <a:pt x="47" y="257"/>
                  <a:pt x="61" y="231"/>
                  <a:pt x="78" y="205"/>
                </a:cubicBezTo>
                <a:cubicBezTo>
                  <a:pt x="95" y="180"/>
                  <a:pt x="114" y="157"/>
                  <a:pt x="136" y="135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6"/>
                  <a:pt x="286" y="35"/>
                </a:cubicBezTo>
                <a:cubicBezTo>
                  <a:pt x="314" y="23"/>
                  <a:pt x="343" y="14"/>
                  <a:pt x="373" y="9"/>
                </a:cubicBezTo>
                <a:cubicBezTo>
                  <a:pt x="403" y="3"/>
                  <a:pt x="433" y="0"/>
                  <a:pt x="463" y="0"/>
                </a:cubicBezTo>
                <a:lnTo>
                  <a:pt x="2315" y="0"/>
                </a:lnTo>
                <a:cubicBezTo>
                  <a:pt x="2346" y="0"/>
                  <a:pt x="2376" y="3"/>
                  <a:pt x="2406" y="9"/>
                </a:cubicBezTo>
                <a:cubicBezTo>
                  <a:pt x="2436" y="14"/>
                  <a:pt x="2465" y="23"/>
                  <a:pt x="2494" y="35"/>
                </a:cubicBezTo>
                <a:cubicBezTo>
                  <a:pt x="2522" y="46"/>
                  <a:pt x="2548" y="61"/>
                  <a:pt x="2574" y="78"/>
                </a:cubicBezTo>
                <a:cubicBezTo>
                  <a:pt x="2599" y="95"/>
                  <a:pt x="2622" y="114"/>
                  <a:pt x="2644" y="135"/>
                </a:cubicBezTo>
                <a:cubicBezTo>
                  <a:pt x="2665" y="157"/>
                  <a:pt x="2684" y="180"/>
                  <a:pt x="2701" y="205"/>
                </a:cubicBezTo>
                <a:cubicBezTo>
                  <a:pt x="2718" y="231"/>
                  <a:pt x="2732" y="257"/>
                  <a:pt x="2744" y="285"/>
                </a:cubicBezTo>
                <a:cubicBezTo>
                  <a:pt x="2756" y="314"/>
                  <a:pt x="2765" y="342"/>
                  <a:pt x="2770" y="372"/>
                </a:cubicBezTo>
                <a:cubicBezTo>
                  <a:pt x="2776" y="402"/>
                  <a:pt x="2779" y="432"/>
                  <a:pt x="2779" y="463"/>
                </a:cubicBezTo>
                <a:cubicBezTo>
                  <a:pt x="2779" y="493"/>
                  <a:pt x="2776" y="523"/>
                  <a:pt x="2770" y="553"/>
                </a:cubicBezTo>
                <a:cubicBezTo>
                  <a:pt x="2765" y="583"/>
                  <a:pt x="2756" y="612"/>
                  <a:pt x="2744" y="640"/>
                </a:cubicBezTo>
                <a:cubicBezTo>
                  <a:pt x="2732" y="669"/>
                  <a:pt x="2718" y="696"/>
                  <a:pt x="2701" y="721"/>
                </a:cubicBezTo>
                <a:cubicBezTo>
                  <a:pt x="2684" y="746"/>
                  <a:pt x="2665" y="770"/>
                  <a:pt x="2644" y="791"/>
                </a:cubicBezTo>
                <a:cubicBezTo>
                  <a:pt x="2622" y="813"/>
                  <a:pt x="2599" y="832"/>
                  <a:pt x="2574" y="849"/>
                </a:cubicBezTo>
                <a:cubicBezTo>
                  <a:pt x="2548" y="866"/>
                  <a:pt x="2522" y="880"/>
                  <a:pt x="2494" y="891"/>
                </a:cubicBezTo>
                <a:cubicBezTo>
                  <a:pt x="2465" y="903"/>
                  <a:pt x="2436" y="912"/>
                  <a:pt x="2406" y="918"/>
                </a:cubicBezTo>
                <a:cubicBezTo>
                  <a:pt x="2376" y="924"/>
                  <a:pt x="2346" y="927"/>
                  <a:pt x="2315" y="927"/>
                </a:cubicBezTo>
                <a:lnTo>
                  <a:pt x="463" y="927"/>
                </a:lnTo>
                <a:cubicBezTo>
                  <a:pt x="433" y="927"/>
                  <a:pt x="403" y="924"/>
                  <a:pt x="373" y="918"/>
                </a:cubicBezTo>
                <a:cubicBezTo>
                  <a:pt x="343" y="912"/>
                  <a:pt x="314" y="903"/>
                  <a:pt x="286" y="891"/>
                </a:cubicBezTo>
                <a:cubicBezTo>
                  <a:pt x="258" y="880"/>
                  <a:pt x="231" y="866"/>
                  <a:pt x="206" y="849"/>
                </a:cubicBezTo>
                <a:cubicBezTo>
                  <a:pt x="181" y="832"/>
                  <a:pt x="157" y="813"/>
                  <a:pt x="136" y="791"/>
                </a:cubicBezTo>
                <a:cubicBezTo>
                  <a:pt x="114" y="770"/>
                  <a:pt x="95" y="746"/>
                  <a:pt x="78" y="721"/>
                </a:cubicBezTo>
                <a:cubicBezTo>
                  <a:pt x="61" y="696"/>
                  <a:pt x="47" y="669"/>
                  <a:pt x="35" y="640"/>
                </a:cubicBezTo>
                <a:cubicBezTo>
                  <a:pt x="24" y="612"/>
                  <a:pt x="15" y="583"/>
                  <a:pt x="9" y="553"/>
                </a:cubicBezTo>
                <a:cubicBezTo>
                  <a:pt x="3" y="523"/>
                  <a:pt x="0" y="493"/>
                  <a:pt x="0" y="4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0" name=""/>
          <p:cNvSpPr/>
          <p:nvPr/>
        </p:nvSpPr>
        <p:spPr>
          <a:xfrm>
            <a:off x="2633400" y="4262400"/>
            <a:ext cx="1000440" cy="333720"/>
          </a:xfrm>
          <a:custGeom>
            <a:avLst/>
            <a:gdLst/>
            <a:ahLst/>
            <a:rect l="0" t="0" r="r" b="b"/>
            <a:pathLst>
              <a:path w="2779" h="927">
                <a:moveTo>
                  <a:pt x="0" y="463"/>
                </a:moveTo>
                <a:cubicBezTo>
                  <a:pt x="0" y="432"/>
                  <a:pt x="3" y="402"/>
                  <a:pt x="9" y="372"/>
                </a:cubicBezTo>
                <a:cubicBezTo>
                  <a:pt x="15" y="342"/>
                  <a:pt x="24" y="314"/>
                  <a:pt x="35" y="285"/>
                </a:cubicBezTo>
                <a:cubicBezTo>
                  <a:pt x="47" y="257"/>
                  <a:pt x="61" y="231"/>
                  <a:pt x="78" y="205"/>
                </a:cubicBezTo>
                <a:cubicBezTo>
                  <a:pt x="95" y="180"/>
                  <a:pt x="114" y="157"/>
                  <a:pt x="136" y="135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6"/>
                  <a:pt x="286" y="35"/>
                </a:cubicBezTo>
                <a:cubicBezTo>
                  <a:pt x="314" y="23"/>
                  <a:pt x="343" y="14"/>
                  <a:pt x="373" y="9"/>
                </a:cubicBezTo>
                <a:cubicBezTo>
                  <a:pt x="403" y="3"/>
                  <a:pt x="433" y="0"/>
                  <a:pt x="463" y="0"/>
                </a:cubicBezTo>
                <a:lnTo>
                  <a:pt x="2315" y="0"/>
                </a:lnTo>
                <a:cubicBezTo>
                  <a:pt x="2346" y="0"/>
                  <a:pt x="2376" y="3"/>
                  <a:pt x="2406" y="9"/>
                </a:cubicBezTo>
                <a:cubicBezTo>
                  <a:pt x="2436" y="14"/>
                  <a:pt x="2465" y="23"/>
                  <a:pt x="2494" y="35"/>
                </a:cubicBezTo>
                <a:cubicBezTo>
                  <a:pt x="2522" y="46"/>
                  <a:pt x="2548" y="61"/>
                  <a:pt x="2574" y="78"/>
                </a:cubicBezTo>
                <a:cubicBezTo>
                  <a:pt x="2599" y="95"/>
                  <a:pt x="2622" y="114"/>
                  <a:pt x="2644" y="135"/>
                </a:cubicBezTo>
                <a:cubicBezTo>
                  <a:pt x="2665" y="157"/>
                  <a:pt x="2684" y="180"/>
                  <a:pt x="2701" y="205"/>
                </a:cubicBezTo>
                <a:cubicBezTo>
                  <a:pt x="2718" y="231"/>
                  <a:pt x="2732" y="257"/>
                  <a:pt x="2744" y="285"/>
                </a:cubicBezTo>
                <a:cubicBezTo>
                  <a:pt x="2756" y="314"/>
                  <a:pt x="2765" y="342"/>
                  <a:pt x="2770" y="372"/>
                </a:cubicBezTo>
                <a:cubicBezTo>
                  <a:pt x="2776" y="402"/>
                  <a:pt x="2779" y="432"/>
                  <a:pt x="2779" y="463"/>
                </a:cubicBezTo>
                <a:cubicBezTo>
                  <a:pt x="2779" y="493"/>
                  <a:pt x="2776" y="523"/>
                  <a:pt x="2770" y="553"/>
                </a:cubicBezTo>
                <a:cubicBezTo>
                  <a:pt x="2765" y="583"/>
                  <a:pt x="2756" y="612"/>
                  <a:pt x="2744" y="640"/>
                </a:cubicBezTo>
                <a:cubicBezTo>
                  <a:pt x="2732" y="669"/>
                  <a:pt x="2718" y="696"/>
                  <a:pt x="2701" y="721"/>
                </a:cubicBezTo>
                <a:cubicBezTo>
                  <a:pt x="2684" y="746"/>
                  <a:pt x="2665" y="770"/>
                  <a:pt x="2644" y="791"/>
                </a:cubicBezTo>
                <a:cubicBezTo>
                  <a:pt x="2622" y="813"/>
                  <a:pt x="2599" y="832"/>
                  <a:pt x="2574" y="849"/>
                </a:cubicBezTo>
                <a:cubicBezTo>
                  <a:pt x="2548" y="866"/>
                  <a:pt x="2522" y="880"/>
                  <a:pt x="2494" y="891"/>
                </a:cubicBezTo>
                <a:cubicBezTo>
                  <a:pt x="2465" y="903"/>
                  <a:pt x="2436" y="912"/>
                  <a:pt x="2406" y="918"/>
                </a:cubicBezTo>
                <a:cubicBezTo>
                  <a:pt x="2376" y="924"/>
                  <a:pt x="2346" y="927"/>
                  <a:pt x="2315" y="927"/>
                </a:cubicBezTo>
                <a:lnTo>
                  <a:pt x="463" y="927"/>
                </a:lnTo>
                <a:cubicBezTo>
                  <a:pt x="433" y="927"/>
                  <a:pt x="403" y="924"/>
                  <a:pt x="373" y="918"/>
                </a:cubicBezTo>
                <a:cubicBezTo>
                  <a:pt x="343" y="912"/>
                  <a:pt x="314" y="903"/>
                  <a:pt x="286" y="891"/>
                </a:cubicBezTo>
                <a:cubicBezTo>
                  <a:pt x="258" y="880"/>
                  <a:pt x="231" y="866"/>
                  <a:pt x="206" y="849"/>
                </a:cubicBezTo>
                <a:cubicBezTo>
                  <a:pt x="181" y="832"/>
                  <a:pt x="157" y="813"/>
                  <a:pt x="136" y="791"/>
                </a:cubicBezTo>
                <a:cubicBezTo>
                  <a:pt x="114" y="770"/>
                  <a:pt x="95" y="746"/>
                  <a:pt x="78" y="721"/>
                </a:cubicBezTo>
                <a:cubicBezTo>
                  <a:pt x="61" y="696"/>
                  <a:pt x="47" y="669"/>
                  <a:pt x="35" y="640"/>
                </a:cubicBezTo>
                <a:cubicBezTo>
                  <a:pt x="24" y="612"/>
                  <a:pt x="15" y="583"/>
                  <a:pt x="9" y="553"/>
                </a:cubicBezTo>
                <a:cubicBezTo>
                  <a:pt x="3" y="523"/>
                  <a:pt x="0" y="493"/>
                  <a:pt x="0" y="463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1" name=""/>
          <p:cNvSpPr txBox="1"/>
          <p:nvPr/>
        </p:nvSpPr>
        <p:spPr>
          <a:xfrm>
            <a:off x="3462480" y="4012920"/>
            <a:ext cx="2789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Hoofdplaat v1.7, elke stroom met een voorlopig ID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2" name=""/>
          <p:cNvSpPr txBox="1"/>
          <p:nvPr/>
        </p:nvSpPr>
        <p:spPr>
          <a:xfrm>
            <a:off x="2774880" y="4344840"/>
            <a:ext cx="214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dd784b"/>
                </a:solidFill>
                <a:latin typeface="Arial"/>
                <a:ea typeface="Arial"/>
              </a:rPr>
              <a:t>24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3" name=""/>
          <p:cNvSpPr/>
          <p:nvPr/>
        </p:nvSpPr>
        <p:spPr>
          <a:xfrm>
            <a:off x="3719160" y="4262400"/>
            <a:ext cx="1324440" cy="333720"/>
          </a:xfrm>
          <a:custGeom>
            <a:avLst/>
            <a:gdLst/>
            <a:ahLst/>
            <a:rect l="0" t="0" r="r" b="b"/>
            <a:pathLst>
              <a:path w="3679" h="927">
                <a:moveTo>
                  <a:pt x="0" y="463"/>
                </a:moveTo>
                <a:cubicBezTo>
                  <a:pt x="0" y="432"/>
                  <a:pt x="3" y="402"/>
                  <a:pt x="9" y="372"/>
                </a:cubicBezTo>
                <a:cubicBezTo>
                  <a:pt x="15" y="342"/>
                  <a:pt x="24" y="314"/>
                  <a:pt x="36" y="285"/>
                </a:cubicBezTo>
                <a:cubicBezTo>
                  <a:pt x="47" y="257"/>
                  <a:pt x="62" y="231"/>
                  <a:pt x="79" y="205"/>
                </a:cubicBezTo>
                <a:cubicBezTo>
                  <a:pt x="95" y="180"/>
                  <a:pt x="115" y="157"/>
                  <a:pt x="136" y="135"/>
                </a:cubicBezTo>
                <a:cubicBezTo>
                  <a:pt x="158" y="114"/>
                  <a:pt x="181" y="95"/>
                  <a:pt x="206" y="78"/>
                </a:cubicBezTo>
                <a:cubicBezTo>
                  <a:pt x="232" y="61"/>
                  <a:pt x="258" y="46"/>
                  <a:pt x="286" y="35"/>
                </a:cubicBezTo>
                <a:cubicBezTo>
                  <a:pt x="314" y="23"/>
                  <a:pt x="343" y="14"/>
                  <a:pt x="373" y="9"/>
                </a:cubicBezTo>
                <a:cubicBezTo>
                  <a:pt x="403" y="3"/>
                  <a:pt x="433" y="0"/>
                  <a:pt x="463" y="0"/>
                </a:cubicBezTo>
                <a:lnTo>
                  <a:pt x="3216" y="0"/>
                </a:lnTo>
                <a:cubicBezTo>
                  <a:pt x="3247" y="0"/>
                  <a:pt x="3277" y="3"/>
                  <a:pt x="3306" y="9"/>
                </a:cubicBezTo>
                <a:cubicBezTo>
                  <a:pt x="3336" y="14"/>
                  <a:pt x="3365" y="23"/>
                  <a:pt x="3393" y="35"/>
                </a:cubicBezTo>
                <a:cubicBezTo>
                  <a:pt x="3421" y="46"/>
                  <a:pt x="3448" y="61"/>
                  <a:pt x="3473" y="78"/>
                </a:cubicBezTo>
                <a:cubicBezTo>
                  <a:pt x="3499" y="95"/>
                  <a:pt x="3522" y="114"/>
                  <a:pt x="3544" y="135"/>
                </a:cubicBezTo>
                <a:cubicBezTo>
                  <a:pt x="3565" y="157"/>
                  <a:pt x="3584" y="180"/>
                  <a:pt x="3601" y="205"/>
                </a:cubicBezTo>
                <a:cubicBezTo>
                  <a:pt x="3618" y="231"/>
                  <a:pt x="3632" y="257"/>
                  <a:pt x="3644" y="285"/>
                </a:cubicBezTo>
                <a:cubicBezTo>
                  <a:pt x="3656" y="314"/>
                  <a:pt x="3664" y="342"/>
                  <a:pt x="3670" y="372"/>
                </a:cubicBezTo>
                <a:cubicBezTo>
                  <a:pt x="3676" y="402"/>
                  <a:pt x="3679" y="432"/>
                  <a:pt x="3679" y="463"/>
                </a:cubicBezTo>
                <a:cubicBezTo>
                  <a:pt x="3679" y="493"/>
                  <a:pt x="3676" y="523"/>
                  <a:pt x="3670" y="553"/>
                </a:cubicBezTo>
                <a:cubicBezTo>
                  <a:pt x="3664" y="583"/>
                  <a:pt x="3656" y="612"/>
                  <a:pt x="3644" y="640"/>
                </a:cubicBezTo>
                <a:cubicBezTo>
                  <a:pt x="3632" y="669"/>
                  <a:pt x="3618" y="696"/>
                  <a:pt x="3601" y="721"/>
                </a:cubicBezTo>
                <a:cubicBezTo>
                  <a:pt x="3584" y="746"/>
                  <a:pt x="3565" y="770"/>
                  <a:pt x="3544" y="791"/>
                </a:cubicBezTo>
                <a:cubicBezTo>
                  <a:pt x="3522" y="813"/>
                  <a:pt x="3499" y="832"/>
                  <a:pt x="3473" y="849"/>
                </a:cubicBezTo>
                <a:cubicBezTo>
                  <a:pt x="3448" y="866"/>
                  <a:pt x="3421" y="880"/>
                  <a:pt x="3393" y="891"/>
                </a:cubicBezTo>
                <a:cubicBezTo>
                  <a:pt x="3365" y="903"/>
                  <a:pt x="3336" y="912"/>
                  <a:pt x="3306" y="918"/>
                </a:cubicBezTo>
                <a:cubicBezTo>
                  <a:pt x="3277" y="924"/>
                  <a:pt x="3247" y="927"/>
                  <a:pt x="3216" y="927"/>
                </a:cubicBezTo>
                <a:lnTo>
                  <a:pt x="463" y="927"/>
                </a:lnTo>
                <a:cubicBezTo>
                  <a:pt x="433" y="927"/>
                  <a:pt x="403" y="924"/>
                  <a:pt x="373" y="918"/>
                </a:cubicBezTo>
                <a:cubicBezTo>
                  <a:pt x="343" y="912"/>
                  <a:pt x="314" y="903"/>
                  <a:pt x="286" y="891"/>
                </a:cubicBezTo>
                <a:cubicBezTo>
                  <a:pt x="258" y="880"/>
                  <a:pt x="232" y="866"/>
                  <a:pt x="206" y="849"/>
                </a:cubicBezTo>
                <a:cubicBezTo>
                  <a:pt x="181" y="832"/>
                  <a:pt x="158" y="813"/>
                  <a:pt x="136" y="791"/>
                </a:cubicBezTo>
                <a:cubicBezTo>
                  <a:pt x="115" y="770"/>
                  <a:pt x="95" y="746"/>
                  <a:pt x="79" y="721"/>
                </a:cubicBezTo>
                <a:cubicBezTo>
                  <a:pt x="62" y="696"/>
                  <a:pt x="47" y="669"/>
                  <a:pt x="36" y="640"/>
                </a:cubicBezTo>
                <a:cubicBezTo>
                  <a:pt x="24" y="612"/>
                  <a:pt x="15" y="583"/>
                  <a:pt x="9" y="553"/>
                </a:cubicBezTo>
                <a:cubicBezTo>
                  <a:pt x="3" y="523"/>
                  <a:pt x="0" y="493"/>
                  <a:pt x="0" y="4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4" name=""/>
          <p:cNvSpPr/>
          <p:nvPr/>
        </p:nvSpPr>
        <p:spPr>
          <a:xfrm>
            <a:off x="3719160" y="4262400"/>
            <a:ext cx="1324440" cy="333720"/>
          </a:xfrm>
          <a:custGeom>
            <a:avLst/>
            <a:gdLst/>
            <a:ahLst/>
            <a:rect l="0" t="0" r="r" b="b"/>
            <a:pathLst>
              <a:path w="3679" h="927">
                <a:moveTo>
                  <a:pt x="0" y="463"/>
                </a:moveTo>
                <a:cubicBezTo>
                  <a:pt x="0" y="432"/>
                  <a:pt x="3" y="402"/>
                  <a:pt x="9" y="372"/>
                </a:cubicBezTo>
                <a:cubicBezTo>
                  <a:pt x="15" y="342"/>
                  <a:pt x="24" y="314"/>
                  <a:pt x="36" y="285"/>
                </a:cubicBezTo>
                <a:cubicBezTo>
                  <a:pt x="47" y="257"/>
                  <a:pt x="62" y="231"/>
                  <a:pt x="79" y="205"/>
                </a:cubicBezTo>
                <a:cubicBezTo>
                  <a:pt x="95" y="180"/>
                  <a:pt x="115" y="157"/>
                  <a:pt x="136" y="135"/>
                </a:cubicBezTo>
                <a:cubicBezTo>
                  <a:pt x="158" y="114"/>
                  <a:pt x="181" y="95"/>
                  <a:pt x="206" y="78"/>
                </a:cubicBezTo>
                <a:cubicBezTo>
                  <a:pt x="232" y="61"/>
                  <a:pt x="258" y="46"/>
                  <a:pt x="286" y="35"/>
                </a:cubicBezTo>
                <a:cubicBezTo>
                  <a:pt x="314" y="23"/>
                  <a:pt x="343" y="14"/>
                  <a:pt x="373" y="9"/>
                </a:cubicBezTo>
                <a:cubicBezTo>
                  <a:pt x="403" y="3"/>
                  <a:pt x="433" y="0"/>
                  <a:pt x="463" y="0"/>
                </a:cubicBezTo>
                <a:lnTo>
                  <a:pt x="3216" y="0"/>
                </a:lnTo>
                <a:cubicBezTo>
                  <a:pt x="3247" y="0"/>
                  <a:pt x="3277" y="3"/>
                  <a:pt x="3306" y="9"/>
                </a:cubicBezTo>
                <a:cubicBezTo>
                  <a:pt x="3336" y="14"/>
                  <a:pt x="3365" y="23"/>
                  <a:pt x="3393" y="35"/>
                </a:cubicBezTo>
                <a:cubicBezTo>
                  <a:pt x="3421" y="46"/>
                  <a:pt x="3448" y="61"/>
                  <a:pt x="3473" y="78"/>
                </a:cubicBezTo>
                <a:cubicBezTo>
                  <a:pt x="3499" y="95"/>
                  <a:pt x="3522" y="114"/>
                  <a:pt x="3544" y="135"/>
                </a:cubicBezTo>
                <a:cubicBezTo>
                  <a:pt x="3565" y="157"/>
                  <a:pt x="3584" y="180"/>
                  <a:pt x="3601" y="205"/>
                </a:cubicBezTo>
                <a:cubicBezTo>
                  <a:pt x="3618" y="231"/>
                  <a:pt x="3632" y="257"/>
                  <a:pt x="3644" y="285"/>
                </a:cubicBezTo>
                <a:cubicBezTo>
                  <a:pt x="3656" y="314"/>
                  <a:pt x="3664" y="342"/>
                  <a:pt x="3670" y="372"/>
                </a:cubicBezTo>
                <a:cubicBezTo>
                  <a:pt x="3676" y="402"/>
                  <a:pt x="3679" y="432"/>
                  <a:pt x="3679" y="463"/>
                </a:cubicBezTo>
                <a:cubicBezTo>
                  <a:pt x="3679" y="493"/>
                  <a:pt x="3676" y="523"/>
                  <a:pt x="3670" y="553"/>
                </a:cubicBezTo>
                <a:cubicBezTo>
                  <a:pt x="3664" y="583"/>
                  <a:pt x="3656" y="612"/>
                  <a:pt x="3644" y="640"/>
                </a:cubicBezTo>
                <a:cubicBezTo>
                  <a:pt x="3632" y="669"/>
                  <a:pt x="3618" y="696"/>
                  <a:pt x="3601" y="721"/>
                </a:cubicBezTo>
                <a:cubicBezTo>
                  <a:pt x="3584" y="746"/>
                  <a:pt x="3565" y="770"/>
                  <a:pt x="3544" y="791"/>
                </a:cubicBezTo>
                <a:cubicBezTo>
                  <a:pt x="3522" y="813"/>
                  <a:pt x="3499" y="832"/>
                  <a:pt x="3473" y="849"/>
                </a:cubicBezTo>
                <a:cubicBezTo>
                  <a:pt x="3448" y="866"/>
                  <a:pt x="3421" y="880"/>
                  <a:pt x="3393" y="891"/>
                </a:cubicBezTo>
                <a:cubicBezTo>
                  <a:pt x="3365" y="903"/>
                  <a:pt x="3336" y="912"/>
                  <a:pt x="3306" y="918"/>
                </a:cubicBezTo>
                <a:cubicBezTo>
                  <a:pt x="3277" y="924"/>
                  <a:pt x="3247" y="927"/>
                  <a:pt x="3216" y="927"/>
                </a:cubicBezTo>
                <a:lnTo>
                  <a:pt x="463" y="927"/>
                </a:lnTo>
                <a:cubicBezTo>
                  <a:pt x="433" y="927"/>
                  <a:pt x="403" y="924"/>
                  <a:pt x="373" y="918"/>
                </a:cubicBezTo>
                <a:cubicBezTo>
                  <a:pt x="343" y="912"/>
                  <a:pt x="314" y="903"/>
                  <a:pt x="286" y="891"/>
                </a:cubicBezTo>
                <a:cubicBezTo>
                  <a:pt x="258" y="880"/>
                  <a:pt x="232" y="866"/>
                  <a:pt x="206" y="849"/>
                </a:cubicBezTo>
                <a:cubicBezTo>
                  <a:pt x="181" y="832"/>
                  <a:pt x="158" y="813"/>
                  <a:pt x="136" y="791"/>
                </a:cubicBezTo>
                <a:cubicBezTo>
                  <a:pt x="115" y="770"/>
                  <a:pt x="95" y="746"/>
                  <a:pt x="79" y="721"/>
                </a:cubicBezTo>
                <a:cubicBezTo>
                  <a:pt x="62" y="696"/>
                  <a:pt x="47" y="669"/>
                  <a:pt x="36" y="640"/>
                </a:cubicBezTo>
                <a:cubicBezTo>
                  <a:pt x="24" y="612"/>
                  <a:pt x="15" y="583"/>
                  <a:pt x="9" y="553"/>
                </a:cubicBezTo>
                <a:cubicBezTo>
                  <a:pt x="3" y="523"/>
                  <a:pt x="0" y="493"/>
                  <a:pt x="0" y="463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5" name=""/>
          <p:cNvSpPr txBox="1"/>
          <p:nvPr/>
        </p:nvSpPr>
        <p:spPr>
          <a:xfrm>
            <a:off x="3009240" y="4351320"/>
            <a:ext cx="5205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b2a6b"/>
                </a:solidFill>
                <a:latin typeface="Arial"/>
                <a:ea typeface="Arial"/>
              </a:rPr>
              <a:t>stromen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6" name=""/>
          <p:cNvSpPr txBox="1"/>
          <p:nvPr/>
        </p:nvSpPr>
        <p:spPr>
          <a:xfrm>
            <a:off x="3864240" y="4344840"/>
            <a:ext cx="214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dd784b"/>
                </a:solidFill>
                <a:latin typeface="Arial"/>
                <a:ea typeface="Arial"/>
              </a:rPr>
              <a:t>17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7" name=""/>
          <p:cNvSpPr/>
          <p:nvPr/>
        </p:nvSpPr>
        <p:spPr>
          <a:xfrm>
            <a:off x="5128920" y="4262400"/>
            <a:ext cx="1572120" cy="333720"/>
          </a:xfrm>
          <a:custGeom>
            <a:avLst/>
            <a:gdLst/>
            <a:ahLst/>
            <a:rect l="0" t="0" r="r" b="b"/>
            <a:pathLst>
              <a:path w="4367" h="927">
                <a:moveTo>
                  <a:pt x="0" y="463"/>
                </a:moveTo>
                <a:cubicBezTo>
                  <a:pt x="0" y="432"/>
                  <a:pt x="3" y="402"/>
                  <a:pt x="9" y="372"/>
                </a:cubicBezTo>
                <a:cubicBezTo>
                  <a:pt x="15" y="342"/>
                  <a:pt x="24" y="314"/>
                  <a:pt x="36" y="285"/>
                </a:cubicBezTo>
                <a:cubicBezTo>
                  <a:pt x="47" y="257"/>
                  <a:pt x="61" y="231"/>
                  <a:pt x="78" y="205"/>
                </a:cubicBezTo>
                <a:cubicBezTo>
                  <a:pt x="95" y="180"/>
                  <a:pt x="114" y="157"/>
                  <a:pt x="136" y="135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6"/>
                  <a:pt x="286" y="35"/>
                </a:cubicBezTo>
                <a:cubicBezTo>
                  <a:pt x="314" y="23"/>
                  <a:pt x="343" y="14"/>
                  <a:pt x="373" y="9"/>
                </a:cubicBezTo>
                <a:cubicBezTo>
                  <a:pt x="403" y="3"/>
                  <a:pt x="433" y="0"/>
                  <a:pt x="463" y="0"/>
                </a:cubicBezTo>
                <a:lnTo>
                  <a:pt x="3904" y="0"/>
                </a:lnTo>
                <a:cubicBezTo>
                  <a:pt x="3934" y="0"/>
                  <a:pt x="3964" y="3"/>
                  <a:pt x="3994" y="9"/>
                </a:cubicBezTo>
                <a:cubicBezTo>
                  <a:pt x="4024" y="14"/>
                  <a:pt x="4053" y="23"/>
                  <a:pt x="4081" y="35"/>
                </a:cubicBezTo>
                <a:cubicBezTo>
                  <a:pt x="4109" y="46"/>
                  <a:pt x="4136" y="61"/>
                  <a:pt x="4161" y="78"/>
                </a:cubicBezTo>
                <a:cubicBezTo>
                  <a:pt x="4186" y="95"/>
                  <a:pt x="4210" y="114"/>
                  <a:pt x="4231" y="135"/>
                </a:cubicBezTo>
                <a:cubicBezTo>
                  <a:pt x="4253" y="157"/>
                  <a:pt x="4272" y="180"/>
                  <a:pt x="4289" y="205"/>
                </a:cubicBezTo>
                <a:cubicBezTo>
                  <a:pt x="4306" y="231"/>
                  <a:pt x="4320" y="257"/>
                  <a:pt x="4332" y="285"/>
                </a:cubicBezTo>
                <a:cubicBezTo>
                  <a:pt x="4343" y="314"/>
                  <a:pt x="4352" y="342"/>
                  <a:pt x="4358" y="372"/>
                </a:cubicBezTo>
                <a:cubicBezTo>
                  <a:pt x="4364" y="402"/>
                  <a:pt x="4367" y="432"/>
                  <a:pt x="4367" y="463"/>
                </a:cubicBezTo>
                <a:cubicBezTo>
                  <a:pt x="4367" y="493"/>
                  <a:pt x="4364" y="523"/>
                  <a:pt x="4358" y="553"/>
                </a:cubicBezTo>
                <a:cubicBezTo>
                  <a:pt x="4352" y="583"/>
                  <a:pt x="4343" y="612"/>
                  <a:pt x="4332" y="640"/>
                </a:cubicBezTo>
                <a:cubicBezTo>
                  <a:pt x="4320" y="669"/>
                  <a:pt x="4306" y="696"/>
                  <a:pt x="4289" y="721"/>
                </a:cubicBezTo>
                <a:cubicBezTo>
                  <a:pt x="4272" y="746"/>
                  <a:pt x="4253" y="770"/>
                  <a:pt x="4231" y="791"/>
                </a:cubicBezTo>
                <a:cubicBezTo>
                  <a:pt x="4210" y="813"/>
                  <a:pt x="4186" y="832"/>
                  <a:pt x="4161" y="849"/>
                </a:cubicBezTo>
                <a:cubicBezTo>
                  <a:pt x="4136" y="866"/>
                  <a:pt x="4109" y="880"/>
                  <a:pt x="4081" y="891"/>
                </a:cubicBezTo>
                <a:cubicBezTo>
                  <a:pt x="4053" y="903"/>
                  <a:pt x="4024" y="912"/>
                  <a:pt x="3994" y="918"/>
                </a:cubicBezTo>
                <a:cubicBezTo>
                  <a:pt x="3964" y="924"/>
                  <a:pt x="3934" y="927"/>
                  <a:pt x="3904" y="927"/>
                </a:cubicBezTo>
                <a:lnTo>
                  <a:pt x="463" y="927"/>
                </a:lnTo>
                <a:cubicBezTo>
                  <a:pt x="433" y="927"/>
                  <a:pt x="403" y="924"/>
                  <a:pt x="373" y="918"/>
                </a:cubicBezTo>
                <a:cubicBezTo>
                  <a:pt x="343" y="912"/>
                  <a:pt x="314" y="903"/>
                  <a:pt x="286" y="891"/>
                </a:cubicBezTo>
                <a:cubicBezTo>
                  <a:pt x="258" y="880"/>
                  <a:pt x="231" y="866"/>
                  <a:pt x="206" y="849"/>
                </a:cubicBezTo>
                <a:cubicBezTo>
                  <a:pt x="181" y="832"/>
                  <a:pt x="157" y="813"/>
                  <a:pt x="136" y="791"/>
                </a:cubicBezTo>
                <a:cubicBezTo>
                  <a:pt x="114" y="770"/>
                  <a:pt x="95" y="746"/>
                  <a:pt x="78" y="721"/>
                </a:cubicBezTo>
                <a:cubicBezTo>
                  <a:pt x="61" y="696"/>
                  <a:pt x="47" y="669"/>
                  <a:pt x="36" y="640"/>
                </a:cubicBezTo>
                <a:cubicBezTo>
                  <a:pt x="24" y="612"/>
                  <a:pt x="15" y="583"/>
                  <a:pt x="9" y="553"/>
                </a:cubicBezTo>
                <a:cubicBezTo>
                  <a:pt x="3" y="523"/>
                  <a:pt x="0" y="493"/>
                  <a:pt x="0" y="4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8" name=""/>
          <p:cNvSpPr/>
          <p:nvPr/>
        </p:nvSpPr>
        <p:spPr>
          <a:xfrm>
            <a:off x="5128920" y="4262400"/>
            <a:ext cx="1572120" cy="333720"/>
          </a:xfrm>
          <a:custGeom>
            <a:avLst/>
            <a:gdLst/>
            <a:ahLst/>
            <a:rect l="0" t="0" r="r" b="b"/>
            <a:pathLst>
              <a:path w="4367" h="927">
                <a:moveTo>
                  <a:pt x="0" y="463"/>
                </a:moveTo>
                <a:cubicBezTo>
                  <a:pt x="0" y="432"/>
                  <a:pt x="3" y="402"/>
                  <a:pt x="9" y="372"/>
                </a:cubicBezTo>
                <a:cubicBezTo>
                  <a:pt x="15" y="342"/>
                  <a:pt x="24" y="314"/>
                  <a:pt x="36" y="285"/>
                </a:cubicBezTo>
                <a:cubicBezTo>
                  <a:pt x="47" y="257"/>
                  <a:pt x="61" y="231"/>
                  <a:pt x="78" y="205"/>
                </a:cubicBezTo>
                <a:cubicBezTo>
                  <a:pt x="95" y="180"/>
                  <a:pt x="114" y="157"/>
                  <a:pt x="136" y="135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6"/>
                  <a:pt x="286" y="35"/>
                </a:cubicBezTo>
                <a:cubicBezTo>
                  <a:pt x="314" y="23"/>
                  <a:pt x="343" y="14"/>
                  <a:pt x="373" y="9"/>
                </a:cubicBezTo>
                <a:cubicBezTo>
                  <a:pt x="403" y="3"/>
                  <a:pt x="433" y="0"/>
                  <a:pt x="463" y="0"/>
                </a:cubicBezTo>
                <a:lnTo>
                  <a:pt x="3904" y="0"/>
                </a:lnTo>
                <a:cubicBezTo>
                  <a:pt x="3934" y="0"/>
                  <a:pt x="3964" y="3"/>
                  <a:pt x="3994" y="9"/>
                </a:cubicBezTo>
                <a:cubicBezTo>
                  <a:pt x="4024" y="14"/>
                  <a:pt x="4053" y="23"/>
                  <a:pt x="4081" y="35"/>
                </a:cubicBezTo>
                <a:cubicBezTo>
                  <a:pt x="4109" y="46"/>
                  <a:pt x="4136" y="61"/>
                  <a:pt x="4161" y="78"/>
                </a:cubicBezTo>
                <a:cubicBezTo>
                  <a:pt x="4186" y="95"/>
                  <a:pt x="4210" y="114"/>
                  <a:pt x="4231" y="135"/>
                </a:cubicBezTo>
                <a:cubicBezTo>
                  <a:pt x="4253" y="157"/>
                  <a:pt x="4272" y="180"/>
                  <a:pt x="4289" y="205"/>
                </a:cubicBezTo>
                <a:cubicBezTo>
                  <a:pt x="4306" y="231"/>
                  <a:pt x="4320" y="257"/>
                  <a:pt x="4332" y="285"/>
                </a:cubicBezTo>
                <a:cubicBezTo>
                  <a:pt x="4343" y="314"/>
                  <a:pt x="4352" y="342"/>
                  <a:pt x="4358" y="372"/>
                </a:cubicBezTo>
                <a:cubicBezTo>
                  <a:pt x="4364" y="402"/>
                  <a:pt x="4367" y="432"/>
                  <a:pt x="4367" y="463"/>
                </a:cubicBezTo>
                <a:cubicBezTo>
                  <a:pt x="4367" y="493"/>
                  <a:pt x="4364" y="523"/>
                  <a:pt x="4358" y="553"/>
                </a:cubicBezTo>
                <a:cubicBezTo>
                  <a:pt x="4352" y="583"/>
                  <a:pt x="4343" y="612"/>
                  <a:pt x="4332" y="640"/>
                </a:cubicBezTo>
                <a:cubicBezTo>
                  <a:pt x="4320" y="669"/>
                  <a:pt x="4306" y="696"/>
                  <a:pt x="4289" y="721"/>
                </a:cubicBezTo>
                <a:cubicBezTo>
                  <a:pt x="4272" y="746"/>
                  <a:pt x="4253" y="770"/>
                  <a:pt x="4231" y="791"/>
                </a:cubicBezTo>
                <a:cubicBezTo>
                  <a:pt x="4210" y="813"/>
                  <a:pt x="4186" y="832"/>
                  <a:pt x="4161" y="849"/>
                </a:cubicBezTo>
                <a:cubicBezTo>
                  <a:pt x="4136" y="866"/>
                  <a:pt x="4109" y="880"/>
                  <a:pt x="4081" y="891"/>
                </a:cubicBezTo>
                <a:cubicBezTo>
                  <a:pt x="4053" y="903"/>
                  <a:pt x="4024" y="912"/>
                  <a:pt x="3994" y="918"/>
                </a:cubicBezTo>
                <a:cubicBezTo>
                  <a:pt x="3964" y="924"/>
                  <a:pt x="3934" y="927"/>
                  <a:pt x="3904" y="927"/>
                </a:cubicBezTo>
                <a:lnTo>
                  <a:pt x="463" y="927"/>
                </a:lnTo>
                <a:cubicBezTo>
                  <a:pt x="433" y="927"/>
                  <a:pt x="403" y="924"/>
                  <a:pt x="373" y="918"/>
                </a:cubicBezTo>
                <a:cubicBezTo>
                  <a:pt x="343" y="912"/>
                  <a:pt x="314" y="903"/>
                  <a:pt x="286" y="891"/>
                </a:cubicBezTo>
                <a:cubicBezTo>
                  <a:pt x="258" y="880"/>
                  <a:pt x="231" y="866"/>
                  <a:pt x="206" y="849"/>
                </a:cubicBezTo>
                <a:cubicBezTo>
                  <a:pt x="181" y="832"/>
                  <a:pt x="157" y="813"/>
                  <a:pt x="136" y="791"/>
                </a:cubicBezTo>
                <a:cubicBezTo>
                  <a:pt x="114" y="770"/>
                  <a:pt x="95" y="746"/>
                  <a:pt x="78" y="721"/>
                </a:cubicBezTo>
                <a:cubicBezTo>
                  <a:pt x="61" y="696"/>
                  <a:pt x="47" y="669"/>
                  <a:pt x="36" y="640"/>
                </a:cubicBezTo>
                <a:cubicBezTo>
                  <a:pt x="24" y="612"/>
                  <a:pt x="15" y="583"/>
                  <a:pt x="9" y="553"/>
                </a:cubicBezTo>
                <a:cubicBezTo>
                  <a:pt x="3" y="523"/>
                  <a:pt x="0" y="493"/>
                  <a:pt x="0" y="463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9" name=""/>
          <p:cNvSpPr txBox="1"/>
          <p:nvPr/>
        </p:nvSpPr>
        <p:spPr>
          <a:xfrm>
            <a:off x="4051080" y="4351320"/>
            <a:ext cx="933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b2a6b"/>
                </a:solidFill>
                <a:latin typeface="Arial"/>
                <a:ea typeface="Arial"/>
              </a:rPr>
              <a:t>voorlopige ID's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0" name=""/>
          <p:cNvSpPr txBox="1"/>
          <p:nvPr/>
        </p:nvSpPr>
        <p:spPr>
          <a:xfrm>
            <a:off x="5268240" y="43448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dd784b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1" name=""/>
          <p:cNvSpPr txBox="1"/>
          <p:nvPr/>
        </p:nvSpPr>
        <p:spPr>
          <a:xfrm>
            <a:off x="5416560" y="4351320"/>
            <a:ext cx="1267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b2a6b"/>
                </a:solidFill>
                <a:latin typeface="Arial"/>
                <a:ea typeface="Arial"/>
              </a:rPr>
              <a:t>met een speciﬁcatie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2" name=""/>
          <p:cNvSpPr txBox="1"/>
          <p:nvPr/>
        </p:nvSpPr>
        <p:spPr>
          <a:xfrm>
            <a:off x="2809800" y="4708800"/>
            <a:ext cx="40896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Werkafspraak om op te schuiven, geen vastgestelde conventie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4" name=""/>
          <p:cNvSpPr txBox="1"/>
          <p:nvPr/>
        </p:nvSpPr>
        <p:spPr>
          <a:xfrm>
            <a:off x="2443320" y="4951800"/>
            <a:ext cx="48531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OC-CAMBO staat er al; OC-AII komt erbij zodra centraal aanmelden op de plaat staat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5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96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962" name=""/>
          <p:cNvSpPr/>
          <p:nvPr/>
        </p:nvSpPr>
        <p:spPr>
          <a:xfrm>
            <a:off x="465840" y="18086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9"/>
                  <a:pt x="1008" y="572"/>
                  <a:pt x="1001" y="605"/>
                </a:cubicBezTo>
                <a:cubicBezTo>
                  <a:pt x="995" y="637"/>
                  <a:pt x="985" y="669"/>
                  <a:pt x="972" y="700"/>
                </a:cubicBezTo>
                <a:cubicBezTo>
                  <a:pt x="960" y="730"/>
                  <a:pt x="944" y="759"/>
                  <a:pt x="926" y="787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5"/>
                  <a:pt x="730" y="960"/>
                  <a:pt x="699" y="973"/>
                </a:cubicBezTo>
                <a:cubicBezTo>
                  <a:pt x="668" y="986"/>
                  <a:pt x="637" y="995"/>
                  <a:pt x="604" y="1002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2"/>
                </a:cubicBezTo>
                <a:cubicBezTo>
                  <a:pt x="375" y="995"/>
                  <a:pt x="343" y="986"/>
                  <a:pt x="312" y="973"/>
                </a:cubicBezTo>
                <a:cubicBezTo>
                  <a:pt x="282" y="960"/>
                  <a:pt x="253" y="945"/>
                  <a:pt x="225" y="926"/>
                </a:cubicBezTo>
                <a:cubicBezTo>
                  <a:pt x="196" y="908"/>
                  <a:pt x="171" y="887"/>
                  <a:pt x="147" y="863"/>
                </a:cubicBezTo>
                <a:cubicBezTo>
                  <a:pt x="124" y="840"/>
                  <a:pt x="103" y="814"/>
                  <a:pt x="85" y="787"/>
                </a:cubicBezTo>
                <a:cubicBezTo>
                  <a:pt x="66" y="759"/>
                  <a:pt x="51" y="730"/>
                  <a:pt x="38" y="700"/>
                </a:cubicBezTo>
                <a:cubicBezTo>
                  <a:pt x="25" y="669"/>
                  <a:pt x="16" y="637"/>
                  <a:pt x="9" y="605"/>
                </a:cubicBezTo>
                <a:cubicBezTo>
                  <a:pt x="3" y="572"/>
                  <a:pt x="0" y="539"/>
                  <a:pt x="0" y="505"/>
                </a:cubicBezTo>
                <a:cubicBezTo>
                  <a:pt x="0" y="472"/>
                  <a:pt x="3" y="439"/>
                  <a:pt x="9" y="407"/>
                </a:cubicBezTo>
                <a:cubicBezTo>
                  <a:pt x="16" y="374"/>
                  <a:pt x="25" y="343"/>
                  <a:pt x="38" y="312"/>
                </a:cubicBezTo>
                <a:cubicBezTo>
                  <a:pt x="51" y="281"/>
                  <a:pt x="66" y="252"/>
                  <a:pt x="85" y="225"/>
                </a:cubicBezTo>
                <a:cubicBezTo>
                  <a:pt x="103" y="197"/>
                  <a:pt x="124" y="172"/>
                  <a:pt x="147" y="148"/>
                </a:cubicBezTo>
                <a:cubicBezTo>
                  <a:pt x="171" y="125"/>
                  <a:pt x="196" y="104"/>
                  <a:pt x="225" y="85"/>
                </a:cubicBezTo>
                <a:cubicBezTo>
                  <a:pt x="253" y="67"/>
                  <a:pt x="282" y="51"/>
                  <a:pt x="312" y="39"/>
                </a:cubicBezTo>
                <a:cubicBezTo>
                  <a:pt x="343" y="26"/>
                  <a:pt x="375" y="16"/>
                  <a:pt x="407" y="10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6"/>
                  <a:pt x="699" y="39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4"/>
                  <a:pt x="839" y="125"/>
                  <a:pt x="863" y="148"/>
                </a:cubicBezTo>
                <a:cubicBezTo>
                  <a:pt x="886" y="172"/>
                  <a:pt x="907" y="197"/>
                  <a:pt x="926" y="225"/>
                </a:cubicBezTo>
                <a:cubicBezTo>
                  <a:pt x="944" y="252"/>
                  <a:pt x="960" y="281"/>
                  <a:pt x="972" y="312"/>
                </a:cubicBezTo>
                <a:cubicBezTo>
                  <a:pt x="985" y="343"/>
                  <a:pt x="995" y="374"/>
                  <a:pt x="1001" y="407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3" name=""/>
          <p:cNvSpPr/>
          <p:nvPr/>
        </p:nvSpPr>
        <p:spPr>
          <a:xfrm>
            <a:off x="552240" y="1895400"/>
            <a:ext cx="138960" cy="138960"/>
          </a:xfrm>
          <a:custGeom>
            <a:avLst/>
            <a:gdLst/>
            <a:ahLst/>
            <a:rect l="0" t="0" r="r" b="b"/>
            <a:pathLst>
              <a:path w="386" h="386">
                <a:moveTo>
                  <a:pt x="386" y="192"/>
                </a:moveTo>
                <a:cubicBezTo>
                  <a:pt x="386" y="205"/>
                  <a:pt x="385" y="217"/>
                  <a:pt x="382" y="230"/>
                </a:cubicBezTo>
                <a:cubicBezTo>
                  <a:pt x="380" y="242"/>
                  <a:pt x="376" y="254"/>
                  <a:pt x="371" y="266"/>
                </a:cubicBezTo>
                <a:cubicBezTo>
                  <a:pt x="366" y="277"/>
                  <a:pt x="361" y="289"/>
                  <a:pt x="354" y="299"/>
                </a:cubicBezTo>
                <a:cubicBezTo>
                  <a:pt x="346" y="311"/>
                  <a:pt x="339" y="320"/>
                  <a:pt x="330" y="329"/>
                </a:cubicBezTo>
                <a:cubicBezTo>
                  <a:pt x="321" y="338"/>
                  <a:pt x="311" y="346"/>
                  <a:pt x="300" y="353"/>
                </a:cubicBezTo>
                <a:cubicBezTo>
                  <a:pt x="290" y="360"/>
                  <a:pt x="279" y="366"/>
                  <a:pt x="267" y="371"/>
                </a:cubicBezTo>
                <a:cubicBezTo>
                  <a:pt x="255" y="376"/>
                  <a:pt x="243" y="379"/>
                  <a:pt x="231" y="382"/>
                </a:cubicBezTo>
                <a:cubicBezTo>
                  <a:pt x="219" y="384"/>
                  <a:pt x="206" y="386"/>
                  <a:pt x="193" y="386"/>
                </a:cubicBezTo>
                <a:cubicBezTo>
                  <a:pt x="180" y="386"/>
                  <a:pt x="167" y="384"/>
                  <a:pt x="155" y="382"/>
                </a:cubicBezTo>
                <a:cubicBezTo>
                  <a:pt x="143" y="379"/>
                  <a:pt x="131" y="376"/>
                  <a:pt x="119" y="371"/>
                </a:cubicBezTo>
                <a:cubicBezTo>
                  <a:pt x="107" y="366"/>
                  <a:pt x="96" y="360"/>
                  <a:pt x="86" y="353"/>
                </a:cubicBezTo>
                <a:cubicBezTo>
                  <a:pt x="75" y="346"/>
                  <a:pt x="65" y="338"/>
                  <a:pt x="56" y="329"/>
                </a:cubicBezTo>
                <a:cubicBezTo>
                  <a:pt x="48" y="320"/>
                  <a:pt x="40" y="311"/>
                  <a:pt x="33" y="299"/>
                </a:cubicBezTo>
                <a:cubicBezTo>
                  <a:pt x="25" y="289"/>
                  <a:pt x="20" y="277"/>
                  <a:pt x="15" y="266"/>
                </a:cubicBezTo>
                <a:cubicBezTo>
                  <a:pt x="10" y="254"/>
                  <a:pt x="6" y="242"/>
                  <a:pt x="4" y="230"/>
                </a:cubicBezTo>
                <a:cubicBezTo>
                  <a:pt x="1" y="217"/>
                  <a:pt x="0" y="205"/>
                  <a:pt x="0" y="192"/>
                </a:cubicBezTo>
                <a:cubicBezTo>
                  <a:pt x="0" y="179"/>
                  <a:pt x="1" y="167"/>
                  <a:pt x="4" y="155"/>
                </a:cubicBezTo>
                <a:cubicBezTo>
                  <a:pt x="6" y="142"/>
                  <a:pt x="10" y="130"/>
                  <a:pt x="15" y="118"/>
                </a:cubicBezTo>
                <a:cubicBezTo>
                  <a:pt x="20" y="107"/>
                  <a:pt x="25" y="96"/>
                  <a:pt x="33" y="85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6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1" y="10"/>
                  <a:pt x="143" y="6"/>
                  <a:pt x="155" y="3"/>
                </a:cubicBezTo>
                <a:cubicBezTo>
                  <a:pt x="167" y="1"/>
                  <a:pt x="180" y="0"/>
                  <a:pt x="193" y="0"/>
                </a:cubicBezTo>
                <a:cubicBezTo>
                  <a:pt x="206" y="0"/>
                  <a:pt x="219" y="1"/>
                  <a:pt x="231" y="3"/>
                </a:cubicBezTo>
                <a:cubicBezTo>
                  <a:pt x="243" y="6"/>
                  <a:pt x="255" y="10"/>
                  <a:pt x="267" y="14"/>
                </a:cubicBezTo>
                <a:cubicBezTo>
                  <a:pt x="279" y="19"/>
                  <a:pt x="290" y="25"/>
                  <a:pt x="300" y="32"/>
                </a:cubicBezTo>
                <a:cubicBezTo>
                  <a:pt x="311" y="39"/>
                  <a:pt x="321" y="47"/>
                  <a:pt x="330" y="56"/>
                </a:cubicBezTo>
                <a:cubicBezTo>
                  <a:pt x="339" y="65"/>
                  <a:pt x="346" y="75"/>
                  <a:pt x="354" y="85"/>
                </a:cubicBezTo>
                <a:cubicBezTo>
                  <a:pt x="361" y="96"/>
                  <a:pt x="366" y="107"/>
                  <a:pt x="371" y="118"/>
                </a:cubicBezTo>
                <a:cubicBezTo>
                  <a:pt x="376" y="130"/>
                  <a:pt x="380" y="142"/>
                  <a:pt x="382" y="155"/>
                </a:cubicBezTo>
                <a:cubicBezTo>
                  <a:pt x="385" y="167"/>
                  <a:pt x="386" y="179"/>
                  <a:pt x="386" y="192"/>
                </a:cubicBezTo>
                <a:close/>
              </a:path>
            </a:pathLst>
          </a:custGeom>
          <a:noFill/>
          <a:ln w="25920">
            <a:solidFill>
              <a:srgbClr val="ffffff"/>
            </a:solidFill>
            <a:miter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4" name=""/>
          <p:cNvSpPr/>
          <p:nvPr/>
        </p:nvSpPr>
        <p:spPr>
          <a:xfrm>
            <a:off x="673560" y="2016360"/>
            <a:ext cx="69480" cy="69840"/>
          </a:xfrm>
          <a:prstGeom prst="line">
            <a:avLst/>
          </a:prstGeom>
          <a:ln cap="rnd" w="25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5" name=""/>
          <p:cNvSpPr/>
          <p:nvPr/>
        </p:nvSpPr>
        <p:spPr>
          <a:xfrm>
            <a:off x="971280" y="1723680"/>
            <a:ext cx="7906320" cy="543600"/>
          </a:xfrm>
          <a:custGeom>
            <a:avLst/>
            <a:gdLst/>
            <a:ahLst/>
            <a:rect l="0" t="0" r="r" b="b"/>
            <a:pathLst>
              <a:path w="21962" h="1510">
                <a:moveTo>
                  <a:pt x="0" y="0"/>
                </a:moveTo>
                <a:lnTo>
                  <a:pt x="21962" y="0"/>
                </a:lnTo>
                <a:lnTo>
                  <a:pt x="21962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6" name=""/>
          <p:cNvSpPr/>
          <p:nvPr/>
        </p:nvSpPr>
        <p:spPr>
          <a:xfrm>
            <a:off x="971280" y="172368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7" name=""/>
          <p:cNvSpPr/>
          <p:nvPr/>
        </p:nvSpPr>
        <p:spPr>
          <a:xfrm>
            <a:off x="971280" y="225720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8" name=""/>
          <p:cNvSpPr/>
          <p:nvPr/>
        </p:nvSpPr>
        <p:spPr>
          <a:xfrm>
            <a:off x="8867520" y="17236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9" name=""/>
          <p:cNvSpPr/>
          <p:nvPr/>
        </p:nvSpPr>
        <p:spPr>
          <a:xfrm>
            <a:off x="971280" y="1723680"/>
            <a:ext cx="48240" cy="543600"/>
          </a:xfrm>
          <a:custGeom>
            <a:avLst/>
            <a:gdLst/>
            <a:ahLst/>
            <a:rect l="0" t="0" r="r" b="b"/>
            <a:pathLst>
              <a:path w="134" h="1510">
                <a:moveTo>
                  <a:pt x="0" y="0"/>
                </a:moveTo>
                <a:lnTo>
                  <a:pt x="0" y="1510"/>
                </a:lnTo>
                <a:lnTo>
                  <a:pt x="134" y="1483"/>
                </a:lnTo>
                <a:lnTo>
                  <a:pt x="134" y="2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0" name=""/>
          <p:cNvSpPr txBox="1"/>
          <p:nvPr/>
        </p:nvSpPr>
        <p:spPr>
          <a:xfrm>
            <a:off x="439920" y="1044000"/>
            <a:ext cx="1863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Gevraagd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1" name=""/>
          <p:cNvSpPr txBox="1"/>
          <p:nvPr/>
        </p:nvSpPr>
        <p:spPr>
          <a:xfrm>
            <a:off x="1205640" y="1924200"/>
            <a:ext cx="6681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FEEDBACK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2" name=""/>
          <p:cNvSpPr/>
          <p:nvPr/>
        </p:nvSpPr>
        <p:spPr>
          <a:xfrm>
            <a:off x="465840" y="2456280"/>
            <a:ext cx="363960" cy="364320"/>
          </a:xfrm>
          <a:custGeom>
            <a:avLst/>
            <a:gdLst/>
            <a:ahLst/>
            <a:rect l="0" t="0" r="r" b="b"/>
            <a:pathLst>
              <a:path w="1011" h="1012">
                <a:moveTo>
                  <a:pt x="1011" y="505"/>
                </a:moveTo>
                <a:cubicBezTo>
                  <a:pt x="1011" y="539"/>
                  <a:pt x="1008" y="571"/>
                  <a:pt x="1001" y="604"/>
                </a:cubicBezTo>
                <a:cubicBezTo>
                  <a:pt x="995" y="637"/>
                  <a:pt x="985" y="668"/>
                  <a:pt x="972" y="699"/>
                </a:cubicBezTo>
                <a:cubicBezTo>
                  <a:pt x="960" y="729"/>
                  <a:pt x="944" y="760"/>
                  <a:pt x="926" y="787"/>
                </a:cubicBezTo>
                <a:cubicBezTo>
                  <a:pt x="907" y="815"/>
                  <a:pt x="886" y="840"/>
                  <a:pt x="863" y="864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5"/>
                  <a:pt x="730" y="960"/>
                  <a:pt x="699" y="973"/>
                </a:cubicBezTo>
                <a:cubicBezTo>
                  <a:pt x="668" y="986"/>
                  <a:pt x="637" y="995"/>
                  <a:pt x="604" y="1002"/>
                </a:cubicBezTo>
                <a:cubicBezTo>
                  <a:pt x="572" y="1008"/>
                  <a:pt x="539" y="1012"/>
                  <a:pt x="506" y="1012"/>
                </a:cubicBezTo>
                <a:cubicBezTo>
                  <a:pt x="473" y="1012"/>
                  <a:pt x="440" y="1008"/>
                  <a:pt x="407" y="1002"/>
                </a:cubicBezTo>
                <a:cubicBezTo>
                  <a:pt x="375" y="995"/>
                  <a:pt x="343" y="986"/>
                  <a:pt x="312" y="973"/>
                </a:cubicBezTo>
                <a:cubicBezTo>
                  <a:pt x="282" y="960"/>
                  <a:pt x="253" y="945"/>
                  <a:pt x="225" y="926"/>
                </a:cubicBezTo>
                <a:cubicBezTo>
                  <a:pt x="196" y="908"/>
                  <a:pt x="171" y="887"/>
                  <a:pt x="147" y="864"/>
                </a:cubicBezTo>
                <a:cubicBezTo>
                  <a:pt x="124" y="840"/>
                  <a:pt x="103" y="815"/>
                  <a:pt x="85" y="787"/>
                </a:cubicBezTo>
                <a:cubicBezTo>
                  <a:pt x="66" y="760"/>
                  <a:pt x="51" y="729"/>
                  <a:pt x="38" y="699"/>
                </a:cubicBezTo>
                <a:cubicBezTo>
                  <a:pt x="25" y="668"/>
                  <a:pt x="16" y="637"/>
                  <a:pt x="9" y="604"/>
                </a:cubicBezTo>
                <a:cubicBezTo>
                  <a:pt x="3" y="571"/>
                  <a:pt x="0" y="539"/>
                  <a:pt x="0" y="505"/>
                </a:cubicBezTo>
                <a:cubicBezTo>
                  <a:pt x="0" y="472"/>
                  <a:pt x="3" y="439"/>
                  <a:pt x="9" y="407"/>
                </a:cubicBezTo>
                <a:cubicBezTo>
                  <a:pt x="16" y="374"/>
                  <a:pt x="25" y="343"/>
                  <a:pt x="38" y="312"/>
                </a:cubicBezTo>
                <a:cubicBezTo>
                  <a:pt x="51" y="282"/>
                  <a:pt x="66" y="252"/>
                  <a:pt x="85" y="225"/>
                </a:cubicBezTo>
                <a:cubicBezTo>
                  <a:pt x="103" y="197"/>
                  <a:pt x="124" y="172"/>
                  <a:pt x="147" y="148"/>
                </a:cubicBezTo>
                <a:cubicBezTo>
                  <a:pt x="171" y="125"/>
                  <a:pt x="196" y="104"/>
                  <a:pt x="225" y="85"/>
                </a:cubicBezTo>
                <a:cubicBezTo>
                  <a:pt x="253" y="67"/>
                  <a:pt x="282" y="51"/>
                  <a:pt x="312" y="39"/>
                </a:cubicBezTo>
                <a:cubicBezTo>
                  <a:pt x="343" y="26"/>
                  <a:pt x="375" y="17"/>
                  <a:pt x="407" y="10"/>
                </a:cubicBezTo>
                <a:cubicBezTo>
                  <a:pt x="440" y="4"/>
                  <a:pt x="473" y="0"/>
                  <a:pt x="506" y="0"/>
                </a:cubicBezTo>
                <a:cubicBezTo>
                  <a:pt x="539" y="0"/>
                  <a:pt x="572" y="4"/>
                  <a:pt x="604" y="10"/>
                </a:cubicBezTo>
                <a:cubicBezTo>
                  <a:pt x="637" y="17"/>
                  <a:pt x="668" y="26"/>
                  <a:pt x="699" y="39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4"/>
                  <a:pt x="839" y="125"/>
                  <a:pt x="863" y="148"/>
                </a:cubicBezTo>
                <a:cubicBezTo>
                  <a:pt x="886" y="172"/>
                  <a:pt x="907" y="197"/>
                  <a:pt x="926" y="225"/>
                </a:cubicBezTo>
                <a:cubicBezTo>
                  <a:pt x="944" y="252"/>
                  <a:pt x="960" y="282"/>
                  <a:pt x="972" y="312"/>
                </a:cubicBezTo>
                <a:cubicBezTo>
                  <a:pt x="985" y="343"/>
                  <a:pt x="995" y="374"/>
                  <a:pt x="1001" y="407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3" name=""/>
          <p:cNvSpPr/>
          <p:nvPr/>
        </p:nvSpPr>
        <p:spPr>
          <a:xfrm>
            <a:off x="552240" y="2543040"/>
            <a:ext cx="138960" cy="138960"/>
          </a:xfrm>
          <a:custGeom>
            <a:avLst/>
            <a:gdLst/>
            <a:ahLst/>
            <a:rect l="0" t="0" r="r" b="b"/>
            <a:pathLst>
              <a:path w="386" h="386">
                <a:moveTo>
                  <a:pt x="386" y="193"/>
                </a:moveTo>
                <a:cubicBezTo>
                  <a:pt x="386" y="206"/>
                  <a:pt x="385" y="218"/>
                  <a:pt x="382" y="231"/>
                </a:cubicBezTo>
                <a:cubicBezTo>
                  <a:pt x="380" y="243"/>
                  <a:pt x="376" y="255"/>
                  <a:pt x="371" y="267"/>
                </a:cubicBezTo>
                <a:cubicBezTo>
                  <a:pt x="366" y="279"/>
                  <a:pt x="361" y="290"/>
                  <a:pt x="354" y="300"/>
                </a:cubicBezTo>
                <a:cubicBezTo>
                  <a:pt x="346" y="311"/>
                  <a:pt x="339" y="320"/>
                  <a:pt x="330" y="329"/>
                </a:cubicBezTo>
                <a:cubicBezTo>
                  <a:pt x="321" y="338"/>
                  <a:pt x="311" y="346"/>
                  <a:pt x="300" y="353"/>
                </a:cubicBezTo>
                <a:cubicBezTo>
                  <a:pt x="290" y="360"/>
                  <a:pt x="279" y="366"/>
                  <a:pt x="267" y="371"/>
                </a:cubicBezTo>
                <a:cubicBezTo>
                  <a:pt x="255" y="376"/>
                  <a:pt x="243" y="380"/>
                  <a:pt x="231" y="382"/>
                </a:cubicBezTo>
                <a:cubicBezTo>
                  <a:pt x="219" y="384"/>
                  <a:pt x="206" y="386"/>
                  <a:pt x="193" y="386"/>
                </a:cubicBezTo>
                <a:cubicBezTo>
                  <a:pt x="180" y="386"/>
                  <a:pt x="167" y="384"/>
                  <a:pt x="155" y="382"/>
                </a:cubicBezTo>
                <a:cubicBezTo>
                  <a:pt x="143" y="380"/>
                  <a:pt x="131" y="376"/>
                  <a:pt x="119" y="371"/>
                </a:cubicBezTo>
                <a:cubicBezTo>
                  <a:pt x="107" y="366"/>
                  <a:pt x="96" y="360"/>
                  <a:pt x="86" y="353"/>
                </a:cubicBezTo>
                <a:cubicBezTo>
                  <a:pt x="75" y="346"/>
                  <a:pt x="65" y="338"/>
                  <a:pt x="56" y="329"/>
                </a:cubicBezTo>
                <a:cubicBezTo>
                  <a:pt x="48" y="320"/>
                  <a:pt x="40" y="311"/>
                  <a:pt x="33" y="300"/>
                </a:cubicBezTo>
                <a:cubicBezTo>
                  <a:pt x="25" y="290"/>
                  <a:pt x="20" y="279"/>
                  <a:pt x="15" y="267"/>
                </a:cubicBezTo>
                <a:cubicBezTo>
                  <a:pt x="10" y="255"/>
                  <a:pt x="6" y="243"/>
                  <a:pt x="4" y="231"/>
                </a:cubicBezTo>
                <a:cubicBezTo>
                  <a:pt x="1" y="218"/>
                  <a:pt x="0" y="206"/>
                  <a:pt x="0" y="193"/>
                </a:cubicBezTo>
                <a:cubicBezTo>
                  <a:pt x="0" y="181"/>
                  <a:pt x="1" y="168"/>
                  <a:pt x="4" y="156"/>
                </a:cubicBezTo>
                <a:cubicBezTo>
                  <a:pt x="6" y="143"/>
                  <a:pt x="10" y="131"/>
                  <a:pt x="15" y="120"/>
                </a:cubicBezTo>
                <a:cubicBezTo>
                  <a:pt x="20" y="108"/>
                  <a:pt x="25" y="97"/>
                  <a:pt x="33" y="86"/>
                </a:cubicBezTo>
                <a:cubicBezTo>
                  <a:pt x="40" y="76"/>
                  <a:pt x="48" y="66"/>
                  <a:pt x="56" y="57"/>
                </a:cubicBezTo>
                <a:cubicBezTo>
                  <a:pt x="65" y="48"/>
                  <a:pt x="75" y="39"/>
                  <a:pt x="86" y="32"/>
                </a:cubicBezTo>
                <a:cubicBezTo>
                  <a:pt x="96" y="25"/>
                  <a:pt x="107" y="19"/>
                  <a:pt x="119" y="15"/>
                </a:cubicBezTo>
                <a:cubicBezTo>
                  <a:pt x="131" y="10"/>
                  <a:pt x="143" y="6"/>
                  <a:pt x="155" y="4"/>
                </a:cubicBezTo>
                <a:cubicBezTo>
                  <a:pt x="167" y="1"/>
                  <a:pt x="180" y="0"/>
                  <a:pt x="193" y="0"/>
                </a:cubicBezTo>
                <a:cubicBezTo>
                  <a:pt x="206" y="0"/>
                  <a:pt x="219" y="1"/>
                  <a:pt x="231" y="4"/>
                </a:cubicBezTo>
                <a:cubicBezTo>
                  <a:pt x="243" y="6"/>
                  <a:pt x="255" y="10"/>
                  <a:pt x="267" y="15"/>
                </a:cubicBezTo>
                <a:cubicBezTo>
                  <a:pt x="279" y="19"/>
                  <a:pt x="290" y="25"/>
                  <a:pt x="300" y="32"/>
                </a:cubicBezTo>
                <a:cubicBezTo>
                  <a:pt x="311" y="39"/>
                  <a:pt x="321" y="48"/>
                  <a:pt x="330" y="57"/>
                </a:cubicBezTo>
                <a:cubicBezTo>
                  <a:pt x="339" y="66"/>
                  <a:pt x="346" y="76"/>
                  <a:pt x="354" y="86"/>
                </a:cubicBezTo>
                <a:cubicBezTo>
                  <a:pt x="361" y="97"/>
                  <a:pt x="366" y="108"/>
                  <a:pt x="371" y="120"/>
                </a:cubicBezTo>
                <a:cubicBezTo>
                  <a:pt x="376" y="131"/>
                  <a:pt x="380" y="143"/>
                  <a:pt x="382" y="156"/>
                </a:cubicBezTo>
                <a:cubicBezTo>
                  <a:pt x="385" y="168"/>
                  <a:pt x="386" y="181"/>
                  <a:pt x="386" y="193"/>
                </a:cubicBezTo>
                <a:close/>
              </a:path>
            </a:pathLst>
          </a:custGeom>
          <a:noFill/>
          <a:ln w="25920">
            <a:solidFill>
              <a:srgbClr val="ffffff"/>
            </a:solidFill>
            <a:miter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4" name=""/>
          <p:cNvSpPr/>
          <p:nvPr/>
        </p:nvSpPr>
        <p:spPr>
          <a:xfrm>
            <a:off x="673560" y="2664360"/>
            <a:ext cx="69480" cy="69480"/>
          </a:xfrm>
          <a:prstGeom prst="line">
            <a:avLst/>
          </a:prstGeom>
          <a:ln cap="rnd" w="25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5" name=""/>
          <p:cNvSpPr/>
          <p:nvPr/>
        </p:nvSpPr>
        <p:spPr>
          <a:xfrm>
            <a:off x="971280" y="2371680"/>
            <a:ext cx="7906320" cy="543240"/>
          </a:xfrm>
          <a:custGeom>
            <a:avLst/>
            <a:gdLst/>
            <a:ahLst/>
            <a:rect l="0" t="0" r="r" b="b"/>
            <a:pathLst>
              <a:path w="21962" h="1509">
                <a:moveTo>
                  <a:pt x="0" y="0"/>
                </a:moveTo>
                <a:lnTo>
                  <a:pt x="21962" y="0"/>
                </a:lnTo>
                <a:lnTo>
                  <a:pt x="2196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6" name=""/>
          <p:cNvSpPr/>
          <p:nvPr/>
        </p:nvSpPr>
        <p:spPr>
          <a:xfrm>
            <a:off x="971280" y="23716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7" name=""/>
          <p:cNvSpPr/>
          <p:nvPr/>
        </p:nvSpPr>
        <p:spPr>
          <a:xfrm>
            <a:off x="971280" y="290484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8" name=""/>
          <p:cNvSpPr/>
          <p:nvPr/>
        </p:nvSpPr>
        <p:spPr>
          <a:xfrm>
            <a:off x="8867520" y="2371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9" name=""/>
          <p:cNvSpPr/>
          <p:nvPr/>
        </p:nvSpPr>
        <p:spPr>
          <a:xfrm>
            <a:off x="971280" y="237168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2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0" name=""/>
          <p:cNvSpPr txBox="1"/>
          <p:nvPr/>
        </p:nvSpPr>
        <p:spPr>
          <a:xfrm>
            <a:off x="2018880" y="1904040"/>
            <a:ext cx="6247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voorbeelduitwerking: klopt de vorm, klopt de mate van detail, en is dit wat nodig is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1" name=""/>
          <p:cNvSpPr txBox="1"/>
          <p:nvPr/>
        </p:nvSpPr>
        <p:spPr>
          <a:xfrm>
            <a:off x="1205640" y="257184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REVIEW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2" name=""/>
          <p:cNvSpPr/>
          <p:nvPr/>
        </p:nvSpPr>
        <p:spPr>
          <a:xfrm>
            <a:off x="4771800" y="272412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7"/>
                </a:lnTo>
                <a:lnTo>
                  <a:pt x="132" y="27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7"/>
                </a:lnTo>
                <a:lnTo>
                  <a:pt x="397" y="27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7"/>
                </a:lnTo>
                <a:lnTo>
                  <a:pt x="529" y="27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7"/>
                </a:lnTo>
                <a:lnTo>
                  <a:pt x="662" y="27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7"/>
                </a:lnTo>
                <a:lnTo>
                  <a:pt x="794" y="27"/>
                </a:lnTo>
                <a:lnTo>
                  <a:pt x="794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7"/>
                </a:lnTo>
                <a:lnTo>
                  <a:pt x="926" y="27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7"/>
                </a:lnTo>
                <a:lnTo>
                  <a:pt x="1058" y="27"/>
                </a:lnTo>
                <a:lnTo>
                  <a:pt x="1058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7"/>
                </a:lnTo>
                <a:lnTo>
                  <a:pt x="1191" y="27"/>
                </a:lnTo>
                <a:lnTo>
                  <a:pt x="1191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7"/>
                </a:lnTo>
                <a:lnTo>
                  <a:pt x="1323" y="27"/>
                </a:lnTo>
                <a:lnTo>
                  <a:pt x="1323" y="0"/>
                </a:lnTo>
                <a:moveTo>
                  <a:pt x="1455" y="0"/>
                </a:moveTo>
                <a:lnTo>
                  <a:pt x="1535" y="0"/>
                </a:lnTo>
                <a:lnTo>
                  <a:pt x="1535" y="27"/>
                </a:lnTo>
                <a:lnTo>
                  <a:pt x="1455" y="27"/>
                </a:lnTo>
                <a:lnTo>
                  <a:pt x="1455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7"/>
                </a:lnTo>
                <a:lnTo>
                  <a:pt x="1588" y="27"/>
                </a:lnTo>
                <a:lnTo>
                  <a:pt x="1588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7"/>
                </a:lnTo>
                <a:lnTo>
                  <a:pt x="1720" y="27"/>
                </a:lnTo>
                <a:lnTo>
                  <a:pt x="1720" y="0"/>
                </a:lnTo>
                <a:moveTo>
                  <a:pt x="1852" y="0"/>
                </a:moveTo>
                <a:lnTo>
                  <a:pt x="1933" y="0"/>
                </a:lnTo>
                <a:lnTo>
                  <a:pt x="1933" y="27"/>
                </a:lnTo>
                <a:lnTo>
                  <a:pt x="1852" y="27"/>
                </a:lnTo>
                <a:lnTo>
                  <a:pt x="1852" y="0"/>
                </a:lnTo>
                <a:moveTo>
                  <a:pt x="1985" y="0"/>
                </a:moveTo>
                <a:lnTo>
                  <a:pt x="2065" y="0"/>
                </a:lnTo>
                <a:lnTo>
                  <a:pt x="2065" y="27"/>
                </a:lnTo>
                <a:lnTo>
                  <a:pt x="1985" y="27"/>
                </a:lnTo>
                <a:lnTo>
                  <a:pt x="1985" y="0"/>
                </a:lnTo>
                <a:moveTo>
                  <a:pt x="2118" y="0"/>
                </a:moveTo>
                <a:lnTo>
                  <a:pt x="2197" y="0"/>
                </a:lnTo>
                <a:lnTo>
                  <a:pt x="2197" y="27"/>
                </a:lnTo>
                <a:lnTo>
                  <a:pt x="2118" y="27"/>
                </a:lnTo>
                <a:lnTo>
                  <a:pt x="2118" y="0"/>
                </a:lnTo>
                <a:moveTo>
                  <a:pt x="2250" y="0"/>
                </a:moveTo>
                <a:lnTo>
                  <a:pt x="2329" y="0"/>
                </a:lnTo>
                <a:lnTo>
                  <a:pt x="2329" y="27"/>
                </a:lnTo>
                <a:lnTo>
                  <a:pt x="2250" y="27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3" name=""/>
          <p:cNvSpPr/>
          <p:nvPr/>
        </p:nvSpPr>
        <p:spPr>
          <a:xfrm>
            <a:off x="465840" y="310428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7"/>
                  <a:pt x="972" y="698"/>
                </a:cubicBezTo>
                <a:cubicBezTo>
                  <a:pt x="960" y="729"/>
                  <a:pt x="944" y="758"/>
                  <a:pt x="926" y="785"/>
                </a:cubicBezTo>
                <a:cubicBezTo>
                  <a:pt x="907" y="813"/>
                  <a:pt x="886" y="838"/>
                  <a:pt x="863" y="862"/>
                </a:cubicBezTo>
                <a:cubicBezTo>
                  <a:pt x="839" y="885"/>
                  <a:pt x="814" y="906"/>
                  <a:pt x="786" y="925"/>
                </a:cubicBezTo>
                <a:cubicBezTo>
                  <a:pt x="759" y="943"/>
                  <a:pt x="730" y="959"/>
                  <a:pt x="699" y="971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1"/>
                </a:cubicBezTo>
                <a:cubicBezTo>
                  <a:pt x="282" y="959"/>
                  <a:pt x="253" y="943"/>
                  <a:pt x="225" y="925"/>
                </a:cubicBezTo>
                <a:cubicBezTo>
                  <a:pt x="196" y="906"/>
                  <a:pt x="171" y="885"/>
                  <a:pt x="147" y="862"/>
                </a:cubicBezTo>
                <a:cubicBezTo>
                  <a:pt x="124" y="838"/>
                  <a:pt x="103" y="813"/>
                  <a:pt x="85" y="785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7"/>
                  <a:pt x="16" y="636"/>
                  <a:pt x="9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1"/>
                  <a:pt x="3" y="439"/>
                  <a:pt x="9" y="406"/>
                </a:cubicBezTo>
                <a:cubicBezTo>
                  <a:pt x="16" y="374"/>
                  <a:pt x="25" y="342"/>
                  <a:pt x="38" y="311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6"/>
                  <a:pt x="124" y="171"/>
                  <a:pt x="147" y="147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6"/>
                  <a:pt x="282" y="51"/>
                  <a:pt x="312" y="38"/>
                </a:cubicBezTo>
                <a:cubicBezTo>
                  <a:pt x="343" y="25"/>
                  <a:pt x="375" y="16"/>
                  <a:pt x="407" y="9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7"/>
                </a:cubicBezTo>
                <a:cubicBezTo>
                  <a:pt x="886" y="171"/>
                  <a:pt x="907" y="196"/>
                  <a:pt x="926" y="224"/>
                </a:cubicBezTo>
                <a:cubicBezTo>
                  <a:pt x="944" y="252"/>
                  <a:pt x="960" y="281"/>
                  <a:pt x="972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1"/>
                  <a:pt x="1011" y="505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4" name=""/>
          <p:cNvSpPr/>
          <p:nvPr/>
        </p:nvSpPr>
        <p:spPr>
          <a:xfrm>
            <a:off x="560880" y="3225240"/>
            <a:ext cx="173520" cy="130320"/>
          </a:xfrm>
          <a:custGeom>
            <a:avLst/>
            <a:gdLst/>
            <a:ahLst/>
            <a:rect l="0" t="0" r="r" b="b"/>
            <a:pathLst>
              <a:path fill="none" w="482" h="362">
                <a:moveTo>
                  <a:pt x="0" y="193"/>
                </a:moveTo>
                <a:lnTo>
                  <a:pt x="170" y="362"/>
                </a:lnTo>
                <a:lnTo>
                  <a:pt x="482" y="0"/>
                </a:lnTo>
              </a:path>
            </a:pathLst>
          </a:custGeom>
          <a:ln cap="rnd" w="30240">
            <a:solidFill>
              <a:srgbClr val="ffffff"/>
            </a:solidFill>
            <a:round/>
          </a:ln>
        </p:spPr>
        <p:txBody>
          <a:bodyPr lIns="15120" rIns="15120" tIns="15120" bIns="15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5" name=""/>
          <p:cNvSpPr/>
          <p:nvPr/>
        </p:nvSpPr>
        <p:spPr>
          <a:xfrm>
            <a:off x="971280" y="3019320"/>
            <a:ext cx="7906320" cy="543240"/>
          </a:xfrm>
          <a:custGeom>
            <a:avLst/>
            <a:gdLst/>
            <a:ahLst/>
            <a:rect l="0" t="0" r="r" b="b"/>
            <a:pathLst>
              <a:path w="21962" h="1509">
                <a:moveTo>
                  <a:pt x="0" y="0"/>
                </a:moveTo>
                <a:lnTo>
                  <a:pt x="21962" y="0"/>
                </a:lnTo>
                <a:lnTo>
                  <a:pt x="2196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6" name=""/>
          <p:cNvSpPr/>
          <p:nvPr/>
        </p:nvSpPr>
        <p:spPr>
          <a:xfrm>
            <a:off x="971280" y="301932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7" name=""/>
          <p:cNvSpPr/>
          <p:nvPr/>
        </p:nvSpPr>
        <p:spPr>
          <a:xfrm>
            <a:off x="971280" y="355248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8" name=""/>
          <p:cNvSpPr/>
          <p:nvPr/>
        </p:nvSpPr>
        <p:spPr>
          <a:xfrm>
            <a:off x="8867520" y="30193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9" name=""/>
          <p:cNvSpPr/>
          <p:nvPr/>
        </p:nvSpPr>
        <p:spPr>
          <a:xfrm>
            <a:off x="971280" y="301932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2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0" name=""/>
          <p:cNvSpPr txBox="1"/>
          <p:nvPr/>
        </p:nvSpPr>
        <p:spPr>
          <a:xfrm>
            <a:off x="1828800" y="2551680"/>
            <a:ext cx="71424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openstaande pull requests, te beginnen bij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het informatiemodel en de begrippen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1" name=""/>
          <p:cNvSpPr txBox="1"/>
          <p:nvPr/>
        </p:nvSpPr>
        <p:spPr>
          <a:xfrm>
            <a:off x="1205640" y="3219480"/>
            <a:ext cx="526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BESLUIT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2" name=""/>
          <p:cNvSpPr/>
          <p:nvPr/>
        </p:nvSpPr>
        <p:spPr>
          <a:xfrm>
            <a:off x="465840" y="375192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6"/>
                </a:moveTo>
                <a:cubicBezTo>
                  <a:pt x="1011" y="539"/>
                  <a:pt x="1008" y="572"/>
                  <a:pt x="1001" y="604"/>
                </a:cubicBezTo>
                <a:cubicBezTo>
                  <a:pt x="995" y="637"/>
                  <a:pt x="985" y="668"/>
                  <a:pt x="972" y="699"/>
                </a:cubicBezTo>
                <a:cubicBezTo>
                  <a:pt x="960" y="730"/>
                  <a:pt x="944" y="759"/>
                  <a:pt x="926" y="786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6"/>
                  <a:pt x="814" y="907"/>
                  <a:pt x="786" y="926"/>
                </a:cubicBezTo>
                <a:cubicBezTo>
                  <a:pt x="759" y="944"/>
                  <a:pt x="730" y="960"/>
                  <a:pt x="699" y="972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2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7"/>
                  <a:pt x="171" y="886"/>
                  <a:pt x="147" y="863"/>
                </a:cubicBezTo>
                <a:cubicBezTo>
                  <a:pt x="124" y="840"/>
                  <a:pt x="103" y="814"/>
                  <a:pt x="85" y="786"/>
                </a:cubicBezTo>
                <a:cubicBezTo>
                  <a:pt x="66" y="759"/>
                  <a:pt x="51" y="730"/>
                  <a:pt x="38" y="699"/>
                </a:cubicBezTo>
                <a:cubicBezTo>
                  <a:pt x="25" y="668"/>
                  <a:pt x="16" y="637"/>
                  <a:pt x="9" y="604"/>
                </a:cubicBezTo>
                <a:cubicBezTo>
                  <a:pt x="3" y="572"/>
                  <a:pt x="0" y="539"/>
                  <a:pt x="0" y="506"/>
                </a:cubicBezTo>
                <a:cubicBezTo>
                  <a:pt x="0" y="473"/>
                  <a:pt x="3" y="440"/>
                  <a:pt x="9" y="407"/>
                </a:cubicBezTo>
                <a:cubicBezTo>
                  <a:pt x="16" y="375"/>
                  <a:pt x="25" y="343"/>
                  <a:pt x="38" y="312"/>
                </a:cubicBezTo>
                <a:cubicBezTo>
                  <a:pt x="51" y="282"/>
                  <a:pt x="66" y="253"/>
                  <a:pt x="85" y="225"/>
                </a:cubicBezTo>
                <a:cubicBezTo>
                  <a:pt x="103" y="198"/>
                  <a:pt x="124" y="171"/>
                  <a:pt x="147" y="148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6"/>
                  <a:pt x="282" y="51"/>
                  <a:pt x="312" y="38"/>
                </a:cubicBezTo>
                <a:cubicBezTo>
                  <a:pt x="343" y="25"/>
                  <a:pt x="375" y="16"/>
                  <a:pt x="407" y="9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8"/>
                </a:cubicBezTo>
                <a:cubicBezTo>
                  <a:pt x="886" y="171"/>
                  <a:pt x="907" y="198"/>
                  <a:pt x="926" y="225"/>
                </a:cubicBezTo>
                <a:cubicBezTo>
                  <a:pt x="944" y="253"/>
                  <a:pt x="960" y="282"/>
                  <a:pt x="972" y="312"/>
                </a:cubicBezTo>
                <a:cubicBezTo>
                  <a:pt x="985" y="343"/>
                  <a:pt x="995" y="375"/>
                  <a:pt x="1001" y="407"/>
                </a:cubicBezTo>
                <a:cubicBezTo>
                  <a:pt x="1008" y="440"/>
                  <a:pt x="1011" y="473"/>
                  <a:pt x="1011" y="50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3" name=""/>
          <p:cNvSpPr/>
          <p:nvPr/>
        </p:nvSpPr>
        <p:spPr>
          <a:xfrm>
            <a:off x="526320" y="3855600"/>
            <a:ext cx="242640" cy="190800"/>
          </a:xfrm>
          <a:custGeom>
            <a:avLst/>
            <a:gdLst/>
            <a:ahLst/>
            <a:rect l="0" t="0" r="r" b="b"/>
            <a:pathLst>
              <a:path w="674" h="530">
                <a:moveTo>
                  <a:pt x="72" y="0"/>
                </a:moveTo>
                <a:lnTo>
                  <a:pt x="602" y="0"/>
                </a:lnTo>
                <a:cubicBezTo>
                  <a:pt x="612" y="0"/>
                  <a:pt x="621" y="2"/>
                  <a:pt x="630" y="6"/>
                </a:cubicBezTo>
                <a:cubicBezTo>
                  <a:pt x="639" y="9"/>
                  <a:pt x="647" y="15"/>
                  <a:pt x="653" y="21"/>
                </a:cubicBezTo>
                <a:cubicBezTo>
                  <a:pt x="660" y="28"/>
                  <a:pt x="665" y="36"/>
                  <a:pt x="669" y="45"/>
                </a:cubicBezTo>
                <a:cubicBezTo>
                  <a:pt x="673" y="54"/>
                  <a:pt x="674" y="63"/>
                  <a:pt x="674" y="72"/>
                </a:cubicBezTo>
                <a:lnTo>
                  <a:pt x="674" y="338"/>
                </a:lnTo>
                <a:cubicBezTo>
                  <a:pt x="674" y="348"/>
                  <a:pt x="673" y="357"/>
                  <a:pt x="669" y="366"/>
                </a:cubicBezTo>
                <a:cubicBezTo>
                  <a:pt x="665" y="375"/>
                  <a:pt x="660" y="382"/>
                  <a:pt x="653" y="389"/>
                </a:cubicBezTo>
                <a:cubicBezTo>
                  <a:pt x="647" y="396"/>
                  <a:pt x="639" y="401"/>
                  <a:pt x="630" y="405"/>
                </a:cubicBezTo>
                <a:cubicBezTo>
                  <a:pt x="621" y="408"/>
                  <a:pt x="612" y="410"/>
                  <a:pt x="602" y="410"/>
                </a:cubicBezTo>
                <a:lnTo>
                  <a:pt x="314" y="410"/>
                </a:lnTo>
                <a:lnTo>
                  <a:pt x="168" y="530"/>
                </a:lnTo>
                <a:lnTo>
                  <a:pt x="168" y="410"/>
                </a:lnTo>
                <a:lnTo>
                  <a:pt x="72" y="410"/>
                </a:lnTo>
                <a:cubicBezTo>
                  <a:pt x="63" y="410"/>
                  <a:pt x="53" y="408"/>
                  <a:pt x="44" y="405"/>
                </a:cubicBezTo>
                <a:cubicBezTo>
                  <a:pt x="36" y="401"/>
                  <a:pt x="28" y="396"/>
                  <a:pt x="21" y="389"/>
                </a:cubicBezTo>
                <a:cubicBezTo>
                  <a:pt x="14" y="382"/>
                  <a:pt x="9" y="375"/>
                  <a:pt x="5" y="366"/>
                </a:cubicBezTo>
                <a:cubicBezTo>
                  <a:pt x="2" y="357"/>
                  <a:pt x="0" y="348"/>
                  <a:pt x="0" y="338"/>
                </a:cubicBezTo>
                <a:lnTo>
                  <a:pt x="0" y="72"/>
                </a:lnTo>
                <a:cubicBezTo>
                  <a:pt x="0" y="63"/>
                  <a:pt x="2" y="54"/>
                  <a:pt x="5" y="45"/>
                </a:cubicBezTo>
                <a:cubicBezTo>
                  <a:pt x="9" y="36"/>
                  <a:pt x="14" y="28"/>
                  <a:pt x="21" y="21"/>
                </a:cubicBezTo>
                <a:cubicBezTo>
                  <a:pt x="28" y="15"/>
                  <a:pt x="36" y="9"/>
                  <a:pt x="44" y="6"/>
                </a:cubicBezTo>
                <a:cubicBezTo>
                  <a:pt x="53" y="2"/>
                  <a:pt x="63" y="0"/>
                  <a:pt x="7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4" name=""/>
          <p:cNvSpPr/>
          <p:nvPr/>
        </p:nvSpPr>
        <p:spPr>
          <a:xfrm>
            <a:off x="971280" y="3666960"/>
            <a:ext cx="7906320" cy="543240"/>
          </a:xfrm>
          <a:custGeom>
            <a:avLst/>
            <a:gdLst/>
            <a:ahLst/>
            <a:rect l="0" t="0" r="r" b="b"/>
            <a:pathLst>
              <a:path w="21962" h="1509">
                <a:moveTo>
                  <a:pt x="0" y="0"/>
                </a:moveTo>
                <a:lnTo>
                  <a:pt x="21962" y="0"/>
                </a:lnTo>
                <a:lnTo>
                  <a:pt x="2196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5" name=""/>
          <p:cNvSpPr/>
          <p:nvPr/>
        </p:nvSpPr>
        <p:spPr>
          <a:xfrm>
            <a:off x="971280" y="366696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6" name=""/>
          <p:cNvSpPr/>
          <p:nvPr/>
        </p:nvSpPr>
        <p:spPr>
          <a:xfrm>
            <a:off x="971280" y="42004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7" name=""/>
          <p:cNvSpPr/>
          <p:nvPr/>
        </p:nvSpPr>
        <p:spPr>
          <a:xfrm>
            <a:off x="8867520" y="36669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8" name=""/>
          <p:cNvSpPr/>
          <p:nvPr/>
        </p:nvSpPr>
        <p:spPr>
          <a:xfrm>
            <a:off x="971280" y="3666960"/>
            <a:ext cx="48240" cy="543240"/>
          </a:xfrm>
          <a:custGeom>
            <a:avLst/>
            <a:gdLst/>
            <a:ahLst/>
            <a:rect l="0" t="0" r="r" b="b"/>
            <a:pathLst>
              <a:path w="134" h="1509">
                <a:moveTo>
                  <a:pt x="0" y="0"/>
                </a:moveTo>
                <a:lnTo>
                  <a:pt x="0" y="1509"/>
                </a:lnTo>
                <a:lnTo>
                  <a:pt x="134" y="1483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9" name=""/>
          <p:cNvSpPr txBox="1"/>
          <p:nvPr/>
        </p:nvSpPr>
        <p:spPr>
          <a:xfrm>
            <a:off x="1890720" y="3199320"/>
            <a:ext cx="66470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het koppeling-ID: nu een eerste indeling vastleggen, of wachten tot de detaillering verder is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0" name=""/>
          <p:cNvSpPr txBox="1"/>
          <p:nvPr/>
        </p:nvSpPr>
        <p:spPr>
          <a:xfrm>
            <a:off x="1205640" y="3867120"/>
            <a:ext cx="3877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INPUT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2" name=""/>
          <p:cNvSpPr txBox="1"/>
          <p:nvPr/>
        </p:nvSpPr>
        <p:spPr>
          <a:xfrm>
            <a:off x="1757880" y="3846960"/>
            <a:ext cx="5109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het versioneringsvoorstel: past dit op de manier waarop jullie releasen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0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00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010" name=""/>
          <p:cNvSpPr/>
          <p:nvPr/>
        </p:nvSpPr>
        <p:spPr>
          <a:xfrm>
            <a:off x="464760" y="222696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5"/>
                </a:moveTo>
                <a:cubicBezTo>
                  <a:pt x="910" y="484"/>
                  <a:pt x="907" y="514"/>
                  <a:pt x="902" y="543"/>
                </a:cubicBezTo>
                <a:cubicBezTo>
                  <a:pt x="896" y="573"/>
                  <a:pt x="887" y="601"/>
                  <a:pt x="876" y="629"/>
                </a:cubicBezTo>
                <a:cubicBezTo>
                  <a:pt x="864" y="657"/>
                  <a:pt x="850" y="683"/>
                  <a:pt x="834" y="708"/>
                </a:cubicBezTo>
                <a:cubicBezTo>
                  <a:pt x="817" y="733"/>
                  <a:pt x="798" y="756"/>
                  <a:pt x="777" y="777"/>
                </a:cubicBezTo>
                <a:cubicBezTo>
                  <a:pt x="756" y="798"/>
                  <a:pt x="733" y="817"/>
                  <a:pt x="708" y="834"/>
                </a:cubicBezTo>
                <a:cubicBezTo>
                  <a:pt x="683" y="850"/>
                  <a:pt x="657" y="864"/>
                  <a:pt x="630" y="876"/>
                </a:cubicBezTo>
                <a:cubicBezTo>
                  <a:pt x="602" y="887"/>
                  <a:pt x="574" y="896"/>
                  <a:pt x="544" y="901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1"/>
                </a:cubicBezTo>
                <a:cubicBezTo>
                  <a:pt x="338" y="896"/>
                  <a:pt x="309" y="887"/>
                  <a:pt x="282" y="876"/>
                </a:cubicBezTo>
                <a:cubicBezTo>
                  <a:pt x="254" y="864"/>
                  <a:pt x="228" y="850"/>
                  <a:pt x="203" y="834"/>
                </a:cubicBezTo>
                <a:cubicBezTo>
                  <a:pt x="178" y="817"/>
                  <a:pt x="155" y="798"/>
                  <a:pt x="134" y="777"/>
                </a:cubicBezTo>
                <a:cubicBezTo>
                  <a:pt x="113" y="756"/>
                  <a:pt x="94" y="733"/>
                  <a:pt x="78" y="708"/>
                </a:cubicBezTo>
                <a:cubicBezTo>
                  <a:pt x="60" y="683"/>
                  <a:pt x="46" y="657"/>
                  <a:pt x="35" y="629"/>
                </a:cubicBezTo>
                <a:cubicBezTo>
                  <a:pt x="23" y="601"/>
                  <a:pt x="15" y="573"/>
                  <a:pt x="9" y="543"/>
                </a:cubicBezTo>
                <a:cubicBezTo>
                  <a:pt x="3" y="514"/>
                  <a:pt x="0" y="484"/>
                  <a:pt x="0" y="455"/>
                </a:cubicBezTo>
                <a:cubicBezTo>
                  <a:pt x="0" y="425"/>
                  <a:pt x="3" y="395"/>
                  <a:pt x="9" y="366"/>
                </a:cubicBezTo>
                <a:cubicBezTo>
                  <a:pt x="15" y="337"/>
                  <a:pt x="23" y="308"/>
                  <a:pt x="35" y="281"/>
                </a:cubicBezTo>
                <a:cubicBezTo>
                  <a:pt x="46" y="253"/>
                  <a:pt x="60" y="227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7"/>
                </a:cubicBezTo>
                <a:cubicBezTo>
                  <a:pt x="228" y="60"/>
                  <a:pt x="254" y="46"/>
                  <a:pt x="282" y="35"/>
                </a:cubicBezTo>
                <a:cubicBezTo>
                  <a:pt x="309" y="23"/>
                  <a:pt x="338" y="14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4"/>
                  <a:pt x="602" y="23"/>
                  <a:pt x="630" y="35"/>
                </a:cubicBezTo>
                <a:cubicBezTo>
                  <a:pt x="657" y="46"/>
                  <a:pt x="683" y="60"/>
                  <a:pt x="708" y="77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7"/>
                  <a:pt x="864" y="253"/>
                  <a:pt x="876" y="281"/>
                </a:cubicBezTo>
                <a:cubicBezTo>
                  <a:pt x="887" y="308"/>
                  <a:pt x="896" y="337"/>
                  <a:pt x="902" y="366"/>
                </a:cubicBezTo>
                <a:cubicBezTo>
                  <a:pt x="907" y="395"/>
                  <a:pt x="910" y="425"/>
                  <a:pt x="910" y="455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1" name=""/>
          <p:cNvSpPr/>
          <p:nvPr/>
        </p:nvSpPr>
        <p:spPr>
          <a:xfrm>
            <a:off x="550440" y="2336040"/>
            <a:ext cx="156240" cy="117360"/>
          </a:xfrm>
          <a:custGeom>
            <a:avLst/>
            <a:gdLst/>
            <a:ahLst/>
            <a:rect l="0" t="0" r="r" b="b"/>
            <a:pathLst>
              <a:path fill="none" w="434" h="326">
                <a:moveTo>
                  <a:pt x="0" y="174"/>
                </a:moveTo>
                <a:lnTo>
                  <a:pt x="152" y="326"/>
                </a:lnTo>
                <a:lnTo>
                  <a:pt x="434" y="0"/>
                </a:lnTo>
              </a:path>
            </a:pathLst>
          </a:custGeom>
          <a:ln cap="rnd" w="27000">
            <a:solidFill>
              <a:srgbClr val="ffffff"/>
            </a:solidFill>
            <a:round/>
          </a:ln>
        </p:spPr>
        <p:txBody>
          <a:bodyPr lIns="13320" rIns="13320" tIns="13320" bIns="13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2" name=""/>
          <p:cNvSpPr txBox="1"/>
          <p:nvPr/>
        </p:nvSpPr>
        <p:spPr>
          <a:xfrm>
            <a:off x="439920" y="1453320"/>
            <a:ext cx="1491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Vervolg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3" name=""/>
          <p:cNvSpPr/>
          <p:nvPr/>
        </p:nvSpPr>
        <p:spPr>
          <a:xfrm>
            <a:off x="464760" y="2674440"/>
            <a:ext cx="327600" cy="327960"/>
          </a:xfrm>
          <a:custGeom>
            <a:avLst/>
            <a:gdLst/>
            <a:ahLst/>
            <a:rect l="0" t="0" r="r" b="b"/>
            <a:pathLst>
              <a:path w="910" h="911">
                <a:moveTo>
                  <a:pt x="910" y="456"/>
                </a:moveTo>
                <a:cubicBezTo>
                  <a:pt x="910" y="486"/>
                  <a:pt x="907" y="515"/>
                  <a:pt x="902" y="545"/>
                </a:cubicBezTo>
                <a:cubicBezTo>
                  <a:pt x="896" y="574"/>
                  <a:pt x="887" y="602"/>
                  <a:pt x="876" y="630"/>
                </a:cubicBezTo>
                <a:cubicBezTo>
                  <a:pt x="864" y="658"/>
                  <a:pt x="850" y="684"/>
                  <a:pt x="834" y="709"/>
                </a:cubicBezTo>
                <a:cubicBezTo>
                  <a:pt x="817" y="733"/>
                  <a:pt x="798" y="756"/>
                  <a:pt x="777" y="778"/>
                </a:cubicBezTo>
                <a:cubicBezTo>
                  <a:pt x="756" y="799"/>
                  <a:pt x="733" y="817"/>
                  <a:pt x="708" y="834"/>
                </a:cubicBezTo>
                <a:cubicBezTo>
                  <a:pt x="683" y="851"/>
                  <a:pt x="657" y="865"/>
                  <a:pt x="630" y="876"/>
                </a:cubicBezTo>
                <a:cubicBezTo>
                  <a:pt x="602" y="888"/>
                  <a:pt x="574" y="896"/>
                  <a:pt x="544" y="902"/>
                </a:cubicBezTo>
                <a:cubicBezTo>
                  <a:pt x="515" y="908"/>
                  <a:pt x="486" y="911"/>
                  <a:pt x="456" y="911"/>
                </a:cubicBezTo>
                <a:cubicBezTo>
                  <a:pt x="426" y="911"/>
                  <a:pt x="396" y="908"/>
                  <a:pt x="367" y="902"/>
                </a:cubicBezTo>
                <a:cubicBezTo>
                  <a:pt x="338" y="896"/>
                  <a:pt x="309" y="888"/>
                  <a:pt x="282" y="876"/>
                </a:cubicBezTo>
                <a:cubicBezTo>
                  <a:pt x="254" y="865"/>
                  <a:pt x="228" y="851"/>
                  <a:pt x="203" y="834"/>
                </a:cubicBezTo>
                <a:cubicBezTo>
                  <a:pt x="178" y="817"/>
                  <a:pt x="155" y="799"/>
                  <a:pt x="134" y="778"/>
                </a:cubicBezTo>
                <a:cubicBezTo>
                  <a:pt x="113" y="756"/>
                  <a:pt x="94" y="733"/>
                  <a:pt x="78" y="709"/>
                </a:cubicBezTo>
                <a:cubicBezTo>
                  <a:pt x="60" y="684"/>
                  <a:pt x="46" y="658"/>
                  <a:pt x="35" y="630"/>
                </a:cubicBezTo>
                <a:cubicBezTo>
                  <a:pt x="23" y="602"/>
                  <a:pt x="15" y="574"/>
                  <a:pt x="9" y="545"/>
                </a:cubicBezTo>
                <a:cubicBezTo>
                  <a:pt x="3" y="515"/>
                  <a:pt x="0" y="486"/>
                  <a:pt x="0" y="456"/>
                </a:cubicBezTo>
                <a:cubicBezTo>
                  <a:pt x="0" y="426"/>
                  <a:pt x="3" y="397"/>
                  <a:pt x="9" y="367"/>
                </a:cubicBezTo>
                <a:cubicBezTo>
                  <a:pt x="15" y="338"/>
                  <a:pt x="23" y="310"/>
                  <a:pt x="35" y="281"/>
                </a:cubicBezTo>
                <a:cubicBezTo>
                  <a:pt x="46" y="254"/>
                  <a:pt x="60" y="227"/>
                  <a:pt x="78" y="203"/>
                </a:cubicBezTo>
                <a:cubicBezTo>
                  <a:pt x="94" y="178"/>
                  <a:pt x="113" y="155"/>
                  <a:pt x="134" y="134"/>
                </a:cubicBezTo>
                <a:cubicBezTo>
                  <a:pt x="155" y="113"/>
                  <a:pt x="178" y="94"/>
                  <a:pt x="203" y="77"/>
                </a:cubicBezTo>
                <a:cubicBezTo>
                  <a:pt x="228" y="61"/>
                  <a:pt x="254" y="47"/>
                  <a:pt x="282" y="35"/>
                </a:cubicBezTo>
                <a:cubicBezTo>
                  <a:pt x="309" y="24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4"/>
                  <a:pt x="630" y="35"/>
                </a:cubicBezTo>
                <a:cubicBezTo>
                  <a:pt x="657" y="47"/>
                  <a:pt x="683" y="61"/>
                  <a:pt x="708" y="77"/>
                </a:cubicBezTo>
                <a:cubicBezTo>
                  <a:pt x="733" y="94"/>
                  <a:pt x="756" y="113"/>
                  <a:pt x="777" y="134"/>
                </a:cubicBezTo>
                <a:cubicBezTo>
                  <a:pt x="798" y="155"/>
                  <a:pt x="817" y="178"/>
                  <a:pt x="834" y="203"/>
                </a:cubicBezTo>
                <a:cubicBezTo>
                  <a:pt x="850" y="227"/>
                  <a:pt x="864" y="254"/>
                  <a:pt x="876" y="281"/>
                </a:cubicBezTo>
                <a:cubicBezTo>
                  <a:pt x="887" y="310"/>
                  <a:pt x="896" y="338"/>
                  <a:pt x="902" y="367"/>
                </a:cubicBezTo>
                <a:cubicBezTo>
                  <a:pt x="907" y="397"/>
                  <a:pt x="910" y="426"/>
                  <a:pt x="910" y="45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4" name=""/>
          <p:cNvSpPr/>
          <p:nvPr/>
        </p:nvSpPr>
        <p:spPr>
          <a:xfrm>
            <a:off x="542880" y="2752560"/>
            <a:ext cx="124920" cy="124920"/>
          </a:xfrm>
          <a:custGeom>
            <a:avLst/>
            <a:gdLst/>
            <a:ahLst/>
            <a:rect l="0" t="0" r="r" b="b"/>
            <a:pathLst>
              <a:path w="347" h="347">
                <a:moveTo>
                  <a:pt x="347" y="174"/>
                </a:moveTo>
                <a:cubicBezTo>
                  <a:pt x="347" y="186"/>
                  <a:pt x="346" y="197"/>
                  <a:pt x="344" y="208"/>
                </a:cubicBezTo>
                <a:cubicBezTo>
                  <a:pt x="341" y="219"/>
                  <a:pt x="338" y="230"/>
                  <a:pt x="334" y="240"/>
                </a:cubicBezTo>
                <a:cubicBezTo>
                  <a:pt x="329" y="251"/>
                  <a:pt x="324" y="261"/>
                  <a:pt x="318" y="270"/>
                </a:cubicBezTo>
                <a:cubicBezTo>
                  <a:pt x="311" y="280"/>
                  <a:pt x="304" y="289"/>
                  <a:pt x="296" y="297"/>
                </a:cubicBezTo>
                <a:cubicBezTo>
                  <a:pt x="288" y="305"/>
                  <a:pt x="279" y="312"/>
                  <a:pt x="270" y="318"/>
                </a:cubicBezTo>
                <a:cubicBezTo>
                  <a:pt x="261" y="324"/>
                  <a:pt x="251" y="330"/>
                  <a:pt x="240" y="334"/>
                </a:cubicBezTo>
                <a:cubicBezTo>
                  <a:pt x="230" y="338"/>
                  <a:pt x="219" y="342"/>
                  <a:pt x="208" y="344"/>
                </a:cubicBezTo>
                <a:cubicBezTo>
                  <a:pt x="196" y="346"/>
                  <a:pt x="185" y="347"/>
                  <a:pt x="174" y="347"/>
                </a:cubicBezTo>
                <a:cubicBezTo>
                  <a:pt x="162" y="347"/>
                  <a:pt x="151" y="346"/>
                  <a:pt x="140" y="344"/>
                </a:cubicBezTo>
                <a:cubicBezTo>
                  <a:pt x="129" y="342"/>
                  <a:pt x="118" y="338"/>
                  <a:pt x="108" y="334"/>
                </a:cubicBezTo>
                <a:cubicBezTo>
                  <a:pt x="97" y="330"/>
                  <a:pt x="87" y="324"/>
                  <a:pt x="78" y="318"/>
                </a:cubicBezTo>
                <a:cubicBezTo>
                  <a:pt x="68" y="312"/>
                  <a:pt x="59" y="305"/>
                  <a:pt x="51" y="297"/>
                </a:cubicBezTo>
                <a:cubicBezTo>
                  <a:pt x="42" y="289"/>
                  <a:pt x="35" y="280"/>
                  <a:pt x="29" y="270"/>
                </a:cubicBezTo>
                <a:cubicBezTo>
                  <a:pt x="22" y="261"/>
                  <a:pt x="17" y="251"/>
                  <a:pt x="13" y="240"/>
                </a:cubicBezTo>
                <a:cubicBezTo>
                  <a:pt x="8" y="230"/>
                  <a:pt x="5" y="219"/>
                  <a:pt x="3" y="208"/>
                </a:cubicBezTo>
                <a:cubicBezTo>
                  <a:pt x="1" y="197"/>
                  <a:pt x="0" y="186"/>
                  <a:pt x="0" y="174"/>
                </a:cubicBezTo>
                <a:cubicBezTo>
                  <a:pt x="0" y="163"/>
                  <a:pt x="1" y="152"/>
                  <a:pt x="3" y="139"/>
                </a:cubicBezTo>
                <a:cubicBezTo>
                  <a:pt x="5" y="128"/>
                  <a:pt x="8" y="117"/>
                  <a:pt x="13" y="107"/>
                </a:cubicBezTo>
                <a:cubicBezTo>
                  <a:pt x="17" y="96"/>
                  <a:pt x="22" y="86"/>
                  <a:pt x="29" y="77"/>
                </a:cubicBezTo>
                <a:cubicBezTo>
                  <a:pt x="35" y="67"/>
                  <a:pt x="42" y="59"/>
                  <a:pt x="51" y="51"/>
                </a:cubicBezTo>
                <a:cubicBezTo>
                  <a:pt x="59" y="43"/>
                  <a:pt x="68" y="35"/>
                  <a:pt x="78" y="29"/>
                </a:cubicBezTo>
                <a:cubicBezTo>
                  <a:pt x="87" y="23"/>
                  <a:pt x="97" y="17"/>
                  <a:pt x="108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2" y="0"/>
                  <a:pt x="174" y="0"/>
                </a:cubicBezTo>
                <a:cubicBezTo>
                  <a:pt x="185" y="0"/>
                  <a:pt x="196" y="1"/>
                  <a:pt x="208" y="3"/>
                </a:cubicBezTo>
                <a:cubicBezTo>
                  <a:pt x="219" y="6"/>
                  <a:pt x="230" y="9"/>
                  <a:pt x="240" y="13"/>
                </a:cubicBezTo>
                <a:cubicBezTo>
                  <a:pt x="251" y="17"/>
                  <a:pt x="261" y="23"/>
                  <a:pt x="270" y="29"/>
                </a:cubicBezTo>
                <a:cubicBezTo>
                  <a:pt x="279" y="35"/>
                  <a:pt x="288" y="43"/>
                  <a:pt x="296" y="51"/>
                </a:cubicBezTo>
                <a:cubicBezTo>
                  <a:pt x="304" y="59"/>
                  <a:pt x="311" y="67"/>
                  <a:pt x="318" y="77"/>
                </a:cubicBezTo>
                <a:cubicBezTo>
                  <a:pt x="324" y="86"/>
                  <a:pt x="329" y="96"/>
                  <a:pt x="334" y="107"/>
                </a:cubicBezTo>
                <a:cubicBezTo>
                  <a:pt x="338" y="117"/>
                  <a:pt x="341" y="128"/>
                  <a:pt x="344" y="139"/>
                </a:cubicBezTo>
                <a:cubicBezTo>
                  <a:pt x="346" y="152"/>
                  <a:pt x="347" y="163"/>
                  <a:pt x="347" y="174"/>
                </a:cubicBezTo>
                <a:close/>
              </a:path>
            </a:pathLst>
          </a:custGeom>
          <a:noFill/>
          <a:ln w="23040">
            <a:solidFill>
              <a:srgbClr val="ffffff"/>
            </a:solidFill>
            <a:miter/>
          </a:ln>
        </p:spPr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5" name=""/>
          <p:cNvSpPr/>
          <p:nvPr/>
        </p:nvSpPr>
        <p:spPr>
          <a:xfrm>
            <a:off x="651960" y="2861640"/>
            <a:ext cx="62640" cy="62640"/>
          </a:xfrm>
          <a:prstGeom prst="line">
            <a:avLst/>
          </a:prstGeom>
          <a:ln cap="rnd" w="23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6" name=""/>
          <p:cNvSpPr txBox="1"/>
          <p:nvPr/>
        </p:nvSpPr>
        <p:spPr>
          <a:xfrm>
            <a:off x="921960" y="2299680"/>
            <a:ext cx="57326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Reacties op de voorbeelduitwerking: in de pull request, of als issue op Public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7" name=""/>
          <p:cNvSpPr/>
          <p:nvPr/>
        </p:nvSpPr>
        <p:spPr>
          <a:xfrm>
            <a:off x="2085840" y="2923920"/>
            <a:ext cx="857520" cy="10080"/>
          </a:xfrm>
          <a:custGeom>
            <a:avLst/>
            <a:gdLst/>
            <a:ahLst/>
            <a:rect l="0" t="0" r="r" b="b"/>
            <a:pathLst>
              <a:path w="2382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5" y="0"/>
                </a:moveTo>
                <a:lnTo>
                  <a:pt x="216" y="0"/>
                </a:lnTo>
                <a:lnTo>
                  <a:pt x="216" y="28"/>
                </a:lnTo>
                <a:lnTo>
                  <a:pt x="135" y="28"/>
                </a:lnTo>
                <a:lnTo>
                  <a:pt x="135" y="0"/>
                </a:lnTo>
                <a:moveTo>
                  <a:pt x="272" y="0"/>
                </a:moveTo>
                <a:lnTo>
                  <a:pt x="351" y="0"/>
                </a:lnTo>
                <a:lnTo>
                  <a:pt x="351" y="28"/>
                </a:lnTo>
                <a:lnTo>
                  <a:pt x="272" y="28"/>
                </a:lnTo>
                <a:lnTo>
                  <a:pt x="272" y="0"/>
                </a:lnTo>
                <a:moveTo>
                  <a:pt x="407" y="0"/>
                </a:moveTo>
                <a:lnTo>
                  <a:pt x="486" y="0"/>
                </a:lnTo>
                <a:lnTo>
                  <a:pt x="486" y="28"/>
                </a:lnTo>
                <a:lnTo>
                  <a:pt x="407" y="28"/>
                </a:lnTo>
                <a:lnTo>
                  <a:pt x="407" y="0"/>
                </a:lnTo>
                <a:moveTo>
                  <a:pt x="542" y="0"/>
                </a:moveTo>
                <a:lnTo>
                  <a:pt x="622" y="0"/>
                </a:lnTo>
                <a:lnTo>
                  <a:pt x="622" y="28"/>
                </a:lnTo>
                <a:lnTo>
                  <a:pt x="542" y="28"/>
                </a:lnTo>
                <a:lnTo>
                  <a:pt x="542" y="0"/>
                </a:lnTo>
                <a:moveTo>
                  <a:pt x="678" y="0"/>
                </a:moveTo>
                <a:lnTo>
                  <a:pt x="757" y="0"/>
                </a:lnTo>
                <a:lnTo>
                  <a:pt x="757" y="28"/>
                </a:lnTo>
                <a:lnTo>
                  <a:pt x="678" y="28"/>
                </a:lnTo>
                <a:lnTo>
                  <a:pt x="678" y="0"/>
                </a:lnTo>
                <a:moveTo>
                  <a:pt x="813" y="0"/>
                </a:moveTo>
                <a:lnTo>
                  <a:pt x="893" y="0"/>
                </a:lnTo>
                <a:lnTo>
                  <a:pt x="893" y="28"/>
                </a:lnTo>
                <a:lnTo>
                  <a:pt x="813" y="28"/>
                </a:lnTo>
                <a:lnTo>
                  <a:pt x="813" y="0"/>
                </a:lnTo>
                <a:moveTo>
                  <a:pt x="949" y="0"/>
                </a:moveTo>
                <a:lnTo>
                  <a:pt x="1028" y="0"/>
                </a:lnTo>
                <a:lnTo>
                  <a:pt x="1028" y="28"/>
                </a:lnTo>
                <a:lnTo>
                  <a:pt x="949" y="28"/>
                </a:lnTo>
                <a:lnTo>
                  <a:pt x="949" y="0"/>
                </a:lnTo>
                <a:moveTo>
                  <a:pt x="1084" y="0"/>
                </a:moveTo>
                <a:lnTo>
                  <a:pt x="1163" y="0"/>
                </a:lnTo>
                <a:lnTo>
                  <a:pt x="1163" y="28"/>
                </a:lnTo>
                <a:lnTo>
                  <a:pt x="1084" y="28"/>
                </a:lnTo>
                <a:lnTo>
                  <a:pt x="1084" y="0"/>
                </a:lnTo>
                <a:moveTo>
                  <a:pt x="1220" y="0"/>
                </a:moveTo>
                <a:lnTo>
                  <a:pt x="1299" y="0"/>
                </a:lnTo>
                <a:lnTo>
                  <a:pt x="1299" y="28"/>
                </a:lnTo>
                <a:lnTo>
                  <a:pt x="1220" y="28"/>
                </a:lnTo>
                <a:lnTo>
                  <a:pt x="1220" y="0"/>
                </a:lnTo>
                <a:moveTo>
                  <a:pt x="1355" y="0"/>
                </a:moveTo>
                <a:lnTo>
                  <a:pt x="1434" y="0"/>
                </a:lnTo>
                <a:lnTo>
                  <a:pt x="1434" y="28"/>
                </a:lnTo>
                <a:lnTo>
                  <a:pt x="1355" y="28"/>
                </a:lnTo>
                <a:lnTo>
                  <a:pt x="1355" y="0"/>
                </a:lnTo>
                <a:moveTo>
                  <a:pt x="1490" y="0"/>
                </a:moveTo>
                <a:lnTo>
                  <a:pt x="1570" y="0"/>
                </a:lnTo>
                <a:lnTo>
                  <a:pt x="1570" y="28"/>
                </a:lnTo>
                <a:lnTo>
                  <a:pt x="1490" y="28"/>
                </a:lnTo>
                <a:lnTo>
                  <a:pt x="1490" y="0"/>
                </a:lnTo>
                <a:moveTo>
                  <a:pt x="1626" y="0"/>
                </a:moveTo>
                <a:lnTo>
                  <a:pt x="1705" y="0"/>
                </a:lnTo>
                <a:lnTo>
                  <a:pt x="1705" y="28"/>
                </a:lnTo>
                <a:lnTo>
                  <a:pt x="1626" y="28"/>
                </a:lnTo>
                <a:lnTo>
                  <a:pt x="1626" y="0"/>
                </a:lnTo>
                <a:moveTo>
                  <a:pt x="1761" y="0"/>
                </a:moveTo>
                <a:lnTo>
                  <a:pt x="1841" y="0"/>
                </a:lnTo>
                <a:lnTo>
                  <a:pt x="1841" y="28"/>
                </a:lnTo>
                <a:lnTo>
                  <a:pt x="1761" y="28"/>
                </a:lnTo>
                <a:lnTo>
                  <a:pt x="1761" y="0"/>
                </a:lnTo>
                <a:moveTo>
                  <a:pt x="1897" y="0"/>
                </a:moveTo>
                <a:lnTo>
                  <a:pt x="1976" y="0"/>
                </a:lnTo>
                <a:lnTo>
                  <a:pt x="1976" y="28"/>
                </a:lnTo>
                <a:lnTo>
                  <a:pt x="1897" y="28"/>
                </a:lnTo>
                <a:lnTo>
                  <a:pt x="1897" y="0"/>
                </a:lnTo>
                <a:moveTo>
                  <a:pt x="2032" y="0"/>
                </a:moveTo>
                <a:lnTo>
                  <a:pt x="2111" y="0"/>
                </a:lnTo>
                <a:lnTo>
                  <a:pt x="2111" y="28"/>
                </a:lnTo>
                <a:lnTo>
                  <a:pt x="2032" y="28"/>
                </a:lnTo>
                <a:lnTo>
                  <a:pt x="2032" y="0"/>
                </a:lnTo>
                <a:moveTo>
                  <a:pt x="2167" y="0"/>
                </a:moveTo>
                <a:lnTo>
                  <a:pt x="2247" y="0"/>
                </a:lnTo>
                <a:lnTo>
                  <a:pt x="2247" y="28"/>
                </a:lnTo>
                <a:lnTo>
                  <a:pt x="2167" y="28"/>
                </a:lnTo>
                <a:lnTo>
                  <a:pt x="2167" y="0"/>
                </a:lnTo>
                <a:moveTo>
                  <a:pt x="2303" y="0"/>
                </a:moveTo>
                <a:lnTo>
                  <a:pt x="2382" y="0"/>
                </a:lnTo>
                <a:lnTo>
                  <a:pt x="2382" y="28"/>
                </a:lnTo>
                <a:lnTo>
                  <a:pt x="2303" y="28"/>
                </a:lnTo>
                <a:lnTo>
                  <a:pt x="230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8" name=""/>
          <p:cNvSpPr/>
          <p:nvPr/>
        </p:nvSpPr>
        <p:spPr>
          <a:xfrm>
            <a:off x="464760" y="312228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5"/>
                </a:moveTo>
                <a:cubicBezTo>
                  <a:pt x="910" y="484"/>
                  <a:pt x="907" y="514"/>
                  <a:pt x="902" y="543"/>
                </a:cubicBezTo>
                <a:cubicBezTo>
                  <a:pt x="896" y="573"/>
                  <a:pt x="887" y="601"/>
                  <a:pt x="876" y="629"/>
                </a:cubicBezTo>
                <a:cubicBezTo>
                  <a:pt x="864" y="656"/>
                  <a:pt x="850" y="682"/>
                  <a:pt x="834" y="707"/>
                </a:cubicBezTo>
                <a:cubicBezTo>
                  <a:pt x="817" y="732"/>
                  <a:pt x="798" y="755"/>
                  <a:pt x="777" y="776"/>
                </a:cubicBezTo>
                <a:cubicBezTo>
                  <a:pt x="756" y="797"/>
                  <a:pt x="733" y="816"/>
                  <a:pt x="708" y="833"/>
                </a:cubicBezTo>
                <a:cubicBezTo>
                  <a:pt x="683" y="849"/>
                  <a:pt x="657" y="863"/>
                  <a:pt x="630" y="876"/>
                </a:cubicBezTo>
                <a:cubicBezTo>
                  <a:pt x="602" y="887"/>
                  <a:pt x="574" y="896"/>
                  <a:pt x="544" y="901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1"/>
                </a:cubicBezTo>
                <a:cubicBezTo>
                  <a:pt x="338" y="896"/>
                  <a:pt x="309" y="887"/>
                  <a:pt x="282" y="876"/>
                </a:cubicBezTo>
                <a:cubicBezTo>
                  <a:pt x="254" y="863"/>
                  <a:pt x="228" y="849"/>
                  <a:pt x="203" y="833"/>
                </a:cubicBezTo>
                <a:cubicBezTo>
                  <a:pt x="178" y="816"/>
                  <a:pt x="155" y="797"/>
                  <a:pt x="134" y="776"/>
                </a:cubicBezTo>
                <a:cubicBezTo>
                  <a:pt x="113" y="755"/>
                  <a:pt x="94" y="732"/>
                  <a:pt x="78" y="707"/>
                </a:cubicBezTo>
                <a:cubicBezTo>
                  <a:pt x="60" y="682"/>
                  <a:pt x="46" y="656"/>
                  <a:pt x="35" y="629"/>
                </a:cubicBezTo>
                <a:cubicBezTo>
                  <a:pt x="23" y="601"/>
                  <a:pt x="15" y="573"/>
                  <a:pt x="9" y="543"/>
                </a:cubicBezTo>
                <a:cubicBezTo>
                  <a:pt x="3" y="514"/>
                  <a:pt x="0" y="484"/>
                  <a:pt x="0" y="455"/>
                </a:cubicBezTo>
                <a:cubicBezTo>
                  <a:pt x="0" y="425"/>
                  <a:pt x="3" y="395"/>
                  <a:pt x="9" y="366"/>
                </a:cubicBezTo>
                <a:cubicBezTo>
                  <a:pt x="15" y="337"/>
                  <a:pt x="23" y="308"/>
                  <a:pt x="35" y="281"/>
                </a:cubicBezTo>
                <a:cubicBezTo>
                  <a:pt x="46" y="253"/>
                  <a:pt x="60" y="227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7"/>
                </a:cubicBezTo>
                <a:cubicBezTo>
                  <a:pt x="228" y="60"/>
                  <a:pt x="254" y="46"/>
                  <a:pt x="282" y="35"/>
                </a:cubicBezTo>
                <a:cubicBezTo>
                  <a:pt x="309" y="23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3"/>
                  <a:pt x="630" y="35"/>
                </a:cubicBezTo>
                <a:cubicBezTo>
                  <a:pt x="657" y="46"/>
                  <a:pt x="683" y="60"/>
                  <a:pt x="708" y="77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7"/>
                  <a:pt x="864" y="253"/>
                  <a:pt x="876" y="281"/>
                </a:cubicBezTo>
                <a:cubicBezTo>
                  <a:pt x="887" y="308"/>
                  <a:pt x="896" y="337"/>
                  <a:pt x="902" y="366"/>
                </a:cubicBezTo>
                <a:cubicBezTo>
                  <a:pt x="907" y="395"/>
                  <a:pt x="910" y="425"/>
                  <a:pt x="910" y="455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9" name=""/>
          <p:cNvSpPr/>
          <p:nvPr/>
        </p:nvSpPr>
        <p:spPr>
          <a:xfrm>
            <a:off x="542880" y="3223440"/>
            <a:ext cx="171720" cy="148680"/>
          </a:xfrm>
          <a:custGeom>
            <a:avLst/>
            <a:gdLst/>
            <a:ahLst/>
            <a:rect l="0" t="0" r="r" b="b"/>
            <a:pathLst>
              <a:path w="477" h="413">
                <a:moveTo>
                  <a:pt x="43" y="0"/>
                </a:moveTo>
                <a:lnTo>
                  <a:pt x="434" y="0"/>
                </a:lnTo>
                <a:cubicBezTo>
                  <a:pt x="439" y="0"/>
                  <a:pt x="445" y="2"/>
                  <a:pt x="450" y="4"/>
                </a:cubicBezTo>
                <a:cubicBezTo>
                  <a:pt x="455" y="6"/>
                  <a:pt x="460" y="9"/>
                  <a:pt x="464" y="13"/>
                </a:cubicBezTo>
                <a:cubicBezTo>
                  <a:pt x="468" y="17"/>
                  <a:pt x="471" y="22"/>
                  <a:pt x="474" y="27"/>
                </a:cubicBezTo>
                <a:cubicBezTo>
                  <a:pt x="476" y="32"/>
                  <a:pt x="477" y="38"/>
                  <a:pt x="477" y="44"/>
                </a:cubicBezTo>
                <a:lnTo>
                  <a:pt x="477" y="369"/>
                </a:lnTo>
                <a:cubicBezTo>
                  <a:pt x="477" y="375"/>
                  <a:pt x="476" y="381"/>
                  <a:pt x="474" y="386"/>
                </a:cubicBezTo>
                <a:cubicBezTo>
                  <a:pt x="471" y="391"/>
                  <a:pt x="468" y="396"/>
                  <a:pt x="464" y="400"/>
                </a:cubicBezTo>
                <a:cubicBezTo>
                  <a:pt x="460" y="404"/>
                  <a:pt x="455" y="407"/>
                  <a:pt x="450" y="409"/>
                </a:cubicBezTo>
                <a:cubicBezTo>
                  <a:pt x="445" y="412"/>
                  <a:pt x="439" y="413"/>
                  <a:pt x="434" y="413"/>
                </a:cubicBezTo>
                <a:lnTo>
                  <a:pt x="43" y="413"/>
                </a:lnTo>
                <a:cubicBezTo>
                  <a:pt x="37" y="413"/>
                  <a:pt x="32" y="412"/>
                  <a:pt x="26" y="409"/>
                </a:cubicBezTo>
                <a:cubicBezTo>
                  <a:pt x="21" y="407"/>
                  <a:pt x="16" y="404"/>
                  <a:pt x="12" y="400"/>
                </a:cubicBezTo>
                <a:cubicBezTo>
                  <a:pt x="8" y="396"/>
                  <a:pt x="5" y="391"/>
                  <a:pt x="3" y="386"/>
                </a:cubicBezTo>
                <a:cubicBezTo>
                  <a:pt x="1" y="381"/>
                  <a:pt x="0" y="375"/>
                  <a:pt x="0" y="369"/>
                </a:cubicBezTo>
                <a:lnTo>
                  <a:pt x="0" y="44"/>
                </a:ln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6" y="9"/>
                  <a:pt x="21" y="6"/>
                  <a:pt x="26" y="4"/>
                </a:cubicBezTo>
                <a:cubicBezTo>
                  <a:pt x="32" y="2"/>
                  <a:pt x="37" y="0"/>
                  <a:pt x="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0" name=""/>
          <p:cNvSpPr/>
          <p:nvPr/>
        </p:nvSpPr>
        <p:spPr>
          <a:xfrm>
            <a:off x="573840" y="3192480"/>
            <a:ext cx="23760" cy="47160"/>
          </a:xfrm>
          <a:custGeom>
            <a:avLst/>
            <a:gdLst/>
            <a:ahLst/>
            <a:rect l="0" t="0" r="r" b="b"/>
            <a:pathLst>
              <a:path w="66" h="131">
                <a:moveTo>
                  <a:pt x="22" y="0"/>
                </a:moveTo>
                <a:lnTo>
                  <a:pt x="45" y="0"/>
                </a:lnTo>
                <a:cubicBezTo>
                  <a:pt x="50" y="0"/>
                  <a:pt x="56" y="2"/>
                  <a:pt x="60" y="6"/>
                </a:cubicBezTo>
                <a:cubicBezTo>
                  <a:pt x="64" y="10"/>
                  <a:pt x="66" y="16"/>
                  <a:pt x="66" y="21"/>
                </a:cubicBezTo>
                <a:lnTo>
                  <a:pt x="66" y="109"/>
                </a:lnTo>
                <a:cubicBezTo>
                  <a:pt x="66" y="115"/>
                  <a:pt x="64" y="120"/>
                  <a:pt x="60" y="124"/>
                </a:cubicBezTo>
                <a:cubicBezTo>
                  <a:pt x="56" y="129"/>
                  <a:pt x="50" y="131"/>
                  <a:pt x="45" y="131"/>
                </a:cubicBezTo>
                <a:lnTo>
                  <a:pt x="22" y="131"/>
                </a:lnTo>
                <a:cubicBezTo>
                  <a:pt x="16" y="131"/>
                  <a:pt x="11" y="129"/>
                  <a:pt x="7" y="124"/>
                </a:cubicBezTo>
                <a:cubicBezTo>
                  <a:pt x="2" y="120"/>
                  <a:pt x="0" y="115"/>
                  <a:pt x="0" y="109"/>
                </a:cubicBezTo>
                <a:lnTo>
                  <a:pt x="0" y="21"/>
                </a:lnTo>
                <a:cubicBezTo>
                  <a:pt x="0" y="16"/>
                  <a:pt x="2" y="10"/>
                  <a:pt x="7" y="6"/>
                </a:cubicBezTo>
                <a:cubicBezTo>
                  <a:pt x="11" y="2"/>
                  <a:pt x="16" y="0"/>
                  <a:pt x="2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1" name=""/>
          <p:cNvSpPr/>
          <p:nvPr/>
        </p:nvSpPr>
        <p:spPr>
          <a:xfrm>
            <a:off x="659520" y="3192480"/>
            <a:ext cx="23760" cy="47160"/>
          </a:xfrm>
          <a:custGeom>
            <a:avLst/>
            <a:gdLst/>
            <a:ahLst/>
            <a:rect l="0" t="0" r="r" b="b"/>
            <a:pathLst>
              <a:path w="66" h="131">
                <a:moveTo>
                  <a:pt x="22" y="0"/>
                </a:moveTo>
                <a:lnTo>
                  <a:pt x="44" y="0"/>
                </a:lnTo>
                <a:cubicBezTo>
                  <a:pt x="50" y="0"/>
                  <a:pt x="55" y="2"/>
                  <a:pt x="60" y="6"/>
                </a:cubicBezTo>
                <a:cubicBezTo>
                  <a:pt x="64" y="10"/>
                  <a:pt x="66" y="16"/>
                  <a:pt x="66" y="21"/>
                </a:cubicBezTo>
                <a:lnTo>
                  <a:pt x="66" y="109"/>
                </a:lnTo>
                <a:cubicBezTo>
                  <a:pt x="66" y="115"/>
                  <a:pt x="64" y="120"/>
                  <a:pt x="60" y="124"/>
                </a:cubicBezTo>
                <a:cubicBezTo>
                  <a:pt x="55" y="129"/>
                  <a:pt x="50" y="131"/>
                  <a:pt x="44" y="131"/>
                </a:cubicBezTo>
                <a:lnTo>
                  <a:pt x="22" y="131"/>
                </a:lnTo>
                <a:cubicBezTo>
                  <a:pt x="16" y="131"/>
                  <a:pt x="11" y="129"/>
                  <a:pt x="7" y="124"/>
                </a:cubicBezTo>
                <a:cubicBezTo>
                  <a:pt x="2" y="120"/>
                  <a:pt x="0" y="115"/>
                  <a:pt x="0" y="109"/>
                </a:cubicBezTo>
                <a:lnTo>
                  <a:pt x="0" y="21"/>
                </a:lnTo>
                <a:cubicBezTo>
                  <a:pt x="0" y="16"/>
                  <a:pt x="2" y="10"/>
                  <a:pt x="7" y="6"/>
                </a:cubicBezTo>
                <a:cubicBezTo>
                  <a:pt x="11" y="2"/>
                  <a:pt x="16" y="0"/>
                  <a:pt x="2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2" name=""/>
          <p:cNvSpPr txBox="1"/>
          <p:nvPr/>
        </p:nvSpPr>
        <p:spPr>
          <a:xfrm>
            <a:off x="921960" y="2747520"/>
            <a:ext cx="37054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Opmerkingen op </a:t>
            </a:r>
            <a:r>
              <a:rPr b="0" lang="en-US" sz="118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, in de pull request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3" name=""/>
          <p:cNvSpPr txBox="1"/>
          <p:nvPr/>
        </p:nvSpPr>
        <p:spPr>
          <a:xfrm>
            <a:off x="921960" y="3195000"/>
            <a:ext cx="438372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80" spc="-1" strike="noStrike">
                <a:solidFill>
                  <a:srgbClr val="3d68ec"/>
                </a:solidFill>
                <a:latin typeface="Arial"/>
                <a:ea typeface="Arial"/>
              </a:rPr>
              <a:t>Volgende sessie: woensdag 14 oktober 2026, online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5" name=""/>
          <p:cNvSpPr txBox="1"/>
          <p:nvPr/>
        </p:nvSpPr>
        <p:spPr>
          <a:xfrm>
            <a:off x="457200" y="3632760"/>
            <a:ext cx="7468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Commentaar op een lopende release: in de pull request. Nieuw punt: als issue op </a:t>
            </a:r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github.com/Npuls-OKx/Public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3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03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033" name=""/>
          <p:cNvSpPr/>
          <p:nvPr/>
        </p:nvSpPr>
        <p:spPr>
          <a:xfrm>
            <a:off x="466560" y="221904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2"/>
                  <a:pt x="1109" y="629"/>
                  <a:pt x="1102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2"/>
                  <a:pt x="1039" y="834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4" y="975"/>
                  <a:pt x="896" y="998"/>
                  <a:pt x="865" y="1018"/>
                </a:cubicBezTo>
                <a:cubicBezTo>
                  <a:pt x="835" y="1038"/>
                  <a:pt x="803" y="1055"/>
                  <a:pt x="769" y="1070"/>
                </a:cubicBezTo>
                <a:cubicBezTo>
                  <a:pt x="736" y="1084"/>
                  <a:pt x="701" y="1095"/>
                  <a:pt x="665" y="1102"/>
                </a:cubicBezTo>
                <a:cubicBezTo>
                  <a:pt x="629" y="1109"/>
                  <a:pt x="593" y="1113"/>
                  <a:pt x="557" y="1113"/>
                </a:cubicBezTo>
                <a:cubicBezTo>
                  <a:pt x="520" y="1113"/>
                  <a:pt x="484" y="1109"/>
                  <a:pt x="448" y="1102"/>
                </a:cubicBezTo>
                <a:cubicBezTo>
                  <a:pt x="412" y="1095"/>
                  <a:pt x="378" y="1084"/>
                  <a:pt x="343" y="1070"/>
                </a:cubicBezTo>
                <a:cubicBezTo>
                  <a:pt x="309" y="1055"/>
                  <a:pt x="277" y="1038"/>
                  <a:pt x="247" y="1018"/>
                </a:cubicBezTo>
                <a:cubicBezTo>
                  <a:pt x="217" y="998"/>
                  <a:pt x="188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4"/>
                  <a:pt x="56" y="802"/>
                  <a:pt x="42" y="769"/>
                </a:cubicBezTo>
                <a:cubicBezTo>
                  <a:pt x="28" y="735"/>
                  <a:pt x="18" y="700"/>
                  <a:pt x="11" y="664"/>
                </a:cubicBezTo>
                <a:cubicBezTo>
                  <a:pt x="4" y="629"/>
                  <a:pt x="0" y="592"/>
                  <a:pt x="0" y="556"/>
                </a:cubicBezTo>
                <a:cubicBezTo>
                  <a:pt x="0" y="519"/>
                  <a:pt x="4" y="483"/>
                  <a:pt x="11" y="448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8" y="29"/>
                  <a:pt x="412" y="18"/>
                  <a:pt x="448" y="11"/>
                </a:cubicBezTo>
                <a:cubicBezTo>
                  <a:pt x="484" y="4"/>
                  <a:pt x="520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2" y="448"/>
                </a:cubicBezTo>
                <a:cubicBezTo>
                  <a:pt x="1109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4" name=""/>
          <p:cNvSpPr/>
          <p:nvPr/>
        </p:nvSpPr>
        <p:spPr>
          <a:xfrm>
            <a:off x="571320" y="2371680"/>
            <a:ext cx="190800" cy="95400"/>
          </a:xfrm>
          <a:custGeom>
            <a:avLst/>
            <a:gdLst/>
            <a:ahLst/>
            <a:rect l="0" t="0" r="r" b="b"/>
            <a:pathLst>
              <a:path fill="none" w="530" h="265">
                <a:moveTo>
                  <a:pt x="0" y="265"/>
                </a:move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2"/>
                  <a:pt x="45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6" y="0"/>
                </a:cubicBezTo>
                <a:cubicBezTo>
                  <a:pt x="283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3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6" y="117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33120">
            <a:solidFill>
              <a:srgbClr val="ffffff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5" name=""/>
          <p:cNvSpPr/>
          <p:nvPr/>
        </p:nvSpPr>
        <p:spPr>
          <a:xfrm flipV="1">
            <a:off x="666720" y="2390760"/>
            <a:ext cx="47880" cy="76320"/>
          </a:xfrm>
          <a:prstGeom prst="line">
            <a:avLst/>
          </a:prstGeom>
          <a:ln cap="rnd"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6" name=""/>
          <p:cNvSpPr/>
          <p:nvPr/>
        </p:nvSpPr>
        <p:spPr>
          <a:xfrm>
            <a:off x="642600" y="244296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8" y="93"/>
                </a:cubicBezTo>
                <a:cubicBezTo>
                  <a:pt x="124" y="101"/>
                  <a:pt x="120" y="108"/>
                  <a:pt x="113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5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5" y="93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2"/>
                </a:cubicBezTo>
                <a:cubicBezTo>
                  <a:pt x="9" y="34"/>
                  <a:pt x="14" y="27"/>
                  <a:pt x="20" y="20"/>
                </a:cubicBezTo>
                <a:cubicBezTo>
                  <a:pt x="26" y="14"/>
                  <a:pt x="33" y="8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8"/>
                  <a:pt x="107" y="14"/>
                  <a:pt x="113" y="20"/>
                </a:cubicBezTo>
                <a:cubicBezTo>
                  <a:pt x="120" y="27"/>
                  <a:pt x="124" y="34"/>
                  <a:pt x="128" y="42"/>
                </a:cubicBezTo>
                <a:cubicBezTo>
                  <a:pt x="132" y="50"/>
                  <a:pt x="134" y="58"/>
                  <a:pt x="134" y="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7" name=""/>
          <p:cNvSpPr txBox="1"/>
          <p:nvPr/>
        </p:nvSpPr>
        <p:spPr>
          <a:xfrm>
            <a:off x="439920" y="1472400"/>
            <a:ext cx="2709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gaat het?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8" name=""/>
          <p:cNvSpPr txBox="1"/>
          <p:nvPr/>
        </p:nvSpPr>
        <p:spPr>
          <a:xfrm>
            <a:off x="998280" y="2213640"/>
            <a:ext cx="27302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Welk cijfer krijgt de voortgang, 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9" name=""/>
          <p:cNvSpPr/>
          <p:nvPr/>
        </p:nvSpPr>
        <p:spPr>
          <a:xfrm>
            <a:off x="466560" y="280008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6"/>
                  <a:pt x="1070" y="770"/>
                </a:cubicBezTo>
                <a:cubicBezTo>
                  <a:pt x="1056" y="803"/>
                  <a:pt x="1039" y="835"/>
                  <a:pt x="1019" y="866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4" y="976"/>
                  <a:pt x="896" y="999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5"/>
                  <a:pt x="665" y="1102"/>
                </a:cubicBezTo>
                <a:cubicBezTo>
                  <a:pt x="629" y="1109"/>
                  <a:pt x="593" y="1112"/>
                  <a:pt x="557" y="1112"/>
                </a:cubicBezTo>
                <a:cubicBezTo>
                  <a:pt x="520" y="1112"/>
                  <a:pt x="484" y="1109"/>
                  <a:pt x="448" y="1102"/>
                </a:cubicBezTo>
                <a:cubicBezTo>
                  <a:pt x="412" y="1095"/>
                  <a:pt x="378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9"/>
                  <a:pt x="188" y="976"/>
                  <a:pt x="163" y="950"/>
                </a:cubicBezTo>
                <a:cubicBezTo>
                  <a:pt x="137" y="924"/>
                  <a:pt x="114" y="896"/>
                  <a:pt x="94" y="866"/>
                </a:cubicBezTo>
                <a:cubicBezTo>
                  <a:pt x="73" y="835"/>
                  <a:pt x="56" y="803"/>
                  <a:pt x="42" y="770"/>
                </a:cubicBezTo>
                <a:cubicBezTo>
                  <a:pt x="28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19"/>
                  <a:pt x="4" y="483"/>
                  <a:pt x="11" y="447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8" y="29"/>
                  <a:pt x="412" y="18"/>
                  <a:pt x="448" y="11"/>
                </a:cubicBezTo>
                <a:cubicBezTo>
                  <a:pt x="484" y="4"/>
                  <a:pt x="520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2" y="447"/>
                </a:cubicBezTo>
                <a:cubicBezTo>
                  <a:pt x="1109" y="483"/>
                  <a:pt x="1112" y="519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0" name=""/>
          <p:cNvSpPr/>
          <p:nvPr/>
        </p:nvSpPr>
        <p:spPr>
          <a:xfrm>
            <a:off x="571320" y="2933640"/>
            <a:ext cx="190800" cy="143280"/>
          </a:xfrm>
          <a:custGeom>
            <a:avLst/>
            <a:gdLst/>
            <a:ahLst/>
            <a:rect l="0" t="0" r="r" b="b"/>
            <a:pathLst>
              <a:path fill="none" w="530" h="398">
                <a:moveTo>
                  <a:pt x="0" y="211"/>
                </a:moveTo>
                <a:lnTo>
                  <a:pt x="185" y="398"/>
                </a:lnTo>
                <a:lnTo>
                  <a:pt x="530" y="0"/>
                </a:lnTo>
              </a:path>
            </a:pathLst>
          </a:custGeom>
          <a:ln cap="rnd" w="33120">
            <a:solidFill>
              <a:srgbClr val="ffffff"/>
            </a:solidFill>
            <a:round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1" name=""/>
          <p:cNvSpPr txBox="1"/>
          <p:nvPr/>
        </p:nvSpPr>
        <p:spPr>
          <a:xfrm>
            <a:off x="998280" y="2442240"/>
            <a:ext cx="73080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waarom?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2" name=""/>
          <p:cNvSpPr/>
          <p:nvPr/>
        </p:nvSpPr>
        <p:spPr>
          <a:xfrm>
            <a:off x="466560" y="337176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5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4" y="975"/>
                  <a:pt x="896" y="998"/>
                  <a:pt x="865" y="1018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4"/>
                  <a:pt x="665" y="1101"/>
                </a:cubicBezTo>
                <a:cubicBezTo>
                  <a:pt x="629" y="1108"/>
                  <a:pt x="593" y="1112"/>
                  <a:pt x="557" y="1112"/>
                </a:cubicBezTo>
                <a:cubicBezTo>
                  <a:pt x="520" y="1112"/>
                  <a:pt x="484" y="1108"/>
                  <a:pt x="448" y="1101"/>
                </a:cubicBezTo>
                <a:cubicBezTo>
                  <a:pt x="412" y="1094"/>
                  <a:pt x="378" y="1084"/>
                  <a:pt x="343" y="1070"/>
                </a:cubicBezTo>
                <a:cubicBezTo>
                  <a:pt x="309" y="1056"/>
                  <a:pt x="277" y="1039"/>
                  <a:pt x="247" y="1018"/>
                </a:cubicBezTo>
                <a:cubicBezTo>
                  <a:pt x="217" y="998"/>
                  <a:pt x="188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8" y="701"/>
                  <a:pt x="11" y="665"/>
                </a:cubicBezTo>
                <a:cubicBezTo>
                  <a:pt x="4" y="629"/>
                  <a:pt x="0" y="593"/>
                  <a:pt x="0" y="556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7"/>
                  <a:pt x="42" y="344"/>
                </a:cubicBezTo>
                <a:cubicBezTo>
                  <a:pt x="56" y="310"/>
                  <a:pt x="73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8"/>
                  <a:pt x="217" y="115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8" y="28"/>
                  <a:pt x="412" y="18"/>
                  <a:pt x="448" y="10"/>
                </a:cubicBezTo>
                <a:cubicBezTo>
                  <a:pt x="484" y="3"/>
                  <a:pt x="520" y="0"/>
                  <a:pt x="557" y="0"/>
                </a:cubicBezTo>
                <a:cubicBezTo>
                  <a:pt x="593" y="0"/>
                  <a:pt x="629" y="3"/>
                  <a:pt x="665" y="10"/>
                </a:cubicBezTo>
                <a:cubicBezTo>
                  <a:pt x="701" y="18"/>
                  <a:pt x="736" y="28"/>
                  <a:pt x="769" y="42"/>
                </a:cubicBezTo>
                <a:cubicBezTo>
                  <a:pt x="803" y="56"/>
                  <a:pt x="835" y="73"/>
                  <a:pt x="865" y="94"/>
                </a:cubicBezTo>
                <a:cubicBezTo>
                  <a:pt x="896" y="115"/>
                  <a:pt x="924" y="138"/>
                  <a:pt x="949" y="163"/>
                </a:cubicBezTo>
                <a:cubicBezTo>
                  <a:pt x="975" y="189"/>
                  <a:pt x="998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7"/>
                  <a:pt x="1094" y="412"/>
                  <a:pt x="1102" y="448"/>
                </a:cubicBezTo>
                <a:cubicBezTo>
                  <a:pt x="1109" y="484"/>
                  <a:pt x="1112" y="520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3" name=""/>
          <p:cNvSpPr/>
          <p:nvPr/>
        </p:nvSpPr>
        <p:spPr>
          <a:xfrm flipV="1">
            <a:off x="666720" y="3485880"/>
            <a:ext cx="0" cy="181080"/>
          </a:xfrm>
          <a:prstGeom prst="line">
            <a:avLst/>
          </a:prstGeom>
          <a:ln cap="rnd" w="331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4" name=""/>
          <p:cNvSpPr/>
          <p:nvPr/>
        </p:nvSpPr>
        <p:spPr>
          <a:xfrm>
            <a:off x="590400" y="3485880"/>
            <a:ext cx="152640" cy="76680"/>
          </a:xfrm>
          <a:custGeom>
            <a:avLst/>
            <a:gdLst/>
            <a:ahLst/>
            <a:rect l="0" t="0" r="r" b="b"/>
            <a:pathLst>
              <a:path fill="none" w="424" h="213">
                <a:moveTo>
                  <a:pt x="0" y="213"/>
                </a:moveTo>
                <a:lnTo>
                  <a:pt x="212" y="0"/>
                </a:lnTo>
                <a:lnTo>
                  <a:pt x="424" y="213"/>
                </a:lnTo>
              </a:path>
            </a:pathLst>
          </a:custGeom>
          <a:ln cap="rnd" w="33120">
            <a:solidFill>
              <a:srgbClr val="ffffff"/>
            </a:solidFill>
            <a:round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5" name=""/>
          <p:cNvSpPr txBox="1"/>
          <p:nvPr/>
        </p:nvSpPr>
        <p:spPr>
          <a:xfrm>
            <a:off x="998280" y="2909160"/>
            <a:ext cx="147132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Wat ging er goed?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6" name=""/>
          <p:cNvSpPr/>
          <p:nvPr/>
        </p:nvSpPr>
        <p:spPr>
          <a:xfrm>
            <a:off x="405756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3d9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7" name=""/>
          <p:cNvSpPr txBox="1"/>
          <p:nvPr/>
        </p:nvSpPr>
        <p:spPr>
          <a:xfrm>
            <a:off x="998280" y="3480480"/>
            <a:ext cx="14410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Wat kan er beter?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8" name=""/>
          <p:cNvSpPr/>
          <p:nvPr/>
        </p:nvSpPr>
        <p:spPr>
          <a:xfrm>
            <a:off x="454320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7" y="1172"/>
                </a:cubicBezTo>
                <a:cubicBezTo>
                  <a:pt x="358" y="1165"/>
                  <a:pt x="340" y="1156"/>
                  <a:pt x="323" y="1147"/>
                </a:cubicBezTo>
                <a:cubicBezTo>
                  <a:pt x="305" y="1137"/>
                  <a:pt x="288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8" y="92"/>
                  <a:pt x="305" y="82"/>
                  <a:pt x="323" y="72"/>
                </a:cubicBezTo>
                <a:cubicBezTo>
                  <a:pt x="340" y="63"/>
                  <a:pt x="358" y="54"/>
                  <a:pt x="377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6e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9" name=""/>
          <p:cNvSpPr txBox="1"/>
          <p:nvPr/>
        </p:nvSpPr>
        <p:spPr>
          <a:xfrm>
            <a:off x="42483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4038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0" name=""/>
          <p:cNvSpPr/>
          <p:nvPr/>
        </p:nvSpPr>
        <p:spPr>
          <a:xfrm>
            <a:off x="502884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2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5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90" y="1214"/>
                  <a:pt x="670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1" y="1214"/>
                  <a:pt x="511" y="1211"/>
                  <a:pt x="491" y="1207"/>
                </a:cubicBezTo>
                <a:cubicBezTo>
                  <a:pt x="472" y="1203"/>
                  <a:pt x="452" y="1198"/>
                  <a:pt x="433" y="1192"/>
                </a:cubicBezTo>
                <a:cubicBezTo>
                  <a:pt x="414" y="1187"/>
                  <a:pt x="396" y="1180"/>
                  <a:pt x="377" y="1172"/>
                </a:cubicBezTo>
                <a:cubicBezTo>
                  <a:pt x="359" y="1165"/>
                  <a:pt x="341" y="1156"/>
                  <a:pt x="323" y="1147"/>
                </a:cubicBezTo>
                <a:cubicBezTo>
                  <a:pt x="306" y="1137"/>
                  <a:pt x="289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9" y="1068"/>
                  <a:pt x="194" y="1054"/>
                  <a:pt x="180" y="1040"/>
                </a:cubicBezTo>
                <a:cubicBezTo>
                  <a:pt x="166" y="1026"/>
                  <a:pt x="152" y="1011"/>
                  <a:pt x="140" y="996"/>
                </a:cubicBezTo>
                <a:cubicBezTo>
                  <a:pt x="127" y="981"/>
                  <a:pt x="115" y="965"/>
                  <a:pt x="104" y="948"/>
                </a:cubicBezTo>
                <a:cubicBezTo>
                  <a:pt x="93" y="932"/>
                  <a:pt x="83" y="914"/>
                  <a:pt x="73" y="897"/>
                </a:cubicBezTo>
                <a:cubicBezTo>
                  <a:pt x="64" y="879"/>
                  <a:pt x="55" y="861"/>
                  <a:pt x="48" y="843"/>
                </a:cubicBezTo>
                <a:cubicBezTo>
                  <a:pt x="40" y="824"/>
                  <a:pt x="33" y="806"/>
                  <a:pt x="28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8" y="432"/>
                </a:cubicBezTo>
                <a:cubicBezTo>
                  <a:pt x="33" y="413"/>
                  <a:pt x="40" y="395"/>
                  <a:pt x="48" y="376"/>
                </a:cubicBezTo>
                <a:cubicBezTo>
                  <a:pt x="55" y="358"/>
                  <a:pt x="64" y="340"/>
                  <a:pt x="73" y="322"/>
                </a:cubicBezTo>
                <a:cubicBezTo>
                  <a:pt x="83" y="305"/>
                  <a:pt x="93" y="287"/>
                  <a:pt x="104" y="271"/>
                </a:cubicBezTo>
                <a:cubicBezTo>
                  <a:pt x="115" y="254"/>
                  <a:pt x="127" y="238"/>
                  <a:pt x="140" y="223"/>
                </a:cubicBezTo>
                <a:cubicBezTo>
                  <a:pt x="152" y="208"/>
                  <a:pt x="166" y="193"/>
                  <a:pt x="180" y="179"/>
                </a:cubicBezTo>
                <a:cubicBezTo>
                  <a:pt x="194" y="165"/>
                  <a:pt x="209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9" y="92"/>
                  <a:pt x="306" y="82"/>
                  <a:pt x="323" y="72"/>
                </a:cubicBezTo>
                <a:cubicBezTo>
                  <a:pt x="341" y="63"/>
                  <a:pt x="359" y="54"/>
                  <a:pt x="377" y="47"/>
                </a:cubicBezTo>
                <a:cubicBezTo>
                  <a:pt x="396" y="39"/>
                  <a:pt x="414" y="32"/>
                  <a:pt x="433" y="27"/>
                </a:cubicBezTo>
                <a:cubicBezTo>
                  <a:pt x="452" y="21"/>
                  <a:pt x="472" y="16"/>
                  <a:pt x="491" y="12"/>
                </a:cubicBezTo>
                <a:cubicBezTo>
                  <a:pt x="511" y="8"/>
                  <a:pt x="531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70" y="3"/>
                </a:cubicBezTo>
                <a:cubicBezTo>
                  <a:pt x="690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5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2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f8e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1" name=""/>
          <p:cNvSpPr txBox="1"/>
          <p:nvPr/>
        </p:nvSpPr>
        <p:spPr>
          <a:xfrm>
            <a:off x="4720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5638"/>
                </a:solidFill>
                <a:latin typeface="Arial"/>
                <a:ea typeface="Arial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2" name=""/>
          <p:cNvSpPr/>
          <p:nvPr/>
        </p:nvSpPr>
        <p:spPr>
          <a:xfrm>
            <a:off x="5514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3" y="965"/>
                  <a:pt x="1091" y="981"/>
                  <a:pt x="1079" y="996"/>
                </a:cubicBezTo>
                <a:cubicBezTo>
                  <a:pt x="1066" y="1011"/>
                  <a:pt x="1053" y="1026"/>
                  <a:pt x="1039" y="1040"/>
                </a:cubicBezTo>
                <a:cubicBezTo>
                  <a:pt x="1025" y="1054"/>
                  <a:pt x="1010" y="1068"/>
                  <a:pt x="994" y="1080"/>
                </a:cubicBezTo>
                <a:cubicBezTo>
                  <a:pt x="979" y="1093"/>
                  <a:pt x="963" y="1105"/>
                  <a:pt x="947" y="1116"/>
                </a:cubicBezTo>
                <a:cubicBezTo>
                  <a:pt x="930" y="1127"/>
                  <a:pt x="913" y="1137"/>
                  <a:pt x="895" y="1147"/>
                </a:cubicBezTo>
                <a:cubicBezTo>
                  <a:pt x="878" y="1156"/>
                  <a:pt x="860" y="1165"/>
                  <a:pt x="841" y="1172"/>
                </a:cubicBezTo>
                <a:cubicBezTo>
                  <a:pt x="823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8" y="1219"/>
                  <a:pt x="608" y="1219"/>
                </a:cubicBezTo>
                <a:cubicBezTo>
                  <a:pt x="588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4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4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8" y="0"/>
                  <a:pt x="608" y="0"/>
                </a:cubicBezTo>
                <a:cubicBezTo>
                  <a:pt x="628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3" y="39"/>
                  <a:pt x="841" y="47"/>
                </a:cubicBezTo>
                <a:cubicBezTo>
                  <a:pt x="860" y="54"/>
                  <a:pt x="878" y="63"/>
                  <a:pt x="895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79" y="126"/>
                  <a:pt x="994" y="139"/>
                </a:cubicBezTo>
                <a:cubicBezTo>
                  <a:pt x="1010" y="151"/>
                  <a:pt x="1025" y="165"/>
                  <a:pt x="1039" y="179"/>
                </a:cubicBezTo>
                <a:cubicBezTo>
                  <a:pt x="1053" y="193"/>
                  <a:pt x="1066" y="208"/>
                  <a:pt x="1079" y="223"/>
                </a:cubicBezTo>
                <a:cubicBezTo>
                  <a:pt x="1091" y="238"/>
                  <a:pt x="1103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9f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3" name=""/>
          <p:cNvSpPr txBox="1"/>
          <p:nvPr/>
        </p:nvSpPr>
        <p:spPr>
          <a:xfrm>
            <a:off x="52077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6a38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4" name=""/>
          <p:cNvSpPr/>
          <p:nvPr/>
        </p:nvSpPr>
        <p:spPr>
          <a:xfrm>
            <a:off x="6000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3" y="1105"/>
                  <a:pt x="947" y="1116"/>
                </a:cubicBezTo>
                <a:cubicBezTo>
                  <a:pt x="930" y="1127"/>
                  <a:pt x="913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3" y="1180"/>
                  <a:pt x="805" y="1187"/>
                  <a:pt x="785" y="1192"/>
                </a:cubicBezTo>
                <a:cubicBezTo>
                  <a:pt x="766" y="1198"/>
                  <a:pt x="747" y="1203"/>
                  <a:pt x="728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40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40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8" y="3"/>
                </a:cubicBezTo>
                <a:cubicBezTo>
                  <a:pt x="688" y="5"/>
                  <a:pt x="708" y="8"/>
                  <a:pt x="728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5" y="32"/>
                  <a:pt x="823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2f2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5" name=""/>
          <p:cNvSpPr txBox="1"/>
          <p:nvPr/>
        </p:nvSpPr>
        <p:spPr>
          <a:xfrm>
            <a:off x="56898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7f7538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6" name=""/>
          <p:cNvSpPr/>
          <p:nvPr/>
        </p:nvSpPr>
        <p:spPr>
          <a:xfrm>
            <a:off x="6495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4" y="39"/>
                  <a:pt x="843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3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e6f0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7" name=""/>
          <p:cNvSpPr txBox="1"/>
          <p:nvPr/>
        </p:nvSpPr>
        <p:spPr>
          <a:xfrm>
            <a:off x="61812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6f7538"/>
                </a:solidFill>
                <a:latin typeface="Arial"/>
                <a:ea typeface="Arial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8" name=""/>
          <p:cNvSpPr/>
          <p:nvPr/>
        </p:nvSpPr>
        <p:spPr>
          <a:xfrm>
            <a:off x="698148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9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2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7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7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2" y="305"/>
                  <a:pt x="92" y="287"/>
                  <a:pt x="103" y="271"/>
                </a:cubicBezTo>
                <a:cubicBezTo>
                  <a:pt x="114" y="254"/>
                  <a:pt x="126" y="238"/>
                  <a:pt x="139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9" name=""/>
          <p:cNvSpPr txBox="1"/>
          <p:nvPr/>
        </p:nvSpPr>
        <p:spPr>
          <a:xfrm>
            <a:off x="66679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547038"/>
                </a:solidFill>
                <a:latin typeface="Arial"/>
                <a:ea typeface="Arial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0" name=""/>
          <p:cNvSpPr/>
          <p:nvPr/>
        </p:nvSpPr>
        <p:spPr>
          <a:xfrm>
            <a:off x="7467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70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5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5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70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de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1" name=""/>
          <p:cNvSpPr txBox="1"/>
          <p:nvPr/>
        </p:nvSpPr>
        <p:spPr>
          <a:xfrm>
            <a:off x="7159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b49"/>
                </a:solidFill>
                <a:latin typeface="Arial"/>
                <a:ea typeface="Arial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2" name=""/>
          <p:cNvSpPr/>
          <p:nvPr/>
        </p:nvSpPr>
        <p:spPr>
          <a:xfrm>
            <a:off x="7953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1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1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2e0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3" name=""/>
          <p:cNvSpPr txBox="1"/>
          <p:nvPr/>
        </p:nvSpPr>
        <p:spPr>
          <a:xfrm>
            <a:off x="76417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56663"/>
                </a:solidFill>
                <a:latin typeface="Arial"/>
                <a:ea typeface="Arial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4" name=""/>
          <p:cNvSpPr/>
          <p:nvPr/>
        </p:nvSpPr>
        <p:spPr>
          <a:xfrm>
            <a:off x="8439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1" y="787"/>
                </a:cubicBezTo>
                <a:cubicBezTo>
                  <a:pt x="1186" y="806"/>
                  <a:pt x="1179" y="824"/>
                  <a:pt x="1171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6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39" y="1040"/>
                </a:cubicBezTo>
                <a:cubicBezTo>
                  <a:pt x="1025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7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2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3" y="1105"/>
                  <a:pt x="237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0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1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7" y="709"/>
                  <a:pt x="4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4" y="530"/>
                  <a:pt x="7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1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0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7" y="126"/>
                  <a:pt x="253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2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7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5" y="165"/>
                  <a:pt x="1039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6" y="305"/>
                  <a:pt x="1146" y="322"/>
                </a:cubicBezTo>
                <a:cubicBezTo>
                  <a:pt x="1155" y="340"/>
                  <a:pt x="1164" y="358"/>
                  <a:pt x="1171" y="376"/>
                </a:cubicBezTo>
                <a:cubicBezTo>
                  <a:pt x="1179" y="395"/>
                  <a:pt x="1186" y="413"/>
                  <a:pt x="1191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b7d8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5" name=""/>
          <p:cNvSpPr txBox="1"/>
          <p:nvPr/>
        </p:nvSpPr>
        <p:spPr>
          <a:xfrm>
            <a:off x="812844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d5c6b"/>
                </a:solidFill>
                <a:latin typeface="Arial"/>
                <a:ea typeface="Arial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6" name=""/>
          <p:cNvSpPr txBox="1"/>
          <p:nvPr/>
        </p:nvSpPr>
        <p:spPr>
          <a:xfrm>
            <a:off x="8582040" y="2773080"/>
            <a:ext cx="214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7506e"/>
                </a:solidFill>
                <a:latin typeface="Arial"/>
                <a:ea typeface="Arial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7" name=""/>
          <p:cNvSpPr txBox="1"/>
          <p:nvPr/>
        </p:nvSpPr>
        <p:spPr>
          <a:xfrm>
            <a:off x="4057920" y="3173040"/>
            <a:ext cx="579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niet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9" name=""/>
          <p:cNvSpPr txBox="1"/>
          <p:nvPr/>
        </p:nvSpPr>
        <p:spPr>
          <a:xfrm>
            <a:off x="8286840" y="3173040"/>
            <a:ext cx="6516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goed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7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07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